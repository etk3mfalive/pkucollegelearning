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1"/>
  </p:notesMasterIdLst>
  <p:handoutMasterIdLst>
    <p:handoutMasterId r:id="rId42"/>
  </p:handoutMasterIdLst>
  <p:sldIdLst>
    <p:sldId id="262" r:id="rId2"/>
    <p:sldId id="819" r:id="rId3"/>
    <p:sldId id="816" r:id="rId4"/>
    <p:sldId id="817" r:id="rId5"/>
    <p:sldId id="706" r:id="rId6"/>
    <p:sldId id="724" r:id="rId7"/>
    <p:sldId id="725" r:id="rId8"/>
    <p:sldId id="367" r:id="rId9"/>
    <p:sldId id="746" r:id="rId10"/>
    <p:sldId id="369" r:id="rId11"/>
    <p:sldId id="370" r:id="rId12"/>
    <p:sldId id="371" r:id="rId13"/>
    <p:sldId id="372" r:id="rId14"/>
    <p:sldId id="373" r:id="rId15"/>
    <p:sldId id="374" r:id="rId16"/>
    <p:sldId id="709" r:id="rId17"/>
    <p:sldId id="723" r:id="rId18"/>
    <p:sldId id="673" r:id="rId19"/>
    <p:sldId id="375" r:id="rId20"/>
    <p:sldId id="731" r:id="rId21"/>
    <p:sldId id="732" r:id="rId22"/>
    <p:sldId id="733" r:id="rId23"/>
    <p:sldId id="734" r:id="rId24"/>
    <p:sldId id="815" r:id="rId25"/>
    <p:sldId id="651" r:id="rId26"/>
    <p:sldId id="652" r:id="rId27"/>
    <p:sldId id="727" r:id="rId28"/>
    <p:sldId id="729" r:id="rId29"/>
    <p:sldId id="654" r:id="rId30"/>
    <p:sldId id="655" r:id="rId31"/>
    <p:sldId id="657" r:id="rId32"/>
    <p:sldId id="658" r:id="rId33"/>
    <p:sldId id="675" r:id="rId34"/>
    <p:sldId id="676" r:id="rId35"/>
    <p:sldId id="677" r:id="rId36"/>
    <p:sldId id="678" r:id="rId37"/>
    <p:sldId id="679" r:id="rId38"/>
    <p:sldId id="670" r:id="rId39"/>
    <p:sldId id="595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1830E-5352-3C41-866F-10DB7EA44A4F}" v="29" dt="2025-09-22T14:04:18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4" autoAdjust="0"/>
    <p:restoredTop sz="93826" autoAdjust="0"/>
  </p:normalViewPr>
  <p:slideViewPr>
    <p:cSldViewPr snapToGrid="0">
      <p:cViewPr varScale="1">
        <p:scale>
          <a:sx n="207" d="100"/>
          <a:sy n="207" d="100"/>
        </p:scale>
        <p:origin x="808" y="176"/>
      </p:cViewPr>
      <p:guideLst/>
    </p:cSldViewPr>
  </p:slideViewPr>
  <p:outlineViewPr>
    <p:cViewPr>
      <p:scale>
        <a:sx n="33" d="100"/>
        <a:sy n="33" d="100"/>
      </p:scale>
      <p:origin x="0" y="-9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84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1A968502-A7D6-40D4-8A96-E5056774549F}"/>
    <pc:docChg chg="custSel addSld delSld modSld sldOrd">
      <pc:chgData name="陈军_工学院" userId="6f7f04a3-a118-4a29-a2ab-4ad1875833df" providerId="ADAL" clId="{1A968502-A7D6-40D4-8A96-E5056774549F}" dt="2024-09-23T08:58:51.495" v="282" actId="680"/>
      <pc:docMkLst>
        <pc:docMk/>
      </pc:docMkLst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173799175" sldId="289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1511005738" sldId="289"/>
        </pc:sldMkLst>
      </pc:sldChg>
      <pc:sldChg chg="add">
        <pc:chgData name="陈军_工学院" userId="6f7f04a3-a118-4a29-a2ab-4ad1875833df" providerId="ADAL" clId="{1A968502-A7D6-40D4-8A96-E5056774549F}" dt="2024-09-18T06:09:29.833" v="0"/>
        <pc:sldMkLst>
          <pc:docMk/>
          <pc:sldMk cId="794371605" sldId="375"/>
        </pc:sldMkLst>
      </pc:sldChg>
      <pc:sldChg chg="modSp add mod">
        <pc:chgData name="陈军_工学院" userId="6f7f04a3-a118-4a29-a2ab-4ad1875833df" providerId="ADAL" clId="{1A968502-A7D6-40D4-8A96-E5056774549F}" dt="2024-09-23T02:50:56.563" v="2" actId="20577"/>
        <pc:sldMkLst>
          <pc:docMk/>
          <pc:sldMk cId="97731836" sldId="376"/>
        </pc:sldMkLst>
      </pc:sldChg>
      <pc:sldChg chg="modSp add mod">
        <pc:chgData name="陈军_工学院" userId="6f7f04a3-a118-4a29-a2ab-4ad1875833df" providerId="ADAL" clId="{1A968502-A7D6-40D4-8A96-E5056774549F}" dt="2024-09-23T02:51:02.291" v="4" actId="20577"/>
        <pc:sldMkLst>
          <pc:docMk/>
          <pc:sldMk cId="1901461344" sldId="377"/>
        </pc:sldMkLst>
      </pc:sldChg>
      <pc:sldChg chg="add del">
        <pc:chgData name="陈军_工学院" userId="6f7f04a3-a118-4a29-a2ab-4ad1875833df" providerId="ADAL" clId="{1A968502-A7D6-40D4-8A96-E5056774549F}" dt="2024-09-23T02:59:56.805" v="43" actId="47"/>
        <pc:sldMkLst>
          <pc:docMk/>
          <pc:sldMk cId="1156657601" sldId="378"/>
        </pc:sldMkLst>
      </pc:sldChg>
      <pc:sldChg chg="add del">
        <pc:chgData name="陈军_工学院" userId="6f7f04a3-a118-4a29-a2ab-4ad1875833df" providerId="ADAL" clId="{1A968502-A7D6-40D4-8A96-E5056774549F}" dt="2024-09-23T02:59:19.216" v="41" actId="2696"/>
        <pc:sldMkLst>
          <pc:docMk/>
          <pc:sldMk cId="1019025895" sldId="379"/>
        </pc:sldMkLst>
      </pc:sldChg>
      <pc:sldChg chg="modSp add del mod">
        <pc:chgData name="陈军_工学院" userId="6f7f04a3-a118-4a29-a2ab-4ad1875833df" providerId="ADAL" clId="{1A968502-A7D6-40D4-8A96-E5056774549F}" dt="2024-09-23T06:30:36.504" v="203" actId="47"/>
        <pc:sldMkLst>
          <pc:docMk/>
          <pc:sldMk cId="3315442830" sldId="379"/>
        </pc:sldMkLst>
      </pc:sldChg>
      <pc:sldChg chg="modSp add del mod">
        <pc:chgData name="陈军_工学院" userId="6f7f04a3-a118-4a29-a2ab-4ad1875833df" providerId="ADAL" clId="{1A968502-A7D6-40D4-8A96-E5056774549F}" dt="2024-09-23T06:34:27.488" v="220" actId="47"/>
        <pc:sldMkLst>
          <pc:docMk/>
          <pc:sldMk cId="376155343" sldId="382"/>
        </pc:sldMkLst>
      </pc:sldChg>
      <pc:sldChg chg="add del">
        <pc:chgData name="陈军_工学院" userId="6f7f04a3-a118-4a29-a2ab-4ad1875833df" providerId="ADAL" clId="{1A968502-A7D6-40D4-8A96-E5056774549F}" dt="2024-09-23T03:02:05.648" v="46" actId="47"/>
        <pc:sldMkLst>
          <pc:docMk/>
          <pc:sldMk cId="1753321680" sldId="384"/>
        </pc:sldMkLst>
      </pc:sldChg>
      <pc:sldChg chg="modSp mod">
        <pc:chgData name="陈军_工学院" userId="6f7f04a3-a118-4a29-a2ab-4ad1875833df" providerId="ADAL" clId="{1A968502-A7D6-40D4-8A96-E5056774549F}" dt="2024-09-23T06:44:01.209" v="234" actId="20577"/>
        <pc:sldMkLst>
          <pc:docMk/>
          <pc:sldMk cId="855469287" sldId="601"/>
        </pc:sldMkLst>
      </pc:sldChg>
      <pc:sldChg chg="modSp mod">
        <pc:chgData name="陈军_工学院" userId="6f7f04a3-a118-4a29-a2ab-4ad1875833df" providerId="ADAL" clId="{1A968502-A7D6-40D4-8A96-E5056774549F}" dt="2024-09-23T06:44:10.195" v="236" actId="20577"/>
        <pc:sldMkLst>
          <pc:docMk/>
          <pc:sldMk cId="497336489" sldId="603"/>
        </pc:sldMkLst>
      </pc:sldChg>
      <pc:sldChg chg="modSp mod">
        <pc:chgData name="陈军_工学院" userId="6f7f04a3-a118-4a29-a2ab-4ad1875833df" providerId="ADAL" clId="{1A968502-A7D6-40D4-8A96-E5056774549F}" dt="2024-09-23T06:44:15.557" v="238" actId="20577"/>
        <pc:sldMkLst>
          <pc:docMk/>
          <pc:sldMk cId="728016499" sldId="604"/>
        </pc:sldMkLst>
      </pc:sldChg>
      <pc:sldChg chg="modSp mod">
        <pc:chgData name="陈军_工学院" userId="6f7f04a3-a118-4a29-a2ab-4ad1875833df" providerId="ADAL" clId="{1A968502-A7D6-40D4-8A96-E5056774549F}" dt="2024-09-23T06:44:21.256" v="240" actId="20577"/>
        <pc:sldMkLst>
          <pc:docMk/>
          <pc:sldMk cId="21886291" sldId="606"/>
        </pc:sldMkLst>
      </pc:sldChg>
      <pc:sldChg chg="modSp mod">
        <pc:chgData name="陈军_工学院" userId="6f7f04a3-a118-4a29-a2ab-4ad1875833df" providerId="ADAL" clId="{1A968502-A7D6-40D4-8A96-E5056774549F}" dt="2024-09-23T06:44:27.575" v="243" actId="20577"/>
        <pc:sldMkLst>
          <pc:docMk/>
          <pc:sldMk cId="623189200" sldId="607"/>
        </pc:sldMkLst>
      </pc:sldChg>
      <pc:sldChg chg="modSp mod">
        <pc:chgData name="陈军_工学院" userId="6f7f04a3-a118-4a29-a2ab-4ad1875833df" providerId="ADAL" clId="{1A968502-A7D6-40D4-8A96-E5056774549F}" dt="2024-09-23T06:44:42.237" v="245" actId="20577"/>
        <pc:sldMkLst>
          <pc:docMk/>
          <pc:sldMk cId="2067402384" sldId="609"/>
        </pc:sldMkLst>
      </pc:sldChg>
      <pc:sldChg chg="modSp mod">
        <pc:chgData name="陈军_工学院" userId="6f7f04a3-a118-4a29-a2ab-4ad1875833df" providerId="ADAL" clId="{1A968502-A7D6-40D4-8A96-E5056774549F}" dt="2024-09-23T06:44:49.564" v="247" actId="20577"/>
        <pc:sldMkLst>
          <pc:docMk/>
          <pc:sldMk cId="546459428" sldId="610"/>
        </pc:sldMkLst>
      </pc:sldChg>
      <pc:sldChg chg="modSp mod">
        <pc:chgData name="陈军_工学院" userId="6f7f04a3-a118-4a29-a2ab-4ad1875833df" providerId="ADAL" clId="{1A968502-A7D6-40D4-8A96-E5056774549F}" dt="2024-09-23T06:45:03.470" v="250" actId="20577"/>
        <pc:sldMkLst>
          <pc:docMk/>
          <pc:sldMk cId="1007384164" sldId="612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1655635106" sldId="639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3814830424" sldId="639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1405276516" sldId="640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3850365571" sldId="640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79760452" sldId="642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3597193506" sldId="642"/>
        </pc:sldMkLst>
      </pc:sldChg>
      <pc:sldChg chg="modSp add del mod">
        <pc:chgData name="陈军_工学院" userId="6f7f04a3-a118-4a29-a2ab-4ad1875833df" providerId="ADAL" clId="{1A968502-A7D6-40D4-8A96-E5056774549F}" dt="2024-09-23T03:11:11.011" v="64" actId="47"/>
        <pc:sldMkLst>
          <pc:docMk/>
          <pc:sldMk cId="2526036287" sldId="649"/>
        </pc:sldMkLst>
      </pc:sldChg>
      <pc:sldChg chg="modSp add del mod">
        <pc:chgData name="陈军_工学院" userId="6f7f04a3-a118-4a29-a2ab-4ad1875833df" providerId="ADAL" clId="{1A968502-A7D6-40D4-8A96-E5056774549F}" dt="2024-09-23T03:11:11.011" v="64" actId="47"/>
        <pc:sldMkLst>
          <pc:docMk/>
          <pc:sldMk cId="599874781" sldId="650"/>
        </pc:sldMkLst>
      </pc:sldChg>
      <pc:sldChg chg="addSp delSp modSp add mod ord modClrScheme chgLayout">
        <pc:chgData name="陈军_工学院" userId="6f7f04a3-a118-4a29-a2ab-4ad1875833df" providerId="ADAL" clId="{1A968502-A7D6-40D4-8A96-E5056774549F}" dt="2024-09-23T06:31:43.747" v="207"/>
        <pc:sldMkLst>
          <pc:docMk/>
          <pc:sldMk cId="3242240992" sldId="651"/>
        </pc:sldMkLst>
      </pc:sldChg>
      <pc:sldChg chg="modSp add mod">
        <pc:chgData name="陈军_工学院" userId="6f7f04a3-a118-4a29-a2ab-4ad1875833df" providerId="ADAL" clId="{1A968502-A7D6-40D4-8A96-E5056774549F}" dt="2024-09-23T06:30:43.676" v="205" actId="20577"/>
        <pc:sldMkLst>
          <pc:docMk/>
          <pc:sldMk cId="1664871643" sldId="652"/>
        </pc:sldMkLst>
      </pc:sldChg>
      <pc:sldChg chg="add del">
        <pc:chgData name="陈军_工学院" userId="6f7f04a3-a118-4a29-a2ab-4ad1875833df" providerId="ADAL" clId="{1A968502-A7D6-40D4-8A96-E5056774549F}" dt="2024-09-23T02:59:19.216" v="41" actId="2696"/>
        <pc:sldMkLst>
          <pc:docMk/>
          <pc:sldMk cId="2972171494" sldId="652"/>
        </pc:sldMkLst>
      </pc:sldChg>
      <pc:sldChg chg="add del">
        <pc:chgData name="陈军_工学院" userId="6f7f04a3-a118-4a29-a2ab-4ad1875833df" providerId="ADAL" clId="{1A968502-A7D6-40D4-8A96-E5056774549F}" dt="2024-09-23T03:02:05.648" v="46" actId="47"/>
        <pc:sldMkLst>
          <pc:docMk/>
          <pc:sldMk cId="1055134682" sldId="653"/>
        </pc:sldMkLst>
      </pc:sldChg>
      <pc:sldChg chg="modSp mod">
        <pc:chgData name="陈军_工学院" userId="6f7f04a3-a118-4a29-a2ab-4ad1875833df" providerId="ADAL" clId="{1A968502-A7D6-40D4-8A96-E5056774549F}" dt="2024-09-23T06:35:18.969" v="225" actId="20577"/>
        <pc:sldMkLst>
          <pc:docMk/>
          <pc:sldMk cId="2603168659" sldId="657"/>
        </pc:sldMkLst>
      </pc:sldChg>
      <pc:sldChg chg="modSp mod">
        <pc:chgData name="陈军_工学院" userId="6f7f04a3-a118-4a29-a2ab-4ad1875833df" providerId="ADAL" clId="{1A968502-A7D6-40D4-8A96-E5056774549F}" dt="2024-09-23T06:35:25.156" v="228" actId="20577"/>
        <pc:sldMkLst>
          <pc:docMk/>
          <pc:sldMk cId="3544726657" sldId="658"/>
        </pc:sldMkLst>
      </pc:sldChg>
      <pc:sldChg chg="add">
        <pc:chgData name="陈军_工学院" userId="6f7f04a3-a118-4a29-a2ab-4ad1875833df" providerId="ADAL" clId="{1A968502-A7D6-40D4-8A96-E5056774549F}" dt="2024-09-18T06:09:29.833" v="0"/>
        <pc:sldMkLst>
          <pc:docMk/>
          <pc:sldMk cId="2546034010" sldId="673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679925489" sldId="694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836532210" sldId="694"/>
        </pc:sldMkLst>
      </pc:sldChg>
      <pc:sldChg chg="add">
        <pc:chgData name="陈军_工学院" userId="6f7f04a3-a118-4a29-a2ab-4ad1875833df" providerId="ADAL" clId="{1A968502-A7D6-40D4-8A96-E5056774549F}" dt="2024-09-23T03:02:55.994" v="48"/>
        <pc:sldMkLst>
          <pc:docMk/>
          <pc:sldMk cId="1094104526" sldId="706"/>
        </pc:sldMkLst>
      </pc:sldChg>
      <pc:sldChg chg="add del">
        <pc:chgData name="陈军_工学院" userId="6f7f04a3-a118-4a29-a2ab-4ad1875833df" providerId="ADAL" clId="{1A968502-A7D6-40D4-8A96-E5056774549F}" dt="2024-09-23T03:02:47.687" v="47" actId="2696"/>
        <pc:sldMkLst>
          <pc:docMk/>
          <pc:sldMk cId="2422088781" sldId="706"/>
        </pc:sldMkLst>
      </pc:sldChg>
      <pc:sldChg chg="add">
        <pc:chgData name="陈军_工学院" userId="6f7f04a3-a118-4a29-a2ab-4ad1875833df" providerId="ADAL" clId="{1A968502-A7D6-40D4-8A96-E5056774549F}" dt="2024-09-18T06:09:29.833" v="0"/>
        <pc:sldMkLst>
          <pc:docMk/>
          <pc:sldMk cId="689652554" sldId="709"/>
        </pc:sldMkLst>
      </pc:sldChg>
      <pc:sldChg chg="add">
        <pc:chgData name="陈军_工学院" userId="6f7f04a3-a118-4a29-a2ab-4ad1875833df" providerId="ADAL" clId="{1A968502-A7D6-40D4-8A96-E5056774549F}" dt="2024-09-18T06:09:29.833" v="0"/>
        <pc:sldMkLst>
          <pc:docMk/>
          <pc:sldMk cId="2045125810" sldId="723"/>
        </pc:sldMkLst>
      </pc:sldChg>
      <pc:sldChg chg="add del">
        <pc:chgData name="陈军_工学院" userId="6f7f04a3-a118-4a29-a2ab-4ad1875833df" providerId="ADAL" clId="{1A968502-A7D6-40D4-8A96-E5056774549F}" dt="2024-09-23T03:02:47.687" v="47" actId="2696"/>
        <pc:sldMkLst>
          <pc:docMk/>
          <pc:sldMk cId="1635736520" sldId="724"/>
        </pc:sldMkLst>
      </pc:sldChg>
      <pc:sldChg chg="delSp modSp add mod">
        <pc:chgData name="陈军_工学院" userId="6f7f04a3-a118-4a29-a2ab-4ad1875833df" providerId="ADAL" clId="{1A968502-A7D6-40D4-8A96-E5056774549F}" dt="2024-09-23T07:17:02.621" v="280" actId="478"/>
        <pc:sldMkLst>
          <pc:docMk/>
          <pc:sldMk cId="2480165577" sldId="724"/>
        </pc:sldMkLst>
      </pc:sldChg>
      <pc:sldChg chg="add">
        <pc:chgData name="陈军_工学院" userId="6f7f04a3-a118-4a29-a2ab-4ad1875833df" providerId="ADAL" clId="{1A968502-A7D6-40D4-8A96-E5056774549F}" dt="2024-09-23T03:02:55.994" v="48"/>
        <pc:sldMkLst>
          <pc:docMk/>
          <pc:sldMk cId="1396539248" sldId="725"/>
        </pc:sldMkLst>
      </pc:sldChg>
      <pc:sldChg chg="add del">
        <pc:chgData name="陈军_工学院" userId="6f7f04a3-a118-4a29-a2ab-4ad1875833df" providerId="ADAL" clId="{1A968502-A7D6-40D4-8A96-E5056774549F}" dt="2024-09-23T03:02:47.687" v="47" actId="2696"/>
        <pc:sldMkLst>
          <pc:docMk/>
          <pc:sldMk cId="2163760190" sldId="725"/>
        </pc:sldMkLst>
      </pc:sldChg>
      <pc:sldChg chg="add del">
        <pc:chgData name="陈军_工学院" userId="6f7f04a3-a118-4a29-a2ab-4ad1875833df" providerId="ADAL" clId="{1A968502-A7D6-40D4-8A96-E5056774549F}" dt="2024-09-23T06:32:59.021" v="209" actId="47"/>
        <pc:sldMkLst>
          <pc:docMk/>
          <pc:sldMk cId="1486735358" sldId="726"/>
        </pc:sldMkLst>
      </pc:sldChg>
      <pc:sldChg chg="add del">
        <pc:chgData name="陈军_工学院" userId="6f7f04a3-a118-4a29-a2ab-4ad1875833df" providerId="ADAL" clId="{1A968502-A7D6-40D4-8A96-E5056774549F}" dt="2024-09-23T03:00:55.554" v="44" actId="2696"/>
        <pc:sldMkLst>
          <pc:docMk/>
          <pc:sldMk cId="3234569855" sldId="726"/>
        </pc:sldMkLst>
      </pc:sldChg>
      <pc:sldChg chg="add del">
        <pc:chgData name="陈军_工学院" userId="6f7f04a3-a118-4a29-a2ab-4ad1875833df" providerId="ADAL" clId="{1A968502-A7D6-40D4-8A96-E5056774549F}" dt="2024-09-23T03:00:55.554" v="44" actId="2696"/>
        <pc:sldMkLst>
          <pc:docMk/>
          <pc:sldMk cId="1811748830" sldId="727"/>
        </pc:sldMkLst>
      </pc:sldChg>
      <pc:sldChg chg="modSp add">
        <pc:chgData name="陈军_工学院" userId="6f7f04a3-a118-4a29-a2ab-4ad1875833df" providerId="ADAL" clId="{1A968502-A7D6-40D4-8A96-E5056774549F}" dt="2024-09-23T03:13:08.588" v="111" actId="1038"/>
        <pc:sldMkLst>
          <pc:docMk/>
          <pc:sldMk cId="2778257224" sldId="727"/>
        </pc:sldMkLst>
      </pc:sldChg>
      <pc:sldChg chg="modSp add del mod">
        <pc:chgData name="陈军_工学院" userId="6f7f04a3-a118-4a29-a2ab-4ad1875833df" providerId="ADAL" clId="{1A968502-A7D6-40D4-8A96-E5056774549F}" dt="2024-09-23T03:13:46.812" v="112" actId="47"/>
        <pc:sldMkLst>
          <pc:docMk/>
          <pc:sldMk cId="3426064466" sldId="728"/>
        </pc:sldMkLst>
      </pc:sldChg>
      <pc:sldChg chg="modSp add mod">
        <pc:chgData name="陈军_工学院" userId="6f7f04a3-a118-4a29-a2ab-4ad1875833df" providerId="ADAL" clId="{1A968502-A7D6-40D4-8A96-E5056774549F}" dt="2024-09-23T06:33:10.828" v="211" actId="20577"/>
        <pc:sldMkLst>
          <pc:docMk/>
          <pc:sldMk cId="3012823261" sldId="729"/>
        </pc:sldMkLst>
      </pc:sldChg>
      <pc:sldChg chg="modSp add del mod">
        <pc:chgData name="陈军_工学院" userId="6f7f04a3-a118-4a29-a2ab-4ad1875833df" providerId="ADAL" clId="{1A968502-A7D6-40D4-8A96-E5056774549F}" dt="2024-09-23T03:11:43.380" v="65" actId="47"/>
        <pc:sldMkLst>
          <pc:docMk/>
          <pc:sldMk cId="4064490830" sldId="730"/>
        </pc:sldMkLst>
      </pc:sldChg>
      <pc:sldChg chg="modSp add mod">
        <pc:chgData name="陈军_工学院" userId="6f7f04a3-a118-4a29-a2ab-4ad1875833df" providerId="ADAL" clId="{1A968502-A7D6-40D4-8A96-E5056774549F}" dt="2024-09-23T06:33:34.297" v="213" actId="20577"/>
        <pc:sldMkLst>
          <pc:docMk/>
          <pc:sldMk cId="2812509770" sldId="731"/>
        </pc:sldMkLst>
      </pc:sldChg>
      <pc:sldChg chg="modSp add mod">
        <pc:chgData name="陈军_工学院" userId="6f7f04a3-a118-4a29-a2ab-4ad1875833df" providerId="ADAL" clId="{1A968502-A7D6-40D4-8A96-E5056774549F}" dt="2024-09-23T06:34:02.552" v="215" actId="20577"/>
        <pc:sldMkLst>
          <pc:docMk/>
          <pc:sldMk cId="3169346457" sldId="732"/>
        </pc:sldMkLst>
      </pc:sldChg>
      <pc:sldChg chg="add">
        <pc:chgData name="陈军_工学院" userId="6f7f04a3-a118-4a29-a2ab-4ad1875833df" providerId="ADAL" clId="{1A968502-A7D6-40D4-8A96-E5056774549F}" dt="2024-09-23T02:59:37.047" v="42"/>
        <pc:sldMkLst>
          <pc:docMk/>
          <pc:sldMk cId="933053484" sldId="733"/>
        </pc:sldMkLst>
      </pc:sldChg>
      <pc:sldChg chg="add del">
        <pc:chgData name="陈军_工学院" userId="6f7f04a3-a118-4a29-a2ab-4ad1875833df" providerId="ADAL" clId="{1A968502-A7D6-40D4-8A96-E5056774549F}" dt="2024-09-23T02:59:19.216" v="41" actId="2696"/>
        <pc:sldMkLst>
          <pc:docMk/>
          <pc:sldMk cId="3477705175" sldId="733"/>
        </pc:sldMkLst>
      </pc:sldChg>
      <pc:sldChg chg="addSp delSp modSp add mod modAnim">
        <pc:chgData name="陈军_工学院" userId="6f7f04a3-a118-4a29-a2ab-4ad1875833df" providerId="ADAL" clId="{1A968502-A7D6-40D4-8A96-E5056774549F}" dt="2024-09-23T06:29:46.642" v="202"/>
        <pc:sldMkLst>
          <pc:docMk/>
          <pc:sldMk cId="3111742529" sldId="734"/>
        </pc:sldMkLst>
      </pc:sldChg>
      <pc:sldChg chg="modSp add del mod">
        <pc:chgData name="陈军_工学院" userId="6f7f04a3-a118-4a29-a2ab-4ad1875833df" providerId="ADAL" clId="{1A968502-A7D6-40D4-8A96-E5056774549F}" dt="2024-09-23T02:59:19.216" v="41" actId="2696"/>
        <pc:sldMkLst>
          <pc:docMk/>
          <pc:sldMk cId="3253124855" sldId="734"/>
        </pc:sldMkLst>
      </pc:sldChg>
      <pc:sldChg chg="del ord">
        <pc:chgData name="陈军_工学院" userId="6f7f04a3-a118-4a29-a2ab-4ad1875833df" providerId="ADAL" clId="{1A968502-A7D6-40D4-8A96-E5056774549F}" dt="2024-09-23T06:36:11.729" v="229" actId="2696"/>
        <pc:sldMkLst>
          <pc:docMk/>
          <pc:sldMk cId="655219081" sldId="735"/>
        </pc:sldMkLst>
      </pc:sldChg>
      <pc:sldChg chg="modSp add mod">
        <pc:chgData name="陈军_工学院" userId="6f7f04a3-a118-4a29-a2ab-4ad1875833df" providerId="ADAL" clId="{1A968502-A7D6-40D4-8A96-E5056774549F}" dt="2024-09-23T06:50:26.890" v="279" actId="20577"/>
        <pc:sldMkLst>
          <pc:docMk/>
          <pc:sldMk cId="2988813757" sldId="735"/>
        </pc:sldMkLst>
      </pc:sldChg>
      <pc:sldChg chg="add del">
        <pc:chgData name="陈军_工学院" userId="6f7f04a3-a118-4a29-a2ab-4ad1875833df" providerId="ADAL" clId="{1A968502-A7D6-40D4-8A96-E5056774549F}" dt="2024-09-23T06:49:24.208" v="256" actId="2696"/>
        <pc:sldMkLst>
          <pc:docMk/>
          <pc:sldMk cId="3086599493" sldId="735"/>
        </pc:sldMkLst>
      </pc:sldChg>
      <pc:sldChg chg="add del">
        <pc:chgData name="陈军_工学院" userId="6f7f04a3-a118-4a29-a2ab-4ad1875833df" providerId="ADAL" clId="{1A968502-A7D6-40D4-8A96-E5056774549F}" dt="2024-09-23T02:59:19.216" v="41" actId="2696"/>
        <pc:sldMkLst>
          <pc:docMk/>
          <pc:sldMk cId="2337337274" sldId="736"/>
        </pc:sldMkLst>
      </pc:sldChg>
      <pc:sldChg chg="add del">
        <pc:chgData name="陈军_工学院" userId="6f7f04a3-a118-4a29-a2ab-4ad1875833df" providerId="ADAL" clId="{1A968502-A7D6-40D4-8A96-E5056774549F}" dt="2024-09-23T06:31:51.330" v="208" actId="47"/>
        <pc:sldMkLst>
          <pc:docMk/>
          <pc:sldMk cId="2560609788" sldId="736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555773009" sldId="739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1246033970" sldId="739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2736987953" sldId="740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4192583970" sldId="740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650669320" sldId="741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2300438140" sldId="741"/>
        </pc:sldMkLst>
      </pc:sldChg>
      <pc:sldChg chg="add">
        <pc:chgData name="陈军_工学院" userId="6f7f04a3-a118-4a29-a2ab-4ad1875833df" providerId="ADAL" clId="{1A968502-A7D6-40D4-8A96-E5056774549F}" dt="2024-09-23T03:07:49.061" v="50"/>
        <pc:sldMkLst>
          <pc:docMk/>
          <pc:sldMk cId="1555443478" sldId="742"/>
        </pc:sldMkLst>
      </pc:sldChg>
      <pc:sldChg chg="add del">
        <pc:chgData name="陈军_工学院" userId="6f7f04a3-a118-4a29-a2ab-4ad1875833df" providerId="ADAL" clId="{1A968502-A7D6-40D4-8A96-E5056774549F}" dt="2024-09-23T03:07:40.428" v="49" actId="2696"/>
        <pc:sldMkLst>
          <pc:docMk/>
          <pc:sldMk cId="3857030055" sldId="742"/>
        </pc:sldMkLst>
      </pc:sldChg>
      <pc:sldChg chg="add">
        <pc:chgData name="陈军_工学院" userId="6f7f04a3-a118-4a29-a2ab-4ad1875833df" providerId="ADAL" clId="{1A968502-A7D6-40D4-8A96-E5056774549F}" dt="2024-09-23T06:37:20.184" v="232"/>
        <pc:sldMkLst>
          <pc:docMk/>
          <pc:sldMk cId="1538574672" sldId="764"/>
        </pc:sldMkLst>
      </pc:sldChg>
      <pc:sldChg chg="del">
        <pc:chgData name="陈军_工学院" userId="6f7f04a3-a118-4a29-a2ab-4ad1875833df" providerId="ADAL" clId="{1A968502-A7D6-40D4-8A96-E5056774549F}" dt="2024-09-23T06:37:06.149" v="231" actId="2696"/>
        <pc:sldMkLst>
          <pc:docMk/>
          <pc:sldMk cId="2711643487" sldId="764"/>
        </pc:sldMkLst>
      </pc:sldChg>
      <pc:sldChg chg="del">
        <pc:chgData name="陈军_工学院" userId="6f7f04a3-a118-4a29-a2ab-4ad1875833df" providerId="ADAL" clId="{1A968502-A7D6-40D4-8A96-E5056774549F}" dt="2024-09-23T06:37:06.149" v="231" actId="2696"/>
        <pc:sldMkLst>
          <pc:docMk/>
          <pc:sldMk cId="43271573" sldId="765"/>
        </pc:sldMkLst>
      </pc:sldChg>
      <pc:sldChg chg="add">
        <pc:chgData name="陈军_工学院" userId="6f7f04a3-a118-4a29-a2ab-4ad1875833df" providerId="ADAL" clId="{1A968502-A7D6-40D4-8A96-E5056774549F}" dt="2024-09-23T06:37:20.184" v="232"/>
        <pc:sldMkLst>
          <pc:docMk/>
          <pc:sldMk cId="3454512789" sldId="765"/>
        </pc:sldMkLst>
      </pc:sldChg>
      <pc:sldChg chg="del">
        <pc:chgData name="陈军_工学院" userId="6f7f04a3-a118-4a29-a2ab-4ad1875833df" providerId="ADAL" clId="{1A968502-A7D6-40D4-8A96-E5056774549F}" dt="2024-09-23T06:37:06.149" v="231" actId="2696"/>
        <pc:sldMkLst>
          <pc:docMk/>
          <pc:sldMk cId="1633725425" sldId="766"/>
        </pc:sldMkLst>
      </pc:sldChg>
      <pc:sldChg chg="add">
        <pc:chgData name="陈军_工学院" userId="6f7f04a3-a118-4a29-a2ab-4ad1875833df" providerId="ADAL" clId="{1A968502-A7D6-40D4-8A96-E5056774549F}" dt="2024-09-23T06:37:20.184" v="232"/>
        <pc:sldMkLst>
          <pc:docMk/>
          <pc:sldMk cId="2774960991" sldId="766"/>
        </pc:sldMkLst>
      </pc:sldChg>
      <pc:sldChg chg="del">
        <pc:chgData name="陈军_工学院" userId="6f7f04a3-a118-4a29-a2ab-4ad1875833df" providerId="ADAL" clId="{1A968502-A7D6-40D4-8A96-E5056774549F}" dt="2024-09-23T06:37:06.149" v="231" actId="2696"/>
        <pc:sldMkLst>
          <pc:docMk/>
          <pc:sldMk cId="1056288662" sldId="767"/>
        </pc:sldMkLst>
      </pc:sldChg>
      <pc:sldChg chg="add">
        <pc:chgData name="陈军_工学院" userId="6f7f04a3-a118-4a29-a2ab-4ad1875833df" providerId="ADAL" clId="{1A968502-A7D6-40D4-8A96-E5056774549F}" dt="2024-09-23T06:37:20.184" v="232"/>
        <pc:sldMkLst>
          <pc:docMk/>
          <pc:sldMk cId="3629151584" sldId="767"/>
        </pc:sldMkLst>
      </pc:sldChg>
      <pc:sldChg chg="add">
        <pc:chgData name="陈军_工学院" userId="6f7f04a3-a118-4a29-a2ab-4ad1875833df" providerId="ADAL" clId="{1A968502-A7D6-40D4-8A96-E5056774549F}" dt="2024-09-23T06:37:20.184" v="232"/>
        <pc:sldMkLst>
          <pc:docMk/>
          <pc:sldMk cId="534033472" sldId="768"/>
        </pc:sldMkLst>
      </pc:sldChg>
      <pc:sldChg chg="del">
        <pc:chgData name="陈军_工学院" userId="6f7f04a3-a118-4a29-a2ab-4ad1875833df" providerId="ADAL" clId="{1A968502-A7D6-40D4-8A96-E5056774549F}" dt="2024-09-23T06:37:06.149" v="231" actId="2696"/>
        <pc:sldMkLst>
          <pc:docMk/>
          <pc:sldMk cId="2080062991" sldId="768"/>
        </pc:sldMkLst>
      </pc:sldChg>
      <pc:sldChg chg="del">
        <pc:chgData name="陈军_工学院" userId="6f7f04a3-a118-4a29-a2ab-4ad1875833df" providerId="ADAL" clId="{1A968502-A7D6-40D4-8A96-E5056774549F}" dt="2024-09-23T03:08:44.277" v="51" actId="2696"/>
        <pc:sldMkLst>
          <pc:docMk/>
          <pc:sldMk cId="1799477509" sldId="770"/>
        </pc:sldMkLst>
      </pc:sldChg>
      <pc:sldChg chg="del">
        <pc:chgData name="陈军_工学院" userId="6f7f04a3-a118-4a29-a2ab-4ad1875833df" providerId="ADAL" clId="{1A968502-A7D6-40D4-8A96-E5056774549F}" dt="2024-09-23T03:08:44.277" v="51" actId="2696"/>
        <pc:sldMkLst>
          <pc:docMk/>
          <pc:sldMk cId="991826294" sldId="772"/>
        </pc:sldMkLst>
      </pc:sldChg>
      <pc:sldChg chg="del">
        <pc:chgData name="陈军_工学院" userId="6f7f04a3-a118-4a29-a2ab-4ad1875833df" providerId="ADAL" clId="{1A968502-A7D6-40D4-8A96-E5056774549F}" dt="2024-09-23T03:08:44.277" v="51" actId="2696"/>
        <pc:sldMkLst>
          <pc:docMk/>
          <pc:sldMk cId="2692263962" sldId="773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2895920730" sldId="782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2246208747" sldId="783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1938272052" sldId="784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1220668287" sldId="787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2454289178" sldId="788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388260123" sldId="789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4152406314" sldId="790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2724410038" sldId="791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1527977269" sldId="792"/>
        </pc:sldMkLst>
      </pc:sldChg>
      <pc:sldChg chg="add">
        <pc:chgData name="陈军_工学院" userId="6f7f04a3-a118-4a29-a2ab-4ad1875833df" providerId="ADAL" clId="{1A968502-A7D6-40D4-8A96-E5056774549F}" dt="2024-09-23T06:49:18.916" v="255"/>
        <pc:sldMkLst>
          <pc:docMk/>
          <pc:sldMk cId="3639982103" sldId="793"/>
        </pc:sldMkLst>
      </pc:sldChg>
      <pc:sldChg chg="add">
        <pc:chgData name="陈军_工学院" userId="6f7f04a3-a118-4a29-a2ab-4ad1875833df" providerId="ADAL" clId="{1A968502-A7D6-40D4-8A96-E5056774549F}" dt="2024-09-23T06:47:44.973" v="253"/>
        <pc:sldMkLst>
          <pc:docMk/>
          <pc:sldMk cId="2883329744" sldId="813"/>
        </pc:sldMkLst>
      </pc:sldChg>
      <pc:sldChg chg="del">
        <pc:chgData name="陈军_工学院" userId="6f7f04a3-a118-4a29-a2ab-4ad1875833df" providerId="ADAL" clId="{1A968502-A7D6-40D4-8A96-E5056774549F}" dt="2024-09-23T06:47:07.437" v="251" actId="47"/>
        <pc:sldMkLst>
          <pc:docMk/>
          <pc:sldMk cId="1189024533" sldId="814"/>
        </pc:sldMkLst>
      </pc:sldChg>
      <pc:sldChg chg="modSp add mod">
        <pc:chgData name="陈军_工学院" userId="6f7f04a3-a118-4a29-a2ab-4ad1875833df" providerId="ADAL" clId="{1A968502-A7D6-40D4-8A96-E5056774549F}" dt="2024-09-23T06:26:12.456" v="195" actId="1076"/>
        <pc:sldMkLst>
          <pc:docMk/>
          <pc:sldMk cId="2359874073" sldId="815"/>
        </pc:sldMkLst>
      </pc:sldChg>
      <pc:sldChg chg="add del">
        <pc:chgData name="陈军_工学院" userId="6f7f04a3-a118-4a29-a2ab-4ad1875833df" providerId="ADAL" clId="{1A968502-A7D6-40D4-8A96-E5056774549F}" dt="2024-09-23T02:59:19.216" v="41" actId="2696"/>
        <pc:sldMkLst>
          <pc:docMk/>
          <pc:sldMk cId="3702585253" sldId="815"/>
        </pc:sldMkLst>
      </pc:sldChg>
      <pc:sldChg chg="add">
        <pc:chgData name="陈军_工学院" userId="6f7f04a3-a118-4a29-a2ab-4ad1875833df" providerId="ADAL" clId="{1A968502-A7D6-40D4-8A96-E5056774549F}" dt="2024-09-23T03:02:55.994" v="48"/>
        <pc:sldMkLst>
          <pc:docMk/>
          <pc:sldMk cId="643350534" sldId="816"/>
        </pc:sldMkLst>
      </pc:sldChg>
      <pc:sldChg chg="add del">
        <pc:chgData name="陈军_工学院" userId="6f7f04a3-a118-4a29-a2ab-4ad1875833df" providerId="ADAL" clId="{1A968502-A7D6-40D4-8A96-E5056774549F}" dt="2024-09-23T03:02:47.687" v="47" actId="2696"/>
        <pc:sldMkLst>
          <pc:docMk/>
          <pc:sldMk cId="4162149234" sldId="816"/>
        </pc:sldMkLst>
      </pc:sldChg>
      <pc:sldChg chg="modSp add mod">
        <pc:chgData name="陈军_工学院" userId="6f7f04a3-a118-4a29-a2ab-4ad1875833df" providerId="ADAL" clId="{1A968502-A7D6-40D4-8A96-E5056774549F}" dt="2024-09-23T05:55:09.542" v="165" actId="20577"/>
        <pc:sldMkLst>
          <pc:docMk/>
          <pc:sldMk cId="84100056" sldId="817"/>
        </pc:sldMkLst>
      </pc:sldChg>
      <pc:sldChg chg="add del">
        <pc:chgData name="陈军_工学院" userId="6f7f04a3-a118-4a29-a2ab-4ad1875833df" providerId="ADAL" clId="{1A968502-A7D6-40D4-8A96-E5056774549F}" dt="2024-09-23T03:02:47.687" v="47" actId="2696"/>
        <pc:sldMkLst>
          <pc:docMk/>
          <pc:sldMk cId="2198147797" sldId="817"/>
        </pc:sldMkLst>
      </pc:sldChg>
      <pc:sldChg chg="new">
        <pc:chgData name="陈军_工学院" userId="6f7f04a3-a118-4a29-a2ab-4ad1875833df" providerId="ADAL" clId="{1A968502-A7D6-40D4-8A96-E5056774549F}" dt="2024-09-23T08:09:19.732" v="281" actId="680"/>
        <pc:sldMkLst>
          <pc:docMk/>
          <pc:sldMk cId="3327579517" sldId="818"/>
        </pc:sldMkLst>
      </pc:sldChg>
      <pc:sldChg chg="new del">
        <pc:chgData name="陈军_工学院" userId="6f7f04a3-a118-4a29-a2ab-4ad1875833df" providerId="ADAL" clId="{1A968502-A7D6-40D4-8A96-E5056774549F}" dt="2024-09-23T06:47:47.123" v="254" actId="47"/>
        <pc:sldMkLst>
          <pc:docMk/>
          <pc:sldMk cId="3895006541" sldId="818"/>
        </pc:sldMkLst>
      </pc:sldChg>
      <pc:sldChg chg="new">
        <pc:chgData name="陈军_工学院" userId="6f7f04a3-a118-4a29-a2ab-4ad1875833df" providerId="ADAL" clId="{1A968502-A7D6-40D4-8A96-E5056774549F}" dt="2024-09-23T08:58:51.495" v="282" actId="680"/>
        <pc:sldMkLst>
          <pc:docMk/>
          <pc:sldMk cId="414504150" sldId="819"/>
        </pc:sldMkLst>
      </pc:sldChg>
    </pc:docChg>
  </pc:docChgLst>
  <pc:docChgLst>
    <pc:chgData name="陈军_工学院" userId="6f7f04a3-a118-4a29-a2ab-4ad1875833df" providerId="ADAL" clId="{4E1EF668-2832-52BD-8AFE-BF8FBBF9947A}"/>
    <pc:docChg chg="addSld modSld sldOrd">
      <pc:chgData name="陈军_工学院" userId="6f7f04a3-a118-4a29-a2ab-4ad1875833df" providerId="ADAL" clId="{4E1EF668-2832-52BD-8AFE-BF8FBBF9947A}" dt="2025-09-18T04:21:37.667" v="2" actId="680"/>
      <pc:docMkLst>
        <pc:docMk/>
      </pc:docMkLst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1000708344" sldId="367"/>
        </pc:sldMkLst>
      </pc:sldChg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313899242" sldId="369"/>
        </pc:sldMkLst>
      </pc:sldChg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1484723262" sldId="370"/>
        </pc:sldMkLst>
      </pc:sldChg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2131369941" sldId="371"/>
        </pc:sldMkLst>
      </pc:sldChg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1907366427" sldId="372"/>
        </pc:sldMkLst>
      </pc:sldChg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1619139820" sldId="373"/>
        </pc:sldMkLst>
      </pc:sldChg>
      <pc:sldChg chg="add">
        <pc:chgData name="陈军_工学院" userId="6f7f04a3-a118-4a29-a2ab-4ad1875833df" providerId="ADAL" clId="{4E1EF668-2832-52BD-8AFE-BF8FBBF9947A}" dt="2025-09-18T04:21:15.206" v="0"/>
        <pc:sldMkLst>
          <pc:docMk/>
          <pc:sldMk cId="2117663603" sldId="374"/>
        </pc:sldMkLst>
      </pc:sldChg>
      <pc:sldChg chg="ord">
        <pc:chgData name="陈军_工学院" userId="6f7f04a3-a118-4a29-a2ab-4ad1875833df" providerId="ADAL" clId="{4E1EF668-2832-52BD-8AFE-BF8FBBF9947A}" dt="2025-09-18T04:21:33.082" v="1" actId="20578"/>
        <pc:sldMkLst>
          <pc:docMk/>
          <pc:sldMk cId="1094104526" sldId="706"/>
        </pc:sldMkLst>
      </pc:sldChg>
      <pc:sldChg chg="ord">
        <pc:chgData name="陈军_工学院" userId="6f7f04a3-a118-4a29-a2ab-4ad1875833df" providerId="ADAL" clId="{4E1EF668-2832-52BD-8AFE-BF8FBBF9947A}" dt="2025-09-18T04:21:33.082" v="1" actId="20578"/>
        <pc:sldMkLst>
          <pc:docMk/>
          <pc:sldMk cId="2480165577" sldId="724"/>
        </pc:sldMkLst>
      </pc:sldChg>
      <pc:sldChg chg="ord">
        <pc:chgData name="陈军_工学院" userId="6f7f04a3-a118-4a29-a2ab-4ad1875833df" providerId="ADAL" clId="{4E1EF668-2832-52BD-8AFE-BF8FBBF9947A}" dt="2025-09-18T04:21:33.082" v="1" actId="20578"/>
        <pc:sldMkLst>
          <pc:docMk/>
          <pc:sldMk cId="1396539248" sldId="725"/>
        </pc:sldMkLst>
      </pc:sldChg>
      <pc:sldChg chg="ord">
        <pc:chgData name="陈军_工学院" userId="6f7f04a3-a118-4a29-a2ab-4ad1875833df" providerId="ADAL" clId="{4E1EF668-2832-52BD-8AFE-BF8FBBF9947A}" dt="2025-09-18T04:21:33.082" v="1" actId="20578"/>
        <pc:sldMkLst>
          <pc:docMk/>
          <pc:sldMk cId="643350534" sldId="816"/>
        </pc:sldMkLst>
      </pc:sldChg>
      <pc:sldChg chg="ord">
        <pc:chgData name="陈军_工学院" userId="6f7f04a3-a118-4a29-a2ab-4ad1875833df" providerId="ADAL" clId="{4E1EF668-2832-52BD-8AFE-BF8FBBF9947A}" dt="2025-09-18T04:21:33.082" v="1" actId="20578"/>
        <pc:sldMkLst>
          <pc:docMk/>
          <pc:sldMk cId="84100056" sldId="817"/>
        </pc:sldMkLst>
      </pc:sldChg>
      <pc:sldChg chg="new">
        <pc:chgData name="陈军_工学院" userId="6f7f04a3-a118-4a29-a2ab-4ad1875833df" providerId="ADAL" clId="{4E1EF668-2832-52BD-8AFE-BF8FBBF9947A}" dt="2025-09-18T04:21:37.667" v="2" actId="680"/>
        <pc:sldMkLst>
          <pc:docMk/>
          <pc:sldMk cId="3298731635" sldId="819"/>
        </pc:sldMkLst>
      </pc:sldChg>
    </pc:docChg>
  </pc:docChgLst>
  <pc:docChgLst>
    <pc:chgData name="陈军_工学院" userId="6f7f04a3-a118-4a29-a2ab-4ad1875833df" providerId="ADAL" clId="{14D82DC4-F7EB-1848-9451-858878CA586A}"/>
    <pc:docChg chg="addSld delSld modSld">
      <pc:chgData name="陈军_工学院" userId="6f7f04a3-a118-4a29-a2ab-4ad1875833df" providerId="ADAL" clId="{14D82DC4-F7EB-1848-9451-858878CA586A}" dt="2023-09-27T06:35:41.993" v="69"/>
      <pc:docMkLst>
        <pc:docMk/>
      </pc:docMkLst>
      <pc:sldChg chg="del">
        <pc:chgData name="陈军_工学院" userId="6f7f04a3-a118-4a29-a2ab-4ad1875833df" providerId="ADAL" clId="{14D82DC4-F7EB-1848-9451-858878CA586A}" dt="2023-09-27T06:32:55.605" v="64" actId="2696"/>
        <pc:sldMkLst>
          <pc:docMk/>
          <pc:sldMk cId="344571400" sldId="613"/>
        </pc:sldMkLst>
      </pc:sldChg>
      <pc:sldChg chg="del">
        <pc:chgData name="陈军_工学院" userId="6f7f04a3-a118-4a29-a2ab-4ad1875833df" providerId="ADAL" clId="{14D82DC4-F7EB-1848-9451-858878CA586A}" dt="2023-09-27T06:32:55.675" v="65" actId="2696"/>
        <pc:sldMkLst>
          <pc:docMk/>
          <pc:sldMk cId="1595607488" sldId="614"/>
        </pc:sldMkLst>
      </pc:sldChg>
      <pc:sldChg chg="del">
        <pc:chgData name="陈军_工学院" userId="6f7f04a3-a118-4a29-a2ab-4ad1875833df" providerId="ADAL" clId="{14D82DC4-F7EB-1848-9451-858878CA586A}" dt="2023-09-27T06:32:55.725" v="66" actId="2696"/>
        <pc:sldMkLst>
          <pc:docMk/>
          <pc:sldMk cId="1746750727" sldId="615"/>
        </pc:sldMkLst>
      </pc:sldChg>
      <pc:sldChg chg="del">
        <pc:chgData name="陈军_工学院" userId="6f7f04a3-a118-4a29-a2ab-4ad1875833df" providerId="ADAL" clId="{14D82DC4-F7EB-1848-9451-858878CA586A}" dt="2023-09-27T06:30:41.663" v="9" actId="2696"/>
        <pc:sldMkLst>
          <pc:docMk/>
          <pc:sldMk cId="620593201" sldId="641"/>
        </pc:sldMkLst>
      </pc:sldChg>
      <pc:sldChg chg="del">
        <pc:chgData name="陈军_工学院" userId="6f7f04a3-a118-4a29-a2ab-4ad1875833df" providerId="ADAL" clId="{14D82DC4-F7EB-1848-9451-858878CA586A}" dt="2023-09-27T06:30:41.805" v="17" actId="2696"/>
        <pc:sldMkLst>
          <pc:docMk/>
          <pc:sldMk cId="2129339375" sldId="642"/>
        </pc:sldMkLst>
      </pc:sldChg>
      <pc:sldChg chg="del">
        <pc:chgData name="陈军_工学院" userId="6f7f04a3-a118-4a29-a2ab-4ad1875833df" providerId="ADAL" clId="{14D82DC4-F7EB-1848-9451-858878CA586A}" dt="2023-09-27T06:30:57.376" v="63" actId="2696"/>
        <pc:sldMkLst>
          <pc:docMk/>
          <pc:sldMk cId="121873641" sldId="656"/>
        </pc:sldMkLst>
      </pc:sldChg>
      <pc:sldChg chg="del">
        <pc:chgData name="陈军_工学院" userId="6f7f04a3-a118-4a29-a2ab-4ad1875833df" providerId="ADAL" clId="{14D82DC4-F7EB-1848-9451-858878CA586A}" dt="2023-09-27T06:30:42.045" v="44" actId="2696"/>
        <pc:sldMkLst>
          <pc:docMk/>
          <pc:sldMk cId="731847639" sldId="695"/>
        </pc:sldMkLst>
      </pc:sldChg>
      <pc:sldChg chg="del">
        <pc:chgData name="陈军_工学院" userId="6f7f04a3-a118-4a29-a2ab-4ad1875833df" providerId="ADAL" clId="{14D82DC4-F7EB-1848-9451-858878CA586A}" dt="2023-09-27T06:30:41.921" v="30" actId="2696"/>
        <pc:sldMkLst>
          <pc:docMk/>
          <pc:sldMk cId="1524422304" sldId="696"/>
        </pc:sldMkLst>
      </pc:sldChg>
      <pc:sldChg chg="del">
        <pc:chgData name="陈军_工学院" userId="6f7f04a3-a118-4a29-a2ab-4ad1875833df" providerId="ADAL" clId="{14D82DC4-F7EB-1848-9451-858878CA586A}" dt="2023-09-27T06:30:41.823" v="19" actId="2696"/>
        <pc:sldMkLst>
          <pc:docMk/>
          <pc:sldMk cId="1485754618" sldId="697"/>
        </pc:sldMkLst>
      </pc:sldChg>
      <pc:sldChg chg="del">
        <pc:chgData name="陈军_工学院" userId="6f7f04a3-a118-4a29-a2ab-4ad1875833df" providerId="ADAL" clId="{14D82DC4-F7EB-1848-9451-858878CA586A}" dt="2023-09-27T06:30:41.737" v="11" actId="2696"/>
        <pc:sldMkLst>
          <pc:docMk/>
          <pc:sldMk cId="1134258417" sldId="719"/>
        </pc:sldMkLst>
      </pc:sldChg>
      <pc:sldChg chg="del">
        <pc:chgData name="陈军_工学院" userId="6f7f04a3-a118-4a29-a2ab-4ad1875833df" providerId="ADAL" clId="{14D82DC4-F7EB-1848-9451-858878CA586A}" dt="2023-09-27T06:30:41.837" v="20" actId="2696"/>
        <pc:sldMkLst>
          <pc:docMk/>
          <pc:sldMk cId="268880100" sldId="720"/>
        </pc:sldMkLst>
      </pc:sldChg>
      <pc:sldChg chg="del">
        <pc:chgData name="陈军_工学院" userId="6f7f04a3-a118-4a29-a2ab-4ad1875833df" providerId="ADAL" clId="{14D82DC4-F7EB-1848-9451-858878CA586A}" dt="2023-09-27T06:30:41.814" v="18" actId="2696"/>
        <pc:sldMkLst>
          <pc:docMk/>
          <pc:sldMk cId="762247412" sldId="721"/>
        </pc:sldMkLst>
      </pc:sldChg>
      <pc:sldChg chg="del">
        <pc:chgData name="陈军_工学院" userId="6f7f04a3-a118-4a29-a2ab-4ad1875833df" providerId="ADAL" clId="{14D82DC4-F7EB-1848-9451-858878CA586A}" dt="2023-09-27T06:30:42.061" v="47" actId="2696"/>
        <pc:sldMkLst>
          <pc:docMk/>
          <pc:sldMk cId="1352299129" sldId="722"/>
        </pc:sldMkLst>
      </pc:sldChg>
      <pc:sldChg chg="del">
        <pc:chgData name="陈军_工学院" userId="6f7f04a3-a118-4a29-a2ab-4ad1875833df" providerId="ADAL" clId="{14D82DC4-F7EB-1848-9451-858878CA586A}" dt="2023-09-27T06:30:42.064" v="48" actId="2696"/>
        <pc:sldMkLst>
          <pc:docMk/>
          <pc:sldMk cId="754787780" sldId="737"/>
        </pc:sldMkLst>
      </pc:sldChg>
      <pc:sldChg chg="del">
        <pc:chgData name="陈军_工学院" userId="6f7f04a3-a118-4a29-a2ab-4ad1875833df" providerId="ADAL" clId="{14D82DC4-F7EB-1848-9451-858878CA586A}" dt="2023-09-27T06:32:55.758" v="67" actId="2696"/>
        <pc:sldMkLst>
          <pc:docMk/>
          <pc:sldMk cId="2282684658" sldId="738"/>
        </pc:sldMkLst>
      </pc:sldChg>
      <pc:sldChg chg="del">
        <pc:chgData name="陈军_工学院" userId="6f7f04a3-a118-4a29-a2ab-4ad1875833df" providerId="ADAL" clId="{14D82DC4-F7EB-1848-9451-858878CA586A}" dt="2023-09-27T06:32:55.795" v="68" actId="2696"/>
        <pc:sldMkLst>
          <pc:docMk/>
          <pc:sldMk cId="2640387050" sldId="739"/>
        </pc:sldMkLst>
      </pc:sldChg>
      <pc:sldChg chg="del">
        <pc:chgData name="陈军_工学院" userId="6f7f04a3-a118-4a29-a2ab-4ad1875833df" providerId="ADAL" clId="{14D82DC4-F7EB-1848-9451-858878CA586A}" dt="2023-09-27T06:30:42.077" v="50" actId="2696"/>
        <pc:sldMkLst>
          <pc:docMk/>
          <pc:sldMk cId="3267943201" sldId="763"/>
        </pc:sldMkLst>
      </pc:sldChg>
      <pc:sldChg chg="add del">
        <pc:chgData name="陈军_工学院" userId="6f7f04a3-a118-4a29-a2ab-4ad1875833df" providerId="ADAL" clId="{14D82DC4-F7EB-1848-9451-858878CA586A}" dt="2023-09-27T06:30:49.680" v="58" actId="2696"/>
        <pc:sldMkLst>
          <pc:docMk/>
          <pc:sldMk cId="588519858" sldId="764"/>
        </pc:sldMkLst>
      </pc:sldChg>
      <pc:sldChg chg="add">
        <pc:chgData name="陈军_工学院" userId="6f7f04a3-a118-4a29-a2ab-4ad1875833df" providerId="ADAL" clId="{14D82DC4-F7EB-1848-9451-858878CA586A}" dt="2023-09-27T06:35:41.993" v="69"/>
        <pc:sldMkLst>
          <pc:docMk/>
          <pc:sldMk cId="2711643487" sldId="764"/>
        </pc:sldMkLst>
      </pc:sldChg>
      <pc:sldChg chg="del">
        <pc:chgData name="陈军_工学院" userId="6f7f04a3-a118-4a29-a2ab-4ad1875833df" providerId="ADAL" clId="{14D82DC4-F7EB-1848-9451-858878CA586A}" dt="2023-09-27T01:52:48.738" v="3" actId="2696"/>
        <pc:sldMkLst>
          <pc:docMk/>
          <pc:sldMk cId="3421830220" sldId="764"/>
        </pc:sldMkLst>
      </pc:sldChg>
      <pc:sldChg chg="add">
        <pc:chgData name="陈军_工学院" userId="6f7f04a3-a118-4a29-a2ab-4ad1875833df" providerId="ADAL" clId="{14D82DC4-F7EB-1848-9451-858878CA586A}" dt="2023-09-27T06:35:41.993" v="69"/>
        <pc:sldMkLst>
          <pc:docMk/>
          <pc:sldMk cId="43271573" sldId="765"/>
        </pc:sldMkLst>
      </pc:sldChg>
      <pc:sldChg chg="del">
        <pc:chgData name="陈军_工学院" userId="6f7f04a3-a118-4a29-a2ab-4ad1875833df" providerId="ADAL" clId="{14D82DC4-F7EB-1848-9451-858878CA586A}" dt="2023-09-27T01:52:48.738" v="3" actId="2696"/>
        <pc:sldMkLst>
          <pc:docMk/>
          <pc:sldMk cId="926680072" sldId="765"/>
        </pc:sldMkLst>
      </pc:sldChg>
      <pc:sldChg chg="add del">
        <pc:chgData name="陈军_工学院" userId="6f7f04a3-a118-4a29-a2ab-4ad1875833df" providerId="ADAL" clId="{14D82DC4-F7EB-1848-9451-858878CA586A}" dt="2023-09-27T06:30:49.691" v="62" actId="2696"/>
        <pc:sldMkLst>
          <pc:docMk/>
          <pc:sldMk cId="2098077567" sldId="765"/>
        </pc:sldMkLst>
      </pc:sldChg>
      <pc:sldChg chg="add">
        <pc:chgData name="陈军_工学院" userId="6f7f04a3-a118-4a29-a2ab-4ad1875833df" providerId="ADAL" clId="{14D82DC4-F7EB-1848-9451-858878CA586A}" dt="2023-09-27T06:35:41.993" v="69"/>
        <pc:sldMkLst>
          <pc:docMk/>
          <pc:sldMk cId="1633725425" sldId="766"/>
        </pc:sldMkLst>
      </pc:sldChg>
      <pc:sldChg chg="add del">
        <pc:chgData name="陈军_工学院" userId="6f7f04a3-a118-4a29-a2ab-4ad1875833df" providerId="ADAL" clId="{14D82DC4-F7EB-1848-9451-858878CA586A}" dt="2023-09-27T06:30:49.685" v="60" actId="2696"/>
        <pc:sldMkLst>
          <pc:docMk/>
          <pc:sldMk cId="1670191017" sldId="766"/>
        </pc:sldMkLst>
      </pc:sldChg>
      <pc:sldChg chg="del">
        <pc:chgData name="陈军_工学院" userId="6f7f04a3-a118-4a29-a2ab-4ad1875833df" providerId="ADAL" clId="{14D82DC4-F7EB-1848-9451-858878CA586A}" dt="2023-09-27T01:52:48.738" v="3" actId="2696"/>
        <pc:sldMkLst>
          <pc:docMk/>
          <pc:sldMk cId="2203309295" sldId="766"/>
        </pc:sldMkLst>
      </pc:sldChg>
      <pc:sldChg chg="add">
        <pc:chgData name="陈军_工学院" userId="6f7f04a3-a118-4a29-a2ab-4ad1875833df" providerId="ADAL" clId="{14D82DC4-F7EB-1848-9451-858878CA586A}" dt="2023-09-27T06:35:41.993" v="69"/>
        <pc:sldMkLst>
          <pc:docMk/>
          <pc:sldMk cId="1056288662" sldId="767"/>
        </pc:sldMkLst>
      </pc:sldChg>
      <pc:sldChg chg="add del">
        <pc:chgData name="陈军_工学院" userId="6f7f04a3-a118-4a29-a2ab-4ad1875833df" providerId="ADAL" clId="{14D82DC4-F7EB-1848-9451-858878CA586A}" dt="2023-09-27T06:30:49.688" v="61" actId="2696"/>
        <pc:sldMkLst>
          <pc:docMk/>
          <pc:sldMk cId="1777491131" sldId="767"/>
        </pc:sldMkLst>
      </pc:sldChg>
      <pc:sldChg chg="del">
        <pc:chgData name="陈军_工学院" userId="6f7f04a3-a118-4a29-a2ab-4ad1875833df" providerId="ADAL" clId="{14D82DC4-F7EB-1848-9451-858878CA586A}" dt="2023-09-27T01:52:48.738" v="3" actId="2696"/>
        <pc:sldMkLst>
          <pc:docMk/>
          <pc:sldMk cId="3438224807" sldId="767"/>
        </pc:sldMkLst>
      </pc:sldChg>
      <pc:sldChg chg="del">
        <pc:chgData name="陈军_工学院" userId="6f7f04a3-a118-4a29-a2ab-4ad1875833df" providerId="ADAL" clId="{14D82DC4-F7EB-1848-9451-858878CA586A}" dt="2023-09-27T01:52:48.738" v="3" actId="2696"/>
        <pc:sldMkLst>
          <pc:docMk/>
          <pc:sldMk cId="2069240976" sldId="768"/>
        </pc:sldMkLst>
      </pc:sldChg>
      <pc:sldChg chg="add">
        <pc:chgData name="陈军_工学院" userId="6f7f04a3-a118-4a29-a2ab-4ad1875833df" providerId="ADAL" clId="{14D82DC4-F7EB-1848-9451-858878CA586A}" dt="2023-09-27T06:35:41.993" v="69"/>
        <pc:sldMkLst>
          <pc:docMk/>
          <pc:sldMk cId="2080062991" sldId="768"/>
        </pc:sldMkLst>
      </pc:sldChg>
      <pc:sldChg chg="add del">
        <pc:chgData name="陈军_工学院" userId="6f7f04a3-a118-4a29-a2ab-4ad1875833df" providerId="ADAL" clId="{14D82DC4-F7EB-1848-9451-858878CA586A}" dt="2023-09-27T06:30:49.683" v="59" actId="2696"/>
        <pc:sldMkLst>
          <pc:docMk/>
          <pc:sldMk cId="2094706234" sldId="768"/>
        </pc:sldMkLst>
      </pc:sldChg>
      <pc:sldChg chg="del">
        <pc:chgData name="陈军_工学院" userId="6f7f04a3-a118-4a29-a2ab-4ad1875833df" providerId="ADAL" clId="{14D82DC4-F7EB-1848-9451-858878CA586A}" dt="2023-09-27T01:51:57.163" v="2" actId="2696"/>
        <pc:sldMkLst>
          <pc:docMk/>
          <pc:sldMk cId="4251733504" sldId="771"/>
        </pc:sldMkLst>
      </pc:sldChg>
      <pc:sldChg chg="del">
        <pc:chgData name="陈军_工学院" userId="6f7f04a3-a118-4a29-a2ab-4ad1875833df" providerId="ADAL" clId="{14D82DC4-F7EB-1848-9451-858878CA586A}" dt="2023-09-27T06:30:42.038" v="43" actId="2696"/>
        <pc:sldMkLst>
          <pc:docMk/>
          <pc:sldMk cId="4266608794" sldId="774"/>
        </pc:sldMkLst>
      </pc:sldChg>
      <pc:sldChg chg="del">
        <pc:chgData name="陈军_工学院" userId="6f7f04a3-a118-4a29-a2ab-4ad1875833df" providerId="ADAL" clId="{14D82DC4-F7EB-1848-9451-858878CA586A}" dt="2023-09-27T06:30:41.967" v="34" actId="2696"/>
        <pc:sldMkLst>
          <pc:docMk/>
          <pc:sldMk cId="4251382234" sldId="775"/>
        </pc:sldMkLst>
      </pc:sldChg>
      <pc:sldChg chg="del">
        <pc:chgData name="陈军_工学院" userId="6f7f04a3-a118-4a29-a2ab-4ad1875833df" providerId="ADAL" clId="{14D82DC4-F7EB-1848-9451-858878CA586A}" dt="2023-09-27T06:30:41.975" v="35" actId="2696"/>
        <pc:sldMkLst>
          <pc:docMk/>
          <pc:sldMk cId="2756953271" sldId="776"/>
        </pc:sldMkLst>
      </pc:sldChg>
      <pc:sldChg chg="del">
        <pc:chgData name="陈军_工学院" userId="6f7f04a3-a118-4a29-a2ab-4ad1875833df" providerId="ADAL" clId="{14D82DC4-F7EB-1848-9451-858878CA586A}" dt="2023-09-27T06:30:42.092" v="52" actId="2696"/>
        <pc:sldMkLst>
          <pc:docMk/>
          <pc:sldMk cId="1852057072" sldId="777"/>
        </pc:sldMkLst>
      </pc:sldChg>
      <pc:sldChg chg="del">
        <pc:chgData name="陈军_工学院" userId="6f7f04a3-a118-4a29-a2ab-4ad1875833df" providerId="ADAL" clId="{14D82DC4-F7EB-1848-9451-858878CA586A}" dt="2023-09-27T06:30:41.866" v="24" actId="2696"/>
        <pc:sldMkLst>
          <pc:docMk/>
          <pc:sldMk cId="2115487452" sldId="778"/>
        </pc:sldMkLst>
      </pc:sldChg>
      <pc:sldChg chg="del">
        <pc:chgData name="陈军_工学院" userId="6f7f04a3-a118-4a29-a2ab-4ad1875833df" providerId="ADAL" clId="{14D82DC4-F7EB-1848-9451-858878CA586A}" dt="2023-09-27T06:30:41.884" v="26" actId="2696"/>
        <pc:sldMkLst>
          <pc:docMk/>
          <pc:sldMk cId="2088650064" sldId="779"/>
        </pc:sldMkLst>
      </pc:sldChg>
      <pc:sldChg chg="del">
        <pc:chgData name="陈军_工学院" userId="6f7f04a3-a118-4a29-a2ab-4ad1875833df" providerId="ADAL" clId="{14D82DC4-F7EB-1848-9451-858878CA586A}" dt="2023-09-27T06:30:41.767" v="13" actId="2696"/>
        <pc:sldMkLst>
          <pc:docMk/>
          <pc:sldMk cId="1973745697" sldId="780"/>
        </pc:sldMkLst>
      </pc:sldChg>
      <pc:sldChg chg="del">
        <pc:chgData name="陈军_工学院" userId="6f7f04a3-a118-4a29-a2ab-4ad1875833df" providerId="ADAL" clId="{14D82DC4-F7EB-1848-9451-858878CA586A}" dt="2023-09-27T06:30:41.900" v="28" actId="2696"/>
        <pc:sldMkLst>
          <pc:docMk/>
          <pc:sldMk cId="1825295872" sldId="781"/>
        </pc:sldMkLst>
      </pc:sldChg>
      <pc:sldChg chg="del">
        <pc:chgData name="陈军_工学院" userId="6f7f04a3-a118-4a29-a2ab-4ad1875833df" providerId="ADAL" clId="{14D82DC4-F7EB-1848-9451-858878CA586A}" dt="2023-09-27T06:30:41.892" v="27" actId="2696"/>
        <pc:sldMkLst>
          <pc:docMk/>
          <pc:sldMk cId="2895920730" sldId="782"/>
        </pc:sldMkLst>
      </pc:sldChg>
      <pc:sldChg chg="del">
        <pc:chgData name="陈军_工学院" userId="6f7f04a3-a118-4a29-a2ab-4ad1875833df" providerId="ADAL" clId="{14D82DC4-F7EB-1848-9451-858878CA586A}" dt="2023-09-27T06:30:42.103" v="53" actId="2696"/>
        <pc:sldMkLst>
          <pc:docMk/>
          <pc:sldMk cId="2246208747" sldId="783"/>
        </pc:sldMkLst>
      </pc:sldChg>
      <pc:sldChg chg="del">
        <pc:chgData name="陈军_工学院" userId="6f7f04a3-a118-4a29-a2ab-4ad1875833df" providerId="ADAL" clId="{14D82DC4-F7EB-1848-9451-858878CA586A}" dt="2023-09-27T06:30:42.088" v="51" actId="2696"/>
        <pc:sldMkLst>
          <pc:docMk/>
          <pc:sldMk cId="1938272052" sldId="784"/>
        </pc:sldMkLst>
      </pc:sldChg>
      <pc:sldChg chg="del">
        <pc:chgData name="陈军_工学院" userId="6f7f04a3-a118-4a29-a2ab-4ad1875833df" providerId="ADAL" clId="{14D82DC4-F7EB-1848-9451-858878CA586A}" dt="2023-09-27T06:30:41.844" v="21" actId="2696"/>
        <pc:sldMkLst>
          <pc:docMk/>
          <pc:sldMk cId="2134878102" sldId="785"/>
        </pc:sldMkLst>
      </pc:sldChg>
      <pc:sldChg chg="del">
        <pc:chgData name="陈军_工学院" userId="6f7f04a3-a118-4a29-a2ab-4ad1875833df" providerId="ADAL" clId="{14D82DC4-F7EB-1848-9451-858878CA586A}" dt="2023-09-27T06:30:41.937" v="32" actId="2696"/>
        <pc:sldMkLst>
          <pc:docMk/>
          <pc:sldMk cId="771236754" sldId="786"/>
        </pc:sldMkLst>
      </pc:sldChg>
      <pc:sldChg chg="del">
        <pc:chgData name="陈军_工学院" userId="6f7f04a3-a118-4a29-a2ab-4ad1875833df" providerId="ADAL" clId="{14D82DC4-F7EB-1848-9451-858878CA586A}" dt="2023-09-27T06:30:42.050" v="45" actId="2696"/>
        <pc:sldMkLst>
          <pc:docMk/>
          <pc:sldMk cId="1220668287" sldId="787"/>
        </pc:sldMkLst>
      </pc:sldChg>
      <pc:sldChg chg="del">
        <pc:chgData name="陈军_工学院" userId="6f7f04a3-a118-4a29-a2ab-4ad1875833df" providerId="ADAL" clId="{14D82DC4-F7EB-1848-9451-858878CA586A}" dt="2023-09-27T06:30:41.757" v="12" actId="2696"/>
        <pc:sldMkLst>
          <pc:docMk/>
          <pc:sldMk cId="2454289178" sldId="788"/>
        </pc:sldMkLst>
      </pc:sldChg>
      <pc:sldChg chg="del">
        <pc:chgData name="陈军_工学院" userId="6f7f04a3-a118-4a29-a2ab-4ad1875833df" providerId="ADAL" clId="{14D82DC4-F7EB-1848-9451-858878CA586A}" dt="2023-09-27T06:30:41.787" v="15" actId="2696"/>
        <pc:sldMkLst>
          <pc:docMk/>
          <pc:sldMk cId="388260123" sldId="789"/>
        </pc:sldMkLst>
      </pc:sldChg>
      <pc:sldChg chg="del">
        <pc:chgData name="陈军_工学院" userId="6f7f04a3-a118-4a29-a2ab-4ad1875833df" providerId="ADAL" clId="{14D82DC4-F7EB-1848-9451-858878CA586A}" dt="2023-09-27T06:30:41.913" v="29" actId="2696"/>
        <pc:sldMkLst>
          <pc:docMk/>
          <pc:sldMk cId="4152406314" sldId="790"/>
        </pc:sldMkLst>
      </pc:sldChg>
      <pc:sldChg chg="del">
        <pc:chgData name="陈军_工学院" userId="6f7f04a3-a118-4a29-a2ab-4ad1875833df" providerId="ADAL" clId="{14D82DC4-F7EB-1848-9451-858878CA586A}" dt="2023-09-27T06:30:41.851" v="22" actId="2696"/>
        <pc:sldMkLst>
          <pc:docMk/>
          <pc:sldMk cId="2724410038" sldId="791"/>
        </pc:sldMkLst>
      </pc:sldChg>
      <pc:sldChg chg="del">
        <pc:chgData name="陈军_工学院" userId="6f7f04a3-a118-4a29-a2ab-4ad1875833df" providerId="ADAL" clId="{14D82DC4-F7EB-1848-9451-858878CA586A}" dt="2023-09-27T06:30:42.002" v="38" actId="2696"/>
        <pc:sldMkLst>
          <pc:docMk/>
          <pc:sldMk cId="1527977269" sldId="792"/>
        </pc:sldMkLst>
      </pc:sldChg>
      <pc:sldChg chg="del">
        <pc:chgData name="陈军_工学院" userId="6f7f04a3-a118-4a29-a2ab-4ad1875833df" providerId="ADAL" clId="{14D82DC4-F7EB-1848-9451-858878CA586A}" dt="2023-09-27T06:30:41.928" v="31" actId="2696"/>
        <pc:sldMkLst>
          <pc:docMk/>
          <pc:sldMk cId="3639982103" sldId="793"/>
        </pc:sldMkLst>
      </pc:sldChg>
      <pc:sldChg chg="del">
        <pc:chgData name="陈军_工学院" userId="6f7f04a3-a118-4a29-a2ab-4ad1875833df" providerId="ADAL" clId="{14D82DC4-F7EB-1848-9451-858878CA586A}" dt="2023-09-27T06:30:42.024" v="41" actId="2696"/>
        <pc:sldMkLst>
          <pc:docMk/>
          <pc:sldMk cId="3038502752" sldId="794"/>
        </pc:sldMkLst>
      </pc:sldChg>
      <pc:sldChg chg="del">
        <pc:chgData name="陈军_工学院" userId="6f7f04a3-a118-4a29-a2ab-4ad1875833df" providerId="ADAL" clId="{14D82DC4-F7EB-1848-9451-858878CA586A}" dt="2023-09-27T06:30:42.108" v="54" actId="2696"/>
        <pc:sldMkLst>
          <pc:docMk/>
          <pc:sldMk cId="1908878896" sldId="795"/>
        </pc:sldMkLst>
      </pc:sldChg>
      <pc:sldChg chg="del">
        <pc:chgData name="陈军_工学院" userId="6f7f04a3-a118-4a29-a2ab-4ad1875833df" providerId="ADAL" clId="{14D82DC4-F7EB-1848-9451-858878CA586A}" dt="2023-09-27T06:30:41.795" v="16" actId="2696"/>
        <pc:sldMkLst>
          <pc:docMk/>
          <pc:sldMk cId="836317816" sldId="796"/>
        </pc:sldMkLst>
      </pc:sldChg>
      <pc:sldChg chg="del">
        <pc:chgData name="陈军_工学院" userId="6f7f04a3-a118-4a29-a2ab-4ad1875833df" providerId="ADAL" clId="{14D82DC4-F7EB-1848-9451-858878CA586A}" dt="2023-09-27T06:30:42.018" v="40" actId="2696"/>
        <pc:sldMkLst>
          <pc:docMk/>
          <pc:sldMk cId="1028883105" sldId="797"/>
        </pc:sldMkLst>
      </pc:sldChg>
      <pc:sldChg chg="del">
        <pc:chgData name="陈军_工学院" userId="6f7f04a3-a118-4a29-a2ab-4ad1875833df" providerId="ADAL" clId="{14D82DC4-F7EB-1848-9451-858878CA586A}" dt="2023-09-27T06:30:41.647" v="8" actId="2696"/>
        <pc:sldMkLst>
          <pc:docMk/>
          <pc:sldMk cId="2578246637" sldId="798"/>
        </pc:sldMkLst>
      </pc:sldChg>
      <pc:sldChg chg="del">
        <pc:chgData name="陈军_工学院" userId="6f7f04a3-a118-4a29-a2ab-4ad1875833df" providerId="ADAL" clId="{14D82DC4-F7EB-1848-9451-858878CA586A}" dt="2023-09-27T06:30:41.778" v="14" actId="2696"/>
        <pc:sldMkLst>
          <pc:docMk/>
          <pc:sldMk cId="3433079570" sldId="799"/>
        </pc:sldMkLst>
      </pc:sldChg>
      <pc:sldChg chg="del">
        <pc:chgData name="陈军_工学院" userId="6f7f04a3-a118-4a29-a2ab-4ad1875833df" providerId="ADAL" clId="{14D82DC4-F7EB-1848-9451-858878CA586A}" dt="2023-09-27T06:30:42.011" v="39" actId="2696"/>
        <pc:sldMkLst>
          <pc:docMk/>
          <pc:sldMk cId="3233959089" sldId="800"/>
        </pc:sldMkLst>
      </pc:sldChg>
      <pc:sldChg chg="del">
        <pc:chgData name="陈军_工学院" userId="6f7f04a3-a118-4a29-a2ab-4ad1875833df" providerId="ADAL" clId="{14D82DC4-F7EB-1848-9451-858878CA586A}" dt="2023-09-27T06:30:42.054" v="46" actId="2696"/>
        <pc:sldMkLst>
          <pc:docMk/>
          <pc:sldMk cId="3054911293" sldId="801"/>
        </pc:sldMkLst>
      </pc:sldChg>
      <pc:sldChg chg="del">
        <pc:chgData name="陈军_工学院" userId="6f7f04a3-a118-4a29-a2ab-4ad1875833df" providerId="ADAL" clId="{14D82DC4-F7EB-1848-9451-858878CA586A}" dt="2023-09-27T06:30:41.957" v="33" actId="2696"/>
        <pc:sldMkLst>
          <pc:docMk/>
          <pc:sldMk cId="1072495444" sldId="802"/>
        </pc:sldMkLst>
      </pc:sldChg>
      <pc:sldChg chg="del">
        <pc:chgData name="陈军_工学院" userId="6f7f04a3-a118-4a29-a2ab-4ad1875833df" providerId="ADAL" clId="{14D82DC4-F7EB-1848-9451-858878CA586A}" dt="2023-09-27T06:30:42.029" v="42" actId="2696"/>
        <pc:sldMkLst>
          <pc:docMk/>
          <pc:sldMk cId="62791615" sldId="803"/>
        </pc:sldMkLst>
      </pc:sldChg>
      <pc:sldChg chg="del">
        <pc:chgData name="陈军_工学院" userId="6f7f04a3-a118-4a29-a2ab-4ad1875833df" providerId="ADAL" clId="{14D82DC4-F7EB-1848-9451-858878CA586A}" dt="2023-09-27T06:30:42.111" v="55" actId="2696"/>
        <pc:sldMkLst>
          <pc:docMk/>
          <pc:sldMk cId="921102103" sldId="804"/>
        </pc:sldMkLst>
      </pc:sldChg>
      <pc:sldChg chg="del">
        <pc:chgData name="陈军_工学院" userId="6f7f04a3-a118-4a29-a2ab-4ad1875833df" providerId="ADAL" clId="{14D82DC4-F7EB-1848-9451-858878CA586A}" dt="2023-09-27T06:30:41.856" v="23" actId="2696"/>
        <pc:sldMkLst>
          <pc:docMk/>
          <pc:sldMk cId="970899577" sldId="805"/>
        </pc:sldMkLst>
      </pc:sldChg>
      <pc:sldChg chg="del">
        <pc:chgData name="陈军_工学院" userId="6f7f04a3-a118-4a29-a2ab-4ad1875833df" providerId="ADAL" clId="{14D82DC4-F7EB-1848-9451-858878CA586A}" dt="2023-09-27T06:30:42.074" v="49" actId="2696"/>
        <pc:sldMkLst>
          <pc:docMk/>
          <pc:sldMk cId="3312321691" sldId="806"/>
        </pc:sldMkLst>
      </pc:sldChg>
      <pc:sldChg chg="del">
        <pc:chgData name="陈军_工学院" userId="6f7f04a3-a118-4a29-a2ab-4ad1875833df" providerId="ADAL" clId="{14D82DC4-F7EB-1848-9451-858878CA586A}" dt="2023-09-27T06:30:41.990" v="37" actId="2696"/>
        <pc:sldMkLst>
          <pc:docMk/>
          <pc:sldMk cId="1273524439" sldId="807"/>
        </pc:sldMkLst>
      </pc:sldChg>
      <pc:sldChg chg="del">
        <pc:chgData name="陈军_工学院" userId="6f7f04a3-a118-4a29-a2ab-4ad1875833df" providerId="ADAL" clId="{14D82DC4-F7EB-1848-9451-858878CA586A}" dt="2023-09-27T06:30:41.875" v="25" actId="2696"/>
        <pc:sldMkLst>
          <pc:docMk/>
          <pc:sldMk cId="1649544519" sldId="808"/>
        </pc:sldMkLst>
      </pc:sldChg>
      <pc:sldChg chg="del">
        <pc:chgData name="陈军_工学院" userId="6f7f04a3-a118-4a29-a2ab-4ad1875833df" providerId="ADAL" clId="{14D82DC4-F7EB-1848-9451-858878CA586A}" dt="2023-09-27T01:52:48.738" v="3" actId="2696"/>
        <pc:sldMkLst>
          <pc:docMk/>
          <pc:sldMk cId="398754272" sldId="809"/>
        </pc:sldMkLst>
      </pc:sldChg>
      <pc:sldChg chg="add del">
        <pc:chgData name="陈军_工学院" userId="6f7f04a3-a118-4a29-a2ab-4ad1875833df" providerId="ADAL" clId="{14D82DC4-F7EB-1848-9451-858878CA586A}" dt="2023-09-27T06:30:44.899" v="56" actId="2696"/>
        <pc:sldMkLst>
          <pc:docMk/>
          <pc:sldMk cId="1241010859" sldId="809"/>
        </pc:sldMkLst>
      </pc:sldChg>
      <pc:sldChg chg="add del">
        <pc:chgData name="陈军_工学院" userId="6f7f04a3-a118-4a29-a2ab-4ad1875833df" providerId="ADAL" clId="{14D82DC4-F7EB-1848-9451-858878CA586A}" dt="2023-09-27T06:30:41.979" v="36" actId="2696"/>
        <pc:sldMkLst>
          <pc:docMk/>
          <pc:sldMk cId="1250294649" sldId="810"/>
        </pc:sldMkLst>
      </pc:sldChg>
      <pc:sldChg chg="add del">
        <pc:chgData name="陈军_工学院" userId="6f7f04a3-a118-4a29-a2ab-4ad1875833df" providerId="ADAL" clId="{14D82DC4-F7EB-1848-9451-858878CA586A}" dt="2023-09-27T06:30:41.726" v="10" actId="2696"/>
        <pc:sldMkLst>
          <pc:docMk/>
          <pc:sldMk cId="4239555131" sldId="811"/>
        </pc:sldMkLst>
      </pc:sldChg>
      <pc:sldChg chg="new del">
        <pc:chgData name="陈军_工学院" userId="6f7f04a3-a118-4a29-a2ab-4ad1875833df" providerId="ADAL" clId="{14D82DC4-F7EB-1848-9451-858878CA586A}" dt="2023-09-27T06:30:41.626" v="7" actId="2696"/>
        <pc:sldMkLst>
          <pc:docMk/>
          <pc:sldMk cId="2380029730" sldId="812"/>
        </pc:sldMkLst>
      </pc:sldChg>
      <pc:sldChg chg="new del">
        <pc:chgData name="陈军_工学院" userId="6f7f04a3-a118-4a29-a2ab-4ad1875833df" providerId="ADAL" clId="{14D82DC4-F7EB-1848-9451-858878CA586A}" dt="2023-09-27T06:30:46.627" v="57" actId="2696"/>
        <pc:sldMkLst>
          <pc:docMk/>
          <pc:sldMk cId="2446269826" sldId="813"/>
        </pc:sldMkLst>
      </pc:sldChg>
      <pc:sldChg chg="new">
        <pc:chgData name="陈军_工学院" userId="6f7f04a3-a118-4a29-a2ab-4ad1875833df" providerId="ADAL" clId="{14D82DC4-F7EB-1848-9451-858878CA586A}" dt="2023-09-27T03:09:26.824" v="6" actId="680"/>
        <pc:sldMkLst>
          <pc:docMk/>
          <pc:sldMk cId="1189024533" sldId="814"/>
        </pc:sldMkLst>
      </pc:sldChg>
    </pc:docChg>
  </pc:docChgLst>
  <pc:docChgLst>
    <pc:chgData name="陈军_工学院" userId="6f7f04a3-a118-4a29-a2ab-4ad1875833df" providerId="ADAL" clId="{AA25C45A-4A59-4F59-B0D6-1C5C4A50CAEE}"/>
    <pc:docChg chg="undo custSel addSld delSld modSld">
      <pc:chgData name="陈军_工学院" userId="6f7f04a3-a118-4a29-a2ab-4ad1875833df" providerId="ADAL" clId="{AA25C45A-4A59-4F59-B0D6-1C5C4A50CAEE}" dt="2023-09-26T13:28:17.714" v="238"/>
      <pc:docMkLst>
        <pc:docMk/>
      </pc:docMkLst>
      <pc:sldChg chg="add del">
        <pc:chgData name="陈军_工学院" userId="6f7f04a3-a118-4a29-a2ab-4ad1875833df" providerId="ADAL" clId="{AA25C45A-4A59-4F59-B0D6-1C5C4A50CAEE}" dt="2023-09-26T12:42:37.629" v="3" actId="47"/>
        <pc:sldMkLst>
          <pc:docMk/>
          <pc:sldMk cId="3379094332" sldId="256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362778010" sldId="360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296918815" sldId="361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55506655" sldId="362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700844631" sldId="363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47909422" sldId="364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275075975" sldId="365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462598412" sldId="366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000708344" sldId="367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13899242" sldId="369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484723262" sldId="370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131369941" sldId="371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907366427" sldId="372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619139820" sldId="373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117663603" sldId="374"/>
        </pc:sldMkLst>
      </pc:sldChg>
      <pc:sldChg chg="modSp add del mod">
        <pc:chgData name="陈军_工学院" userId="6f7f04a3-a118-4a29-a2ab-4ad1875833df" providerId="ADAL" clId="{AA25C45A-4A59-4F59-B0D6-1C5C4A50CAEE}" dt="2023-09-26T12:44:09.712" v="23" actId="47"/>
        <pc:sldMkLst>
          <pc:docMk/>
          <pc:sldMk cId="794371605" sldId="375"/>
        </pc:sldMkLst>
      </pc:sldChg>
      <pc:sldChg chg="add del">
        <pc:chgData name="陈军_工学院" userId="6f7f04a3-a118-4a29-a2ab-4ad1875833df" providerId="ADAL" clId="{AA25C45A-4A59-4F59-B0D6-1C5C4A50CAEE}" dt="2023-09-26T12:51:56.429" v="27" actId="2696"/>
        <pc:sldMkLst>
          <pc:docMk/>
          <pc:sldMk cId="97731836" sldId="376"/>
        </pc:sldMkLst>
      </pc:sldChg>
      <pc:sldChg chg="add del">
        <pc:chgData name="陈军_工学院" userId="6f7f04a3-a118-4a29-a2ab-4ad1875833df" providerId="ADAL" clId="{AA25C45A-4A59-4F59-B0D6-1C5C4A50CAEE}" dt="2023-09-26T12:51:56.429" v="27" actId="2696"/>
        <pc:sldMkLst>
          <pc:docMk/>
          <pc:sldMk cId="1901461344" sldId="377"/>
        </pc:sldMkLst>
      </pc:sldChg>
      <pc:sldChg chg="modSp add del mod">
        <pc:chgData name="陈军_工学院" userId="6f7f04a3-a118-4a29-a2ab-4ad1875833df" providerId="ADAL" clId="{AA25C45A-4A59-4F59-B0D6-1C5C4A50CAEE}" dt="2023-09-26T12:51:56.429" v="27" actId="2696"/>
        <pc:sldMkLst>
          <pc:docMk/>
          <pc:sldMk cId="1156657601" sldId="378"/>
        </pc:sldMkLst>
      </pc:sldChg>
      <pc:sldChg chg="add del">
        <pc:chgData name="陈军_工学院" userId="6f7f04a3-a118-4a29-a2ab-4ad1875833df" providerId="ADAL" clId="{AA25C45A-4A59-4F59-B0D6-1C5C4A50CAEE}" dt="2023-09-26T12:51:56.429" v="27" actId="2696"/>
        <pc:sldMkLst>
          <pc:docMk/>
          <pc:sldMk cId="1019025895" sldId="379"/>
        </pc:sldMkLst>
      </pc:sldChg>
      <pc:sldChg chg="add del">
        <pc:chgData name="陈军_工学院" userId="6f7f04a3-a118-4a29-a2ab-4ad1875833df" providerId="ADAL" clId="{AA25C45A-4A59-4F59-B0D6-1C5C4A50CAEE}" dt="2023-09-26T12:56:14.989" v="28" actId="2696"/>
        <pc:sldMkLst>
          <pc:docMk/>
          <pc:sldMk cId="376155343" sldId="382"/>
        </pc:sldMkLst>
      </pc:sldChg>
      <pc:sldChg chg="add del">
        <pc:chgData name="陈军_工学院" userId="6f7f04a3-a118-4a29-a2ab-4ad1875833df" providerId="ADAL" clId="{AA25C45A-4A59-4F59-B0D6-1C5C4A50CAEE}" dt="2023-09-26T12:56:14.989" v="28" actId="2696"/>
        <pc:sldMkLst>
          <pc:docMk/>
          <pc:sldMk cId="1753321680" sldId="384"/>
        </pc:sldMkLst>
      </pc:sldChg>
      <pc:sldChg chg="modSp add mod">
        <pc:chgData name="陈军_工学院" userId="6f7f04a3-a118-4a29-a2ab-4ad1875833df" providerId="ADAL" clId="{AA25C45A-4A59-4F59-B0D6-1C5C4A50CAEE}" dt="2023-09-26T13:16:54.077" v="105" actId="404"/>
        <pc:sldMkLst>
          <pc:docMk/>
          <pc:sldMk cId="1514329629" sldId="595"/>
        </pc:sldMkLst>
      </pc:sldChg>
      <pc:sldChg chg="modSp add mod">
        <pc:chgData name="陈军_工学院" userId="6f7f04a3-a118-4a29-a2ab-4ad1875833df" providerId="ADAL" clId="{AA25C45A-4A59-4F59-B0D6-1C5C4A50CAEE}" dt="2023-09-26T13:17:57.618" v="119" actId="1076"/>
        <pc:sldMkLst>
          <pc:docMk/>
          <pc:sldMk cId="1509374006" sldId="596"/>
        </pc:sldMkLst>
      </pc:sldChg>
      <pc:sldChg chg="addSp delSp modSp add mod modClrScheme chgLayout">
        <pc:chgData name="陈军_工学院" userId="6f7f04a3-a118-4a29-a2ab-4ad1875833df" providerId="ADAL" clId="{AA25C45A-4A59-4F59-B0D6-1C5C4A50CAEE}" dt="2023-09-26T13:17:52.211" v="118" actId="1076"/>
        <pc:sldMkLst>
          <pc:docMk/>
          <pc:sldMk cId="1972080478" sldId="597"/>
        </pc:sldMkLst>
      </pc:sldChg>
      <pc:sldChg chg="addSp delSp modSp add mod chgLayout">
        <pc:chgData name="陈军_工学院" userId="6f7f04a3-a118-4a29-a2ab-4ad1875833df" providerId="ADAL" clId="{AA25C45A-4A59-4F59-B0D6-1C5C4A50CAEE}" dt="2023-09-26T13:18:56.292" v="133" actId="27636"/>
        <pc:sldMkLst>
          <pc:docMk/>
          <pc:sldMk cId="493985948" sldId="598"/>
        </pc:sldMkLst>
      </pc:sldChg>
      <pc:sldChg chg="modSp add mod">
        <pc:chgData name="陈军_工学院" userId="6f7f04a3-a118-4a29-a2ab-4ad1875833df" providerId="ADAL" clId="{AA25C45A-4A59-4F59-B0D6-1C5C4A50CAEE}" dt="2023-09-26T13:18:09.067" v="123" actId="368"/>
        <pc:sldMkLst>
          <pc:docMk/>
          <pc:sldMk cId="250048734" sldId="599"/>
        </pc:sldMkLst>
      </pc:sldChg>
      <pc:sldChg chg="modSp add mod">
        <pc:chgData name="陈军_工学院" userId="6f7f04a3-a118-4a29-a2ab-4ad1875833df" providerId="ADAL" clId="{AA25C45A-4A59-4F59-B0D6-1C5C4A50CAEE}" dt="2023-09-26T13:18:36.853" v="127" actId="368"/>
        <pc:sldMkLst>
          <pc:docMk/>
          <pc:sldMk cId="2091058806" sldId="600"/>
        </pc:sldMkLst>
      </pc:sldChg>
      <pc:sldChg chg="modSp add mod">
        <pc:chgData name="陈军_工学院" userId="6f7f04a3-a118-4a29-a2ab-4ad1875833df" providerId="ADAL" clId="{AA25C45A-4A59-4F59-B0D6-1C5C4A50CAEE}" dt="2023-09-26T13:26:05.869" v="222" actId="2711"/>
        <pc:sldMkLst>
          <pc:docMk/>
          <pc:sldMk cId="855469287" sldId="601"/>
        </pc:sldMkLst>
      </pc:sldChg>
      <pc:sldChg chg="modSp add mod chgLayout">
        <pc:chgData name="陈军_工学院" userId="6f7f04a3-a118-4a29-a2ab-4ad1875833df" providerId="ADAL" clId="{AA25C45A-4A59-4F59-B0D6-1C5C4A50CAEE}" dt="2023-09-26T13:20:24.889" v="154" actId="207"/>
        <pc:sldMkLst>
          <pc:docMk/>
          <pc:sldMk cId="469289944" sldId="602"/>
        </pc:sldMkLst>
      </pc:sldChg>
      <pc:sldChg chg="modSp add mod">
        <pc:chgData name="陈军_工学院" userId="6f7f04a3-a118-4a29-a2ab-4ad1875833df" providerId="ADAL" clId="{AA25C45A-4A59-4F59-B0D6-1C5C4A50CAEE}" dt="2023-09-26T13:27:06.977" v="226"/>
        <pc:sldMkLst>
          <pc:docMk/>
          <pc:sldMk cId="497336489" sldId="603"/>
        </pc:sldMkLst>
      </pc:sldChg>
      <pc:sldChg chg="modSp add mod">
        <pc:chgData name="陈军_工学院" userId="6f7f04a3-a118-4a29-a2ab-4ad1875833df" providerId="ADAL" clId="{AA25C45A-4A59-4F59-B0D6-1C5C4A50CAEE}" dt="2023-09-26T13:27:09.714" v="227"/>
        <pc:sldMkLst>
          <pc:docMk/>
          <pc:sldMk cId="728016499" sldId="604"/>
        </pc:sldMkLst>
      </pc:sldChg>
      <pc:sldChg chg="modSp add mod">
        <pc:chgData name="陈军_工学院" userId="6f7f04a3-a118-4a29-a2ab-4ad1875833df" providerId="ADAL" clId="{AA25C45A-4A59-4F59-B0D6-1C5C4A50CAEE}" dt="2023-09-26T13:20:48.209" v="158" actId="20577"/>
        <pc:sldMkLst>
          <pc:docMk/>
          <pc:sldMk cId="1558961734" sldId="605"/>
        </pc:sldMkLst>
      </pc:sldChg>
      <pc:sldChg chg="modSp add mod">
        <pc:chgData name="陈军_工学院" userId="6f7f04a3-a118-4a29-a2ab-4ad1875833df" providerId="ADAL" clId="{AA25C45A-4A59-4F59-B0D6-1C5C4A50CAEE}" dt="2023-09-26T13:27:21.042" v="228"/>
        <pc:sldMkLst>
          <pc:docMk/>
          <pc:sldMk cId="21886291" sldId="606"/>
        </pc:sldMkLst>
      </pc:sldChg>
      <pc:sldChg chg="modSp add mod">
        <pc:chgData name="陈军_工学院" userId="6f7f04a3-a118-4a29-a2ab-4ad1875833df" providerId="ADAL" clId="{AA25C45A-4A59-4F59-B0D6-1C5C4A50CAEE}" dt="2023-09-26T13:27:34.956" v="229"/>
        <pc:sldMkLst>
          <pc:docMk/>
          <pc:sldMk cId="623189200" sldId="607"/>
        </pc:sldMkLst>
      </pc:sldChg>
      <pc:sldChg chg="addSp delSp modSp add mod modClrScheme chgLayout">
        <pc:chgData name="陈军_工学院" userId="6f7f04a3-a118-4a29-a2ab-4ad1875833df" providerId="ADAL" clId="{AA25C45A-4A59-4F59-B0D6-1C5C4A50CAEE}" dt="2023-09-26T13:21:48.343" v="174" actId="207"/>
        <pc:sldMkLst>
          <pc:docMk/>
          <pc:sldMk cId="663137981" sldId="608"/>
        </pc:sldMkLst>
      </pc:sldChg>
      <pc:sldChg chg="modSp add mod">
        <pc:chgData name="陈军_工学院" userId="6f7f04a3-a118-4a29-a2ab-4ad1875833df" providerId="ADAL" clId="{AA25C45A-4A59-4F59-B0D6-1C5C4A50CAEE}" dt="2023-09-26T13:27:37.736" v="230"/>
        <pc:sldMkLst>
          <pc:docMk/>
          <pc:sldMk cId="2067402384" sldId="609"/>
        </pc:sldMkLst>
      </pc:sldChg>
      <pc:sldChg chg="modSp add mod">
        <pc:chgData name="陈军_工学院" userId="6f7f04a3-a118-4a29-a2ab-4ad1875833df" providerId="ADAL" clId="{AA25C45A-4A59-4F59-B0D6-1C5C4A50CAEE}" dt="2023-09-26T13:27:41.343" v="231"/>
        <pc:sldMkLst>
          <pc:docMk/>
          <pc:sldMk cId="546459428" sldId="610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1703531824" sldId="611"/>
        </pc:sldMkLst>
      </pc:sldChg>
      <pc:sldChg chg="modSp add mod">
        <pc:chgData name="陈军_工学院" userId="6f7f04a3-a118-4a29-a2ab-4ad1875833df" providerId="ADAL" clId="{AA25C45A-4A59-4F59-B0D6-1C5C4A50CAEE}" dt="2023-09-26T13:27:56.218" v="234" actId="14100"/>
        <pc:sldMkLst>
          <pc:docMk/>
          <pc:sldMk cId="1007384164" sldId="612"/>
        </pc:sldMkLst>
      </pc:sldChg>
      <pc:sldChg chg="modSp add mod">
        <pc:chgData name="陈军_工学院" userId="6f7f04a3-a118-4a29-a2ab-4ad1875833df" providerId="ADAL" clId="{AA25C45A-4A59-4F59-B0D6-1C5C4A50CAEE}" dt="2023-09-26T13:22:09.979" v="185" actId="404"/>
        <pc:sldMkLst>
          <pc:docMk/>
          <pc:sldMk cId="344571400" sldId="613"/>
        </pc:sldMkLst>
      </pc:sldChg>
      <pc:sldChg chg="modSp add mod">
        <pc:chgData name="陈军_工学院" userId="6f7f04a3-a118-4a29-a2ab-4ad1875833df" providerId="ADAL" clId="{AA25C45A-4A59-4F59-B0D6-1C5C4A50CAEE}" dt="2023-09-26T13:28:00.400" v="235"/>
        <pc:sldMkLst>
          <pc:docMk/>
          <pc:sldMk cId="1595607488" sldId="614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1746750727" sldId="615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671779908" sldId="635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574239301" sldId="636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727041424" sldId="637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422176405" sldId="638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013884328" sldId="639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59042441" sldId="640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54484166" sldId="641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620593201" sldId="641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129339375" sldId="642"/>
        </pc:sldMkLst>
      </pc:sldChg>
      <pc:sldChg chg="add del">
        <pc:chgData name="陈军_工学院" userId="6f7f04a3-a118-4a29-a2ab-4ad1875833df" providerId="ADAL" clId="{AA25C45A-4A59-4F59-B0D6-1C5C4A50CAEE}" dt="2023-09-26T12:43:30.062" v="18" actId="47"/>
        <pc:sldMkLst>
          <pc:docMk/>
          <pc:sldMk cId="2233637968" sldId="642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3015130162" sldId="643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1996921230" sldId="644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514966871" sldId="645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2693548519" sldId="646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2154519347" sldId="647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1865879734" sldId="648"/>
        </pc:sldMkLst>
      </pc:sldChg>
      <pc:sldChg chg="add del">
        <pc:chgData name="陈军_工学院" userId="6f7f04a3-a118-4a29-a2ab-4ad1875833df" providerId="ADAL" clId="{AA25C45A-4A59-4F59-B0D6-1C5C4A50CAEE}" dt="2023-09-26T12:51:56.429" v="27" actId="2696"/>
        <pc:sldMkLst>
          <pc:docMk/>
          <pc:sldMk cId="2526036287" sldId="649"/>
        </pc:sldMkLst>
      </pc:sldChg>
      <pc:sldChg chg="modSp add del">
        <pc:chgData name="陈军_工学院" userId="6f7f04a3-a118-4a29-a2ab-4ad1875833df" providerId="ADAL" clId="{AA25C45A-4A59-4F59-B0D6-1C5C4A50CAEE}" dt="2023-09-26T12:51:56.429" v="27" actId="2696"/>
        <pc:sldMkLst>
          <pc:docMk/>
          <pc:sldMk cId="599874781" sldId="650"/>
        </pc:sldMkLst>
      </pc:sldChg>
      <pc:sldChg chg="add del">
        <pc:chgData name="陈军_工学院" userId="6f7f04a3-a118-4a29-a2ab-4ad1875833df" providerId="ADAL" clId="{AA25C45A-4A59-4F59-B0D6-1C5C4A50CAEE}" dt="2023-09-26T12:56:14.989" v="28" actId="2696"/>
        <pc:sldMkLst>
          <pc:docMk/>
          <pc:sldMk cId="3242240992" sldId="651"/>
        </pc:sldMkLst>
      </pc:sldChg>
      <pc:sldChg chg="add del">
        <pc:chgData name="陈军_工学院" userId="6f7f04a3-a118-4a29-a2ab-4ad1875833df" providerId="ADAL" clId="{AA25C45A-4A59-4F59-B0D6-1C5C4A50CAEE}" dt="2023-09-26T12:56:14.989" v="28" actId="2696"/>
        <pc:sldMkLst>
          <pc:docMk/>
          <pc:sldMk cId="2972171494" sldId="652"/>
        </pc:sldMkLst>
      </pc:sldChg>
      <pc:sldChg chg="add del">
        <pc:chgData name="陈军_工学院" userId="6f7f04a3-a118-4a29-a2ab-4ad1875833df" providerId="ADAL" clId="{AA25C45A-4A59-4F59-B0D6-1C5C4A50CAEE}" dt="2023-09-26T12:56:14.989" v="28" actId="2696"/>
        <pc:sldMkLst>
          <pc:docMk/>
          <pc:sldMk cId="1055134682" sldId="653"/>
        </pc:sldMkLst>
      </pc:sldChg>
      <pc:sldChg chg="addSp delSp modSp add mod modClrScheme chgLayout">
        <pc:chgData name="陈军_工学院" userId="6f7f04a3-a118-4a29-a2ab-4ad1875833df" providerId="ADAL" clId="{AA25C45A-4A59-4F59-B0D6-1C5C4A50CAEE}" dt="2023-09-26T13:13:22.955" v="72" actId="1076"/>
        <pc:sldMkLst>
          <pc:docMk/>
          <pc:sldMk cId="234550262" sldId="654"/>
        </pc:sldMkLst>
      </pc:sldChg>
      <pc:sldChg chg="addSp delSp modSp add mod modClrScheme chgLayout">
        <pc:chgData name="陈军_工学院" userId="6f7f04a3-a118-4a29-a2ab-4ad1875833df" providerId="ADAL" clId="{AA25C45A-4A59-4F59-B0D6-1C5C4A50CAEE}" dt="2023-09-26T13:14:24.724" v="79" actId="478"/>
        <pc:sldMkLst>
          <pc:docMk/>
          <pc:sldMk cId="3648813863" sldId="655"/>
        </pc:sldMkLst>
      </pc:sldChg>
      <pc:sldChg chg="delSp add mod">
        <pc:chgData name="陈军_工学院" userId="6f7f04a3-a118-4a29-a2ab-4ad1875833df" providerId="ADAL" clId="{AA25C45A-4A59-4F59-B0D6-1C5C4A50CAEE}" dt="2023-09-26T13:14:33.074" v="80" actId="478"/>
        <pc:sldMkLst>
          <pc:docMk/>
          <pc:sldMk cId="121873641" sldId="656"/>
        </pc:sldMkLst>
      </pc:sldChg>
      <pc:sldChg chg="modSp add mod">
        <pc:chgData name="陈军_工学院" userId="6f7f04a3-a118-4a29-a2ab-4ad1875833df" providerId="ADAL" clId="{AA25C45A-4A59-4F59-B0D6-1C5C4A50CAEE}" dt="2023-09-26T13:25:05.402" v="214"/>
        <pc:sldMkLst>
          <pc:docMk/>
          <pc:sldMk cId="2603168659" sldId="657"/>
        </pc:sldMkLst>
      </pc:sldChg>
      <pc:sldChg chg="modSp add mod">
        <pc:chgData name="陈军_工学院" userId="6f7f04a3-a118-4a29-a2ab-4ad1875833df" providerId="ADAL" clId="{AA25C45A-4A59-4F59-B0D6-1C5C4A50CAEE}" dt="2023-09-26T13:25:11.222" v="215"/>
        <pc:sldMkLst>
          <pc:docMk/>
          <pc:sldMk cId="3544726657" sldId="658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103742607" sldId="661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852901872" sldId="662"/>
        </pc:sldMkLst>
      </pc:sldChg>
      <pc:sldChg chg="modSp add mod">
        <pc:chgData name="陈军_工学院" userId="6f7f04a3-a118-4a29-a2ab-4ad1875833df" providerId="ADAL" clId="{AA25C45A-4A59-4F59-B0D6-1C5C4A50CAEE}" dt="2023-09-26T13:19:19.942" v="137" actId="403"/>
        <pc:sldMkLst>
          <pc:docMk/>
          <pc:sldMk cId="2826090562" sldId="670"/>
        </pc:sldMkLst>
      </pc:sldChg>
      <pc:sldChg chg="add del">
        <pc:chgData name="陈军_工学院" userId="6f7f04a3-a118-4a29-a2ab-4ad1875833df" providerId="ADAL" clId="{AA25C45A-4A59-4F59-B0D6-1C5C4A50CAEE}" dt="2023-09-26T12:43:30.062" v="18" actId="47"/>
        <pc:sldMkLst>
          <pc:docMk/>
          <pc:sldMk cId="2546034010" sldId="673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2089815174" sldId="675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2533836362" sldId="676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2856535321" sldId="677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3459137336" sldId="678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2585830750" sldId="679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991023477" sldId="684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819359328" sldId="685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673630130" sldId="686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53987902" sldId="693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4096622523" sldId="694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731847639" sldId="695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524422304" sldId="696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127807878" sldId="696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485754618" sldId="697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530569587" sldId="697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812425465" sldId="698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416824480" sldId="699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598746054" sldId="700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793207652" sldId="708"/>
        </pc:sldMkLst>
      </pc:sldChg>
      <pc:sldChg chg="modSp add del mod">
        <pc:chgData name="陈军_工学院" userId="6f7f04a3-a118-4a29-a2ab-4ad1875833df" providerId="ADAL" clId="{AA25C45A-4A59-4F59-B0D6-1C5C4A50CAEE}" dt="2023-09-26T12:43:30.062" v="18" actId="47"/>
        <pc:sldMkLst>
          <pc:docMk/>
          <pc:sldMk cId="689652554" sldId="709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81781175" sldId="711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581204721" sldId="712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889269094" sldId="713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3008587246" sldId="714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991268302" sldId="715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778030290" sldId="716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697972058" sldId="717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533677170" sldId="718"/>
        </pc:sldMkLst>
      </pc:sldChg>
      <pc:sldChg chg="modSp add mod">
        <pc:chgData name="陈军_工学院" userId="6f7f04a3-a118-4a29-a2ab-4ad1875833df" providerId="ADAL" clId="{AA25C45A-4A59-4F59-B0D6-1C5C4A50CAEE}" dt="2023-09-26T13:01:09.523" v="31" actId="27636"/>
        <pc:sldMkLst>
          <pc:docMk/>
          <pc:sldMk cId="1134258417" sldId="719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810258252" sldId="719"/>
        </pc:sldMkLst>
      </pc:sldChg>
      <pc:sldChg chg="modSp add mod">
        <pc:chgData name="陈军_工学院" userId="6f7f04a3-a118-4a29-a2ab-4ad1875833df" providerId="ADAL" clId="{AA25C45A-4A59-4F59-B0D6-1C5C4A50CAEE}" dt="2023-09-26T13:01:09.532" v="33" actId="27636"/>
        <pc:sldMkLst>
          <pc:docMk/>
          <pc:sldMk cId="268880100" sldId="720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837725821" sldId="720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230957890" sldId="721"/>
        </pc:sldMkLst>
      </pc:sldChg>
      <pc:sldChg chg="modSp add mod">
        <pc:chgData name="陈军_工学院" userId="6f7f04a3-a118-4a29-a2ab-4ad1875833df" providerId="ADAL" clId="{AA25C45A-4A59-4F59-B0D6-1C5C4A50CAEE}" dt="2023-09-26T13:01:09.528" v="32" actId="27636"/>
        <pc:sldMkLst>
          <pc:docMk/>
          <pc:sldMk cId="762247412" sldId="721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352299129" sldId="722"/>
        </pc:sldMkLst>
      </pc:sldChg>
      <pc:sldChg chg="del">
        <pc:chgData name="陈军_工学院" userId="6f7f04a3-a118-4a29-a2ab-4ad1875833df" providerId="ADAL" clId="{AA25C45A-4A59-4F59-B0D6-1C5C4A50CAEE}" dt="2023-09-20T01:05:32.059" v="0" actId="47"/>
        <pc:sldMkLst>
          <pc:docMk/>
          <pc:sldMk cId="1646758926" sldId="722"/>
        </pc:sldMkLst>
      </pc:sldChg>
      <pc:sldChg chg="add del">
        <pc:chgData name="陈军_工学院" userId="6f7f04a3-a118-4a29-a2ab-4ad1875833df" providerId="ADAL" clId="{AA25C45A-4A59-4F59-B0D6-1C5C4A50CAEE}" dt="2023-09-26T12:43:30.062" v="18" actId="47"/>
        <pc:sldMkLst>
          <pc:docMk/>
          <pc:sldMk cId="2045125810" sldId="723"/>
        </pc:sldMkLst>
      </pc:sldChg>
      <pc:sldChg chg="add">
        <pc:chgData name="陈军_工学院" userId="6f7f04a3-a118-4a29-a2ab-4ad1875833df" providerId="ADAL" clId="{AA25C45A-4A59-4F59-B0D6-1C5C4A50CAEE}" dt="2023-09-26T13:02:52.056" v="37"/>
        <pc:sldMkLst>
          <pc:docMk/>
          <pc:sldMk cId="655219081" sldId="735"/>
        </pc:sldMkLst>
      </pc:sldChg>
      <pc:sldChg chg="add del">
        <pc:chgData name="陈军_工学院" userId="6f7f04a3-a118-4a29-a2ab-4ad1875833df" providerId="ADAL" clId="{AA25C45A-4A59-4F59-B0D6-1C5C4A50CAEE}" dt="2023-09-26T13:02:42.514" v="36" actId="2696"/>
        <pc:sldMkLst>
          <pc:docMk/>
          <pc:sldMk cId="3384736913" sldId="735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754787780" sldId="737"/>
        </pc:sldMkLst>
      </pc:sldChg>
      <pc:sldChg chg="modSp add mod">
        <pc:chgData name="陈军_工学院" userId="6f7f04a3-a118-4a29-a2ab-4ad1875833df" providerId="ADAL" clId="{AA25C45A-4A59-4F59-B0D6-1C5C4A50CAEE}" dt="2023-09-26T13:28:14.686" v="237"/>
        <pc:sldMkLst>
          <pc:docMk/>
          <pc:sldMk cId="2282684658" sldId="738"/>
        </pc:sldMkLst>
      </pc:sldChg>
      <pc:sldChg chg="modSp add mod">
        <pc:chgData name="陈军_工学院" userId="6f7f04a3-a118-4a29-a2ab-4ad1875833df" providerId="ADAL" clId="{AA25C45A-4A59-4F59-B0D6-1C5C4A50CAEE}" dt="2023-09-26T13:28:17.714" v="238"/>
        <pc:sldMkLst>
          <pc:docMk/>
          <pc:sldMk cId="2640387050" sldId="739"/>
        </pc:sldMkLst>
      </pc:sldChg>
      <pc:sldChg chg="add">
        <pc:chgData name="陈军_工学院" userId="6f7f04a3-a118-4a29-a2ab-4ad1875833df" providerId="ADAL" clId="{AA25C45A-4A59-4F59-B0D6-1C5C4A50CAEE}" dt="2023-09-26T12:42:26.961" v="2"/>
        <pc:sldMkLst>
          <pc:docMk/>
          <pc:sldMk cId="3267943201" sldId="763"/>
        </pc:sldMkLst>
      </pc:sldChg>
      <pc:sldChg chg="add del">
        <pc:chgData name="陈军_工学院" userId="6f7f04a3-a118-4a29-a2ab-4ad1875833df" providerId="ADAL" clId="{AA25C45A-4A59-4F59-B0D6-1C5C4A50CAEE}" dt="2023-09-26T13:03:10.451" v="38" actId="2696"/>
        <pc:sldMkLst>
          <pc:docMk/>
          <pc:sldMk cId="2711643487" sldId="764"/>
        </pc:sldMkLst>
      </pc:sldChg>
      <pc:sldChg chg="add del">
        <pc:chgData name="陈军_工学院" userId="6f7f04a3-a118-4a29-a2ab-4ad1875833df" providerId="ADAL" clId="{AA25C45A-4A59-4F59-B0D6-1C5C4A50CAEE}" dt="2023-09-26T13:15:28.935" v="87" actId="2696"/>
        <pc:sldMkLst>
          <pc:docMk/>
          <pc:sldMk cId="3400743938" sldId="764"/>
        </pc:sldMkLst>
      </pc:sldChg>
      <pc:sldChg chg="add">
        <pc:chgData name="陈军_工学院" userId="6f7f04a3-a118-4a29-a2ab-4ad1875833df" providerId="ADAL" clId="{AA25C45A-4A59-4F59-B0D6-1C5C4A50CAEE}" dt="2023-09-26T13:15:34.560" v="88"/>
        <pc:sldMkLst>
          <pc:docMk/>
          <pc:sldMk cId="3421830220" sldId="764"/>
        </pc:sldMkLst>
      </pc:sldChg>
      <pc:sldChg chg="add del">
        <pc:chgData name="陈军_工学院" userId="6f7f04a3-a118-4a29-a2ab-4ad1875833df" providerId="ADAL" clId="{AA25C45A-4A59-4F59-B0D6-1C5C4A50CAEE}" dt="2023-09-26T13:03:10.451" v="38" actId="2696"/>
        <pc:sldMkLst>
          <pc:docMk/>
          <pc:sldMk cId="43271573" sldId="765"/>
        </pc:sldMkLst>
      </pc:sldChg>
      <pc:sldChg chg="add">
        <pc:chgData name="陈军_工学院" userId="6f7f04a3-a118-4a29-a2ab-4ad1875833df" providerId="ADAL" clId="{AA25C45A-4A59-4F59-B0D6-1C5C4A50CAEE}" dt="2023-09-26T13:15:34.560" v="88"/>
        <pc:sldMkLst>
          <pc:docMk/>
          <pc:sldMk cId="926680072" sldId="765"/>
        </pc:sldMkLst>
      </pc:sldChg>
      <pc:sldChg chg="add del">
        <pc:chgData name="陈军_工学院" userId="6f7f04a3-a118-4a29-a2ab-4ad1875833df" providerId="ADAL" clId="{AA25C45A-4A59-4F59-B0D6-1C5C4A50CAEE}" dt="2023-09-26T13:15:28.935" v="87" actId="2696"/>
        <pc:sldMkLst>
          <pc:docMk/>
          <pc:sldMk cId="1852616840" sldId="765"/>
        </pc:sldMkLst>
      </pc:sldChg>
      <pc:sldChg chg="add del">
        <pc:chgData name="陈军_工学院" userId="6f7f04a3-a118-4a29-a2ab-4ad1875833df" providerId="ADAL" clId="{AA25C45A-4A59-4F59-B0D6-1C5C4A50CAEE}" dt="2023-09-26T13:15:28.935" v="87" actId="2696"/>
        <pc:sldMkLst>
          <pc:docMk/>
          <pc:sldMk cId="145409278" sldId="766"/>
        </pc:sldMkLst>
      </pc:sldChg>
      <pc:sldChg chg="add del">
        <pc:chgData name="陈军_工学院" userId="6f7f04a3-a118-4a29-a2ab-4ad1875833df" providerId="ADAL" clId="{AA25C45A-4A59-4F59-B0D6-1C5C4A50CAEE}" dt="2023-09-26T13:03:10.451" v="38" actId="2696"/>
        <pc:sldMkLst>
          <pc:docMk/>
          <pc:sldMk cId="1633725425" sldId="766"/>
        </pc:sldMkLst>
      </pc:sldChg>
      <pc:sldChg chg="add">
        <pc:chgData name="陈军_工学院" userId="6f7f04a3-a118-4a29-a2ab-4ad1875833df" providerId="ADAL" clId="{AA25C45A-4A59-4F59-B0D6-1C5C4A50CAEE}" dt="2023-09-26T13:15:34.560" v="88"/>
        <pc:sldMkLst>
          <pc:docMk/>
          <pc:sldMk cId="2203309295" sldId="766"/>
        </pc:sldMkLst>
      </pc:sldChg>
      <pc:sldChg chg="add del">
        <pc:chgData name="陈军_工学院" userId="6f7f04a3-a118-4a29-a2ab-4ad1875833df" providerId="ADAL" clId="{AA25C45A-4A59-4F59-B0D6-1C5C4A50CAEE}" dt="2023-09-26T13:03:10.451" v="38" actId="2696"/>
        <pc:sldMkLst>
          <pc:docMk/>
          <pc:sldMk cId="1056288662" sldId="767"/>
        </pc:sldMkLst>
      </pc:sldChg>
      <pc:sldChg chg="add">
        <pc:chgData name="陈军_工学院" userId="6f7f04a3-a118-4a29-a2ab-4ad1875833df" providerId="ADAL" clId="{AA25C45A-4A59-4F59-B0D6-1C5C4A50CAEE}" dt="2023-09-26T13:15:34.560" v="88"/>
        <pc:sldMkLst>
          <pc:docMk/>
          <pc:sldMk cId="3438224807" sldId="767"/>
        </pc:sldMkLst>
      </pc:sldChg>
      <pc:sldChg chg="add del">
        <pc:chgData name="陈军_工学院" userId="6f7f04a3-a118-4a29-a2ab-4ad1875833df" providerId="ADAL" clId="{AA25C45A-4A59-4F59-B0D6-1C5C4A50CAEE}" dt="2023-09-26T13:15:28.935" v="87" actId="2696"/>
        <pc:sldMkLst>
          <pc:docMk/>
          <pc:sldMk cId="4092082392" sldId="767"/>
        </pc:sldMkLst>
      </pc:sldChg>
      <pc:sldChg chg="add">
        <pc:chgData name="陈军_工学院" userId="6f7f04a3-a118-4a29-a2ab-4ad1875833df" providerId="ADAL" clId="{AA25C45A-4A59-4F59-B0D6-1C5C4A50CAEE}" dt="2023-09-26T13:15:34.560" v="88"/>
        <pc:sldMkLst>
          <pc:docMk/>
          <pc:sldMk cId="2069240976" sldId="768"/>
        </pc:sldMkLst>
      </pc:sldChg>
      <pc:sldChg chg="add del">
        <pc:chgData name="陈军_工学院" userId="6f7f04a3-a118-4a29-a2ab-4ad1875833df" providerId="ADAL" clId="{AA25C45A-4A59-4F59-B0D6-1C5C4A50CAEE}" dt="2023-09-26T13:03:10.451" v="38" actId="2696"/>
        <pc:sldMkLst>
          <pc:docMk/>
          <pc:sldMk cId="2080062991" sldId="768"/>
        </pc:sldMkLst>
      </pc:sldChg>
      <pc:sldChg chg="add del">
        <pc:chgData name="陈军_工学院" userId="6f7f04a3-a118-4a29-a2ab-4ad1875833df" providerId="ADAL" clId="{AA25C45A-4A59-4F59-B0D6-1C5C4A50CAEE}" dt="2023-09-26T13:15:28.935" v="87" actId="2696"/>
        <pc:sldMkLst>
          <pc:docMk/>
          <pc:sldMk cId="4234185227" sldId="768"/>
        </pc:sldMkLst>
      </pc:sldChg>
      <pc:sldChg chg="add del">
        <pc:chgData name="陈军_工学院" userId="6f7f04a3-a118-4a29-a2ab-4ad1875833df" providerId="ADAL" clId="{AA25C45A-4A59-4F59-B0D6-1C5C4A50CAEE}" dt="2023-09-26T13:01:09.477" v="30" actId="47"/>
        <pc:sldMkLst>
          <pc:docMk/>
          <pc:sldMk cId="2028240096" sldId="769"/>
        </pc:sldMkLst>
      </pc:sldChg>
      <pc:sldChg chg="add">
        <pc:chgData name="陈军_工学院" userId="6f7f04a3-a118-4a29-a2ab-4ad1875833df" providerId="ADAL" clId="{AA25C45A-4A59-4F59-B0D6-1C5C4A50CAEE}" dt="2023-09-26T13:02:52.056" v="37"/>
        <pc:sldMkLst>
          <pc:docMk/>
          <pc:sldMk cId="1799477509" sldId="770"/>
        </pc:sldMkLst>
      </pc:sldChg>
      <pc:sldChg chg="modSp add del mod">
        <pc:chgData name="陈军_工学院" userId="6f7f04a3-a118-4a29-a2ab-4ad1875833df" providerId="ADAL" clId="{AA25C45A-4A59-4F59-B0D6-1C5C4A50CAEE}" dt="2023-09-26T13:02:42.514" v="36" actId="2696"/>
        <pc:sldMkLst>
          <pc:docMk/>
          <pc:sldMk cId="2319940496" sldId="770"/>
        </pc:sldMkLst>
      </pc:sldChg>
      <pc:sldChg chg="add del">
        <pc:chgData name="陈军_工学院" userId="6f7f04a3-a118-4a29-a2ab-4ad1875833df" providerId="ADAL" clId="{AA25C45A-4A59-4F59-B0D6-1C5C4A50CAEE}" dt="2023-09-26T13:02:42.514" v="36" actId="2696"/>
        <pc:sldMkLst>
          <pc:docMk/>
          <pc:sldMk cId="1488192552" sldId="771"/>
        </pc:sldMkLst>
      </pc:sldChg>
      <pc:sldChg chg="add">
        <pc:chgData name="陈军_工学院" userId="6f7f04a3-a118-4a29-a2ab-4ad1875833df" providerId="ADAL" clId="{AA25C45A-4A59-4F59-B0D6-1C5C4A50CAEE}" dt="2023-09-26T13:02:52.056" v="37"/>
        <pc:sldMkLst>
          <pc:docMk/>
          <pc:sldMk cId="4251733504" sldId="771"/>
        </pc:sldMkLst>
      </pc:sldChg>
      <pc:sldChg chg="add del">
        <pc:chgData name="陈军_工学院" userId="6f7f04a3-a118-4a29-a2ab-4ad1875833df" providerId="ADAL" clId="{AA25C45A-4A59-4F59-B0D6-1C5C4A50CAEE}" dt="2023-09-26T13:02:42.514" v="36" actId="2696"/>
        <pc:sldMkLst>
          <pc:docMk/>
          <pc:sldMk cId="597675761" sldId="772"/>
        </pc:sldMkLst>
      </pc:sldChg>
      <pc:sldChg chg="add">
        <pc:chgData name="陈军_工学院" userId="6f7f04a3-a118-4a29-a2ab-4ad1875833df" providerId="ADAL" clId="{AA25C45A-4A59-4F59-B0D6-1C5C4A50CAEE}" dt="2023-09-26T13:02:52.056" v="37"/>
        <pc:sldMkLst>
          <pc:docMk/>
          <pc:sldMk cId="991826294" sldId="772"/>
        </pc:sldMkLst>
      </pc:sldChg>
      <pc:sldChg chg="add">
        <pc:chgData name="陈军_工学院" userId="6f7f04a3-a118-4a29-a2ab-4ad1875833df" providerId="ADAL" clId="{AA25C45A-4A59-4F59-B0D6-1C5C4A50CAEE}" dt="2023-09-26T13:02:52.056" v="37"/>
        <pc:sldMkLst>
          <pc:docMk/>
          <pc:sldMk cId="2692263962" sldId="773"/>
        </pc:sldMkLst>
      </pc:sldChg>
      <pc:sldChg chg="add del">
        <pc:chgData name="陈军_工学院" userId="6f7f04a3-a118-4a29-a2ab-4ad1875833df" providerId="ADAL" clId="{AA25C45A-4A59-4F59-B0D6-1C5C4A50CAEE}" dt="2023-09-26T13:02:42.514" v="36" actId="2696"/>
        <pc:sldMkLst>
          <pc:docMk/>
          <pc:sldMk cId="3631328192" sldId="773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4266608794" sldId="774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4251382234" sldId="775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756953271" sldId="776"/>
        </pc:sldMkLst>
      </pc:sldChg>
      <pc:sldChg chg="modSp add mod">
        <pc:chgData name="陈军_工学院" userId="6f7f04a3-a118-4a29-a2ab-4ad1875833df" providerId="ADAL" clId="{AA25C45A-4A59-4F59-B0D6-1C5C4A50CAEE}" dt="2023-09-26T13:23:13.706" v="203" actId="404"/>
        <pc:sldMkLst>
          <pc:docMk/>
          <pc:sldMk cId="1852057072" sldId="777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115487452" sldId="778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088650064" sldId="779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973745697" sldId="780"/>
        </pc:sldMkLst>
      </pc:sldChg>
      <pc:sldChg chg="modSp add mod">
        <pc:chgData name="陈军_工学院" userId="6f7f04a3-a118-4a29-a2ab-4ad1875833df" providerId="ADAL" clId="{AA25C45A-4A59-4F59-B0D6-1C5C4A50CAEE}" dt="2023-09-26T13:24:40.026" v="213" actId="20577"/>
        <pc:sldMkLst>
          <pc:docMk/>
          <pc:sldMk cId="1825295872" sldId="781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895920730" sldId="782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246208747" sldId="783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938272052" sldId="784"/>
        </pc:sldMkLst>
      </pc:sldChg>
      <pc:sldChg chg="modSp add mod">
        <pc:chgData name="陈军_工学院" userId="6f7f04a3-a118-4a29-a2ab-4ad1875833df" providerId="ADAL" clId="{AA25C45A-4A59-4F59-B0D6-1C5C4A50CAEE}" dt="2023-09-26T13:24:10.482" v="206" actId="207"/>
        <pc:sldMkLst>
          <pc:docMk/>
          <pc:sldMk cId="2134878102" sldId="785"/>
        </pc:sldMkLst>
      </pc:sldChg>
      <pc:sldChg chg="modSp add mod">
        <pc:chgData name="陈军_工学院" userId="6f7f04a3-a118-4a29-a2ab-4ad1875833df" providerId="ADAL" clId="{AA25C45A-4A59-4F59-B0D6-1C5C4A50CAEE}" dt="2023-09-26T13:24:32.778" v="212" actId="207"/>
        <pc:sldMkLst>
          <pc:docMk/>
          <pc:sldMk cId="771236754" sldId="786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220668287" sldId="787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454289178" sldId="788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88260123" sldId="789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4152406314" sldId="790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724410038" sldId="791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527977269" sldId="792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639982103" sldId="793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038502752" sldId="794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908878896" sldId="795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836317816" sldId="796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028883105" sldId="797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2578246637" sldId="798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433079570" sldId="799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233959089" sldId="800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054911293" sldId="801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072495444" sldId="802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62791615" sldId="803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921102103" sldId="804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970899577" sldId="805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3312321691" sldId="806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273524439" sldId="807"/>
        </pc:sldMkLst>
      </pc:sldChg>
      <pc:sldChg chg="add">
        <pc:chgData name="陈军_工学院" userId="6f7f04a3-a118-4a29-a2ab-4ad1875833df" providerId="ADAL" clId="{AA25C45A-4A59-4F59-B0D6-1C5C4A50CAEE}" dt="2023-09-26T13:00:37.819" v="29"/>
        <pc:sldMkLst>
          <pc:docMk/>
          <pc:sldMk cId="1649544519" sldId="808"/>
        </pc:sldMkLst>
      </pc:sldChg>
      <pc:sldChg chg="new">
        <pc:chgData name="陈军_工学院" userId="6f7f04a3-a118-4a29-a2ab-4ad1875833df" providerId="ADAL" clId="{AA25C45A-4A59-4F59-B0D6-1C5C4A50CAEE}" dt="2023-09-26T13:15:16.941" v="86" actId="680"/>
        <pc:sldMkLst>
          <pc:docMk/>
          <pc:sldMk cId="398754272" sldId="809"/>
        </pc:sldMkLst>
      </pc:sldChg>
      <pc:sldMasterChg chg="delSldLayout">
        <pc:chgData name="陈军_工学院" userId="6f7f04a3-a118-4a29-a2ab-4ad1875833df" providerId="ADAL" clId="{AA25C45A-4A59-4F59-B0D6-1C5C4A50CAEE}" dt="2023-09-26T12:42:07.359" v="1" actId="47"/>
        <pc:sldMasterMkLst>
          <pc:docMk/>
          <pc:sldMasterMk cId="3207465171" sldId="2147483686"/>
        </pc:sldMasterMkLst>
        <pc:sldLayoutChg chg="del">
          <pc:chgData name="陈军_工学院" userId="6f7f04a3-a118-4a29-a2ab-4ad1875833df" providerId="ADAL" clId="{AA25C45A-4A59-4F59-B0D6-1C5C4A50CAEE}" dt="2023-09-20T01:05:32.059" v="0" actId="47"/>
          <pc:sldLayoutMkLst>
            <pc:docMk/>
            <pc:sldMasterMk cId="3207465171" sldId="2147483686"/>
            <pc:sldLayoutMk cId="2177229420" sldId="2147483700"/>
          </pc:sldLayoutMkLst>
        </pc:sldLayoutChg>
        <pc:sldLayoutChg chg="del">
          <pc:chgData name="陈军_工学院" userId="6f7f04a3-a118-4a29-a2ab-4ad1875833df" providerId="ADAL" clId="{AA25C45A-4A59-4F59-B0D6-1C5C4A50CAEE}" dt="2023-09-26T12:42:07.359" v="1" actId="47"/>
          <pc:sldLayoutMkLst>
            <pc:docMk/>
            <pc:sldMasterMk cId="3207465171" sldId="2147483686"/>
            <pc:sldLayoutMk cId="522469233" sldId="2147483702"/>
          </pc:sldLayoutMkLst>
        </pc:sldLayoutChg>
      </pc:sldMasterChg>
    </pc:docChg>
  </pc:docChgLst>
  <pc:docChgLst>
    <pc:chgData name="陈军_工学院" userId="6f7f04a3-a118-4a29-a2ab-4ad1875833df" providerId="ADAL" clId="{5704655F-1DC6-5A1D-BC81-F4DA7804E592}"/>
    <pc:docChg chg="custSel delSld modSld sldOrd">
      <pc:chgData name="陈军_工学院" userId="6f7f04a3-a118-4a29-a2ab-4ad1875833df" providerId="ADAL" clId="{5704655F-1DC6-5A1D-BC81-F4DA7804E592}" dt="2025-09-22T14:04:24.197" v="260" actId="1076"/>
      <pc:docMkLst>
        <pc:docMk/>
      </pc:docMkLst>
      <pc:sldChg chg="delSp">
        <pc:chgData name="陈军_工学院" userId="6f7f04a3-a118-4a29-a2ab-4ad1875833df" providerId="ADAL" clId="{5704655F-1DC6-5A1D-BC81-F4DA7804E592}" dt="2025-09-22T02:29:57.254" v="248"/>
        <pc:sldMkLst>
          <pc:docMk/>
          <pc:sldMk cId="0" sldId="262"/>
        </pc:sldMkLst>
        <pc:spChg chg="del">
          <ac:chgData name="陈军_工学院" userId="6f7f04a3-a118-4a29-a2ab-4ad1875833df" providerId="ADAL" clId="{5704655F-1DC6-5A1D-BC81-F4DA7804E592}" dt="2025-09-22T02:29:57.254" v="248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陈军_工学院" userId="6f7f04a3-a118-4a29-a2ab-4ad1875833df" providerId="ADAL" clId="{5704655F-1DC6-5A1D-BC81-F4DA7804E592}" dt="2025-09-22T02:27:39.812" v="247" actId="1076"/>
        <pc:sldMkLst>
          <pc:docMk/>
          <pc:sldMk cId="1000708344" sldId="367"/>
        </pc:sldMkLst>
        <pc:spChg chg="mod">
          <ac:chgData name="陈军_工学院" userId="6f7f04a3-a118-4a29-a2ab-4ad1875833df" providerId="ADAL" clId="{5704655F-1DC6-5A1D-BC81-F4DA7804E592}" dt="2025-09-22T02:27:39.812" v="247" actId="1076"/>
          <ac:spMkLst>
            <pc:docMk/>
            <pc:sldMk cId="1000708344" sldId="367"/>
            <ac:spMk id="9" creationId="{2E8C966C-149C-46C8-48D7-4354FFE1F323}"/>
          </ac:spMkLst>
        </pc:spChg>
      </pc:sldChg>
      <pc:sldChg chg="modSp">
        <pc:chgData name="陈军_工学院" userId="6f7f04a3-a118-4a29-a2ab-4ad1875833df" providerId="ADAL" clId="{5704655F-1DC6-5A1D-BC81-F4DA7804E592}" dt="2025-09-22T02:11:10.974" v="17" actId="14100"/>
        <pc:sldMkLst>
          <pc:docMk/>
          <pc:sldMk cId="794371605" sldId="375"/>
        </pc:sldMkLst>
        <pc:spChg chg="mod">
          <ac:chgData name="陈军_工学院" userId="6f7f04a3-a118-4a29-a2ab-4ad1875833df" providerId="ADAL" clId="{5704655F-1DC6-5A1D-BC81-F4DA7804E592}" dt="2025-09-22T02:11:10.974" v="17" actId="14100"/>
          <ac:spMkLst>
            <pc:docMk/>
            <pc:sldMk cId="794371605" sldId="375"/>
            <ac:spMk id="89260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02:10:48.740" v="16" actId="1076"/>
          <ac:spMkLst>
            <pc:docMk/>
            <pc:sldMk cId="794371605" sldId="375"/>
            <ac:spMk id="89262" creationId="{00000000-0000-0000-0000-000000000000}"/>
          </ac:spMkLst>
        </pc:spChg>
      </pc:sldChg>
      <pc:sldChg chg="del">
        <pc:chgData name="陈军_工学院" userId="6f7f04a3-a118-4a29-a2ab-4ad1875833df" providerId="ADAL" clId="{5704655F-1DC6-5A1D-BC81-F4DA7804E592}" dt="2025-09-22T02:12:14.855" v="18" actId="2696"/>
        <pc:sldMkLst>
          <pc:docMk/>
          <pc:sldMk cId="97731836" sldId="376"/>
        </pc:sldMkLst>
      </pc:sldChg>
      <pc:sldChg chg="del">
        <pc:chgData name="陈军_工学院" userId="6f7f04a3-a118-4a29-a2ab-4ad1875833df" providerId="ADAL" clId="{5704655F-1DC6-5A1D-BC81-F4DA7804E592}" dt="2025-09-22T02:12:37.450" v="23" actId="2696"/>
        <pc:sldMkLst>
          <pc:docMk/>
          <pc:sldMk cId="1901461344" sldId="377"/>
        </pc:sldMkLst>
      </pc:sldChg>
      <pc:sldChg chg="del">
        <pc:chgData name="陈军_工学院" userId="6f7f04a3-a118-4a29-a2ab-4ad1875833df" providerId="ADAL" clId="{5704655F-1DC6-5A1D-BC81-F4DA7804E592}" dt="2025-09-22T14:03:00.791" v="249" actId="2696"/>
        <pc:sldMkLst>
          <pc:docMk/>
          <pc:sldMk cId="1509374006" sldId="596"/>
        </pc:sldMkLst>
      </pc:sldChg>
      <pc:sldChg chg="del">
        <pc:chgData name="陈军_工学院" userId="6f7f04a3-a118-4a29-a2ab-4ad1875833df" providerId="ADAL" clId="{5704655F-1DC6-5A1D-BC81-F4DA7804E592}" dt="2025-09-22T14:03:00.791" v="249" actId="2696"/>
        <pc:sldMkLst>
          <pc:docMk/>
          <pc:sldMk cId="1972080478" sldId="597"/>
        </pc:sldMkLst>
      </pc:sldChg>
      <pc:sldChg chg="del">
        <pc:chgData name="陈军_工学院" userId="6f7f04a3-a118-4a29-a2ab-4ad1875833df" providerId="ADAL" clId="{5704655F-1DC6-5A1D-BC81-F4DA7804E592}" dt="2025-09-22T14:03:00.791" v="249" actId="2696"/>
        <pc:sldMkLst>
          <pc:docMk/>
          <pc:sldMk cId="493985948" sldId="598"/>
        </pc:sldMkLst>
      </pc:sldChg>
      <pc:sldChg chg="modSp del mod">
        <pc:chgData name="陈军_工学院" userId="6f7f04a3-a118-4a29-a2ab-4ad1875833df" providerId="ADAL" clId="{5704655F-1DC6-5A1D-BC81-F4DA7804E592}" dt="2025-09-22T14:03:00.791" v="249" actId="2696"/>
        <pc:sldMkLst>
          <pc:docMk/>
          <pc:sldMk cId="250048734" sldId="599"/>
        </pc:sldMkLst>
        <pc:spChg chg="mod">
          <ac:chgData name="陈军_工学院" userId="6f7f04a3-a118-4a29-a2ab-4ad1875833df" providerId="ADAL" clId="{5704655F-1DC6-5A1D-BC81-F4DA7804E592}" dt="2025-09-21T13:03:50.956" v="2" actId="1076"/>
          <ac:spMkLst>
            <pc:docMk/>
            <pc:sldMk cId="250048734" sldId="599"/>
            <ac:spMk id="2" creationId="{69F41A06-1030-4869-823F-2F4D779374BB}"/>
          </ac:spMkLst>
        </pc:spChg>
      </pc:sldChg>
      <pc:sldChg chg="del">
        <pc:chgData name="陈军_工学院" userId="6f7f04a3-a118-4a29-a2ab-4ad1875833df" providerId="ADAL" clId="{5704655F-1DC6-5A1D-BC81-F4DA7804E592}" dt="2025-09-22T14:03:00.791" v="249" actId="2696"/>
        <pc:sldMkLst>
          <pc:docMk/>
          <pc:sldMk cId="2091058806" sldId="600"/>
        </pc:sldMkLst>
      </pc:sldChg>
      <pc:sldChg chg="modSp del mod">
        <pc:chgData name="陈军_工学院" userId="6f7f04a3-a118-4a29-a2ab-4ad1875833df" providerId="ADAL" clId="{5704655F-1DC6-5A1D-BC81-F4DA7804E592}" dt="2025-09-22T14:03:00.791" v="249" actId="2696"/>
        <pc:sldMkLst>
          <pc:docMk/>
          <pc:sldMk cId="855469287" sldId="601"/>
        </pc:sldMkLst>
        <pc:spChg chg="mod">
          <ac:chgData name="陈军_工学院" userId="6f7f04a3-a118-4a29-a2ab-4ad1875833df" providerId="ADAL" clId="{5704655F-1DC6-5A1D-BC81-F4DA7804E592}" dt="2025-09-22T02:21:07.574" v="41" actId="20577"/>
          <ac:spMkLst>
            <pc:docMk/>
            <pc:sldMk cId="855469287" sldId="601"/>
            <ac:spMk id="38" creationId="{E52C1673-26B3-A4C6-09AD-D774D3A92B0E}"/>
          </ac:spMkLst>
        </pc:spChg>
      </pc:sldChg>
      <pc:sldChg chg="addSp modSp mod modAnim">
        <pc:chgData name="陈军_工学院" userId="6f7f04a3-a118-4a29-a2ab-4ad1875833df" providerId="ADAL" clId="{5704655F-1DC6-5A1D-BC81-F4DA7804E592}" dt="2025-09-22T14:04:24.197" v="260" actId="1076"/>
        <pc:sldMkLst>
          <pc:docMk/>
          <pc:sldMk cId="234550262" sldId="654"/>
        </pc:sldMkLst>
        <pc:spChg chg="add mod">
          <ac:chgData name="陈军_工学院" userId="6f7f04a3-a118-4a29-a2ab-4ad1875833df" providerId="ADAL" clId="{5704655F-1DC6-5A1D-BC81-F4DA7804E592}" dt="2025-09-22T02:29:57.254" v="248"/>
          <ac:spMkLst>
            <pc:docMk/>
            <pc:sldMk cId="234550262" sldId="654"/>
            <ac:spMk id="5" creationId="{AC457E96-34E5-CA51-3CF7-B6D8658252D5}"/>
          </ac:spMkLst>
        </pc:spChg>
        <pc:spChg chg="add mod">
          <ac:chgData name="陈军_工学院" userId="6f7f04a3-a118-4a29-a2ab-4ad1875833df" providerId="ADAL" clId="{5704655F-1DC6-5A1D-BC81-F4DA7804E592}" dt="2025-09-22T02:29:57.254" v="248"/>
          <ac:spMkLst>
            <pc:docMk/>
            <pc:sldMk cId="234550262" sldId="654"/>
            <ac:spMk id="6" creationId="{A5AA0670-CE1F-40A6-FADF-9558F806BBFA}"/>
          </ac:spMkLst>
        </pc:spChg>
        <pc:spChg chg="add mod">
          <ac:chgData name="陈军_工学院" userId="6f7f04a3-a118-4a29-a2ab-4ad1875833df" providerId="ADAL" clId="{5704655F-1DC6-5A1D-BC81-F4DA7804E592}" dt="2025-09-22T02:29:57.254" v="248"/>
          <ac:spMkLst>
            <pc:docMk/>
            <pc:sldMk cId="234550262" sldId="654"/>
            <ac:spMk id="7" creationId="{55CB7299-F1F3-5907-3B32-5519CC23DF7D}"/>
          </ac:spMkLst>
        </pc:spChg>
        <pc:spChg chg="mod">
          <ac:chgData name="陈军_工学院" userId="6f7f04a3-a118-4a29-a2ab-4ad1875833df" providerId="ADAL" clId="{5704655F-1DC6-5A1D-BC81-F4DA7804E592}" dt="2025-09-22T14:04:24.197" v="260" actId="1076"/>
          <ac:spMkLst>
            <pc:docMk/>
            <pc:sldMk cId="234550262" sldId="654"/>
            <ac:spMk id="51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485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8.450" v="259" actId="1076"/>
          <ac:spMkLst>
            <pc:docMk/>
            <pc:sldMk cId="234550262" sldId="654"/>
            <ac:spMk id="20488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494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05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08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13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16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18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25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32" creationId="{00000000-0000-0000-0000-000000000000}"/>
          </ac:spMkLst>
        </pc:spChg>
        <pc:spChg chg="mod">
          <ac:chgData name="陈军_工学院" userId="6f7f04a3-a118-4a29-a2ab-4ad1875833df" providerId="ADAL" clId="{5704655F-1DC6-5A1D-BC81-F4DA7804E592}" dt="2025-09-22T14:04:13.755" v="258" actId="1076"/>
          <ac:spMkLst>
            <pc:docMk/>
            <pc:sldMk cId="234550262" sldId="654"/>
            <ac:spMk id="20533" creationId="{00000000-0000-0000-0000-000000000000}"/>
          </ac:spMkLst>
        </pc:spChg>
        <pc:picChg chg="mod">
          <ac:chgData name="陈军_工学院" userId="6f7f04a3-a118-4a29-a2ab-4ad1875833df" providerId="ADAL" clId="{5704655F-1DC6-5A1D-BC81-F4DA7804E592}" dt="2025-09-22T14:04:05.363" v="257" actId="1076"/>
          <ac:picMkLst>
            <pc:docMk/>
            <pc:sldMk cId="234550262" sldId="654"/>
            <ac:picMk id="3" creationId="{FAA35F30-527F-73CE-400F-188EF7EF704F}"/>
          </ac:picMkLst>
        </pc:picChg>
      </pc:sldChg>
      <pc:sldChg chg="modSp mod">
        <pc:chgData name="陈军_工学院" userId="6f7f04a3-a118-4a29-a2ab-4ad1875833df" providerId="ADAL" clId="{5704655F-1DC6-5A1D-BC81-F4DA7804E592}" dt="2025-09-22T02:19:57.068" v="38" actId="1076"/>
        <pc:sldMkLst>
          <pc:docMk/>
          <pc:sldMk cId="2603168659" sldId="657"/>
        </pc:sldMkLst>
        <pc:spChg chg="mod">
          <ac:chgData name="陈军_工学院" userId="6f7f04a3-a118-4a29-a2ab-4ad1875833df" providerId="ADAL" clId="{5704655F-1DC6-5A1D-BC81-F4DA7804E592}" dt="2025-09-22T02:19:57.068" v="38" actId="1076"/>
          <ac:spMkLst>
            <pc:docMk/>
            <pc:sldMk cId="2603168659" sldId="657"/>
            <ac:spMk id="22530" creationId="{00000000-0000-0000-0000-000000000000}"/>
          </ac:spMkLst>
        </pc:spChg>
      </pc:sldChg>
      <pc:sldChg chg="modSp mod">
        <pc:chgData name="陈军_工学院" userId="6f7f04a3-a118-4a29-a2ab-4ad1875833df" providerId="ADAL" clId="{5704655F-1DC6-5A1D-BC81-F4DA7804E592}" dt="2025-09-22T02:19:47.773" v="37" actId="20577"/>
        <pc:sldMkLst>
          <pc:docMk/>
          <pc:sldMk cId="3544726657" sldId="658"/>
        </pc:sldMkLst>
        <pc:spChg chg="mod">
          <ac:chgData name="陈军_工学院" userId="6f7f04a3-a118-4a29-a2ab-4ad1875833df" providerId="ADAL" clId="{5704655F-1DC6-5A1D-BC81-F4DA7804E592}" dt="2025-09-22T02:19:47.773" v="37" actId="20577"/>
          <ac:spMkLst>
            <pc:docMk/>
            <pc:sldMk cId="3544726657" sldId="658"/>
            <ac:spMk id="23554" creationId="{00000000-0000-0000-0000-000000000000}"/>
          </ac:spMkLst>
        </pc:spChg>
      </pc:sldChg>
      <pc:sldChg chg="addSp modSp mod">
        <pc:chgData name="陈军_工学院" userId="6f7f04a3-a118-4a29-a2ab-4ad1875833df" providerId="ADAL" clId="{5704655F-1DC6-5A1D-BC81-F4DA7804E592}" dt="2025-09-22T02:27:14.246" v="244" actId="20577"/>
        <pc:sldMkLst>
          <pc:docMk/>
          <pc:sldMk cId="2480165577" sldId="724"/>
        </pc:sldMkLst>
        <pc:spChg chg="mod">
          <ac:chgData name="陈军_工学院" userId="6f7f04a3-a118-4a29-a2ab-4ad1875833df" providerId="ADAL" clId="{5704655F-1DC6-5A1D-BC81-F4DA7804E592}" dt="2025-09-22T02:27:14.246" v="244" actId="20577"/>
          <ac:spMkLst>
            <pc:docMk/>
            <pc:sldMk cId="2480165577" sldId="724"/>
            <ac:spMk id="2" creationId="{00000000-0000-0000-0000-000000000000}"/>
          </ac:spMkLst>
        </pc:spChg>
        <pc:spChg chg="add mod">
          <ac:chgData name="陈军_工学院" userId="6f7f04a3-a118-4a29-a2ab-4ad1875833df" providerId="ADAL" clId="{5704655F-1DC6-5A1D-BC81-F4DA7804E592}" dt="2025-09-22T02:24:54.837" v="236" actId="1076"/>
          <ac:spMkLst>
            <pc:docMk/>
            <pc:sldMk cId="2480165577" sldId="724"/>
            <ac:spMk id="8" creationId="{7CDB3E70-F52F-6A2A-6ED8-146CD8FAB6AC}"/>
          </ac:spMkLst>
        </pc:spChg>
      </pc:sldChg>
      <pc:sldChg chg="modSp">
        <pc:chgData name="陈军_工学院" userId="6f7f04a3-a118-4a29-a2ab-4ad1875833df" providerId="ADAL" clId="{5704655F-1DC6-5A1D-BC81-F4DA7804E592}" dt="2025-09-22T02:07:48.122" v="12" actId="1076"/>
        <pc:sldMkLst>
          <pc:docMk/>
          <pc:sldMk cId="2778257224" sldId="727"/>
        </pc:sldMkLst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6" creationId="{8F3E895C-5A53-429E-1343-B7618529F585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9" creationId="{23183B17-F069-307C-D66E-12D3153E59C2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12" creationId="{298AEE35-5EE3-45AE-8CEE-E08D250C2D24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18" creationId="{F90CA4C9-ED8F-6072-7AEC-B5A20FC16355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22" creationId="{4F14F0D9-D18C-A2FD-CD43-426B7655DDC7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25" creationId="{72E7FE8C-7B5F-0CBA-95C4-B282AF820B06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28" creationId="{83B34977-3579-E822-E00E-F15A0441B247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32" creationId="{A85C04DD-493B-B00A-9BD7-B28FE9ED2163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35" creationId="{733F8943-8CAE-1909-A5EC-0F6AD64C2299}"/>
          </ac:spMkLst>
        </pc:spChg>
        <pc:spChg chg="mod">
          <ac:chgData name="陈军_工学院" userId="6f7f04a3-a118-4a29-a2ab-4ad1875833df" providerId="ADAL" clId="{5704655F-1DC6-5A1D-BC81-F4DA7804E592}" dt="2025-09-22T02:07:48.122" v="12" actId="1076"/>
          <ac:spMkLst>
            <pc:docMk/>
            <pc:sldMk cId="2778257224" sldId="727"/>
            <ac:spMk id="38" creationId="{E6DF44CF-40B1-588E-299D-63FA11509F08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48" creationId="{E6807C16-DD71-AB22-13A8-B3305972EA0D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49" creationId="{85F8D384-1F3D-FE2E-369C-F9E5473663D7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51" creationId="{5B0D3465-242E-28EE-9FFD-347754025F1A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52" creationId="{16ADDB85-F671-EB6D-8427-5028D5F576B0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61" creationId="{C9755A28-FE25-BDF0-B1D0-E65330D0732E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62" creationId="{515C433F-F935-2F38-30F2-90D37E45904A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63" creationId="{B13B5E6F-AA4D-9B15-0460-D90E857B2435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64" creationId="{EA3153DD-C4DB-4DCB-C1E7-C3B067A810A6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65" creationId="{C752F9D9-C2D1-1D0D-5AA8-06CA40431DF8}"/>
          </ac:spMkLst>
        </pc:spChg>
        <pc:spChg chg="mod">
          <ac:chgData name="陈军_工学院" userId="6f7f04a3-a118-4a29-a2ab-4ad1875833df" providerId="ADAL" clId="{5704655F-1DC6-5A1D-BC81-F4DA7804E592}" dt="2025-09-22T02:07:40.307" v="10" actId="1076"/>
          <ac:spMkLst>
            <pc:docMk/>
            <pc:sldMk cId="2778257224" sldId="727"/>
            <ac:spMk id="94566" creationId="{40F430D6-C29D-4047-ECFF-5E61751F0358}"/>
          </ac:spMkLst>
        </pc:spChg>
      </pc:sldChg>
      <pc:sldChg chg="modSp mod ord modAnim">
        <pc:chgData name="陈军_工学院" userId="6f7f04a3-a118-4a29-a2ab-4ad1875833df" providerId="ADAL" clId="{5704655F-1DC6-5A1D-BC81-F4DA7804E592}" dt="2025-09-22T02:18:07.737" v="30"/>
        <pc:sldMkLst>
          <pc:docMk/>
          <pc:sldMk cId="2812509770" sldId="731"/>
        </pc:sldMkLst>
        <pc:spChg chg="mod">
          <ac:chgData name="陈军_工学院" userId="6f7f04a3-a118-4a29-a2ab-4ad1875833df" providerId="ADAL" clId="{5704655F-1DC6-5A1D-BC81-F4DA7804E592}" dt="2025-09-22T02:12:17.783" v="20" actId="20577"/>
          <ac:spMkLst>
            <pc:docMk/>
            <pc:sldMk cId="2812509770" sldId="731"/>
            <ac:spMk id="55372" creationId="{00000000-0000-0000-0000-000000000000}"/>
          </ac:spMkLst>
        </pc:spChg>
      </pc:sldChg>
      <pc:sldChg chg="modSp mod ord">
        <pc:chgData name="陈军_工学院" userId="6f7f04a3-a118-4a29-a2ab-4ad1875833df" providerId="ADAL" clId="{5704655F-1DC6-5A1D-BC81-F4DA7804E592}" dt="2025-09-22T02:12:40.504" v="25" actId="20577"/>
        <pc:sldMkLst>
          <pc:docMk/>
          <pc:sldMk cId="3169346457" sldId="732"/>
        </pc:sldMkLst>
        <pc:spChg chg="mod">
          <ac:chgData name="陈军_工学院" userId="6f7f04a3-a118-4a29-a2ab-4ad1875833df" providerId="ADAL" clId="{5704655F-1DC6-5A1D-BC81-F4DA7804E592}" dt="2025-09-22T02:12:40.504" v="25" actId="20577"/>
          <ac:spMkLst>
            <pc:docMk/>
            <pc:sldMk cId="3169346457" sldId="732"/>
            <ac:spMk id="90114" creationId="{00000000-0000-0000-0000-000000000000}"/>
          </ac:spMkLst>
        </pc:spChg>
      </pc:sldChg>
      <pc:sldChg chg="del">
        <pc:chgData name="陈军_工学院" userId="6f7f04a3-a118-4a29-a2ab-4ad1875833df" providerId="ADAL" clId="{5704655F-1DC6-5A1D-BC81-F4DA7804E592}" dt="2025-09-22T14:03:00.791" v="249" actId="2696"/>
        <pc:sldMkLst>
          <pc:docMk/>
          <pc:sldMk cId="2883329744" sldId="813"/>
        </pc:sldMkLst>
      </pc:sldChg>
      <pc:sldChg chg="del">
        <pc:chgData name="陈军_工学院" userId="6f7f04a3-a118-4a29-a2ab-4ad1875833df" providerId="ADAL" clId="{5704655F-1DC6-5A1D-BC81-F4DA7804E592}" dt="2025-09-22T02:10:35.555" v="15" actId="2696"/>
        <pc:sldMkLst>
          <pc:docMk/>
          <pc:sldMk cId="3327579517" sldId="818"/>
        </pc:sldMkLst>
      </pc:sldChg>
      <pc:sldChg chg="del">
        <pc:chgData name="陈军_工学院" userId="6f7f04a3-a118-4a29-a2ab-4ad1875833df" providerId="ADAL" clId="{5704655F-1DC6-5A1D-BC81-F4DA7804E592}" dt="2025-09-22T02:27:24.542" v="245" actId="2696"/>
        <pc:sldMkLst>
          <pc:docMk/>
          <pc:sldMk cId="3298731635" sldId="819"/>
        </pc:sldMkLst>
      </pc:sldChg>
    </pc:docChg>
  </pc:docChgLst>
  <pc:docChgLst>
    <pc:chgData name="陈军_工学院" userId="6f7f04a3-a118-4a29-a2ab-4ad1875833df" providerId="ADAL" clId="{2D4386A8-BB76-334D-953C-7015A8314192}"/>
    <pc:docChg chg="undo custSel addSld delSld">
      <pc:chgData name="陈军_工学院" userId="6f7f04a3-a118-4a29-a2ab-4ad1875833df" providerId="ADAL" clId="{2D4386A8-BB76-334D-953C-7015A8314192}" dt="2024-09-24T01:21:28.320" v="7" actId="2696"/>
      <pc:docMkLst>
        <pc:docMk/>
      </pc:docMkLst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73799175" sldId="289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469289944" sldId="602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497336489" sldId="603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728016499" sldId="604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558961734" sldId="605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1886291" sldId="606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623189200" sldId="607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663137981" sldId="608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067402384" sldId="609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546459428" sldId="610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703531824" sldId="611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007384164" sldId="612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3814830424" sldId="639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405276516" sldId="640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79760452" sldId="642"/>
        </pc:sldMkLst>
      </pc:sldChg>
      <pc:sldChg chg="add del">
        <pc:chgData name="陈军_工学院" userId="6f7f04a3-a118-4a29-a2ab-4ad1875833df" providerId="ADAL" clId="{2D4386A8-BB76-334D-953C-7015A8314192}" dt="2024-09-24T01:21:09.674" v="4" actId="2696"/>
        <pc:sldMkLst>
          <pc:docMk/>
          <pc:sldMk cId="1664871643" sldId="652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836532210" sldId="694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988813757" sldId="735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555773009" sldId="739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736987953" sldId="740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300438140" sldId="741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555443478" sldId="742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538574672" sldId="764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3454512789" sldId="765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774960991" sldId="766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3629151584" sldId="767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534033472" sldId="768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895920730" sldId="782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246208747" sldId="783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938272052" sldId="784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220668287" sldId="787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454289178" sldId="788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388260123" sldId="789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4152406314" sldId="790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2724410038" sldId="791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1527977269" sldId="792"/>
        </pc:sldMkLst>
      </pc:sldChg>
      <pc:sldChg chg="add del">
        <pc:chgData name="陈军_工学院" userId="6f7f04a3-a118-4a29-a2ab-4ad1875833df" providerId="ADAL" clId="{2D4386A8-BB76-334D-953C-7015A8314192}" dt="2024-09-24T01:20:26.323" v="2" actId="2696"/>
        <pc:sldMkLst>
          <pc:docMk/>
          <pc:sldMk cId="3639982103" sldId="793"/>
        </pc:sldMkLst>
      </pc:sldChg>
      <pc:sldChg chg="add del">
        <pc:chgData name="陈军_工学院" userId="6f7f04a3-a118-4a29-a2ab-4ad1875833df" providerId="ADAL" clId="{2D4386A8-BB76-334D-953C-7015A8314192}" dt="2024-09-24T01:21:17.125" v="6" actId="2696"/>
        <pc:sldMkLst>
          <pc:docMk/>
          <pc:sldMk cId="3327579517" sldId="818"/>
        </pc:sldMkLst>
      </pc:sldChg>
      <pc:sldChg chg="del">
        <pc:chgData name="陈军_工学院" userId="6f7f04a3-a118-4a29-a2ab-4ad1875833df" providerId="ADAL" clId="{2D4386A8-BB76-334D-953C-7015A8314192}" dt="2024-09-24T01:21:28.320" v="7" actId="2696"/>
        <pc:sldMkLst>
          <pc:docMk/>
          <pc:sldMk cId="414504150" sldId="819"/>
        </pc:sldMkLst>
      </pc:sldChg>
    </pc:docChg>
  </pc:docChgLst>
  <pc:docChgLst>
    <pc:chgData name="陈军_工学院" userId="S::0006168208@pku.edu.cn::6f7f04a3-a118-4a29-a2ab-4ad1875833df" providerId="AD" clId="Web-{D2CD5F7C-5969-E688-297F-D7D5D6658970}"/>
    <pc:docChg chg="modSld">
      <pc:chgData name="陈军_工学院" userId="S::0006168208@pku.edu.cn::6f7f04a3-a118-4a29-a2ab-4ad1875833df" providerId="AD" clId="Web-{D2CD5F7C-5969-E688-297F-D7D5D6658970}" dt="2023-09-19T13:25:55.198" v="0" actId="20577"/>
      <pc:docMkLst>
        <pc:docMk/>
      </pc:docMkLst>
      <pc:sldChg chg="modSp">
        <pc:chgData name="陈军_工学院" userId="S::0006168208@pku.edu.cn::6f7f04a3-a118-4a29-a2ab-4ad1875833df" providerId="AD" clId="Web-{D2CD5F7C-5969-E688-297F-D7D5D6658970}" dt="2023-09-19T13:25:55.198" v="0" actId="20577"/>
        <pc:sldMkLst>
          <pc:docMk/>
          <pc:sldMk cId="0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03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12A31D-D75A-8B4D-A3DC-0FF32B590486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88066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69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42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81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726565-3405-524F-8E93-71E9970A5A7D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7650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7756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512E2F-FC1E-F747-8031-6309A381B768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92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95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B0DF63-2BC9-5E4F-AF2D-D9F29971AA47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95234" name="Rectangle 2"/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834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3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9" Type="http://schemas.openxmlformats.org/officeDocument/2006/relationships/image" Target="../media/image3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3.jpeg"/><Relationship Id="rId5" Type="http://schemas.openxmlformats.org/officeDocument/2006/relationships/tags" Target="../tags/tag3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3.jpe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5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3.jpe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B5DED-4EF2-454A-885A-AA18349DAFEA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4D35-8616-3D42-BCD2-6AB758FE0A2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A8DF-957E-9A4D-8636-9F819A0F652A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CC23B-82CF-7243-839C-F2B79836FFD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0D62-C611-124E-8151-F536B5A677E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ADF6-BE70-1140-815F-FCE973D77384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5F6C-17B9-FF49-A10C-474EB1F9F761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283F-8B85-1241-8475-979CBD110459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5ECB0-27DD-F945-A218-2AAEC3E0F97D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A1CB-874B-694B-B2F6-19AC992769F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981E-5610-7648-8875-93F497767A6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01FEE-F7A1-B64F-8DBB-6CE3E8EA48CD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591A-B1F5-4D4D-B61F-A91230491061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0286D5C4-D4BB-8047-B4B8-0300CCE5F7F7}" type="datetime5">
              <a:rPr lang="en-US" altLang="zh-CN" smtClean="0"/>
              <a:t>22-Sep-25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23793-A0D2-E148-8667-02C805A9A7C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3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D3BFAE0-B9BE-7F44-94D3-A15C36D22A1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/>
          <a:stretch>
            <a:fillRect/>
          </a:stretch>
        </p:blipFill>
        <p:spPr>
          <a:xfrm flipV="1">
            <a:off x="635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5694680" y="349885"/>
            <a:ext cx="5486400" cy="682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rgbClr val="4788FF"/>
                    </a:gs>
                  </a:gsLst>
                  <a:lin ang="2460000" scaled="0"/>
                </a:gradFill>
                <a:latin typeface="+mj-lt"/>
                <a:ea typeface="+mj-lt"/>
                <a:cs typeface="+mj-lt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B8E928A-7B3D-7E4E-A32C-797264196F67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18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98F6EE9-164E-F94D-B6A6-6BBA0B35C12A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22886EE-1BA2-8B4B-BEF0-B256C1312ED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B8B2666-612C-2F45-BBD5-A5797C40F83C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FB0CF9E5-2653-DC41-9A35-F78B38F87A9D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A9CF9C3-F2E2-D647-BFEE-57B86F8512B0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7CA2B03-18F4-F342-A38F-7D5F14B5443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3995442-2651-C449-A719-8EF0AE944E4C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0497867-CF29-7F40-B43B-B53B327F24B2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7FA7D298-5045-F347-9190-A4A46AE646DD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581F8289-8315-F54E-A7AE-9D8A6015EF27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0CF20809-3B8D-9A40-935D-E3A3D1D03F8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DEF1B3B4-97EA-994C-BF8F-D0093FE8725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B3DD39AB-6307-A54A-9DCB-0A40F9704E5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86E4A532-531A-5641-899E-61A91FFC640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E6F0-E4C7-DE42-8C94-A8142F96F357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2FE62-86C4-864D-AE61-D8100C3B9541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48CEC-454B-1D4E-B6E7-A0D32D3A176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6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gi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70478A29-2C0E-024C-9AA1-27ABE029D3B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3" r:id="rId15"/>
    <p:sldLayoutId id="2147483704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  <p:sldLayoutId id="2147483721" r:id="rId32"/>
    <p:sldLayoutId id="2147483685" r:id="rId33"/>
    <p:sldLayoutId id="2147483722" r:id="rId34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7" Type="http://schemas.openxmlformats.org/officeDocument/2006/relationships/image" Target="../media/image63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0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 dirty="0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第4讲</a:t>
            </a:r>
            <a:endParaRPr lang="zh-CN" altLang="en-US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63FF-44D9-FA1B-944E-23F859BA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作业分组</a:t>
            </a:r>
            <a:r>
              <a:rPr lang="zh-CN" altLang="en-US" dirty="0"/>
              <a:t>（从第</a:t>
            </a:r>
            <a:r>
              <a:rPr lang="en-US" altLang="zh-CN" dirty="0"/>
              <a:t>2</a:t>
            </a:r>
            <a:r>
              <a:rPr lang="zh-CN" altLang="en-US" dirty="0"/>
              <a:t>次作业开始）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39364-9587-8FC3-C83C-AA3252ECE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sz="2800" dirty="0"/>
              <a:t>按学号尾号划分三组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/>
            <a:r>
              <a:rPr lang="zh-CN" altLang="en-US" sz="2800" dirty="0"/>
              <a:t>第</a:t>
            </a:r>
            <a:r>
              <a:rPr lang="en-US" altLang="zh-CN" sz="2800" dirty="0"/>
              <a:t>1</a:t>
            </a:r>
            <a:r>
              <a:rPr lang="zh-CN" altLang="en-US" sz="2800" dirty="0"/>
              <a:t>组：</a:t>
            </a:r>
            <a:r>
              <a:rPr lang="en-US" altLang="zh-CN" sz="2800" dirty="0">
                <a:solidFill>
                  <a:srgbClr val="C00000"/>
                </a:solidFill>
              </a:rPr>
              <a:t>0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2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4</a:t>
            </a:r>
          </a:p>
          <a:p>
            <a:pPr lvl="1"/>
            <a:r>
              <a:rPr lang="zh-CN" altLang="en-US" sz="2800" dirty="0"/>
              <a:t>第</a:t>
            </a:r>
            <a:r>
              <a:rPr lang="en-US" altLang="zh-CN" sz="2800" dirty="0"/>
              <a:t>2</a:t>
            </a:r>
            <a:r>
              <a:rPr lang="zh-CN" altLang="en-US" sz="2800" dirty="0"/>
              <a:t>组：</a:t>
            </a:r>
            <a:r>
              <a:rPr lang="en-US" altLang="zh-CN" sz="2800" dirty="0">
                <a:solidFill>
                  <a:srgbClr val="C00000"/>
                </a:solidFill>
              </a:rPr>
              <a:t>3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6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9</a:t>
            </a:r>
          </a:p>
          <a:p>
            <a:pPr lvl="1"/>
            <a:r>
              <a:rPr lang="zh-CN" altLang="en-US" sz="2800" dirty="0"/>
              <a:t>第</a:t>
            </a:r>
            <a:r>
              <a:rPr lang="en-US" altLang="zh-CN" sz="2800" dirty="0"/>
              <a:t>3</a:t>
            </a:r>
            <a:r>
              <a:rPr lang="zh-CN" altLang="en-US" sz="2800" dirty="0"/>
              <a:t>组：</a:t>
            </a:r>
            <a:r>
              <a:rPr lang="en-US" altLang="zh-CN" sz="2800" dirty="0">
                <a:solidFill>
                  <a:srgbClr val="C00000"/>
                </a:solidFill>
              </a:rPr>
              <a:t>1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5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7</a:t>
            </a:r>
            <a:r>
              <a:rPr lang="zh-CN" altLang="en-US" sz="2800" dirty="0">
                <a:solidFill>
                  <a:srgbClr val="C00000"/>
                </a:solidFill>
              </a:rPr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8</a:t>
            </a:r>
            <a:endParaRPr lang="en-CN" sz="2800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87F4B-2672-45D3-0C69-4BA9D391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F9618-CA2E-45E5-B101-D6055FA21299}" type="datetime1">
              <a:rPr lang="en-US" altLang="zh-CN" smtClean="0"/>
              <a:t>9/22/25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99388-8725-26D5-EF40-3A774BE6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21023-5D69-BEA6-6A9B-A4013A64E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1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2C75-2964-450E-9E8F-7E247379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附加分（</a:t>
            </a:r>
            <a:r>
              <a:rPr lang="en-US" altLang="zh-CN" dirty="0"/>
              <a:t>5</a:t>
            </a:r>
            <a:r>
              <a:rPr lang="zh-CN" altLang="en-US" dirty="0"/>
              <a:t>分</a:t>
            </a:r>
            <a:r>
              <a:rPr lang="en-US" altLang="zh-CN" dirty="0"/>
              <a:t>/</a:t>
            </a:r>
            <a:r>
              <a:rPr lang="zh-CN" altLang="en-US" dirty="0"/>
              <a:t>平时）奖励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383B-9F05-4C2A-9685-3011FCF1D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积极参与论坛活动和课堂互动：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提出问题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解答问题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交流体会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展示成果</a:t>
            </a:r>
            <a:endParaRPr lang="en-US" altLang="zh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5C3A4-3F0A-4273-9EB5-44EEADE0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7089-A6BC-0C4B-97CA-791BF4BD83EB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2E26B-3E40-4C51-9CA2-E344479C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11A86-C783-49BF-A4B9-3A0A2472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183F4E-A3D3-8B2F-CAFB-F8F5B1C4170C}"/>
              </a:ext>
            </a:extLst>
          </p:cNvPr>
          <p:cNvSpPr txBox="1"/>
          <p:nvPr/>
        </p:nvSpPr>
        <p:spPr>
          <a:xfrm>
            <a:off x="6822831" y="1405186"/>
            <a:ext cx="30848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https://course.pku.edu.cn</a:t>
            </a:r>
            <a:endParaRPr lang="zh-CN" altLang="en-US" sz="20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D17CA1-7564-1804-3EDB-0EB5A0AED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493" y="2317870"/>
            <a:ext cx="4157913" cy="311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5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F8A2-EEA7-4963-9303-E81D40E4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迟交作业（超出</a:t>
            </a:r>
            <a:r>
              <a:rPr lang="en-US" altLang="zh-CN" dirty="0"/>
              <a:t>2</a:t>
            </a:r>
            <a:r>
              <a:rPr lang="zh-CN" altLang="en-US" dirty="0"/>
              <a:t>周）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280FB-DA5C-41D8-B46E-EA6079DAF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最高只能获得“</a:t>
            </a:r>
            <a:r>
              <a:rPr lang="en-US" altLang="zh-CN" dirty="0"/>
              <a:t>B+”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FBAF-1B08-4B64-BC98-AC455965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DD590-F604-5A49-B46B-7AB0D6774F06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98DAA-2010-4910-8BF9-CC6FA291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F0126-EC63-409A-97DC-FA205099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E819-0363-4702-8254-7A9E1131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作业成绩申诉和订正程序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3BEF-3AF9-4CFF-9A50-E6C8C61F1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如对平时作业成绩有异议，请首先向助教提出相关的理由和证据。在获得助教的认可后，作业成绩会进行相应的订正。</a:t>
            </a:r>
            <a:endParaRPr lang="en-US" altLang="zh-CN" dirty="0"/>
          </a:p>
          <a:p>
            <a:r>
              <a:rPr lang="zh-CN" altLang="en-US" dirty="0"/>
              <a:t>期末考试前，会将作业成绩表与同学进行核对、补登和订正。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499E0-03B6-4F73-A10D-A91C5627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115CA-4090-4A63-9F46-F1648971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33F87-BCD5-2143-94C6-67B293B3F381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CCEFB-A76A-4DCE-B224-38833494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04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作业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#2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07E497-7F95-49FA-83ED-128F330E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E692C-8AA6-444B-88C5-D835BF5E52B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62812B-C971-4D7F-97E7-C5C1BE61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996947-4339-40BD-88DB-F70F4E3A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2583543" y="2028031"/>
            <a:ext cx="2733675" cy="2801937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P1: 2, 4</a:t>
            </a:r>
          </a:p>
          <a:p>
            <a:r>
              <a:rPr lang="en-US" altLang="zh-CN" sz="3200" dirty="0"/>
              <a:t>P2: 1, 4</a:t>
            </a:r>
          </a:p>
          <a:p>
            <a:r>
              <a:rPr lang="en-US" altLang="zh-CN" sz="3200" dirty="0"/>
              <a:t>P3: 1, 2</a:t>
            </a:r>
          </a:p>
          <a:p>
            <a:endParaRPr lang="en-US" altLang="zh-CN" sz="3200" dirty="0"/>
          </a:p>
          <a:p>
            <a:endParaRPr lang="en-US" sz="3200" dirty="0"/>
          </a:p>
        </p:txBody>
      </p:sp>
      <p:sp>
        <p:nvSpPr>
          <p:cNvPr id="2" name="文本框 1"/>
          <p:cNvSpPr txBox="1"/>
          <p:nvPr/>
        </p:nvSpPr>
        <p:spPr>
          <a:xfrm>
            <a:off x="5463714" y="1942794"/>
            <a:ext cx="3683915" cy="1877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P4: 1, 4, 5</a:t>
            </a:r>
          </a:p>
          <a:p>
            <a:r>
              <a:rPr lang="en-US" altLang="zh-CN" dirty="0"/>
              <a:t>P5: 1, 3, 6</a:t>
            </a:r>
          </a:p>
          <a:p>
            <a:r>
              <a:rPr lang="en-US" altLang="zh-CN" dirty="0"/>
              <a:t>P6: 3, 5, 7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DB3E70-F52F-6A2A-6ED8-146CD8FAB6AC}"/>
              </a:ext>
            </a:extLst>
          </p:cNvPr>
          <p:cNvSpPr txBox="1"/>
          <p:nvPr/>
        </p:nvSpPr>
        <p:spPr>
          <a:xfrm>
            <a:off x="1745673" y="4488126"/>
            <a:ext cx="41216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注意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用铅笔完成所有作图题目。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距离仅标注数字，不标注单位。</a:t>
            </a: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“点”用空心圆或实心圆表示。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0165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2655" y="1228637"/>
            <a:ext cx="5148192" cy="387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800" dirty="0"/>
              <a:t>铅笔作图和标注</a:t>
            </a:r>
          </a:p>
          <a:p>
            <a:pPr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800" dirty="0"/>
              <a:t>保留辅助线</a:t>
            </a:r>
          </a:p>
          <a:p>
            <a:pPr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800" dirty="0"/>
              <a:t>强调线条区分</a:t>
            </a:r>
          </a:p>
          <a:p>
            <a:pPr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800" dirty="0"/>
              <a:t>尺规作图</a:t>
            </a:r>
            <a:endParaRPr lang="en-US" altLang="zh-CN" sz="2800" dirty="0"/>
          </a:p>
          <a:p>
            <a:pPr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800" dirty="0"/>
              <a:t>点的表示：实心圆</a:t>
            </a:r>
            <a:r>
              <a:rPr lang="en-US" altLang="zh-CN" sz="2800" dirty="0"/>
              <a:t>/</a:t>
            </a:r>
            <a:r>
              <a:rPr lang="zh-CN" altLang="en-US" sz="2800" dirty="0"/>
              <a:t>空心圆</a:t>
            </a:r>
            <a:endParaRPr lang="en-US" sz="28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854862-896C-0CB7-581D-E48DD80DC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作业要求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836F2-BB81-4F36-9DD3-2EDA4D22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0EAB-096D-1343-9064-C4F51D9B2FF9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575E4-9F8C-4CDE-BBAA-925627DCB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41017-9620-43C7-BDF8-76908F25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828864-BC22-6181-E147-65791267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322" y="2921910"/>
            <a:ext cx="3462921" cy="239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3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C2151CF1-CE07-82A3-EEC8-E88BA97BE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2.2 </a:t>
            </a:r>
            <a:r>
              <a:rPr lang="zh-CN" altLang="en-US" dirty="0"/>
              <a:t>点的投影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119BA-9FE4-4D2A-8ED2-36F678FE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84C70-618F-374C-B95B-60978010A850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1C262-0B08-4E4F-A68F-FAFBF4DF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7360A-34B0-4C6F-9BE4-7E3FA44E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8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BA448-0C41-5AF4-3EE5-4DC28421AA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2.2.5 </a:t>
            </a:r>
            <a:r>
              <a:rPr lang="zh-CN" altLang="en-US" dirty="0"/>
              <a:t>重影点及其可见性</a:t>
            </a:r>
          </a:p>
        </p:txBody>
      </p:sp>
      <p:sp>
        <p:nvSpPr>
          <p:cNvPr id="8" name="Text Box 23">
            <a:extLst>
              <a:ext uri="{FF2B5EF4-FFF2-40B4-BE49-F238E27FC236}">
                <a16:creationId xmlns:a16="http://schemas.microsoft.com/office/drawing/2014/main" id="{6F372373-4D2D-97B3-177B-8E321602A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602" y="39751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i="0">
                <a:latin typeface="Times New Roman" charset="0"/>
              </a:rPr>
              <a:t>(  )</a:t>
            </a:r>
          </a:p>
        </p:txBody>
      </p:sp>
      <p:sp>
        <p:nvSpPr>
          <p:cNvPr id="9" name="Text Box 33">
            <a:extLst>
              <a:ext uri="{FF2B5EF4-FFF2-40B4-BE49-F238E27FC236}">
                <a16:creationId xmlns:a16="http://schemas.microsoft.com/office/drawing/2014/main" id="{2E8C966C-149C-46C8-48D7-4354FFE1F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79" y="3976564"/>
            <a:ext cx="6399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a</a:t>
            </a:r>
            <a:r>
              <a:rPr lang="en-US" altLang="zh-CN" b="1" i="1" dirty="0">
                <a:latin typeface="Times New Roman" charset="0"/>
              </a:rPr>
              <a:t>   </a:t>
            </a:r>
            <a:r>
              <a:rPr lang="en-US" altLang="zh-CN" i="1" dirty="0"/>
              <a:t>c</a:t>
            </a:r>
            <a:r>
              <a:rPr lang="zh-CN" altLang="en-US" i="1" dirty="0"/>
              <a:t> </a:t>
            </a:r>
            <a:endParaRPr lang="en-US" altLang="zh-CN" b="1" i="1" dirty="0">
              <a:latin typeface="Times New Roman" charset="0"/>
            </a:endParaRP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F0D2630E-A8C6-21F4-AF51-856789F82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239" y="2683946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>
                <a:sym typeface="EuroRoman" charset="0"/>
              </a:rPr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</a:t>
            </a:r>
            <a:endParaRPr lang="en-US" altLang="zh-CN" b="1" i="1">
              <a:latin typeface="Times New Roman" charset="0"/>
              <a:sym typeface="UniversalMath1 BT" charset="0"/>
            </a:endParaRP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E02FAFBE-EFCE-C9A9-CD32-BC627B470CD0}"/>
              </a:ext>
            </a:extLst>
          </p:cNvPr>
          <p:cNvSpPr>
            <a:spLocks/>
          </p:cNvSpPr>
          <p:nvPr/>
        </p:nvSpPr>
        <p:spPr bwMode="auto">
          <a:xfrm>
            <a:off x="7204302" y="2366962"/>
            <a:ext cx="1587" cy="1720850"/>
          </a:xfrm>
          <a:custGeom>
            <a:avLst/>
            <a:gdLst>
              <a:gd name="T0" fmla="*/ 0 w 1"/>
              <a:gd name="T1" fmla="*/ 0 h 895"/>
              <a:gd name="T2" fmla="*/ 0 w 1"/>
              <a:gd name="T3" fmla="*/ 895 h 89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895">
                <a:moveTo>
                  <a:pt x="0" y="0"/>
                </a:moveTo>
                <a:lnTo>
                  <a:pt x="0" y="89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9F0F4EE4-9821-40C1-4614-685707D465C1}"/>
              </a:ext>
            </a:extLst>
          </p:cNvPr>
          <p:cNvSpPr>
            <a:spLocks/>
          </p:cNvSpPr>
          <p:nvPr/>
        </p:nvSpPr>
        <p:spPr bwMode="auto">
          <a:xfrm>
            <a:off x="7204302" y="2366962"/>
            <a:ext cx="1738312" cy="1588"/>
          </a:xfrm>
          <a:custGeom>
            <a:avLst/>
            <a:gdLst>
              <a:gd name="T0" fmla="*/ 0 w 921"/>
              <a:gd name="T1" fmla="*/ 0 h 1"/>
              <a:gd name="T2" fmla="*/ 921 w 92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21" h="1">
                <a:moveTo>
                  <a:pt x="0" y="0"/>
                </a:moveTo>
                <a:lnTo>
                  <a:pt x="921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75EF20E4-971F-C7CF-436E-27D3640DD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801" y="1702132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400" b="1" i="0" dirty="0">
                <a:latin typeface="Times New Roman" charset="0"/>
              </a:rPr>
              <a:t>重影点：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10A4A829-077A-FEEC-DD57-B4E3CE44F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5801" y="2190551"/>
            <a:ext cx="42243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400" i="0" dirty="0">
                <a:latin typeface="宋体" charset="-122"/>
              </a:rPr>
              <a:t>    </a:t>
            </a:r>
            <a:r>
              <a:rPr lang="zh-CN" altLang="en-US" sz="2400" i="0" dirty="0">
                <a:latin typeface="Times New Roman" charset="0"/>
              </a:rPr>
              <a:t>空间两点在某一投影面上的</a:t>
            </a:r>
            <a:r>
              <a:rPr lang="zh-CN" altLang="en-US" sz="2400" i="0" dirty="0">
                <a:solidFill>
                  <a:srgbClr val="FF3300"/>
                </a:solidFill>
                <a:latin typeface="Times New Roman" charset="0"/>
              </a:rPr>
              <a:t>投影重合为一点</a:t>
            </a:r>
            <a:r>
              <a:rPr lang="zh-CN" altLang="en-US" sz="2400" i="0" dirty="0">
                <a:latin typeface="Times New Roman" charset="0"/>
              </a:rPr>
              <a:t>时，则称此两点为</a:t>
            </a:r>
            <a:r>
              <a:rPr lang="zh-CN" altLang="en-US" sz="2400" i="0" dirty="0">
                <a:solidFill>
                  <a:srgbClr val="FF3300"/>
                </a:solidFill>
                <a:latin typeface="Times New Roman" charset="0"/>
              </a:rPr>
              <a:t>该投影面</a:t>
            </a:r>
            <a:r>
              <a:rPr lang="zh-CN" altLang="en-US" sz="2400" i="0" dirty="0">
                <a:latin typeface="Times New Roman" charset="0"/>
              </a:rPr>
              <a:t>的重影点。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E998E599-1C8A-72C5-49C8-86D5012E1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139" y="3956050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rgbClr val="FF3300"/>
                </a:solidFill>
                <a:latin typeface="Times New Roman" charset="0"/>
              </a:rPr>
              <a:t>●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336F68D5-EB71-96E6-6EA5-D2D3B5DE3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3552" y="2808287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000" b="1" i="0">
                <a:latin typeface="Times New Roman" charset="0"/>
              </a:rPr>
              <a:t>●</a:t>
            </a:r>
            <a:endParaRPr lang="en-US" altLang="zh-CN" sz="2000" b="1" i="0">
              <a:latin typeface="Times New Roman" charset="0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4FFD74F7-E549-2528-69E1-47E88BCD2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552" y="223996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CEEAD875-6220-382B-E9AB-4844C1855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4502" y="223996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900" b="1" i="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6A455123-F133-1B62-77DF-A1495E10E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377" y="2820987"/>
            <a:ext cx="311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1000" b="1" i="0">
                <a:latin typeface="Times New Roman" charset="0"/>
              </a:rPr>
              <a:t>●</a:t>
            </a:r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8623E233-5988-90CE-D773-B67C221CA7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964" y="3214687"/>
            <a:ext cx="2387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EFFA2291-674D-E466-363F-78382FDA6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1102" y="1882775"/>
            <a:ext cx="0" cy="23955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79F45556-C744-B2D0-2412-CF03CD7FE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302" y="2947987"/>
            <a:ext cx="1738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C06C500F-D1B3-9C08-5E0B-B439D93F9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1893" y="2014021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>
                <a:sym typeface="EuroRoman" charset="0"/>
              </a:rPr>
              <a:t>a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</a:t>
            </a:r>
            <a:endParaRPr lang="en-US" altLang="zh-CN" b="1" i="1" dirty="0">
              <a:latin typeface="Times New Roman" charset="0"/>
              <a:sym typeface="UniversalMath1 BT" charset="0"/>
            </a:endParaRP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7311510D-2A06-1332-EBA0-3802B0AE0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7393" y="2028309"/>
            <a:ext cx="397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r>
              <a:rPr lang="en-US" altLang="zh-CN" b="1" i="1">
                <a:latin typeface="Times New Roman" charset="0"/>
                <a:sym typeface="Symbol" charset="2"/>
              </a:rPr>
              <a:t></a:t>
            </a:r>
            <a:endParaRPr lang="en-US" altLang="zh-CN" b="1" i="1">
              <a:latin typeface="Times New Roman" charset="0"/>
              <a:sym typeface="UniversalMath1 BT" charset="0"/>
            </a:endParaRPr>
          </a:p>
        </p:txBody>
      </p:sp>
      <p:sp>
        <p:nvSpPr>
          <p:cNvPr id="25" name="Text Box 19">
            <a:extLst>
              <a:ext uri="{FF2B5EF4-FFF2-40B4-BE49-F238E27FC236}">
                <a16:creationId xmlns:a16="http://schemas.microsoft.com/office/drawing/2014/main" id="{49978B3C-F7D1-2CB1-6EF5-CAA0FCC74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1843" y="2756971"/>
            <a:ext cx="3754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c</a:t>
            </a:r>
            <a:r>
              <a:rPr lang="en-US" altLang="zh-CN" b="1" i="1">
                <a:latin typeface="Times New Roman" charset="0"/>
                <a:sym typeface="Symbol" charset="2"/>
              </a:rPr>
              <a:t></a:t>
            </a:r>
            <a:endParaRPr lang="en-US" altLang="zh-CN" b="1" i="1">
              <a:latin typeface="Times New Roman" charset="0"/>
              <a:sym typeface="UniversalMath1 BT" charset="0"/>
            </a:endParaRPr>
          </a:p>
        </p:txBody>
      </p:sp>
      <p:sp>
        <p:nvSpPr>
          <p:cNvPr id="26" name="Text Box 20">
            <a:extLst>
              <a:ext uri="{FF2B5EF4-FFF2-40B4-BE49-F238E27FC236}">
                <a16:creationId xmlns:a16="http://schemas.microsoft.com/office/drawing/2014/main" id="{CCD91449-5CC6-B6BC-3D6F-F233293F6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2652" y="2713037"/>
            <a:ext cx="182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en-US" altLang="en-US" b="1" i="0">
              <a:latin typeface="Times New Roman" charset="0"/>
            </a:endParaRPr>
          </a:p>
        </p:txBody>
      </p:sp>
      <p:sp>
        <p:nvSpPr>
          <p:cNvPr id="27" name="AutoShape 22">
            <a:extLst>
              <a:ext uri="{FF2B5EF4-FFF2-40B4-BE49-F238E27FC236}">
                <a16:creationId xmlns:a16="http://schemas.microsoft.com/office/drawing/2014/main" id="{55677060-CC18-30F5-B76B-F7724FE3D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739" y="4717136"/>
            <a:ext cx="2265363" cy="919401"/>
          </a:xfrm>
          <a:prstGeom prst="wedgeRoundRectCallout">
            <a:avLst>
              <a:gd name="adj1" fmla="val 110829"/>
              <a:gd name="adj2" fmla="val -77005"/>
              <a:gd name="adj3" fmla="val 16667"/>
            </a:avLst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i="0">
                <a:latin typeface="Times New Roman" charset="0"/>
              </a:rPr>
              <a:t>被挡住的投影加</a:t>
            </a:r>
            <a:r>
              <a:rPr lang="en-US" altLang="zh-CN" sz="2400" b="1" i="0">
                <a:latin typeface="Times New Roman" charset="0"/>
              </a:rPr>
              <a:t>( )</a:t>
            </a:r>
          </a:p>
        </p:txBody>
      </p:sp>
      <p:grpSp>
        <p:nvGrpSpPr>
          <p:cNvPr id="28" name="Group 37">
            <a:extLst>
              <a:ext uri="{FF2B5EF4-FFF2-40B4-BE49-F238E27FC236}">
                <a16:creationId xmlns:a16="http://schemas.microsoft.com/office/drawing/2014/main" id="{6F13AEB3-0349-05A4-5F87-B344D7A23C58}"/>
              </a:ext>
            </a:extLst>
          </p:cNvPr>
          <p:cNvGrpSpPr>
            <a:grpSpLocks/>
          </p:cNvGrpSpPr>
          <p:nvPr/>
        </p:nvGrpSpPr>
        <p:grpSpPr bwMode="auto">
          <a:xfrm>
            <a:off x="6167664" y="4716462"/>
            <a:ext cx="3644900" cy="2005013"/>
            <a:chOff x="3225" y="2292"/>
            <a:chExt cx="2296" cy="1263"/>
          </a:xfrm>
        </p:grpSpPr>
        <p:grpSp>
          <p:nvGrpSpPr>
            <p:cNvPr id="29" name="Group 36">
              <a:extLst>
                <a:ext uri="{FF2B5EF4-FFF2-40B4-BE49-F238E27FC236}">
                  <a16:creationId xmlns:a16="http://schemas.microsoft.com/office/drawing/2014/main" id="{A949AC2F-591D-BF46-0CA9-1EF7B39745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5" y="2335"/>
              <a:ext cx="617" cy="1220"/>
              <a:chOff x="3225" y="2335"/>
              <a:chExt cx="617" cy="1220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D790A5F-5D33-6009-5325-98268B8F3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8" y="3046"/>
                <a:ext cx="178" cy="509"/>
              </a:xfrm>
              <a:custGeom>
                <a:avLst/>
                <a:gdLst>
                  <a:gd name="T0" fmla="*/ 338 w 355"/>
                  <a:gd name="T1" fmla="*/ 16 h 1019"/>
                  <a:gd name="T2" fmla="*/ 247 w 355"/>
                  <a:gd name="T3" fmla="*/ 0 h 1019"/>
                  <a:gd name="T4" fmla="*/ 193 w 355"/>
                  <a:gd name="T5" fmla="*/ 16 h 1019"/>
                  <a:gd name="T6" fmla="*/ 170 w 355"/>
                  <a:gd name="T7" fmla="*/ 68 h 1019"/>
                  <a:gd name="T8" fmla="*/ 193 w 355"/>
                  <a:gd name="T9" fmla="*/ 360 h 1019"/>
                  <a:gd name="T10" fmla="*/ 193 w 355"/>
                  <a:gd name="T11" fmla="*/ 429 h 1019"/>
                  <a:gd name="T12" fmla="*/ 162 w 355"/>
                  <a:gd name="T13" fmla="*/ 557 h 1019"/>
                  <a:gd name="T14" fmla="*/ 155 w 355"/>
                  <a:gd name="T15" fmla="*/ 705 h 1019"/>
                  <a:gd name="T16" fmla="*/ 170 w 355"/>
                  <a:gd name="T17" fmla="*/ 780 h 1019"/>
                  <a:gd name="T18" fmla="*/ 155 w 355"/>
                  <a:gd name="T19" fmla="*/ 822 h 1019"/>
                  <a:gd name="T20" fmla="*/ 47 w 355"/>
                  <a:gd name="T21" fmla="*/ 886 h 1019"/>
                  <a:gd name="T22" fmla="*/ 0 w 355"/>
                  <a:gd name="T23" fmla="*/ 965 h 1019"/>
                  <a:gd name="T24" fmla="*/ 9 w 355"/>
                  <a:gd name="T25" fmla="*/ 992 h 1019"/>
                  <a:gd name="T26" fmla="*/ 92 w 355"/>
                  <a:gd name="T27" fmla="*/ 1019 h 1019"/>
                  <a:gd name="T28" fmla="*/ 115 w 355"/>
                  <a:gd name="T29" fmla="*/ 1007 h 1019"/>
                  <a:gd name="T30" fmla="*/ 124 w 355"/>
                  <a:gd name="T31" fmla="*/ 960 h 1019"/>
                  <a:gd name="T32" fmla="*/ 147 w 355"/>
                  <a:gd name="T33" fmla="*/ 891 h 1019"/>
                  <a:gd name="T34" fmla="*/ 185 w 355"/>
                  <a:gd name="T35" fmla="*/ 859 h 1019"/>
                  <a:gd name="T36" fmla="*/ 230 w 355"/>
                  <a:gd name="T37" fmla="*/ 838 h 1019"/>
                  <a:gd name="T38" fmla="*/ 270 w 355"/>
                  <a:gd name="T39" fmla="*/ 811 h 1019"/>
                  <a:gd name="T40" fmla="*/ 277 w 355"/>
                  <a:gd name="T41" fmla="*/ 790 h 1019"/>
                  <a:gd name="T42" fmla="*/ 255 w 355"/>
                  <a:gd name="T43" fmla="*/ 764 h 1019"/>
                  <a:gd name="T44" fmla="*/ 230 w 355"/>
                  <a:gd name="T45" fmla="*/ 748 h 1019"/>
                  <a:gd name="T46" fmla="*/ 215 w 355"/>
                  <a:gd name="T47" fmla="*/ 684 h 1019"/>
                  <a:gd name="T48" fmla="*/ 230 w 355"/>
                  <a:gd name="T49" fmla="*/ 551 h 1019"/>
                  <a:gd name="T50" fmla="*/ 285 w 355"/>
                  <a:gd name="T51" fmla="*/ 398 h 1019"/>
                  <a:gd name="T52" fmla="*/ 338 w 355"/>
                  <a:gd name="T53" fmla="*/ 275 h 1019"/>
                  <a:gd name="T54" fmla="*/ 355 w 355"/>
                  <a:gd name="T55" fmla="*/ 127 h 1019"/>
                  <a:gd name="T56" fmla="*/ 338 w 355"/>
                  <a:gd name="T57" fmla="*/ 16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5" h="1019">
                    <a:moveTo>
                      <a:pt x="338" y="16"/>
                    </a:moveTo>
                    <a:lnTo>
                      <a:pt x="247" y="0"/>
                    </a:lnTo>
                    <a:lnTo>
                      <a:pt x="193" y="16"/>
                    </a:lnTo>
                    <a:lnTo>
                      <a:pt x="170" y="68"/>
                    </a:lnTo>
                    <a:lnTo>
                      <a:pt x="193" y="360"/>
                    </a:lnTo>
                    <a:lnTo>
                      <a:pt x="193" y="429"/>
                    </a:lnTo>
                    <a:lnTo>
                      <a:pt x="162" y="557"/>
                    </a:lnTo>
                    <a:lnTo>
                      <a:pt x="155" y="705"/>
                    </a:lnTo>
                    <a:lnTo>
                      <a:pt x="170" y="780"/>
                    </a:lnTo>
                    <a:lnTo>
                      <a:pt x="155" y="822"/>
                    </a:lnTo>
                    <a:lnTo>
                      <a:pt x="47" y="886"/>
                    </a:lnTo>
                    <a:lnTo>
                      <a:pt x="0" y="965"/>
                    </a:lnTo>
                    <a:lnTo>
                      <a:pt x="9" y="992"/>
                    </a:lnTo>
                    <a:lnTo>
                      <a:pt x="92" y="1019"/>
                    </a:lnTo>
                    <a:lnTo>
                      <a:pt x="115" y="1007"/>
                    </a:lnTo>
                    <a:lnTo>
                      <a:pt x="124" y="960"/>
                    </a:lnTo>
                    <a:lnTo>
                      <a:pt x="147" y="891"/>
                    </a:lnTo>
                    <a:lnTo>
                      <a:pt x="185" y="859"/>
                    </a:lnTo>
                    <a:lnTo>
                      <a:pt x="230" y="838"/>
                    </a:lnTo>
                    <a:lnTo>
                      <a:pt x="270" y="811"/>
                    </a:lnTo>
                    <a:lnTo>
                      <a:pt x="277" y="790"/>
                    </a:lnTo>
                    <a:lnTo>
                      <a:pt x="255" y="764"/>
                    </a:lnTo>
                    <a:lnTo>
                      <a:pt x="230" y="748"/>
                    </a:lnTo>
                    <a:lnTo>
                      <a:pt x="215" y="684"/>
                    </a:lnTo>
                    <a:lnTo>
                      <a:pt x="230" y="551"/>
                    </a:lnTo>
                    <a:lnTo>
                      <a:pt x="285" y="398"/>
                    </a:lnTo>
                    <a:lnTo>
                      <a:pt x="338" y="275"/>
                    </a:lnTo>
                    <a:lnTo>
                      <a:pt x="355" y="127"/>
                    </a:lnTo>
                    <a:lnTo>
                      <a:pt x="338" y="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ED5A032-CBED-8925-5FB8-B8734B04C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3046"/>
                <a:ext cx="291" cy="430"/>
              </a:xfrm>
              <a:custGeom>
                <a:avLst/>
                <a:gdLst>
                  <a:gd name="T0" fmla="*/ 191 w 582"/>
                  <a:gd name="T1" fmla="*/ 127 h 859"/>
                  <a:gd name="T2" fmla="*/ 176 w 582"/>
                  <a:gd name="T3" fmla="*/ 42 h 859"/>
                  <a:gd name="T4" fmla="*/ 108 w 582"/>
                  <a:gd name="T5" fmla="*/ 0 h 859"/>
                  <a:gd name="T6" fmla="*/ 8 w 582"/>
                  <a:gd name="T7" fmla="*/ 5 h 859"/>
                  <a:gd name="T8" fmla="*/ 0 w 582"/>
                  <a:gd name="T9" fmla="*/ 42 h 859"/>
                  <a:gd name="T10" fmla="*/ 8 w 582"/>
                  <a:gd name="T11" fmla="*/ 122 h 859"/>
                  <a:gd name="T12" fmla="*/ 61 w 582"/>
                  <a:gd name="T13" fmla="*/ 244 h 859"/>
                  <a:gd name="T14" fmla="*/ 100 w 582"/>
                  <a:gd name="T15" fmla="*/ 334 h 859"/>
                  <a:gd name="T16" fmla="*/ 146 w 582"/>
                  <a:gd name="T17" fmla="*/ 455 h 859"/>
                  <a:gd name="T18" fmla="*/ 161 w 582"/>
                  <a:gd name="T19" fmla="*/ 561 h 859"/>
                  <a:gd name="T20" fmla="*/ 161 w 582"/>
                  <a:gd name="T21" fmla="*/ 646 h 859"/>
                  <a:gd name="T22" fmla="*/ 138 w 582"/>
                  <a:gd name="T23" fmla="*/ 710 h 859"/>
                  <a:gd name="T24" fmla="*/ 115 w 582"/>
                  <a:gd name="T25" fmla="*/ 731 h 859"/>
                  <a:gd name="T26" fmla="*/ 115 w 582"/>
                  <a:gd name="T27" fmla="*/ 752 h 859"/>
                  <a:gd name="T28" fmla="*/ 146 w 582"/>
                  <a:gd name="T29" fmla="*/ 785 h 859"/>
                  <a:gd name="T30" fmla="*/ 199 w 582"/>
                  <a:gd name="T31" fmla="*/ 795 h 859"/>
                  <a:gd name="T32" fmla="*/ 284 w 582"/>
                  <a:gd name="T33" fmla="*/ 795 h 859"/>
                  <a:gd name="T34" fmla="*/ 437 w 582"/>
                  <a:gd name="T35" fmla="*/ 822 h 859"/>
                  <a:gd name="T36" fmla="*/ 482 w 582"/>
                  <a:gd name="T37" fmla="*/ 859 h 859"/>
                  <a:gd name="T38" fmla="*/ 552 w 582"/>
                  <a:gd name="T39" fmla="*/ 837 h 859"/>
                  <a:gd name="T40" fmla="*/ 582 w 582"/>
                  <a:gd name="T41" fmla="*/ 785 h 859"/>
                  <a:gd name="T42" fmla="*/ 552 w 582"/>
                  <a:gd name="T43" fmla="*/ 764 h 859"/>
                  <a:gd name="T44" fmla="*/ 422 w 582"/>
                  <a:gd name="T45" fmla="*/ 752 h 859"/>
                  <a:gd name="T46" fmla="*/ 276 w 582"/>
                  <a:gd name="T47" fmla="*/ 752 h 859"/>
                  <a:gd name="T48" fmla="*/ 214 w 582"/>
                  <a:gd name="T49" fmla="*/ 747 h 859"/>
                  <a:gd name="T50" fmla="*/ 199 w 582"/>
                  <a:gd name="T51" fmla="*/ 716 h 859"/>
                  <a:gd name="T52" fmla="*/ 214 w 582"/>
                  <a:gd name="T53" fmla="*/ 657 h 859"/>
                  <a:gd name="T54" fmla="*/ 223 w 582"/>
                  <a:gd name="T55" fmla="*/ 556 h 859"/>
                  <a:gd name="T56" fmla="*/ 206 w 582"/>
                  <a:gd name="T57" fmla="*/ 445 h 859"/>
                  <a:gd name="T58" fmla="*/ 184 w 582"/>
                  <a:gd name="T59" fmla="*/ 297 h 859"/>
                  <a:gd name="T60" fmla="*/ 191 w 582"/>
                  <a:gd name="T61" fmla="*/ 169 h 859"/>
                  <a:gd name="T62" fmla="*/ 191 w 582"/>
                  <a:gd name="T63" fmla="*/ 127 h 8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82" h="859">
                    <a:moveTo>
                      <a:pt x="191" y="127"/>
                    </a:moveTo>
                    <a:lnTo>
                      <a:pt x="176" y="42"/>
                    </a:lnTo>
                    <a:lnTo>
                      <a:pt x="108" y="0"/>
                    </a:lnTo>
                    <a:lnTo>
                      <a:pt x="8" y="5"/>
                    </a:lnTo>
                    <a:lnTo>
                      <a:pt x="0" y="42"/>
                    </a:lnTo>
                    <a:lnTo>
                      <a:pt x="8" y="122"/>
                    </a:lnTo>
                    <a:lnTo>
                      <a:pt x="61" y="244"/>
                    </a:lnTo>
                    <a:lnTo>
                      <a:pt x="100" y="334"/>
                    </a:lnTo>
                    <a:lnTo>
                      <a:pt x="146" y="455"/>
                    </a:lnTo>
                    <a:lnTo>
                      <a:pt x="161" y="561"/>
                    </a:lnTo>
                    <a:lnTo>
                      <a:pt x="161" y="646"/>
                    </a:lnTo>
                    <a:lnTo>
                      <a:pt x="138" y="710"/>
                    </a:lnTo>
                    <a:lnTo>
                      <a:pt x="115" y="731"/>
                    </a:lnTo>
                    <a:lnTo>
                      <a:pt x="115" y="752"/>
                    </a:lnTo>
                    <a:lnTo>
                      <a:pt x="146" y="785"/>
                    </a:lnTo>
                    <a:lnTo>
                      <a:pt x="199" y="795"/>
                    </a:lnTo>
                    <a:lnTo>
                      <a:pt x="284" y="795"/>
                    </a:lnTo>
                    <a:lnTo>
                      <a:pt x="437" y="822"/>
                    </a:lnTo>
                    <a:lnTo>
                      <a:pt x="482" y="859"/>
                    </a:lnTo>
                    <a:lnTo>
                      <a:pt x="552" y="837"/>
                    </a:lnTo>
                    <a:lnTo>
                      <a:pt x="582" y="785"/>
                    </a:lnTo>
                    <a:lnTo>
                      <a:pt x="552" y="764"/>
                    </a:lnTo>
                    <a:lnTo>
                      <a:pt x="422" y="752"/>
                    </a:lnTo>
                    <a:lnTo>
                      <a:pt x="276" y="752"/>
                    </a:lnTo>
                    <a:lnTo>
                      <a:pt x="214" y="747"/>
                    </a:lnTo>
                    <a:lnTo>
                      <a:pt x="199" y="716"/>
                    </a:lnTo>
                    <a:lnTo>
                      <a:pt x="214" y="657"/>
                    </a:lnTo>
                    <a:lnTo>
                      <a:pt x="223" y="556"/>
                    </a:lnTo>
                    <a:lnTo>
                      <a:pt x="206" y="445"/>
                    </a:lnTo>
                    <a:lnTo>
                      <a:pt x="184" y="297"/>
                    </a:lnTo>
                    <a:lnTo>
                      <a:pt x="191" y="169"/>
                    </a:lnTo>
                    <a:lnTo>
                      <a:pt x="191" y="1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26">
                <a:extLst>
                  <a:ext uri="{FF2B5EF4-FFF2-40B4-BE49-F238E27FC236}">
                    <a16:creationId xmlns:a16="http://schemas.microsoft.com/office/drawing/2014/main" id="{5CB40629-0230-FF59-BCE5-5BAF70E8D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6" y="2536"/>
                <a:ext cx="311" cy="213"/>
              </a:xfrm>
              <a:custGeom>
                <a:avLst/>
                <a:gdLst>
                  <a:gd name="T0" fmla="*/ 405 w 620"/>
                  <a:gd name="T1" fmla="*/ 123 h 425"/>
                  <a:gd name="T2" fmla="*/ 329 w 620"/>
                  <a:gd name="T3" fmla="*/ 43 h 425"/>
                  <a:gd name="T4" fmla="*/ 252 w 620"/>
                  <a:gd name="T5" fmla="*/ 0 h 425"/>
                  <a:gd name="T6" fmla="*/ 161 w 620"/>
                  <a:gd name="T7" fmla="*/ 0 h 425"/>
                  <a:gd name="T8" fmla="*/ 61 w 620"/>
                  <a:gd name="T9" fmla="*/ 27 h 425"/>
                  <a:gd name="T10" fmla="*/ 15 w 620"/>
                  <a:gd name="T11" fmla="*/ 75 h 425"/>
                  <a:gd name="T12" fmla="*/ 0 w 620"/>
                  <a:gd name="T13" fmla="*/ 139 h 425"/>
                  <a:gd name="T14" fmla="*/ 15 w 620"/>
                  <a:gd name="T15" fmla="*/ 224 h 425"/>
                  <a:gd name="T16" fmla="*/ 76 w 620"/>
                  <a:gd name="T17" fmla="*/ 319 h 425"/>
                  <a:gd name="T18" fmla="*/ 183 w 620"/>
                  <a:gd name="T19" fmla="*/ 383 h 425"/>
                  <a:gd name="T20" fmla="*/ 267 w 620"/>
                  <a:gd name="T21" fmla="*/ 415 h 425"/>
                  <a:gd name="T22" fmla="*/ 352 w 620"/>
                  <a:gd name="T23" fmla="*/ 425 h 425"/>
                  <a:gd name="T24" fmla="*/ 420 w 620"/>
                  <a:gd name="T25" fmla="*/ 409 h 425"/>
                  <a:gd name="T26" fmla="*/ 458 w 620"/>
                  <a:gd name="T27" fmla="*/ 383 h 425"/>
                  <a:gd name="T28" fmla="*/ 482 w 620"/>
                  <a:gd name="T29" fmla="*/ 319 h 425"/>
                  <a:gd name="T30" fmla="*/ 475 w 620"/>
                  <a:gd name="T31" fmla="*/ 245 h 425"/>
                  <a:gd name="T32" fmla="*/ 450 w 620"/>
                  <a:gd name="T33" fmla="*/ 182 h 425"/>
                  <a:gd name="T34" fmla="*/ 604 w 620"/>
                  <a:gd name="T35" fmla="*/ 123 h 425"/>
                  <a:gd name="T36" fmla="*/ 620 w 620"/>
                  <a:gd name="T37" fmla="*/ 97 h 425"/>
                  <a:gd name="T38" fmla="*/ 604 w 620"/>
                  <a:gd name="T39" fmla="*/ 85 h 425"/>
                  <a:gd name="T40" fmla="*/ 435 w 620"/>
                  <a:gd name="T41" fmla="*/ 154 h 425"/>
                  <a:gd name="T42" fmla="*/ 405 w 620"/>
                  <a:gd name="T43" fmla="*/ 123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20" h="425">
                    <a:moveTo>
                      <a:pt x="405" y="123"/>
                    </a:moveTo>
                    <a:lnTo>
                      <a:pt x="329" y="43"/>
                    </a:lnTo>
                    <a:lnTo>
                      <a:pt x="252" y="0"/>
                    </a:lnTo>
                    <a:lnTo>
                      <a:pt x="161" y="0"/>
                    </a:lnTo>
                    <a:lnTo>
                      <a:pt x="61" y="27"/>
                    </a:lnTo>
                    <a:lnTo>
                      <a:pt x="15" y="75"/>
                    </a:lnTo>
                    <a:lnTo>
                      <a:pt x="0" y="139"/>
                    </a:lnTo>
                    <a:lnTo>
                      <a:pt x="15" y="224"/>
                    </a:lnTo>
                    <a:lnTo>
                      <a:pt x="76" y="319"/>
                    </a:lnTo>
                    <a:lnTo>
                      <a:pt x="183" y="383"/>
                    </a:lnTo>
                    <a:lnTo>
                      <a:pt x="267" y="415"/>
                    </a:lnTo>
                    <a:lnTo>
                      <a:pt x="352" y="425"/>
                    </a:lnTo>
                    <a:lnTo>
                      <a:pt x="420" y="409"/>
                    </a:lnTo>
                    <a:lnTo>
                      <a:pt x="458" y="383"/>
                    </a:lnTo>
                    <a:lnTo>
                      <a:pt x="482" y="319"/>
                    </a:lnTo>
                    <a:lnTo>
                      <a:pt x="475" y="245"/>
                    </a:lnTo>
                    <a:lnTo>
                      <a:pt x="450" y="182"/>
                    </a:lnTo>
                    <a:lnTo>
                      <a:pt x="604" y="123"/>
                    </a:lnTo>
                    <a:lnTo>
                      <a:pt x="620" y="97"/>
                    </a:lnTo>
                    <a:lnTo>
                      <a:pt x="604" y="85"/>
                    </a:lnTo>
                    <a:lnTo>
                      <a:pt x="435" y="154"/>
                    </a:lnTo>
                    <a:lnTo>
                      <a:pt x="405" y="123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27">
                <a:extLst>
                  <a:ext uri="{FF2B5EF4-FFF2-40B4-BE49-F238E27FC236}">
                    <a16:creationId xmlns:a16="http://schemas.microsoft.com/office/drawing/2014/main" id="{A2E5E95B-FC76-FD20-7CEF-721D55D48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2335"/>
                <a:ext cx="276" cy="474"/>
              </a:xfrm>
              <a:custGeom>
                <a:avLst/>
                <a:gdLst>
                  <a:gd name="T0" fmla="*/ 153 w 552"/>
                  <a:gd name="T1" fmla="*/ 802 h 950"/>
                  <a:gd name="T2" fmla="*/ 53 w 552"/>
                  <a:gd name="T3" fmla="*/ 854 h 950"/>
                  <a:gd name="T4" fmla="*/ 23 w 552"/>
                  <a:gd name="T5" fmla="*/ 871 h 950"/>
                  <a:gd name="T6" fmla="*/ 0 w 552"/>
                  <a:gd name="T7" fmla="*/ 908 h 950"/>
                  <a:gd name="T8" fmla="*/ 31 w 552"/>
                  <a:gd name="T9" fmla="*/ 945 h 950"/>
                  <a:gd name="T10" fmla="*/ 61 w 552"/>
                  <a:gd name="T11" fmla="*/ 950 h 950"/>
                  <a:gd name="T12" fmla="*/ 153 w 552"/>
                  <a:gd name="T13" fmla="*/ 929 h 950"/>
                  <a:gd name="T14" fmla="*/ 291 w 552"/>
                  <a:gd name="T15" fmla="*/ 854 h 950"/>
                  <a:gd name="T16" fmla="*/ 414 w 552"/>
                  <a:gd name="T17" fmla="*/ 765 h 950"/>
                  <a:gd name="T18" fmla="*/ 545 w 552"/>
                  <a:gd name="T19" fmla="*/ 663 h 950"/>
                  <a:gd name="T20" fmla="*/ 552 w 552"/>
                  <a:gd name="T21" fmla="*/ 621 h 950"/>
                  <a:gd name="T22" fmla="*/ 552 w 552"/>
                  <a:gd name="T23" fmla="*/ 505 h 950"/>
                  <a:gd name="T24" fmla="*/ 514 w 552"/>
                  <a:gd name="T25" fmla="*/ 324 h 950"/>
                  <a:gd name="T26" fmla="*/ 537 w 552"/>
                  <a:gd name="T27" fmla="*/ 218 h 950"/>
                  <a:gd name="T28" fmla="*/ 552 w 552"/>
                  <a:gd name="T29" fmla="*/ 175 h 950"/>
                  <a:gd name="T30" fmla="*/ 530 w 552"/>
                  <a:gd name="T31" fmla="*/ 154 h 950"/>
                  <a:gd name="T32" fmla="*/ 475 w 552"/>
                  <a:gd name="T33" fmla="*/ 133 h 950"/>
                  <a:gd name="T34" fmla="*/ 437 w 552"/>
                  <a:gd name="T35" fmla="*/ 118 h 950"/>
                  <a:gd name="T36" fmla="*/ 460 w 552"/>
                  <a:gd name="T37" fmla="*/ 22 h 950"/>
                  <a:gd name="T38" fmla="*/ 445 w 552"/>
                  <a:gd name="T39" fmla="*/ 0 h 950"/>
                  <a:gd name="T40" fmla="*/ 414 w 552"/>
                  <a:gd name="T41" fmla="*/ 6 h 950"/>
                  <a:gd name="T42" fmla="*/ 399 w 552"/>
                  <a:gd name="T43" fmla="*/ 128 h 950"/>
                  <a:gd name="T44" fmla="*/ 384 w 552"/>
                  <a:gd name="T45" fmla="*/ 160 h 950"/>
                  <a:gd name="T46" fmla="*/ 376 w 552"/>
                  <a:gd name="T47" fmla="*/ 181 h 950"/>
                  <a:gd name="T48" fmla="*/ 314 w 552"/>
                  <a:gd name="T49" fmla="*/ 165 h 950"/>
                  <a:gd name="T50" fmla="*/ 269 w 552"/>
                  <a:gd name="T51" fmla="*/ 165 h 950"/>
                  <a:gd name="T52" fmla="*/ 269 w 552"/>
                  <a:gd name="T53" fmla="*/ 186 h 950"/>
                  <a:gd name="T54" fmla="*/ 299 w 552"/>
                  <a:gd name="T55" fmla="*/ 203 h 950"/>
                  <a:gd name="T56" fmla="*/ 354 w 552"/>
                  <a:gd name="T57" fmla="*/ 203 h 950"/>
                  <a:gd name="T58" fmla="*/ 392 w 552"/>
                  <a:gd name="T59" fmla="*/ 224 h 950"/>
                  <a:gd name="T60" fmla="*/ 422 w 552"/>
                  <a:gd name="T61" fmla="*/ 260 h 950"/>
                  <a:gd name="T62" fmla="*/ 452 w 552"/>
                  <a:gd name="T63" fmla="*/ 319 h 950"/>
                  <a:gd name="T64" fmla="*/ 475 w 552"/>
                  <a:gd name="T65" fmla="*/ 436 h 950"/>
                  <a:gd name="T66" fmla="*/ 475 w 552"/>
                  <a:gd name="T67" fmla="*/ 542 h 950"/>
                  <a:gd name="T68" fmla="*/ 460 w 552"/>
                  <a:gd name="T69" fmla="*/ 627 h 950"/>
                  <a:gd name="T70" fmla="*/ 429 w 552"/>
                  <a:gd name="T71" fmla="*/ 663 h 950"/>
                  <a:gd name="T72" fmla="*/ 322 w 552"/>
                  <a:gd name="T73" fmla="*/ 717 h 950"/>
                  <a:gd name="T74" fmla="*/ 207 w 552"/>
                  <a:gd name="T75" fmla="*/ 765 h 950"/>
                  <a:gd name="T76" fmla="*/ 153 w 552"/>
                  <a:gd name="T77" fmla="*/ 802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52" h="950">
                    <a:moveTo>
                      <a:pt x="153" y="802"/>
                    </a:moveTo>
                    <a:lnTo>
                      <a:pt x="53" y="854"/>
                    </a:lnTo>
                    <a:lnTo>
                      <a:pt x="23" y="871"/>
                    </a:lnTo>
                    <a:lnTo>
                      <a:pt x="0" y="908"/>
                    </a:lnTo>
                    <a:lnTo>
                      <a:pt x="31" y="945"/>
                    </a:lnTo>
                    <a:lnTo>
                      <a:pt x="61" y="950"/>
                    </a:lnTo>
                    <a:lnTo>
                      <a:pt x="153" y="929"/>
                    </a:lnTo>
                    <a:lnTo>
                      <a:pt x="291" y="854"/>
                    </a:lnTo>
                    <a:lnTo>
                      <a:pt x="414" y="765"/>
                    </a:lnTo>
                    <a:lnTo>
                      <a:pt x="545" y="663"/>
                    </a:lnTo>
                    <a:lnTo>
                      <a:pt x="552" y="621"/>
                    </a:lnTo>
                    <a:lnTo>
                      <a:pt x="552" y="505"/>
                    </a:lnTo>
                    <a:lnTo>
                      <a:pt x="514" y="324"/>
                    </a:lnTo>
                    <a:lnTo>
                      <a:pt x="537" y="218"/>
                    </a:lnTo>
                    <a:lnTo>
                      <a:pt x="552" y="175"/>
                    </a:lnTo>
                    <a:lnTo>
                      <a:pt x="530" y="154"/>
                    </a:lnTo>
                    <a:lnTo>
                      <a:pt x="475" y="133"/>
                    </a:lnTo>
                    <a:lnTo>
                      <a:pt x="437" y="118"/>
                    </a:lnTo>
                    <a:lnTo>
                      <a:pt x="460" y="22"/>
                    </a:lnTo>
                    <a:lnTo>
                      <a:pt x="445" y="0"/>
                    </a:lnTo>
                    <a:lnTo>
                      <a:pt x="414" y="6"/>
                    </a:lnTo>
                    <a:lnTo>
                      <a:pt x="399" y="128"/>
                    </a:lnTo>
                    <a:lnTo>
                      <a:pt x="384" y="160"/>
                    </a:lnTo>
                    <a:lnTo>
                      <a:pt x="376" y="181"/>
                    </a:lnTo>
                    <a:lnTo>
                      <a:pt x="314" y="165"/>
                    </a:lnTo>
                    <a:lnTo>
                      <a:pt x="269" y="165"/>
                    </a:lnTo>
                    <a:lnTo>
                      <a:pt x="269" y="186"/>
                    </a:lnTo>
                    <a:lnTo>
                      <a:pt x="299" y="203"/>
                    </a:lnTo>
                    <a:lnTo>
                      <a:pt x="354" y="203"/>
                    </a:lnTo>
                    <a:lnTo>
                      <a:pt x="392" y="224"/>
                    </a:lnTo>
                    <a:lnTo>
                      <a:pt x="422" y="260"/>
                    </a:lnTo>
                    <a:lnTo>
                      <a:pt x="452" y="319"/>
                    </a:lnTo>
                    <a:lnTo>
                      <a:pt x="475" y="436"/>
                    </a:lnTo>
                    <a:lnTo>
                      <a:pt x="475" y="542"/>
                    </a:lnTo>
                    <a:lnTo>
                      <a:pt x="460" y="627"/>
                    </a:lnTo>
                    <a:lnTo>
                      <a:pt x="429" y="663"/>
                    </a:lnTo>
                    <a:lnTo>
                      <a:pt x="322" y="717"/>
                    </a:lnTo>
                    <a:lnTo>
                      <a:pt x="207" y="765"/>
                    </a:lnTo>
                    <a:lnTo>
                      <a:pt x="153" y="802"/>
                    </a:lnTo>
                    <a:close/>
                  </a:path>
                </a:pathLst>
              </a:custGeom>
              <a:solidFill>
                <a:srgbClr val="CC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28">
                <a:extLst>
                  <a:ext uri="{FF2B5EF4-FFF2-40B4-BE49-F238E27FC236}">
                    <a16:creationId xmlns:a16="http://schemas.microsoft.com/office/drawing/2014/main" id="{8DACB8C5-DD87-01F4-EC47-0BA2FAC62D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773"/>
                <a:ext cx="249" cy="286"/>
              </a:xfrm>
              <a:custGeom>
                <a:avLst/>
                <a:gdLst>
                  <a:gd name="T0" fmla="*/ 499 w 499"/>
                  <a:gd name="T1" fmla="*/ 16 h 573"/>
                  <a:gd name="T2" fmla="*/ 444 w 499"/>
                  <a:gd name="T3" fmla="*/ 0 h 573"/>
                  <a:gd name="T4" fmla="*/ 329 w 499"/>
                  <a:gd name="T5" fmla="*/ 6 h 573"/>
                  <a:gd name="T6" fmla="*/ 229 w 499"/>
                  <a:gd name="T7" fmla="*/ 59 h 573"/>
                  <a:gd name="T8" fmla="*/ 83 w 499"/>
                  <a:gd name="T9" fmla="*/ 170 h 573"/>
                  <a:gd name="T10" fmla="*/ 8 w 499"/>
                  <a:gd name="T11" fmla="*/ 261 h 573"/>
                  <a:gd name="T12" fmla="*/ 0 w 499"/>
                  <a:gd name="T13" fmla="*/ 292 h 573"/>
                  <a:gd name="T14" fmla="*/ 38 w 499"/>
                  <a:gd name="T15" fmla="*/ 351 h 573"/>
                  <a:gd name="T16" fmla="*/ 121 w 499"/>
                  <a:gd name="T17" fmla="*/ 377 h 573"/>
                  <a:gd name="T18" fmla="*/ 229 w 499"/>
                  <a:gd name="T19" fmla="*/ 409 h 573"/>
                  <a:gd name="T20" fmla="*/ 314 w 499"/>
                  <a:gd name="T21" fmla="*/ 424 h 573"/>
                  <a:gd name="T22" fmla="*/ 352 w 499"/>
                  <a:gd name="T23" fmla="*/ 452 h 573"/>
                  <a:gd name="T24" fmla="*/ 329 w 499"/>
                  <a:gd name="T25" fmla="*/ 488 h 573"/>
                  <a:gd name="T26" fmla="*/ 268 w 499"/>
                  <a:gd name="T27" fmla="*/ 531 h 573"/>
                  <a:gd name="T28" fmla="*/ 191 w 499"/>
                  <a:gd name="T29" fmla="*/ 537 h 573"/>
                  <a:gd name="T30" fmla="*/ 138 w 499"/>
                  <a:gd name="T31" fmla="*/ 520 h 573"/>
                  <a:gd name="T32" fmla="*/ 106 w 499"/>
                  <a:gd name="T33" fmla="*/ 537 h 573"/>
                  <a:gd name="T34" fmla="*/ 114 w 499"/>
                  <a:gd name="T35" fmla="*/ 558 h 573"/>
                  <a:gd name="T36" fmla="*/ 176 w 499"/>
                  <a:gd name="T37" fmla="*/ 573 h 573"/>
                  <a:gd name="T38" fmla="*/ 268 w 499"/>
                  <a:gd name="T39" fmla="*/ 573 h 573"/>
                  <a:gd name="T40" fmla="*/ 352 w 499"/>
                  <a:gd name="T41" fmla="*/ 558 h 573"/>
                  <a:gd name="T42" fmla="*/ 399 w 499"/>
                  <a:gd name="T43" fmla="*/ 537 h 573"/>
                  <a:gd name="T44" fmla="*/ 429 w 499"/>
                  <a:gd name="T45" fmla="*/ 499 h 573"/>
                  <a:gd name="T46" fmla="*/ 444 w 499"/>
                  <a:gd name="T47" fmla="*/ 457 h 573"/>
                  <a:gd name="T48" fmla="*/ 406 w 499"/>
                  <a:gd name="T49" fmla="*/ 419 h 573"/>
                  <a:gd name="T50" fmla="*/ 314 w 499"/>
                  <a:gd name="T51" fmla="*/ 393 h 573"/>
                  <a:gd name="T52" fmla="*/ 206 w 499"/>
                  <a:gd name="T53" fmla="*/ 372 h 573"/>
                  <a:gd name="T54" fmla="*/ 114 w 499"/>
                  <a:gd name="T55" fmla="*/ 335 h 573"/>
                  <a:gd name="T56" fmla="*/ 91 w 499"/>
                  <a:gd name="T57" fmla="*/ 303 h 573"/>
                  <a:gd name="T58" fmla="*/ 106 w 499"/>
                  <a:gd name="T59" fmla="*/ 245 h 573"/>
                  <a:gd name="T60" fmla="*/ 176 w 499"/>
                  <a:gd name="T61" fmla="*/ 170 h 573"/>
                  <a:gd name="T62" fmla="*/ 261 w 499"/>
                  <a:gd name="T63" fmla="*/ 127 h 573"/>
                  <a:gd name="T64" fmla="*/ 391 w 499"/>
                  <a:gd name="T65" fmla="*/ 96 h 573"/>
                  <a:gd name="T66" fmla="*/ 499 w 499"/>
                  <a:gd name="T67" fmla="*/ 80 h 573"/>
                  <a:gd name="T68" fmla="*/ 499 w 499"/>
                  <a:gd name="T69" fmla="*/ 37 h 573"/>
                  <a:gd name="T70" fmla="*/ 499 w 499"/>
                  <a:gd name="T71" fmla="*/ 16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99" h="573">
                    <a:moveTo>
                      <a:pt x="499" y="16"/>
                    </a:moveTo>
                    <a:lnTo>
                      <a:pt x="444" y="0"/>
                    </a:lnTo>
                    <a:lnTo>
                      <a:pt x="329" y="6"/>
                    </a:lnTo>
                    <a:lnTo>
                      <a:pt x="229" y="59"/>
                    </a:lnTo>
                    <a:lnTo>
                      <a:pt x="83" y="170"/>
                    </a:lnTo>
                    <a:lnTo>
                      <a:pt x="8" y="261"/>
                    </a:lnTo>
                    <a:lnTo>
                      <a:pt x="0" y="292"/>
                    </a:lnTo>
                    <a:lnTo>
                      <a:pt x="38" y="351"/>
                    </a:lnTo>
                    <a:lnTo>
                      <a:pt x="121" y="377"/>
                    </a:lnTo>
                    <a:lnTo>
                      <a:pt x="229" y="409"/>
                    </a:lnTo>
                    <a:lnTo>
                      <a:pt x="314" y="424"/>
                    </a:lnTo>
                    <a:lnTo>
                      <a:pt x="352" y="452"/>
                    </a:lnTo>
                    <a:lnTo>
                      <a:pt x="329" y="488"/>
                    </a:lnTo>
                    <a:lnTo>
                      <a:pt x="268" y="531"/>
                    </a:lnTo>
                    <a:lnTo>
                      <a:pt x="191" y="537"/>
                    </a:lnTo>
                    <a:lnTo>
                      <a:pt x="138" y="520"/>
                    </a:lnTo>
                    <a:lnTo>
                      <a:pt x="106" y="537"/>
                    </a:lnTo>
                    <a:lnTo>
                      <a:pt x="114" y="558"/>
                    </a:lnTo>
                    <a:lnTo>
                      <a:pt x="176" y="573"/>
                    </a:lnTo>
                    <a:lnTo>
                      <a:pt x="268" y="573"/>
                    </a:lnTo>
                    <a:lnTo>
                      <a:pt x="352" y="558"/>
                    </a:lnTo>
                    <a:lnTo>
                      <a:pt x="399" y="537"/>
                    </a:lnTo>
                    <a:lnTo>
                      <a:pt x="429" y="499"/>
                    </a:lnTo>
                    <a:lnTo>
                      <a:pt x="444" y="457"/>
                    </a:lnTo>
                    <a:lnTo>
                      <a:pt x="406" y="419"/>
                    </a:lnTo>
                    <a:lnTo>
                      <a:pt x="314" y="393"/>
                    </a:lnTo>
                    <a:lnTo>
                      <a:pt x="206" y="372"/>
                    </a:lnTo>
                    <a:lnTo>
                      <a:pt x="114" y="335"/>
                    </a:lnTo>
                    <a:lnTo>
                      <a:pt x="91" y="303"/>
                    </a:lnTo>
                    <a:lnTo>
                      <a:pt x="106" y="245"/>
                    </a:lnTo>
                    <a:lnTo>
                      <a:pt x="176" y="170"/>
                    </a:lnTo>
                    <a:lnTo>
                      <a:pt x="261" y="127"/>
                    </a:lnTo>
                    <a:lnTo>
                      <a:pt x="391" y="96"/>
                    </a:lnTo>
                    <a:lnTo>
                      <a:pt x="499" y="80"/>
                    </a:lnTo>
                    <a:lnTo>
                      <a:pt x="499" y="37"/>
                    </a:lnTo>
                    <a:lnTo>
                      <a:pt x="499" y="16"/>
                    </a:lnTo>
                    <a:close/>
                  </a:path>
                </a:pathLst>
              </a:custGeom>
              <a:solidFill>
                <a:srgbClr val="CC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9" descr="大棋盘">
                <a:extLst>
                  <a:ext uri="{FF2B5EF4-FFF2-40B4-BE49-F238E27FC236}">
                    <a16:creationId xmlns:a16="http://schemas.microsoft.com/office/drawing/2014/main" id="{2EE28015-53ED-7F1A-0ABA-67D0A3CFE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760"/>
                <a:ext cx="234" cy="352"/>
              </a:xfrm>
              <a:custGeom>
                <a:avLst/>
                <a:gdLst>
                  <a:gd name="T0" fmla="*/ 407 w 468"/>
                  <a:gd name="T1" fmla="*/ 223 h 705"/>
                  <a:gd name="T2" fmla="*/ 360 w 468"/>
                  <a:gd name="T3" fmla="*/ 90 h 705"/>
                  <a:gd name="T4" fmla="*/ 307 w 468"/>
                  <a:gd name="T5" fmla="*/ 26 h 705"/>
                  <a:gd name="T6" fmla="*/ 192 w 468"/>
                  <a:gd name="T7" fmla="*/ 0 h 705"/>
                  <a:gd name="T8" fmla="*/ 76 w 468"/>
                  <a:gd name="T9" fmla="*/ 11 h 705"/>
                  <a:gd name="T10" fmla="*/ 23 w 468"/>
                  <a:gd name="T11" fmla="*/ 80 h 705"/>
                  <a:gd name="T12" fmla="*/ 31 w 468"/>
                  <a:gd name="T13" fmla="*/ 165 h 705"/>
                  <a:gd name="T14" fmla="*/ 61 w 468"/>
                  <a:gd name="T15" fmla="*/ 302 h 705"/>
                  <a:gd name="T16" fmla="*/ 61 w 468"/>
                  <a:gd name="T17" fmla="*/ 424 h 705"/>
                  <a:gd name="T18" fmla="*/ 23 w 468"/>
                  <a:gd name="T19" fmla="*/ 530 h 705"/>
                  <a:gd name="T20" fmla="*/ 0 w 468"/>
                  <a:gd name="T21" fmla="*/ 589 h 705"/>
                  <a:gd name="T22" fmla="*/ 16 w 468"/>
                  <a:gd name="T23" fmla="*/ 641 h 705"/>
                  <a:gd name="T24" fmla="*/ 69 w 468"/>
                  <a:gd name="T25" fmla="*/ 669 h 705"/>
                  <a:gd name="T26" fmla="*/ 138 w 468"/>
                  <a:gd name="T27" fmla="*/ 695 h 705"/>
                  <a:gd name="T28" fmla="*/ 207 w 468"/>
                  <a:gd name="T29" fmla="*/ 705 h 705"/>
                  <a:gd name="T30" fmla="*/ 292 w 468"/>
                  <a:gd name="T31" fmla="*/ 705 h 705"/>
                  <a:gd name="T32" fmla="*/ 392 w 468"/>
                  <a:gd name="T33" fmla="*/ 652 h 705"/>
                  <a:gd name="T34" fmla="*/ 468 w 468"/>
                  <a:gd name="T35" fmla="*/ 541 h 705"/>
                  <a:gd name="T36" fmla="*/ 460 w 468"/>
                  <a:gd name="T37" fmla="*/ 440 h 705"/>
                  <a:gd name="T38" fmla="*/ 414 w 468"/>
                  <a:gd name="T39" fmla="*/ 323 h 705"/>
                  <a:gd name="T40" fmla="*/ 407 w 468"/>
                  <a:gd name="T41" fmla="*/ 223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8" h="705">
                    <a:moveTo>
                      <a:pt x="407" y="223"/>
                    </a:moveTo>
                    <a:lnTo>
                      <a:pt x="360" y="90"/>
                    </a:lnTo>
                    <a:lnTo>
                      <a:pt x="307" y="26"/>
                    </a:lnTo>
                    <a:lnTo>
                      <a:pt x="192" y="0"/>
                    </a:lnTo>
                    <a:lnTo>
                      <a:pt x="76" y="11"/>
                    </a:lnTo>
                    <a:lnTo>
                      <a:pt x="23" y="80"/>
                    </a:lnTo>
                    <a:lnTo>
                      <a:pt x="31" y="165"/>
                    </a:lnTo>
                    <a:lnTo>
                      <a:pt x="61" y="302"/>
                    </a:lnTo>
                    <a:lnTo>
                      <a:pt x="61" y="424"/>
                    </a:lnTo>
                    <a:lnTo>
                      <a:pt x="23" y="530"/>
                    </a:lnTo>
                    <a:lnTo>
                      <a:pt x="0" y="589"/>
                    </a:lnTo>
                    <a:lnTo>
                      <a:pt x="16" y="641"/>
                    </a:lnTo>
                    <a:lnTo>
                      <a:pt x="69" y="669"/>
                    </a:lnTo>
                    <a:lnTo>
                      <a:pt x="138" y="695"/>
                    </a:lnTo>
                    <a:lnTo>
                      <a:pt x="207" y="705"/>
                    </a:lnTo>
                    <a:lnTo>
                      <a:pt x="292" y="705"/>
                    </a:lnTo>
                    <a:lnTo>
                      <a:pt x="392" y="652"/>
                    </a:lnTo>
                    <a:lnTo>
                      <a:pt x="468" y="541"/>
                    </a:lnTo>
                    <a:lnTo>
                      <a:pt x="460" y="440"/>
                    </a:lnTo>
                    <a:lnTo>
                      <a:pt x="414" y="323"/>
                    </a:lnTo>
                    <a:lnTo>
                      <a:pt x="407" y="223"/>
                    </a:lnTo>
                    <a:close/>
                  </a:path>
                </a:pathLst>
              </a:custGeom>
              <a:pattFill prst="lgCheck">
                <a:fgClr>
                  <a:srgbClr val="33CCFF"/>
                </a:fgClr>
                <a:bgClr>
                  <a:srgbClr val="FF3300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" name="Text Box 32">
              <a:extLst>
                <a:ext uri="{FF2B5EF4-FFF2-40B4-BE49-F238E27FC236}">
                  <a16:creationId xmlns:a16="http://schemas.microsoft.com/office/drawing/2014/main" id="{ED7A5C92-60FC-33C4-EF3D-9B0B57B99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0" y="2292"/>
              <a:ext cx="165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1" hangingPunct="1"/>
              <a:r>
                <a:rPr lang="en-US" altLang="zh-CN" sz="2400" b="1" i="0" dirty="0">
                  <a:latin typeface="Times New Roman" charset="0"/>
                </a:rPr>
                <a:t>A</a:t>
              </a:r>
              <a:r>
                <a:rPr lang="zh-CN" altLang="en-US" sz="2400" b="1" i="0" dirty="0">
                  <a:latin typeface="Times New Roman" charset="0"/>
                </a:rPr>
                <a:t>、</a:t>
              </a:r>
              <a:r>
                <a:rPr lang="en-US" altLang="zh-CN" sz="2400" b="1" i="0" dirty="0">
                  <a:latin typeface="Times New Roman" charset="0"/>
                </a:rPr>
                <a:t>C</a:t>
              </a:r>
              <a:r>
                <a:rPr lang="zh-CN" altLang="en-US" sz="2400" b="1" i="0" dirty="0">
                  <a:latin typeface="Times New Roman" charset="0"/>
                </a:rPr>
                <a:t>为哪个投影面的重影点呢？</a:t>
              </a:r>
            </a:p>
          </p:txBody>
        </p:sp>
      </p:grpSp>
      <p:sp>
        <p:nvSpPr>
          <p:cNvPr id="37" name="AutoShape 38">
            <a:extLst>
              <a:ext uri="{FF2B5EF4-FFF2-40B4-BE49-F238E27FC236}">
                <a16:creationId xmlns:a16="http://schemas.microsoft.com/office/drawing/2014/main" id="{12A2943B-DA9E-C896-FF10-6F230950A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252" y="581947"/>
            <a:ext cx="3060700" cy="1264980"/>
          </a:xfrm>
          <a:prstGeom prst="cloudCallout">
            <a:avLst>
              <a:gd name="adj1" fmla="val -6588"/>
              <a:gd name="adj2" fmla="val 107417"/>
            </a:avLst>
          </a:prstGeom>
          <a:gradFill rotWithShape="0">
            <a:gsLst>
              <a:gs pos="0">
                <a:srgbClr val="B2B2B2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b="1" i="0" dirty="0">
                <a:latin typeface="Times New Roman" charset="0"/>
              </a:rPr>
              <a:t>A</a:t>
            </a:r>
            <a:r>
              <a:rPr lang="zh-CN" altLang="en-US" sz="2400" b="1" i="0" dirty="0">
                <a:latin typeface="Times New Roman" charset="0"/>
              </a:rPr>
              <a:t>、</a:t>
            </a:r>
            <a:r>
              <a:rPr lang="en-US" altLang="zh-CN" sz="2400" b="1" i="0" dirty="0">
                <a:latin typeface="Times New Roman" charset="0"/>
              </a:rPr>
              <a:t>C</a:t>
            </a:r>
            <a:r>
              <a:rPr lang="zh-CN" altLang="en-US" sz="2400" b="1" i="0" dirty="0">
                <a:latin typeface="Times New Roman" charset="0"/>
              </a:rPr>
              <a:t>为</a:t>
            </a:r>
            <a:r>
              <a:rPr lang="en-US" altLang="zh-CN" sz="2400" b="1" i="0" dirty="0">
                <a:latin typeface="Times New Roman" charset="0"/>
              </a:rPr>
              <a:t>H</a:t>
            </a:r>
            <a:r>
              <a:rPr lang="zh-CN" altLang="en-US" sz="2400" b="1" i="0" dirty="0">
                <a:latin typeface="Times New Roman" charset="0"/>
              </a:rPr>
              <a:t>面的重影点</a:t>
            </a:r>
          </a:p>
        </p:txBody>
      </p:sp>
    </p:spTree>
    <p:extLst>
      <p:ext uri="{BB962C8B-B14F-4D97-AF65-F5344CB8AC3E}">
        <p14:creationId xmlns:p14="http://schemas.microsoft.com/office/powerpoint/2010/main" val="10007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3" grpId="0" autoUpdateAnimBg="0"/>
      <p:bldP spid="14" grpId="0" autoUpdateAnimBg="0"/>
      <p:bldP spid="27" grpId="0" animBg="1" autoUpdateAnimBg="0"/>
      <p:bldP spid="37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64B92A-2E97-A96B-9DE4-DF3EF3AE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重影点标注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86632-E5D6-4BCA-5AD3-310160B89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对正投影面、水平投影面、侧立投影面的重影点，它们的可见性是前遮后、上遮下、左遮右。</a:t>
            </a:r>
            <a:endParaRPr lang="en-C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F60D6-DB99-EDA7-14DE-7ED08341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D023-FEE1-4925-A675-99529C015397}" type="datetime1">
              <a:rPr lang="en-US" altLang="zh-CN" smtClean="0"/>
              <a:t>9/22/25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60381-D9C2-8CFF-AA92-5601FE32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4E204-450C-9B55-0AAA-D41BD9B9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ED0D0E-E739-EC62-F26F-A0093F0AF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2" b="17971"/>
          <a:stretch>
            <a:fillRect/>
          </a:stretch>
        </p:blipFill>
        <p:spPr bwMode="auto">
          <a:xfrm>
            <a:off x="990600" y="2240222"/>
            <a:ext cx="7620000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A01E99-1C01-2461-60FA-343E679B7B8C}"/>
                  </a:ext>
                </a:extLst>
              </p:cNvPr>
              <p:cNvSpPr txBox="1"/>
              <p:nvPr/>
            </p:nvSpPr>
            <p:spPr>
              <a:xfrm>
                <a:off x="9846810" y="3273110"/>
                <a:ext cx="1619802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A01E99-1C01-2461-60FA-343E679B7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810" y="3273110"/>
                <a:ext cx="1619802" cy="861774"/>
              </a:xfrm>
              <a:prstGeom prst="rect">
                <a:avLst/>
              </a:prstGeom>
              <a:blipFill>
                <a:blip r:embed="rId3"/>
                <a:stretch>
                  <a:fillRect l="-4688" r="-1563" b="-289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FA63AA4-BD28-1D04-EBAF-BB2CF13834F8}"/>
              </a:ext>
            </a:extLst>
          </p:cNvPr>
          <p:cNvSpPr txBox="1"/>
          <p:nvPr/>
        </p:nvSpPr>
        <p:spPr>
          <a:xfrm>
            <a:off x="9532529" y="263078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/>
              <a:t>标注示例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5F63D8-3758-556D-6679-D1761F90F796}"/>
              </a:ext>
            </a:extLst>
          </p:cNvPr>
          <p:cNvSpPr/>
          <p:nvPr/>
        </p:nvSpPr>
        <p:spPr>
          <a:xfrm>
            <a:off x="9010996" y="2240222"/>
            <a:ext cx="2743199" cy="2265276"/>
          </a:xfrm>
          <a:prstGeom prst="round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500D9-E549-5FB8-7C06-A163FE1BC5F3}"/>
              </a:ext>
            </a:extLst>
          </p:cNvPr>
          <p:cNvSpPr txBox="1"/>
          <p:nvPr/>
        </p:nvSpPr>
        <p:spPr>
          <a:xfrm>
            <a:off x="9169926" y="364207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/>
              <a:t>或</a:t>
            </a:r>
          </a:p>
        </p:txBody>
      </p:sp>
    </p:spTree>
    <p:extLst>
      <p:ext uri="{BB962C8B-B14F-4D97-AF65-F5344CB8AC3E}">
        <p14:creationId xmlns:p14="http://schemas.microsoft.com/office/powerpoint/2010/main" val="346843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94A89-C0ED-4446-A650-A5A6DDE3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9609B-6588-4550-9CB7-DA9AC432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4A68-4ABD-0B41-AEE4-969800CBA64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B22E3-D23C-49F1-8CDC-58953D7B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FC2ED526-3070-A17C-B6BE-8352BF5C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直线的投影</a:t>
            </a:r>
            <a:r>
              <a:rPr lang="en-US" altLang="zh-CN" dirty="0"/>
              <a:t>(P37)</a:t>
            </a:r>
            <a:endParaRPr lang="zh-CN" altLang="en-US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28B6F5B3-C326-43B2-6136-6967D07CB9B3}"/>
              </a:ext>
            </a:extLst>
          </p:cNvPr>
          <p:cNvSpPr>
            <a:spLocks/>
          </p:cNvSpPr>
          <p:nvPr/>
        </p:nvSpPr>
        <p:spPr bwMode="auto">
          <a:xfrm>
            <a:off x="9662624" y="1341491"/>
            <a:ext cx="420687" cy="501650"/>
          </a:xfrm>
          <a:custGeom>
            <a:avLst/>
            <a:gdLst>
              <a:gd name="T0" fmla="*/ 0 w 265"/>
              <a:gd name="T1" fmla="*/ 0 h 316"/>
              <a:gd name="T2" fmla="*/ 265 w 265"/>
              <a:gd name="T3" fmla="*/ 316 h 31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5" h="316">
                <a:moveTo>
                  <a:pt x="0" y="0"/>
                </a:moveTo>
                <a:lnTo>
                  <a:pt x="265" y="316"/>
                </a:lnTo>
              </a:path>
            </a:pathLst>
          </a:custGeom>
          <a:noFill/>
          <a:ln w="3810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Line 30">
            <a:extLst>
              <a:ext uri="{FF2B5EF4-FFF2-40B4-BE49-F238E27FC236}">
                <a16:creationId xmlns:a16="http://schemas.microsoft.com/office/drawing/2014/main" id="{4235F802-2B88-7CA2-F38A-C6187EA0D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62449" y="2754366"/>
            <a:ext cx="412750" cy="43656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Freeform 29">
            <a:extLst>
              <a:ext uri="{FF2B5EF4-FFF2-40B4-BE49-F238E27FC236}">
                <a16:creationId xmlns:a16="http://schemas.microsoft.com/office/drawing/2014/main" id="{70E6D59D-B189-5330-58BE-4BD267F419A6}"/>
              </a:ext>
            </a:extLst>
          </p:cNvPr>
          <p:cNvSpPr>
            <a:spLocks/>
          </p:cNvSpPr>
          <p:nvPr/>
        </p:nvSpPr>
        <p:spPr bwMode="auto">
          <a:xfrm>
            <a:off x="8245735" y="1347637"/>
            <a:ext cx="415176" cy="527253"/>
          </a:xfrm>
          <a:custGeom>
            <a:avLst/>
            <a:gdLst>
              <a:gd name="T0" fmla="*/ 0 w 266"/>
              <a:gd name="T1" fmla="*/ 0 h 347"/>
              <a:gd name="T2" fmla="*/ 266 w 266"/>
              <a:gd name="T3" fmla="*/ 347 h 34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66" h="347">
                <a:moveTo>
                  <a:pt x="0" y="0"/>
                </a:moveTo>
                <a:lnTo>
                  <a:pt x="266" y="347"/>
                </a:lnTo>
              </a:path>
            </a:pathLst>
          </a:custGeom>
          <a:noFill/>
          <a:ln w="3810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grpSp>
        <p:nvGrpSpPr>
          <p:cNvPr id="11" name="Group 232">
            <a:extLst>
              <a:ext uri="{FF2B5EF4-FFF2-40B4-BE49-F238E27FC236}">
                <a16:creationId xmlns:a16="http://schemas.microsoft.com/office/drawing/2014/main" id="{7351600E-5E02-A5C8-D4B3-E6CBF85CA2E1}"/>
              </a:ext>
            </a:extLst>
          </p:cNvPr>
          <p:cNvGrpSpPr>
            <a:grpSpLocks/>
          </p:cNvGrpSpPr>
          <p:nvPr/>
        </p:nvGrpSpPr>
        <p:grpSpPr bwMode="auto">
          <a:xfrm>
            <a:off x="7735399" y="931917"/>
            <a:ext cx="2862262" cy="2551113"/>
            <a:chOff x="3580" y="332"/>
            <a:chExt cx="1803" cy="1607"/>
          </a:xfrm>
        </p:grpSpPr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20B18422-EF19-B0C2-64A4-611CFA7A7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1325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9893FBA7-1417-43D6-0F55-9DD2C010E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" y="349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en-US" altLang="en-US" b="1" i="0">
                <a:latin typeface="Times New Roman" charset="0"/>
              </a:endParaRP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61B3F791-2DDC-A3AC-B18C-7531B4E7D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" y="418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ym typeface="EuroRoman" charset="0"/>
                </a:rPr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  <a:endParaRPr lang="en-US" altLang="zh-CN" b="1" i="1">
                <a:latin typeface="Times New Roman" charset="0"/>
                <a:sym typeface="UniversalMath1 BT" charset="0"/>
              </a:endParaRP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F70478B9-A55C-6A93-7030-9EB51860C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1" y="332"/>
              <a:ext cx="28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b="1" i="1" dirty="0">
                  <a:latin typeface="Italic" charset="0"/>
                </a:rPr>
                <a:t> </a:t>
              </a:r>
              <a:r>
                <a:rPr lang="en-US" altLang="zh-CN" i="1" dirty="0"/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</a:t>
              </a:r>
              <a:endParaRPr lang="en-US" altLang="zh-CN" b="1" i="1" dirty="0">
                <a:latin typeface="Times New Roman" charset="0"/>
                <a:sym typeface="UniversalMath1 BT" charset="0"/>
              </a:endParaRP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513FEF72-94C2-44F3-4B3A-14881E8D4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7" y="751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4449CF0D-62EF-AD9C-B82F-45CA513284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2" y="688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7AF537EF-8D5F-1635-43F7-8456D70C7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1" y="1706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19" name="Line 3">
              <a:extLst>
                <a:ext uri="{FF2B5EF4-FFF2-40B4-BE49-F238E27FC236}">
                  <a16:creationId xmlns:a16="http://schemas.microsoft.com/office/drawing/2014/main" id="{A41DC1F6-139B-CD3E-5967-9B7A8E255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0" y="1177"/>
              <a:ext cx="18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B96F70E8-0BCB-BF70-88E4-BDE7054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491"/>
              <a:ext cx="1" cy="1336"/>
            </a:xfrm>
            <a:custGeom>
              <a:avLst/>
              <a:gdLst>
                <a:gd name="T0" fmla="*/ 0 w 1"/>
                <a:gd name="T1" fmla="*/ 0 h 1336"/>
                <a:gd name="T2" fmla="*/ 0 w 1"/>
                <a:gd name="T3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36">
                  <a:moveTo>
                    <a:pt x="0" y="0"/>
                  </a:moveTo>
                  <a:lnTo>
                    <a:pt x="0" y="133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5">
              <a:extLst>
                <a:ext uri="{FF2B5EF4-FFF2-40B4-BE49-F238E27FC236}">
                  <a16:creationId xmlns:a16="http://schemas.microsoft.com/office/drawing/2014/main" id="{BE4C4308-6D0A-1176-0FBB-F14F7B6D8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1" y="569"/>
              <a:ext cx="0" cy="9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2A72D457-5E5E-6E37-AD02-CD76012FE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1" y="569"/>
              <a:ext cx="8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7">
              <a:extLst>
                <a:ext uri="{FF2B5EF4-FFF2-40B4-BE49-F238E27FC236}">
                  <a16:creationId xmlns:a16="http://schemas.microsoft.com/office/drawing/2014/main" id="{4A3E27B3-986B-88EB-08AF-D19CEABA4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1" y="918"/>
              <a:ext cx="0" cy="8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A6ED0480-3E74-DC6D-9DAB-70ACB8035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918"/>
              <a:ext cx="895" cy="1"/>
            </a:xfrm>
            <a:custGeom>
              <a:avLst/>
              <a:gdLst>
                <a:gd name="T0" fmla="*/ 0 w 895"/>
                <a:gd name="T1" fmla="*/ 0 h 1"/>
                <a:gd name="T2" fmla="*/ 895 w 89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95" h="1">
                  <a:moveTo>
                    <a:pt x="0" y="0"/>
                  </a:moveTo>
                  <a:lnTo>
                    <a:pt x="89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00AE91CE-C7BF-8A7F-DF24-825EB9A4A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1" y="840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sz="2800" b="1" i="0">
                <a:latin typeface="Times New Roman" charset="0"/>
              </a:endParaRP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6D1639C5-951B-839E-B410-CBCA06C44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1399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51CBBB07-717B-98E9-983A-18CA599E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" y="1671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F353FA2C-3647-2C2F-F9D0-B32623B6C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493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4FC9DDB1-A9D7-499F-E6E2-BF762DC3F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4" y="830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1E16D937-454C-1281-C0D7-319A24F95E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500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31" name="Text Box 33">
            <a:extLst>
              <a:ext uri="{FF2B5EF4-FFF2-40B4-BE49-F238E27FC236}">
                <a16:creationId xmlns:a16="http://schemas.microsoft.com/office/drawing/2014/main" id="{119D6C21-48D1-FEDF-0375-79481B1F7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520" y="1375991"/>
            <a:ext cx="643312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i="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i="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两点确定一条直线，将两点的同名投影用直线连接，就得到直线的同名投影。</a:t>
            </a:r>
          </a:p>
        </p:txBody>
      </p:sp>
      <p:sp>
        <p:nvSpPr>
          <p:cNvPr id="32" name="Text Box 34">
            <a:extLst>
              <a:ext uri="{FF2B5EF4-FFF2-40B4-BE49-F238E27FC236}">
                <a16:creationId xmlns:a16="http://schemas.microsoft.com/office/drawing/2014/main" id="{E6D8809A-8D0C-CB29-8C2C-2E01AE74C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085" y="3122702"/>
            <a:ext cx="5507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b="1" i="0" dirty="0">
                <a:solidFill>
                  <a:srgbClr val="003399"/>
                </a:solidFill>
                <a:latin typeface="Times New Roman" charset="0"/>
              </a:rPr>
              <a:t>⒈ </a:t>
            </a:r>
            <a:r>
              <a:rPr lang="zh-CN" altLang="en-US" sz="2400" b="1" i="0" dirty="0">
                <a:solidFill>
                  <a:srgbClr val="003399"/>
                </a:solidFill>
                <a:latin typeface="Times New Roman" charset="0"/>
              </a:rPr>
              <a:t>直线对一个投影面的投影特性</a:t>
            </a:r>
            <a:endParaRPr lang="zh-CN" altLang="en-US" sz="2400" b="1" i="0" dirty="0">
              <a:latin typeface="Times New Roman" charset="0"/>
            </a:endParaRPr>
          </a:p>
        </p:txBody>
      </p:sp>
      <p:sp>
        <p:nvSpPr>
          <p:cNvPr id="33" name="Text Box 35">
            <a:extLst>
              <a:ext uri="{FF2B5EF4-FFF2-40B4-BE49-F238E27FC236}">
                <a16:creationId xmlns:a16="http://schemas.microsoft.com/office/drawing/2014/main" id="{348E415C-C39C-73B5-D848-589316527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109" y="2553444"/>
            <a:ext cx="35670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2.3.1 </a:t>
            </a:r>
            <a:r>
              <a:rPr lang="zh-CN" altLang="en-US" sz="2800" b="1" i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直线的投影特性</a:t>
            </a:r>
          </a:p>
        </p:txBody>
      </p:sp>
      <p:grpSp>
        <p:nvGrpSpPr>
          <p:cNvPr id="34" name="Group 230">
            <a:extLst>
              <a:ext uri="{FF2B5EF4-FFF2-40B4-BE49-F238E27FC236}">
                <a16:creationId xmlns:a16="http://schemas.microsoft.com/office/drawing/2014/main" id="{977E88FE-326B-59AA-4B69-1B2224552881}"/>
              </a:ext>
            </a:extLst>
          </p:cNvPr>
          <p:cNvGrpSpPr>
            <a:grpSpLocks/>
          </p:cNvGrpSpPr>
          <p:nvPr/>
        </p:nvGrpSpPr>
        <p:grpSpPr bwMode="auto">
          <a:xfrm>
            <a:off x="5404949" y="3493058"/>
            <a:ext cx="1682750" cy="1757362"/>
            <a:chOff x="2297" y="2127"/>
            <a:chExt cx="1060" cy="1107"/>
          </a:xfrm>
        </p:grpSpPr>
        <p:sp>
          <p:nvSpPr>
            <p:cNvPr id="35" name="Text Box 67">
              <a:extLst>
                <a:ext uri="{FF2B5EF4-FFF2-40B4-BE49-F238E27FC236}">
                  <a16:creationId xmlns:a16="http://schemas.microsoft.com/office/drawing/2014/main" id="{A2DF7689-EEA1-DD23-D8A6-79826C5BC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2127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b="1">
                  <a:latin typeface="宋体" charset="-122"/>
                </a:rPr>
                <a:t> B</a:t>
              </a:r>
              <a:endParaRPr lang="en-US" altLang="zh-CN" sz="1800" b="1">
                <a:latin typeface="Times New Roman" charset="0"/>
              </a:endParaRPr>
            </a:p>
          </p:txBody>
        </p:sp>
        <p:sp>
          <p:nvSpPr>
            <p:cNvPr id="36" name="AutoShape 37">
              <a:extLst>
                <a:ext uri="{FF2B5EF4-FFF2-40B4-BE49-F238E27FC236}">
                  <a16:creationId xmlns:a16="http://schemas.microsoft.com/office/drawing/2014/main" id="{7EFD8B66-EB86-0AA1-761D-98AF2C567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7" y="2791"/>
              <a:ext cx="1060" cy="387"/>
            </a:xfrm>
            <a:prstGeom prst="parallelogram">
              <a:avLst>
                <a:gd name="adj" fmla="val 68475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en-US" sz="1800" b="1">
                <a:latin typeface="Times New Roman" charset="0"/>
              </a:endParaRPr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66F5CDCD-F364-BA4B-C0AA-364056C51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894"/>
              <a:ext cx="471" cy="207"/>
            </a:xfrm>
            <a:custGeom>
              <a:avLst/>
              <a:gdLst>
                <a:gd name="T0" fmla="*/ 0 w 471"/>
                <a:gd name="T1" fmla="*/ 207 h 207"/>
                <a:gd name="T2" fmla="*/ 471 w 471"/>
                <a:gd name="T3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1" h="207">
                  <a:moveTo>
                    <a:pt x="0" y="207"/>
                  </a:moveTo>
                  <a:lnTo>
                    <a:pt x="471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43">
              <a:extLst>
                <a:ext uri="{FF2B5EF4-FFF2-40B4-BE49-F238E27FC236}">
                  <a16:creationId xmlns:a16="http://schemas.microsoft.com/office/drawing/2014/main" id="{4F863812-7192-6B95-4E85-5A0632BB0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5" y="2517"/>
              <a:ext cx="0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Freeform 44">
              <a:extLst>
                <a:ext uri="{FF2B5EF4-FFF2-40B4-BE49-F238E27FC236}">
                  <a16:creationId xmlns:a16="http://schemas.microsoft.com/office/drawing/2014/main" id="{3BBAFD91-A2F7-6127-DABB-574D8B281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2330"/>
              <a:ext cx="1" cy="565"/>
            </a:xfrm>
            <a:custGeom>
              <a:avLst/>
              <a:gdLst>
                <a:gd name="T0" fmla="*/ 0 w 1"/>
                <a:gd name="T1" fmla="*/ 565 h 565"/>
                <a:gd name="T2" fmla="*/ 1 w 1"/>
                <a:gd name="T3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65">
                  <a:moveTo>
                    <a:pt x="0" y="565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Freeform 46">
              <a:extLst>
                <a:ext uri="{FF2B5EF4-FFF2-40B4-BE49-F238E27FC236}">
                  <a16:creationId xmlns:a16="http://schemas.microsoft.com/office/drawing/2014/main" id="{351AAF2C-A32B-2E7E-1E4C-83B39359D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336"/>
              <a:ext cx="471" cy="207"/>
            </a:xfrm>
            <a:custGeom>
              <a:avLst/>
              <a:gdLst>
                <a:gd name="T0" fmla="*/ 0 w 471"/>
                <a:gd name="T1" fmla="*/ 207 h 207"/>
                <a:gd name="T2" fmla="*/ 471 w 471"/>
                <a:gd name="T3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71" h="207">
                  <a:moveTo>
                    <a:pt x="0" y="207"/>
                  </a:moveTo>
                  <a:lnTo>
                    <a:pt x="471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Text Box 66">
              <a:extLst>
                <a:ext uri="{FF2B5EF4-FFF2-40B4-BE49-F238E27FC236}">
                  <a16:creationId xmlns:a16="http://schemas.microsoft.com/office/drawing/2014/main" id="{77377A76-FC9E-8BEB-E212-587A37605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8" y="2389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b="1">
                  <a:latin typeface="宋体" charset="-122"/>
                </a:rPr>
                <a:t>A</a:t>
              </a:r>
              <a:endParaRPr lang="en-US" altLang="zh-CN" sz="1800" b="1">
                <a:latin typeface="Times New Roman" charset="0"/>
              </a:endParaRPr>
            </a:p>
          </p:txBody>
        </p:sp>
        <p:grpSp>
          <p:nvGrpSpPr>
            <p:cNvPr id="42" name="Group 211">
              <a:extLst>
                <a:ext uri="{FF2B5EF4-FFF2-40B4-BE49-F238E27FC236}">
                  <a16:creationId xmlns:a16="http://schemas.microsoft.com/office/drawing/2014/main" id="{5D94C14F-B7F8-2E92-39E2-589AC1D8CD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9" y="2258"/>
              <a:ext cx="826" cy="976"/>
              <a:chOff x="2389" y="2258"/>
              <a:chExt cx="826" cy="976"/>
            </a:xfrm>
          </p:grpSpPr>
          <p:sp>
            <p:nvSpPr>
              <p:cNvPr id="43" name="Text Box 51">
                <a:extLst>
                  <a:ext uri="{FF2B5EF4-FFF2-40B4-BE49-F238E27FC236}">
                    <a16:creationId xmlns:a16="http://schemas.microsoft.com/office/drawing/2014/main" id="{2379A4E0-9952-CD91-A9CB-CCAA4B7E8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0" y="3026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44" name="Text Box 52">
                <a:extLst>
                  <a:ext uri="{FF2B5EF4-FFF2-40B4-BE49-F238E27FC236}">
                    <a16:creationId xmlns:a16="http://schemas.microsoft.com/office/drawing/2014/main" id="{188CFAA1-DA2E-F85C-3ECD-04CBF0DAA4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816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45" name="Text Box 58">
                <a:extLst>
                  <a:ext uri="{FF2B5EF4-FFF2-40B4-BE49-F238E27FC236}">
                    <a16:creationId xmlns:a16="http://schemas.microsoft.com/office/drawing/2014/main" id="{50F9BC74-803F-03B7-7841-931066B0D7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0" y="2457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46" name="Text Box 59">
                <a:extLst>
                  <a:ext uri="{FF2B5EF4-FFF2-40B4-BE49-F238E27FC236}">
                    <a16:creationId xmlns:a16="http://schemas.microsoft.com/office/drawing/2014/main" id="{CBA0B0EF-D27F-635D-74FB-DCE127D09D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258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47" name="Text Box 68">
                <a:extLst>
                  <a:ext uri="{FF2B5EF4-FFF2-40B4-BE49-F238E27FC236}">
                    <a16:creationId xmlns:a16="http://schemas.microsoft.com/office/drawing/2014/main" id="{38B01016-40E9-5F99-C4EF-2ECA8C7027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9" y="2946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/>
                  <a:t>a</a:t>
                </a:r>
                <a:endParaRPr lang="en-US" altLang="zh-CN" sz="1800" b="1">
                  <a:latin typeface="Times New Roman" charset="0"/>
                </a:endParaRPr>
              </a:p>
            </p:txBody>
          </p:sp>
          <p:sp>
            <p:nvSpPr>
              <p:cNvPr id="48" name="Text Box 70">
                <a:extLst>
                  <a:ext uri="{FF2B5EF4-FFF2-40B4-BE49-F238E27FC236}">
                    <a16:creationId xmlns:a16="http://schemas.microsoft.com/office/drawing/2014/main" id="{CDF04AF4-DF71-DFC6-BDEE-7F09103A3C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2" y="2767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/>
                  <a:t>b</a:t>
                </a:r>
                <a:endParaRPr lang="en-US" altLang="zh-CN" sz="1800" b="1">
                  <a:latin typeface="Times New Roman" charset="0"/>
                </a:endParaRPr>
              </a:p>
            </p:txBody>
          </p:sp>
        </p:grpSp>
      </p:grpSp>
      <p:sp>
        <p:nvSpPr>
          <p:cNvPr id="49" name="Text Box 75">
            <a:extLst>
              <a:ext uri="{FF2B5EF4-FFF2-40B4-BE49-F238E27FC236}">
                <a16:creationId xmlns:a16="http://schemas.microsoft.com/office/drawing/2014/main" id="{2713D00D-8AFD-80FE-4F55-4FA94766F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699" y="5250420"/>
            <a:ext cx="20313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直线垂直于投影面</a:t>
            </a:r>
          </a:p>
          <a:p>
            <a:pPr algn="l"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投影重合为一点</a:t>
            </a:r>
          </a:p>
          <a:p>
            <a:pPr algn="l" eaLnBrk="1" hangingPunct="1"/>
            <a:r>
              <a:rPr lang="zh-CN" altLang="en-US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   积聚性</a:t>
            </a:r>
            <a:endParaRPr lang="zh-CN" altLang="en-US" sz="1800" b="1" i="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0" name="Text Box 76">
            <a:extLst>
              <a:ext uri="{FF2B5EF4-FFF2-40B4-BE49-F238E27FC236}">
                <a16:creationId xmlns:a16="http://schemas.microsoft.com/office/drawing/2014/main" id="{22C246D3-E45B-9F7F-5F59-82EDCE02F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899" y="5197944"/>
            <a:ext cx="2031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直线平行于投影面</a:t>
            </a:r>
          </a:p>
          <a:p>
            <a:pPr algn="l"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投影反映线段实长</a:t>
            </a:r>
          </a:p>
          <a:p>
            <a:pPr algn="l" eaLnBrk="1" hangingPunct="1"/>
            <a:r>
              <a:rPr lang="zh-CN" altLang="en-US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     </a:t>
            </a:r>
            <a:r>
              <a:rPr lang="en-US" altLang="zh-CN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lang="en-US" altLang="zh-CN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=AB</a:t>
            </a:r>
          </a:p>
          <a:p>
            <a:pPr algn="l" eaLnBrk="1" hangingPunct="1"/>
            <a:r>
              <a:rPr lang="zh-CN" altLang="en-US" sz="1800" b="1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     真实性</a:t>
            </a:r>
            <a:endParaRPr lang="en-US" altLang="zh-CN" sz="1800" b="1" i="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1" name="Text Box 77">
            <a:extLst>
              <a:ext uri="{FF2B5EF4-FFF2-40B4-BE49-F238E27FC236}">
                <a16:creationId xmlns:a16="http://schemas.microsoft.com/office/drawing/2014/main" id="{181D9CD0-9DB5-084F-6947-1675CB19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1949" y="586478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endParaRPr lang="en-US" altLang="en-US" sz="1800" b="1" i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2" name="Text Box 141">
            <a:extLst>
              <a:ext uri="{FF2B5EF4-FFF2-40B4-BE49-F238E27FC236}">
                <a16:creationId xmlns:a16="http://schemas.microsoft.com/office/drawing/2014/main" id="{86EFE830-E588-BC6B-660A-BCB39CCCC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686" y="5169280"/>
            <a:ext cx="20313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直线倾斜于投影面</a:t>
            </a:r>
          </a:p>
          <a:p>
            <a:pPr eaLnBrk="1" hangingPunct="1"/>
            <a:r>
              <a:rPr lang="zh-CN" altLang="en-US" b="1" i="0" dirty="0">
                <a:latin typeface="DengXian" charset="-122"/>
                <a:ea typeface="DengXian" charset="-122"/>
                <a:cs typeface="DengXian" charset="-122"/>
              </a:rPr>
              <a:t>投影比空间线段短</a:t>
            </a:r>
          </a:p>
          <a:p>
            <a:pPr eaLnBrk="1" hangingPunct="1"/>
            <a:r>
              <a:rPr lang="en-US" altLang="zh-CN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lang="en-US" altLang="zh-CN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=</a:t>
            </a:r>
            <a:r>
              <a:rPr lang="en-US" altLang="zh-CN" b="1" i="0" dirty="0" err="1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</a:rPr>
              <a:t>AB.cos</a:t>
            </a:r>
            <a:r>
              <a:rPr lang="en-US" altLang="zh-CN" b="1" i="0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</a:t>
            </a:r>
          </a:p>
          <a:p>
            <a:pPr eaLnBrk="1" hangingPunct="1"/>
            <a:r>
              <a:rPr lang="zh-CN" altLang="en-US" b="1" dirty="0">
                <a:solidFill>
                  <a:srgbClr val="FF3300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      类似性</a:t>
            </a:r>
            <a:endParaRPr lang="en-US" altLang="zh-CN" b="1" i="0" dirty="0">
              <a:solidFill>
                <a:srgbClr val="FF3300"/>
              </a:solidFill>
              <a:latin typeface="DengXian" charset="-122"/>
              <a:ea typeface="DengXian" charset="-122"/>
              <a:cs typeface="DengXian" charset="-122"/>
              <a:sym typeface="Symbol" charset="2"/>
            </a:endParaRPr>
          </a:p>
        </p:txBody>
      </p:sp>
      <p:grpSp>
        <p:nvGrpSpPr>
          <p:cNvPr id="53" name="Group 231">
            <a:extLst>
              <a:ext uri="{FF2B5EF4-FFF2-40B4-BE49-F238E27FC236}">
                <a16:creationId xmlns:a16="http://schemas.microsoft.com/office/drawing/2014/main" id="{8F972B5B-A78B-AEED-8020-0348A9D59DDA}"/>
              </a:ext>
            </a:extLst>
          </p:cNvPr>
          <p:cNvGrpSpPr>
            <a:grpSpLocks/>
          </p:cNvGrpSpPr>
          <p:nvPr/>
        </p:nvGrpSpPr>
        <p:grpSpPr bwMode="auto">
          <a:xfrm>
            <a:off x="8286261" y="3380345"/>
            <a:ext cx="1682750" cy="1616075"/>
            <a:chOff x="4112" y="2056"/>
            <a:chExt cx="1060" cy="1018"/>
          </a:xfrm>
        </p:grpSpPr>
        <p:grpSp>
          <p:nvGrpSpPr>
            <p:cNvPr id="54" name="Group 124">
              <a:extLst>
                <a:ext uri="{FF2B5EF4-FFF2-40B4-BE49-F238E27FC236}">
                  <a16:creationId xmlns:a16="http://schemas.microsoft.com/office/drawing/2014/main" id="{2223E455-B964-5F2D-E9AC-27EE279E2A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056"/>
              <a:ext cx="729" cy="998"/>
              <a:chOff x="4224" y="2116"/>
              <a:chExt cx="729" cy="998"/>
            </a:xfrm>
          </p:grpSpPr>
          <p:sp>
            <p:nvSpPr>
              <p:cNvPr id="18442" name="Text Box 125">
                <a:extLst>
                  <a:ext uri="{FF2B5EF4-FFF2-40B4-BE49-F238E27FC236}">
                    <a16:creationId xmlns:a16="http://schemas.microsoft.com/office/drawing/2014/main" id="{6EB7DF89-7C91-AEEA-0A81-8ECF2C2B5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2" y="2960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18445" name="Text Box 126">
                <a:extLst>
                  <a:ext uri="{FF2B5EF4-FFF2-40B4-BE49-F238E27FC236}">
                    <a16:creationId xmlns:a16="http://schemas.microsoft.com/office/drawing/2014/main" id="{A55EC522-0165-4464-4562-0D4AC25A2E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6" y="2767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18447" name="Text Box 127">
                <a:extLst>
                  <a:ext uri="{FF2B5EF4-FFF2-40B4-BE49-F238E27FC236}">
                    <a16:creationId xmlns:a16="http://schemas.microsoft.com/office/drawing/2014/main" id="{5A3217C1-1EFC-8B62-5DBB-3CD2A8FBA6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46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800" b="1">
                    <a:latin typeface="宋体" charset="-122"/>
                  </a:rPr>
                  <a:t>A</a:t>
                </a:r>
                <a:endParaRPr lang="en-US" altLang="zh-CN" sz="1800" b="1">
                  <a:latin typeface="Times New Roman" charset="0"/>
                </a:endParaRPr>
              </a:p>
            </p:txBody>
          </p:sp>
          <p:sp>
            <p:nvSpPr>
              <p:cNvPr id="18448" name="Text Box 128">
                <a:extLst>
                  <a:ext uri="{FF2B5EF4-FFF2-40B4-BE49-F238E27FC236}">
                    <a16:creationId xmlns:a16="http://schemas.microsoft.com/office/drawing/2014/main" id="{1D298A09-7357-340B-7E6E-E928329C4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5" y="2116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800" b="1">
                    <a:latin typeface="宋体" charset="-122"/>
                  </a:rPr>
                  <a:t>B</a:t>
                </a:r>
                <a:endParaRPr lang="en-US" altLang="zh-CN" sz="1800" b="1">
                  <a:latin typeface="Times New Roman" charset="0"/>
                </a:endParaRPr>
              </a:p>
            </p:txBody>
          </p:sp>
        </p:grpSp>
        <p:sp>
          <p:nvSpPr>
            <p:cNvPr id="55" name="AutoShape 130">
              <a:extLst>
                <a:ext uri="{FF2B5EF4-FFF2-40B4-BE49-F238E27FC236}">
                  <a16:creationId xmlns:a16="http://schemas.microsoft.com/office/drawing/2014/main" id="{2C70E51F-F9ED-79BD-2D36-42B931DD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2" y="2690"/>
              <a:ext cx="1060" cy="364"/>
            </a:xfrm>
            <a:prstGeom prst="parallelogram">
              <a:avLst>
                <a:gd name="adj" fmla="val 72802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131">
              <a:extLst>
                <a:ext uri="{FF2B5EF4-FFF2-40B4-BE49-F238E27FC236}">
                  <a16:creationId xmlns:a16="http://schemas.microsoft.com/office/drawing/2014/main" id="{893B837E-6E30-86B5-3A08-15563AB1C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2561"/>
              <a:ext cx="0" cy="4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132">
              <a:extLst>
                <a:ext uri="{FF2B5EF4-FFF2-40B4-BE49-F238E27FC236}">
                  <a16:creationId xmlns:a16="http://schemas.microsoft.com/office/drawing/2014/main" id="{918DDA85-3412-4478-C88C-1AA694BC8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2" y="2198"/>
              <a:ext cx="0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" name="Line 133">
              <a:extLst>
                <a:ext uri="{FF2B5EF4-FFF2-40B4-BE49-F238E27FC236}">
                  <a16:creationId xmlns:a16="http://schemas.microsoft.com/office/drawing/2014/main" id="{7164B237-65F4-7135-8668-C26BDA8BF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6" y="2195"/>
              <a:ext cx="366" cy="36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134">
              <a:extLst>
                <a:ext uri="{FF2B5EF4-FFF2-40B4-BE49-F238E27FC236}">
                  <a16:creationId xmlns:a16="http://schemas.microsoft.com/office/drawing/2014/main" id="{558D8C01-689A-1FE7-C062-F5CA5568D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1" y="2365"/>
              <a:ext cx="366" cy="211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60" name="Group 135">
              <a:extLst>
                <a:ext uri="{FF2B5EF4-FFF2-40B4-BE49-F238E27FC236}">
                  <a16:creationId xmlns:a16="http://schemas.microsoft.com/office/drawing/2014/main" id="{6B8B2ED1-7D97-3A38-3C8A-8D45552AA9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3" y="2119"/>
              <a:ext cx="796" cy="955"/>
              <a:chOff x="4183" y="2179"/>
              <a:chExt cx="796" cy="955"/>
            </a:xfrm>
          </p:grpSpPr>
          <p:sp>
            <p:nvSpPr>
              <p:cNvPr id="62" name="Text Box 136">
                <a:extLst>
                  <a:ext uri="{FF2B5EF4-FFF2-40B4-BE49-F238E27FC236}">
                    <a16:creationId xmlns:a16="http://schemas.microsoft.com/office/drawing/2014/main" id="{7E8DB9BD-A421-C9F0-33A6-F680D45C5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6" y="2542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63" name="Text Box 137">
                <a:extLst>
                  <a:ext uri="{FF2B5EF4-FFF2-40B4-BE49-F238E27FC236}">
                    <a16:creationId xmlns:a16="http://schemas.microsoft.com/office/drawing/2014/main" id="{51B81D21-FF08-E207-F5C7-B896DA87E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4" y="2179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>
                    <a:solidFill>
                      <a:srgbClr val="FF3300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18432" name="Text Box 138">
                <a:extLst>
                  <a:ext uri="{FF2B5EF4-FFF2-40B4-BE49-F238E27FC236}">
                    <a16:creationId xmlns:a16="http://schemas.microsoft.com/office/drawing/2014/main" id="{CF132CA2-164A-0365-ADF9-F2C4E79707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3" y="2846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/>
                  <a:t>a</a:t>
                </a:r>
                <a:endParaRPr lang="en-US" altLang="zh-CN" sz="1800" b="1">
                  <a:latin typeface="Times New Roman" charset="0"/>
                </a:endParaRPr>
              </a:p>
            </p:txBody>
          </p:sp>
          <p:sp>
            <p:nvSpPr>
              <p:cNvPr id="18433" name="Text Box 139">
                <a:extLst>
                  <a:ext uri="{FF2B5EF4-FFF2-40B4-BE49-F238E27FC236}">
                    <a16:creationId xmlns:a16="http://schemas.microsoft.com/office/drawing/2014/main" id="{795C96F7-79F9-8052-F759-D3C76F408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6" y="2694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/>
                  <a:t>b</a:t>
                </a:r>
                <a:endParaRPr lang="en-US" altLang="zh-CN" sz="1800" b="1">
                  <a:latin typeface="Times New Roman" charset="0"/>
                </a:endParaRPr>
              </a:p>
            </p:txBody>
          </p:sp>
          <p:sp>
            <p:nvSpPr>
              <p:cNvPr id="18434" name="Line 140">
                <a:extLst>
                  <a:ext uri="{FF2B5EF4-FFF2-40B4-BE49-F238E27FC236}">
                    <a16:creationId xmlns:a16="http://schemas.microsoft.com/office/drawing/2014/main" id="{06091D31-D664-4B77-4E6E-6E339579B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06" y="2838"/>
                <a:ext cx="366" cy="21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" name="Text Box 142">
              <a:extLst>
                <a:ext uri="{FF2B5EF4-FFF2-40B4-BE49-F238E27FC236}">
                  <a16:creationId xmlns:a16="http://schemas.microsoft.com/office/drawing/2014/main" id="{5C370DB8-8CCC-8EC2-7A16-015B7DEAD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2286"/>
              <a:ext cx="2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b="1">
                  <a:sym typeface="Symbol" charset="2"/>
                </a:rPr>
                <a:t></a:t>
              </a:r>
            </a:p>
          </p:txBody>
        </p:sp>
      </p:grpSp>
      <p:grpSp>
        <p:nvGrpSpPr>
          <p:cNvPr id="18450" name="Group 216">
            <a:extLst>
              <a:ext uri="{FF2B5EF4-FFF2-40B4-BE49-F238E27FC236}">
                <a16:creationId xmlns:a16="http://schemas.microsoft.com/office/drawing/2014/main" id="{6D0BEA80-751F-457C-298E-F99B470885D3}"/>
              </a:ext>
            </a:extLst>
          </p:cNvPr>
          <p:cNvGrpSpPr>
            <a:grpSpLocks/>
          </p:cNvGrpSpPr>
          <p:nvPr/>
        </p:nvGrpSpPr>
        <p:grpSpPr bwMode="auto">
          <a:xfrm>
            <a:off x="2490299" y="3510519"/>
            <a:ext cx="1957387" cy="1609725"/>
            <a:chOff x="461" y="2138"/>
            <a:chExt cx="1233" cy="1014"/>
          </a:xfrm>
        </p:grpSpPr>
        <p:grpSp>
          <p:nvGrpSpPr>
            <p:cNvPr id="18451" name="Group 217">
              <a:extLst>
                <a:ext uri="{FF2B5EF4-FFF2-40B4-BE49-F238E27FC236}">
                  <a16:creationId xmlns:a16="http://schemas.microsoft.com/office/drawing/2014/main" id="{A7E3D2A8-8906-DAB2-EE2C-EAD212B1C9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5" y="2138"/>
              <a:ext cx="196" cy="689"/>
              <a:chOff x="915" y="1946"/>
              <a:chExt cx="196" cy="689"/>
            </a:xfrm>
          </p:grpSpPr>
          <p:sp>
            <p:nvSpPr>
              <p:cNvPr id="18477" name="Freeform 218">
                <a:extLst>
                  <a:ext uri="{FF2B5EF4-FFF2-40B4-BE49-F238E27FC236}">
                    <a16:creationId xmlns:a16="http://schemas.microsoft.com/office/drawing/2014/main" id="{83C8DD28-92BF-3289-1C7C-9F877AC8E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0" y="2074"/>
                <a:ext cx="1" cy="469"/>
              </a:xfrm>
              <a:custGeom>
                <a:avLst/>
                <a:gdLst>
                  <a:gd name="T0" fmla="*/ 0 w 1"/>
                  <a:gd name="T1" fmla="*/ 0 h 554"/>
                  <a:gd name="T2" fmla="*/ 0 w 1"/>
                  <a:gd name="T3" fmla="*/ 554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554">
                    <a:moveTo>
                      <a:pt x="0" y="0"/>
                    </a:moveTo>
                    <a:lnTo>
                      <a:pt x="0" y="554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18479" name="Group 219">
                <a:extLst>
                  <a:ext uri="{FF2B5EF4-FFF2-40B4-BE49-F238E27FC236}">
                    <a16:creationId xmlns:a16="http://schemas.microsoft.com/office/drawing/2014/main" id="{E46C74E0-F4CC-94DD-0252-92FA09E33B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5" y="1946"/>
                <a:ext cx="189" cy="689"/>
                <a:chOff x="915" y="1946"/>
                <a:chExt cx="189" cy="689"/>
              </a:xfrm>
            </p:grpSpPr>
            <p:sp>
              <p:nvSpPr>
                <p:cNvPr id="18480" name="Text Box 220">
                  <a:extLst>
                    <a:ext uri="{FF2B5EF4-FFF2-40B4-BE49-F238E27FC236}">
                      <a16:creationId xmlns:a16="http://schemas.microsoft.com/office/drawing/2014/main" id="{71B6B24D-D0F4-4B47-5C60-5A3FDBC22A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5" y="1946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/>
                  <a:r>
                    <a:rPr lang="en-US" altLang="zh-CN" sz="1800" b="1">
                      <a:latin typeface="宋体" charset="-122"/>
                    </a:rPr>
                    <a:t>A</a:t>
                  </a:r>
                  <a:endParaRPr lang="en-US" altLang="zh-CN" sz="2800" b="1">
                    <a:latin typeface="Times New Roman" charset="0"/>
                  </a:endParaRPr>
                </a:p>
              </p:txBody>
            </p:sp>
            <p:sp>
              <p:nvSpPr>
                <p:cNvPr id="18481" name="Text Box 221">
                  <a:extLst>
                    <a:ext uri="{FF2B5EF4-FFF2-40B4-BE49-F238E27FC236}">
                      <a16:creationId xmlns:a16="http://schemas.microsoft.com/office/drawing/2014/main" id="{067EBF10-CAA6-237D-B3D1-6DB1DAF720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6" y="2195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/>
                  <a:r>
                    <a:rPr lang="en-US" altLang="zh-CN" sz="1800" b="1">
                      <a:latin typeface="宋体" charset="-122"/>
                    </a:rPr>
                    <a:t>M</a:t>
                  </a:r>
                  <a:endParaRPr lang="en-US" altLang="zh-CN" sz="1800" b="1">
                    <a:latin typeface="Times New Roman" charset="0"/>
                  </a:endParaRPr>
                </a:p>
              </p:txBody>
            </p:sp>
            <p:sp>
              <p:nvSpPr>
                <p:cNvPr id="18482" name="Text Box 222">
                  <a:extLst>
                    <a:ext uri="{FF2B5EF4-FFF2-40B4-BE49-F238E27FC236}">
                      <a16:creationId xmlns:a16="http://schemas.microsoft.com/office/drawing/2014/main" id="{263E2683-B04F-542D-1241-45F962FB6C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6" y="2404"/>
                  <a:ext cx="18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00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/>
                  <a:r>
                    <a:rPr lang="en-US" altLang="zh-CN" sz="1800" b="1">
                      <a:latin typeface="宋体" charset="-122"/>
                    </a:rPr>
                    <a:t>B</a:t>
                  </a:r>
                  <a:endParaRPr lang="en-US" altLang="zh-CN" sz="1800" b="1">
                    <a:latin typeface="Times New Roman" charset="0"/>
                  </a:endParaRPr>
                </a:p>
              </p:txBody>
            </p:sp>
          </p:grpSp>
        </p:grpSp>
        <p:sp>
          <p:nvSpPr>
            <p:cNvPr id="18453" name="Text Box 223">
              <a:extLst>
                <a:ext uri="{FF2B5EF4-FFF2-40B4-BE49-F238E27FC236}">
                  <a16:creationId xmlns:a16="http://schemas.microsoft.com/office/drawing/2014/main" id="{634F902D-6038-8C6E-650F-0DC9B5A5B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35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18464" name="AutoShape 224">
              <a:extLst>
                <a:ext uri="{FF2B5EF4-FFF2-40B4-BE49-F238E27FC236}">
                  <a16:creationId xmlns:a16="http://schemas.microsoft.com/office/drawing/2014/main" id="{5CBE7BEF-94D4-A93A-AA35-2DA5AB54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" y="2844"/>
              <a:ext cx="1233" cy="308"/>
            </a:xfrm>
            <a:prstGeom prst="parallelogram">
              <a:avLst>
                <a:gd name="adj" fmla="val 100081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468" name="Text Box 225">
              <a:extLst>
                <a:ext uri="{FF2B5EF4-FFF2-40B4-BE49-F238E27FC236}">
                  <a16:creationId xmlns:a16="http://schemas.microsoft.com/office/drawing/2014/main" id="{6663063E-6754-C2A1-5816-F460CF7D5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0" y="2901"/>
              <a:ext cx="5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800" b="1" dirty="0" err="1">
                  <a:latin typeface="Times New Roman" charset="0"/>
                </a:rPr>
                <a:t>a≡</a:t>
              </a:r>
              <a:r>
                <a:rPr lang="en-US" altLang="zh-CN" b="1" dirty="0" err="1">
                  <a:latin typeface="Times New Roman" charset="0"/>
                </a:rPr>
                <a:t>m</a:t>
              </a:r>
              <a:r>
                <a:rPr lang="en-US" altLang="zh-CN" sz="1800" b="1" dirty="0" err="1">
                  <a:latin typeface="Times New Roman" charset="0"/>
                </a:rPr>
                <a:t>≡b</a:t>
              </a:r>
              <a:endParaRPr lang="en-US" altLang="zh-CN" sz="1800" b="1" dirty="0">
                <a:latin typeface="Times New Roman" charset="0"/>
              </a:endParaRPr>
            </a:p>
          </p:txBody>
        </p:sp>
        <p:sp>
          <p:nvSpPr>
            <p:cNvPr id="18470" name="Text Box 226">
              <a:extLst>
                <a:ext uri="{FF2B5EF4-FFF2-40B4-BE49-F238E27FC236}">
                  <a16:creationId xmlns:a16="http://schemas.microsoft.com/office/drawing/2014/main" id="{660E78E9-0CE3-68D7-815D-A88B4798D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" y="2848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18471" name="Line 227">
              <a:extLst>
                <a:ext uri="{FF2B5EF4-FFF2-40B4-BE49-F238E27FC236}">
                  <a16:creationId xmlns:a16="http://schemas.microsoft.com/office/drawing/2014/main" id="{09509DE8-4B81-727A-B813-F47D18917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2735"/>
              <a:ext cx="0" cy="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473" name="Text Box 228">
              <a:extLst>
                <a:ext uri="{FF2B5EF4-FFF2-40B4-BE49-F238E27FC236}">
                  <a16:creationId xmlns:a16="http://schemas.microsoft.com/office/drawing/2014/main" id="{9C2721B3-7FDC-94D3-42ED-8135D99E6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9" y="2167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18474" name="Text Box 229">
              <a:extLst>
                <a:ext uri="{FF2B5EF4-FFF2-40B4-BE49-F238E27FC236}">
                  <a16:creationId xmlns:a16="http://schemas.microsoft.com/office/drawing/2014/main" id="{7A16FDA4-1E61-F4DC-534B-4B8ED700C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427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899242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75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75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75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75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3"/>
                                    </p:cond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75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75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75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75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75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1" grpId="0" autoUpdateAnimBg="0"/>
      <p:bldP spid="32" grpId="0" autoUpdateAnimBg="0"/>
      <p:bldP spid="33" grpId="0" build="p" autoUpdateAnimBg="0"/>
      <p:bldP spid="49" grpId="0" build="p" autoUpdateAnimBg="0"/>
      <p:bldP spid="50" grpId="0" build="p" autoUpdateAnimBg="0"/>
      <p:bldP spid="51" grpId="0" build="p" autoUpdateAnimBg="0"/>
      <p:bldP spid="52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ECCA6A-74CB-4AA1-A831-1C288021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DCECC-92E6-46CA-8C12-2D140B0C5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FFC28-C432-B643-ABBA-D3350F51CB54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299DC-BB24-4C12-8F55-42F250CF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94B1D19-93F6-9A62-6EA2-5D9D3924D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026" y="591601"/>
            <a:ext cx="48782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3399"/>
                </a:solidFill>
                <a:latin typeface="Times New Roman" charset="0"/>
              </a:rPr>
              <a:t>⒉ </a:t>
            </a:r>
            <a:r>
              <a:rPr lang="zh-CN" altLang="en-US" sz="2400" b="1" dirty="0">
                <a:solidFill>
                  <a:srgbClr val="003399"/>
                </a:solidFill>
                <a:latin typeface="Times New Roman" charset="0"/>
              </a:rPr>
              <a:t>直线在三个投影面中的投影特性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F23108B-EBFF-0391-0B72-939E45718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854" y="2558974"/>
            <a:ext cx="2328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i="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投影面平行线</a:t>
            </a:r>
          </a:p>
        </p:txBody>
      </p:sp>
      <p:grpSp>
        <p:nvGrpSpPr>
          <p:cNvPr id="7" name="Group 35">
            <a:extLst>
              <a:ext uri="{FF2B5EF4-FFF2-40B4-BE49-F238E27FC236}">
                <a16:creationId xmlns:a16="http://schemas.microsoft.com/office/drawing/2014/main" id="{269923D3-F21F-0930-245E-C02976FDC7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246195" y="2144176"/>
            <a:ext cx="3146425" cy="1348710"/>
            <a:chOff x="3374" y="812"/>
            <a:chExt cx="1982" cy="462"/>
          </a:xfrm>
        </p:grpSpPr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0C0323FD-67D4-5116-04E5-E52EE71F4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1" y="812"/>
              <a:ext cx="1955" cy="462"/>
            </a:xfrm>
            <a:prstGeom prst="leftArrow">
              <a:avLst>
                <a:gd name="adj1" fmla="val 50000"/>
                <a:gd name="adj2" fmla="val 44839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6AE92999-F311-06B6-310A-2FC2A6F7E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4" y="918"/>
              <a:ext cx="190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zh-CN" altLang="en-US" sz="2000" b="1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平行于某一投影面而</a:t>
              </a:r>
            </a:p>
            <a:p>
              <a:pPr eaLnBrk="1" hangingPunct="1"/>
              <a:r>
                <a:rPr lang="zh-CN" altLang="en-US" sz="2000" b="1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与其余两投影面倾斜</a:t>
              </a:r>
            </a:p>
          </p:txBody>
        </p:sp>
      </p:grpSp>
      <p:sp>
        <p:nvSpPr>
          <p:cNvPr id="10" name="Text Box 11">
            <a:extLst>
              <a:ext uri="{FF2B5EF4-FFF2-40B4-BE49-F238E27FC236}">
                <a16:creationId xmlns:a16="http://schemas.microsoft.com/office/drawing/2014/main" id="{C9D35CAC-FFA0-EFCE-C75E-41D80861E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182" y="4294907"/>
            <a:ext cx="2492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投影面垂直线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E0DF87E0-864E-846A-6394-8280105245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3557" y="2120973"/>
                <a:ext cx="249299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zh-CN" altLang="en-US" sz="2400" b="1" i="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正平线</a:t>
                </a:r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i="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∥</m:t>
                    </m:r>
                  </m:oMath>
                </a14:m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Ｖ面）</a:t>
                </a:r>
              </a:p>
            </p:txBody>
          </p:sp>
        </mc:Choice>
        <mc:Fallback xmlns="">
          <p:sp>
            <p:nvSpPr>
              <p:cNvPr id="11" name="Text Box 5">
                <a:extLst>
                  <a:ext uri="{FF2B5EF4-FFF2-40B4-BE49-F238E27FC236}">
                    <a16:creationId xmlns:a16="http://schemas.microsoft.com/office/drawing/2014/main" id="{E0DF87E0-864E-846A-6394-82801052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3557" y="2120973"/>
                <a:ext cx="2492990" cy="461665"/>
              </a:xfrm>
              <a:prstGeom prst="rect">
                <a:avLst/>
              </a:prstGeom>
              <a:blipFill>
                <a:blip r:embed="rId2"/>
                <a:stretch>
                  <a:fillRect l="-3912" t="-14474" r="-2689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71621022-DA2F-5EAE-C38B-FBAF70CCF2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3557" y="2597223"/>
                <a:ext cx="249299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侧平线</a:t>
                </a:r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∥</m:t>
                    </m:r>
                  </m:oMath>
                </a14:m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Ｗ面）</a:t>
                </a:r>
              </a:p>
            </p:txBody>
          </p:sp>
        </mc:Choice>
        <mc:Fallback xmlns=""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71621022-DA2F-5EAE-C38B-FBAF70CCF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3557" y="2597223"/>
                <a:ext cx="2492990" cy="461665"/>
              </a:xfrm>
              <a:prstGeom prst="rect">
                <a:avLst/>
              </a:prstGeom>
              <a:blipFill>
                <a:blip r:embed="rId3"/>
                <a:stretch>
                  <a:fillRect l="-3912" t="-14474" r="-2689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862EC459-E529-58D7-EF5F-AB1A5FAEF1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13557" y="3051248"/>
                <a:ext cx="299402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zh-CN" altLang="en-US" sz="2400" b="1" i="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水平线</a:t>
                </a:r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∥</m:t>
                    </m:r>
                  </m:oMath>
                </a14:m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Ｈ面）</a:t>
                </a:r>
              </a:p>
            </p:txBody>
          </p:sp>
        </mc:Choice>
        <mc:Fallback xmlns=""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862EC459-E529-58D7-EF5F-AB1A5FAEF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3557" y="3051248"/>
                <a:ext cx="2994025" cy="461665"/>
              </a:xfrm>
              <a:prstGeom prst="rect">
                <a:avLst/>
              </a:prstGeom>
              <a:blipFill>
                <a:blip r:embed="rId4"/>
                <a:stretch>
                  <a:fillRect l="-3259" t="-14667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87DF87BD-108C-08D9-18BF-5A6A52AFE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195" y="3871986"/>
                <a:ext cx="255390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zh-CN" altLang="en-US" sz="2400" b="1" i="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正垂线</a:t>
                </a:r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⊥</m:t>
                    </m:r>
                  </m:oMath>
                </a14:m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Ｖ面）</a:t>
                </a:r>
              </a:p>
            </p:txBody>
          </p:sp>
        </mc:Choice>
        <mc:Fallback xmlns="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87DF87BD-108C-08D9-18BF-5A6A52AFE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4195" y="3871986"/>
                <a:ext cx="2553904" cy="461665"/>
              </a:xfrm>
              <a:prstGeom prst="rect">
                <a:avLst/>
              </a:prstGeom>
              <a:blipFill>
                <a:blip r:embed="rId5"/>
                <a:stretch>
                  <a:fillRect l="-3580" t="-13158" r="-2864" b="-2631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C6F71AB0-1129-A8F1-05C5-A50BDF59CA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195" y="4279973"/>
                <a:ext cx="255390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b="1" i="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侧垂线</a:t>
                </a:r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⊥</m:t>
                    </m:r>
                  </m:oMath>
                </a14:m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Ｗ面）</a:t>
                </a:r>
              </a:p>
            </p:txBody>
          </p:sp>
        </mc:Choice>
        <mc:Fallback xmlns="">
          <p:sp>
            <p:nvSpPr>
              <p:cNvPr id="15" name="Text Box 14">
                <a:extLst>
                  <a:ext uri="{FF2B5EF4-FFF2-40B4-BE49-F238E27FC236}">
                    <a16:creationId xmlns:a16="http://schemas.microsoft.com/office/drawing/2014/main" id="{C6F71AB0-1129-A8F1-05C5-A50BDF59C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4195" y="4279973"/>
                <a:ext cx="2553904" cy="461665"/>
              </a:xfrm>
              <a:prstGeom prst="rect">
                <a:avLst/>
              </a:prstGeom>
              <a:blipFill>
                <a:blip r:embed="rId6"/>
                <a:stretch>
                  <a:fillRect l="-3580" t="-14474" r="-2864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E0BBA72F-1CA3-AD48-5519-ABBE68E14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195" y="4730823"/>
                <a:ext cx="315118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lang="zh-CN" altLang="en-US" sz="2400" b="1" i="0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铅垂线</a:t>
                </a:r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⊥</m:t>
                    </m:r>
                  </m:oMath>
                </a14:m>
                <a:r>
                  <a:rPr lang="zh-CN" altLang="en-US" sz="2400" b="1" i="0" dirty="0">
                    <a:solidFill>
                      <a:schemeClr val="accent5">
                        <a:lumMod val="50000"/>
                      </a:schemeClr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Ｈ面）</a:t>
                </a:r>
              </a:p>
            </p:txBody>
          </p:sp>
        </mc:Choice>
        <mc:Fallback xmlns=""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E0BBA72F-1CA3-AD48-5519-ABBE68E1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4195" y="4730823"/>
                <a:ext cx="3151187" cy="461665"/>
              </a:xfrm>
              <a:prstGeom prst="rect">
                <a:avLst/>
              </a:prstGeom>
              <a:blipFill>
                <a:blip r:embed="rId7"/>
                <a:stretch>
                  <a:fillRect l="-2901" t="-14474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25">
            <a:extLst>
              <a:ext uri="{FF2B5EF4-FFF2-40B4-BE49-F238E27FC236}">
                <a16:creationId xmlns:a16="http://schemas.microsoft.com/office/drawing/2014/main" id="{D3E44D74-C1A0-10F7-E811-FA9672DCE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3676" y="5657367"/>
            <a:ext cx="2882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一般位置直线</a:t>
            </a:r>
          </a:p>
        </p:txBody>
      </p:sp>
      <p:grpSp>
        <p:nvGrpSpPr>
          <p:cNvPr id="18" name="Group 28">
            <a:extLst>
              <a:ext uri="{FF2B5EF4-FFF2-40B4-BE49-F238E27FC236}">
                <a16:creationId xmlns:a16="http://schemas.microsoft.com/office/drawing/2014/main" id="{C28C4AB3-5BF5-3EF3-0629-C7D63E849E28}"/>
              </a:ext>
            </a:extLst>
          </p:cNvPr>
          <p:cNvGrpSpPr>
            <a:grpSpLocks/>
          </p:cNvGrpSpPr>
          <p:nvPr/>
        </p:nvGrpSpPr>
        <p:grpSpPr bwMode="auto">
          <a:xfrm>
            <a:off x="3146222" y="5441588"/>
            <a:ext cx="4757737" cy="914762"/>
            <a:chOff x="1777" y="3320"/>
            <a:chExt cx="2997" cy="309"/>
          </a:xfrm>
        </p:grpSpPr>
        <p:sp>
          <p:nvSpPr>
            <p:cNvPr id="19" name="AutoShape 26">
              <a:extLst>
                <a:ext uri="{FF2B5EF4-FFF2-40B4-BE49-F238E27FC236}">
                  <a16:creationId xmlns:a16="http://schemas.microsoft.com/office/drawing/2014/main" id="{E3FFC7C8-6076-5819-66AD-9F3B85C77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7" y="3320"/>
              <a:ext cx="2997" cy="309"/>
            </a:xfrm>
            <a:prstGeom prst="horizontalScroll">
              <a:avLst>
                <a:gd name="adj" fmla="val 12500"/>
              </a:avLst>
            </a:prstGeom>
            <a:solidFill>
              <a:srgbClr val="99FF99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384FE697-9EF7-FCD8-E983-9EFF0F8F2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4" y="3410"/>
              <a:ext cx="2401" cy="135"/>
            </a:xfrm>
            <a:prstGeom prst="rect">
              <a:avLst/>
            </a:prstGeom>
            <a:solidFill>
              <a:srgbClr val="99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l" eaLnBrk="1" hangingPunct="1"/>
              <a:r>
                <a:rPr lang="zh-CN" altLang="en-US" sz="2000" b="1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与三个投影面都倾斜的直线</a:t>
              </a:r>
              <a:endPara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1" name="AutoShape 29">
            <a:extLst>
              <a:ext uri="{FF2B5EF4-FFF2-40B4-BE49-F238E27FC236}">
                <a16:creationId xmlns:a16="http://schemas.microsoft.com/office/drawing/2014/main" id="{E9FB7E36-9804-904E-1C66-20737DB70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922" y="3300782"/>
            <a:ext cx="2492375" cy="917079"/>
          </a:xfrm>
          <a:prstGeom prst="upDownArrowCallout">
            <a:avLst>
              <a:gd name="adj1" fmla="val 111029"/>
              <a:gd name="adj2" fmla="val 90659"/>
              <a:gd name="adj3" fmla="val 12500"/>
              <a:gd name="adj4" fmla="val 50000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特殊位置直线</a:t>
            </a:r>
            <a:endParaRPr lang="zh-CN" altLang="en-US" sz="1800" b="1" i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AutoShape 37">
            <a:extLst>
              <a:ext uri="{FF2B5EF4-FFF2-40B4-BE49-F238E27FC236}">
                <a16:creationId xmlns:a16="http://schemas.microsoft.com/office/drawing/2014/main" id="{F07390D7-E447-1657-3190-9C65DDF1A948}"/>
              </a:ext>
            </a:extLst>
          </p:cNvPr>
          <p:cNvSpPr>
            <a:spLocks/>
          </p:cNvSpPr>
          <p:nvPr/>
        </p:nvSpPr>
        <p:spPr bwMode="auto">
          <a:xfrm>
            <a:off x="7656717" y="2321955"/>
            <a:ext cx="219595" cy="1063257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Group 45">
            <a:extLst>
              <a:ext uri="{FF2B5EF4-FFF2-40B4-BE49-F238E27FC236}">
                <a16:creationId xmlns:a16="http://schemas.microsoft.com/office/drawing/2014/main" id="{F2B8F491-AA9F-9D85-8C4E-56FF6A97A35D}"/>
              </a:ext>
            </a:extLst>
          </p:cNvPr>
          <p:cNvGrpSpPr>
            <a:grpSpLocks/>
          </p:cNvGrpSpPr>
          <p:nvPr/>
        </p:nvGrpSpPr>
        <p:grpSpPr bwMode="auto">
          <a:xfrm>
            <a:off x="2184282" y="3918152"/>
            <a:ext cx="3190875" cy="1272622"/>
            <a:chOff x="0" y="2411"/>
            <a:chExt cx="2010" cy="809"/>
          </a:xfrm>
        </p:grpSpPr>
        <p:sp>
          <p:nvSpPr>
            <p:cNvPr id="24" name="AutoShape 38">
              <a:extLst>
                <a:ext uri="{FF2B5EF4-FFF2-40B4-BE49-F238E27FC236}">
                  <a16:creationId xmlns:a16="http://schemas.microsoft.com/office/drawing/2014/main" id="{F685C02A-45D3-742C-43E3-282B92A50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11"/>
              <a:ext cx="2010" cy="809"/>
            </a:xfrm>
            <a:prstGeom prst="notchedRightArrow">
              <a:avLst>
                <a:gd name="adj1" fmla="val 50000"/>
                <a:gd name="adj2" fmla="val 51789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en-US" altLang="zh-CN" sz="1800" b="1" i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/>
              <a:endParaRPr lang="en-US" altLang="zh-CN" sz="1800" b="1" i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Text Box 41">
              <a:extLst>
                <a:ext uri="{FF2B5EF4-FFF2-40B4-BE49-F238E27FC236}">
                  <a16:creationId xmlns:a16="http://schemas.microsoft.com/office/drawing/2014/main" id="{F0EEB5A5-31BA-C316-A7C7-E9C230A57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61" y="2682"/>
              <a:ext cx="1417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000" b="1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垂直于某一投影面</a:t>
              </a:r>
            </a:p>
          </p:txBody>
        </p:sp>
      </p:grpSp>
      <p:sp>
        <p:nvSpPr>
          <p:cNvPr id="26" name="AutoShape 43">
            <a:extLst>
              <a:ext uri="{FF2B5EF4-FFF2-40B4-BE49-F238E27FC236}">
                <a16:creationId xmlns:a16="http://schemas.microsoft.com/office/drawing/2014/main" id="{F51AC474-F18F-5A5B-D47C-705CF80B6F74}"/>
              </a:ext>
            </a:extLst>
          </p:cNvPr>
          <p:cNvSpPr>
            <a:spLocks/>
          </p:cNvSpPr>
          <p:nvPr/>
        </p:nvSpPr>
        <p:spPr bwMode="auto">
          <a:xfrm>
            <a:off x="7635137" y="4013820"/>
            <a:ext cx="276224" cy="1126657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44">
            <a:extLst>
              <a:ext uri="{FF2B5EF4-FFF2-40B4-BE49-F238E27FC236}">
                <a16:creationId xmlns:a16="http://schemas.microsoft.com/office/drawing/2014/main" id="{9FBE69C0-15BB-82E6-71A2-34CAD308C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634" y="1279814"/>
            <a:ext cx="7600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其投影特性取决于直线与三个投影面间的相对位置</a:t>
            </a:r>
          </a:p>
        </p:txBody>
      </p:sp>
    </p:spTree>
    <p:extLst>
      <p:ext uri="{BB962C8B-B14F-4D97-AF65-F5344CB8AC3E}">
        <p14:creationId xmlns:p14="http://schemas.microsoft.com/office/powerpoint/2010/main" val="148472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0" grpId="0" autoUpdateAnimBg="0"/>
      <p:bldP spid="11" grpId="0" build="p" autoUpdateAnimBg="0"/>
      <p:bldP spid="12" grpId="0" build="p" autoUpdateAnimBg="0"/>
      <p:bldP spid="13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autoUpdateAnimBg="0"/>
      <p:bldP spid="21" grpId="0" animBg="1" autoUpdateAnimBg="0"/>
      <p:bldP spid="22" grpId="0" animBg="1"/>
      <p:bldP spid="26" grpId="0" animBg="1"/>
      <p:bldP spid="2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1213612" y="158848"/>
            <a:ext cx="2733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latin typeface="Times New Roman" charset="0"/>
              </a:rPr>
              <a:t>⑴ </a:t>
            </a:r>
            <a:r>
              <a:rPr lang="zh-CN" altLang="en-US" sz="2800" b="1" dirty="0">
                <a:latin typeface="Times New Roman" charset="0"/>
                <a:ea typeface="黑体" charset="-122"/>
              </a:rPr>
              <a:t>投影面平行线</a:t>
            </a:r>
            <a:endParaRPr lang="zh-CN" altLang="en-US" sz="2400" dirty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2080AD-58A2-47D6-878F-F159ABD0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72CB9B-D17B-4883-9EEB-04895B6E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C393B-425F-6D40-907D-F30DB730EA81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F65CC-1EAD-4DDF-8BA4-539BB91B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86E21D5-0928-E640-8BFA-517991C0E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4071" y="5575300"/>
            <a:ext cx="228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800" b="1" i="0">
                <a:solidFill>
                  <a:srgbClr val="000000"/>
                </a:solidFill>
                <a:latin typeface="宋体" charset="-122"/>
              </a:rPr>
              <a:t>γ</a:t>
            </a:r>
            <a:endParaRPr lang="en-US" altLang="zh-CN" sz="2800" b="1" i="0">
              <a:latin typeface="Times New Roman" charset="0"/>
            </a:endParaRPr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1539AA53-E5FC-42BF-5CC0-E89267404D91}"/>
              </a:ext>
            </a:extLst>
          </p:cNvPr>
          <p:cNvSpPr>
            <a:spLocks/>
          </p:cNvSpPr>
          <p:nvPr/>
        </p:nvSpPr>
        <p:spPr bwMode="auto">
          <a:xfrm>
            <a:off x="3343921" y="5832475"/>
            <a:ext cx="173037" cy="79375"/>
          </a:xfrm>
          <a:custGeom>
            <a:avLst/>
            <a:gdLst>
              <a:gd name="T0" fmla="*/ 109 w 109"/>
              <a:gd name="T1" fmla="*/ 0 h 50"/>
              <a:gd name="T2" fmla="*/ 46 w 109"/>
              <a:gd name="T3" fmla="*/ 11 h 50"/>
              <a:gd name="T4" fmla="*/ 0 w 109"/>
              <a:gd name="T5" fmla="*/ 50 h 50"/>
              <a:gd name="T6" fmla="*/ 1 w 109"/>
              <a:gd name="T7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" h="50">
                <a:moveTo>
                  <a:pt x="109" y="0"/>
                </a:moveTo>
                <a:lnTo>
                  <a:pt x="46" y="11"/>
                </a:lnTo>
                <a:lnTo>
                  <a:pt x="0" y="50"/>
                </a:lnTo>
                <a:lnTo>
                  <a:pt x="1" y="50"/>
                </a:lnTo>
              </a:path>
            </a:pathLst>
          </a:custGeom>
          <a:noFill/>
          <a:ln w="127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25">
            <a:extLst>
              <a:ext uri="{FF2B5EF4-FFF2-40B4-BE49-F238E27FC236}">
                <a16:creationId xmlns:a16="http://schemas.microsoft.com/office/drawing/2014/main" id="{AA5853CB-EF1B-8D46-B0C7-068B1D2E1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8496" y="5513388"/>
            <a:ext cx="203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1600" b="1" i="0">
                <a:solidFill>
                  <a:srgbClr val="000000"/>
                </a:solidFill>
                <a:latin typeface="宋体" charset="-122"/>
              </a:rPr>
              <a:t>β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8" name="Freeform 28">
            <a:extLst>
              <a:ext uri="{FF2B5EF4-FFF2-40B4-BE49-F238E27FC236}">
                <a16:creationId xmlns:a16="http://schemas.microsoft.com/office/drawing/2014/main" id="{86EC9F47-602C-E742-A7D5-0B69458B90E2}"/>
              </a:ext>
            </a:extLst>
          </p:cNvPr>
          <p:cNvSpPr>
            <a:spLocks/>
          </p:cNvSpPr>
          <p:nvPr/>
        </p:nvSpPr>
        <p:spPr bwMode="auto">
          <a:xfrm>
            <a:off x="3054996" y="5510213"/>
            <a:ext cx="57150" cy="150812"/>
          </a:xfrm>
          <a:custGeom>
            <a:avLst/>
            <a:gdLst>
              <a:gd name="T0" fmla="*/ 0 w 36"/>
              <a:gd name="T1" fmla="*/ 95 h 95"/>
              <a:gd name="T2" fmla="*/ 32 w 36"/>
              <a:gd name="T3" fmla="*/ 50 h 95"/>
              <a:gd name="T4" fmla="*/ 36 w 36"/>
              <a:gd name="T5" fmla="*/ 0 h 95"/>
              <a:gd name="T6" fmla="*/ 36 w 36"/>
              <a:gd name="T7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" h="95">
                <a:moveTo>
                  <a:pt x="0" y="95"/>
                </a:moveTo>
                <a:lnTo>
                  <a:pt x="32" y="50"/>
                </a:lnTo>
                <a:lnTo>
                  <a:pt x="36" y="0"/>
                </a:lnTo>
                <a:lnTo>
                  <a:pt x="36" y="0"/>
                </a:lnTo>
              </a:path>
            </a:pathLst>
          </a:custGeom>
          <a:noFill/>
          <a:ln w="127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68">
            <a:extLst>
              <a:ext uri="{FF2B5EF4-FFF2-40B4-BE49-F238E27FC236}">
                <a16:creationId xmlns:a16="http://schemas.microsoft.com/office/drawing/2014/main" id="{DB6EBD3D-1597-60C0-CF91-1A2418E05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121" y="5140325"/>
            <a:ext cx="13176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100" b="1" i="0">
                <a:latin typeface="宋体" charset="-122"/>
              </a:rPr>
              <a:t>X</a:t>
            </a:r>
            <a:endParaRPr lang="en-US" altLang="zh-CN" b="1" i="0">
              <a:latin typeface="Times New Roman" charset="0"/>
            </a:endParaRPr>
          </a:p>
        </p:txBody>
      </p:sp>
      <p:sp>
        <p:nvSpPr>
          <p:cNvPr id="10" name="Rectangle 72">
            <a:extLst>
              <a:ext uri="{FF2B5EF4-FFF2-40B4-BE49-F238E27FC236}">
                <a16:creationId xmlns:a16="http://schemas.microsoft.com/office/drawing/2014/main" id="{E829DE98-6200-8B77-1958-A0E7F89CE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133" y="3916363"/>
            <a:ext cx="1317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100" b="1" i="0">
                <a:latin typeface="宋体" charset="-122"/>
              </a:rPr>
              <a:t>Z</a:t>
            </a:r>
            <a:endParaRPr lang="en-US" altLang="zh-CN" b="1" i="0">
              <a:latin typeface="Times New Roman" charset="0"/>
            </a:endParaRPr>
          </a:p>
        </p:txBody>
      </p:sp>
      <p:grpSp>
        <p:nvGrpSpPr>
          <p:cNvPr id="11" name="Group 112">
            <a:extLst>
              <a:ext uri="{FF2B5EF4-FFF2-40B4-BE49-F238E27FC236}">
                <a16:creationId xmlns:a16="http://schemas.microsoft.com/office/drawing/2014/main" id="{8CDA4537-7E41-C118-559B-3DDEB26CE292}"/>
              </a:ext>
            </a:extLst>
          </p:cNvPr>
          <p:cNvGrpSpPr>
            <a:grpSpLocks/>
          </p:cNvGrpSpPr>
          <p:nvPr/>
        </p:nvGrpSpPr>
        <p:grpSpPr bwMode="auto">
          <a:xfrm>
            <a:off x="2580333" y="4006850"/>
            <a:ext cx="2595563" cy="2530475"/>
            <a:chOff x="3183" y="745"/>
            <a:chExt cx="1635" cy="1594"/>
          </a:xfrm>
        </p:grpSpPr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24EAFBE8-6AA3-BD59-5D99-8415EEDC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981"/>
              <a:ext cx="400" cy="1"/>
            </a:xfrm>
            <a:custGeom>
              <a:avLst/>
              <a:gdLst>
                <a:gd name="T0" fmla="*/ 0 w 1202"/>
                <a:gd name="T1" fmla="*/ 1201 w 1202"/>
                <a:gd name="T2" fmla="*/ 1202 w 120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02">
                  <a:moveTo>
                    <a:pt x="0" y="0"/>
                  </a:moveTo>
                  <a:lnTo>
                    <a:pt x="1201" y="0"/>
                  </a:lnTo>
                  <a:lnTo>
                    <a:pt x="1202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99">
              <a:extLst>
                <a:ext uri="{FF2B5EF4-FFF2-40B4-BE49-F238E27FC236}">
                  <a16:creationId xmlns:a16="http://schemas.microsoft.com/office/drawing/2014/main" id="{C837015F-5EE7-BFF0-AE83-1201E7848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74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″</a:t>
              </a: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B5AF28B3-0D14-6ED6-1C6D-432AFB07F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040"/>
              <a:ext cx="754" cy="1"/>
            </a:xfrm>
            <a:custGeom>
              <a:avLst/>
              <a:gdLst>
                <a:gd name="T0" fmla="*/ 2263 w 2263"/>
                <a:gd name="T1" fmla="*/ 0 w 2263"/>
                <a:gd name="T2" fmla="*/ 1 w 226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263">
                  <a:moveTo>
                    <a:pt x="2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D9B1EECF-2CE0-3F44-8DC4-E584A3DEE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981"/>
              <a:ext cx="350" cy="1"/>
            </a:xfrm>
            <a:custGeom>
              <a:avLst/>
              <a:gdLst>
                <a:gd name="T0" fmla="*/ 0 w 1048"/>
                <a:gd name="T1" fmla="*/ 1047 w 1048"/>
                <a:gd name="T2" fmla="*/ 1048 w 104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048">
                  <a:moveTo>
                    <a:pt x="0" y="0"/>
                  </a:moveTo>
                  <a:lnTo>
                    <a:pt x="1047" y="0"/>
                  </a:lnTo>
                  <a:lnTo>
                    <a:pt x="1048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219FCB7-FF28-D18A-07B6-A480DBF96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3" y="1565"/>
              <a:ext cx="1496" cy="1"/>
            </a:xfrm>
            <a:custGeom>
              <a:avLst/>
              <a:gdLst>
                <a:gd name="T0" fmla="*/ 0 w 4489"/>
                <a:gd name="T1" fmla="*/ 4488 w 4489"/>
                <a:gd name="T2" fmla="*/ 4489 w 448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4489">
                  <a:moveTo>
                    <a:pt x="0" y="0"/>
                  </a:moveTo>
                  <a:lnTo>
                    <a:pt x="4488" y="0"/>
                  </a:lnTo>
                  <a:lnTo>
                    <a:pt x="448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6D465B5-43E1-3A36-0DBF-62E3E1CF5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565"/>
              <a:ext cx="539" cy="539"/>
            </a:xfrm>
            <a:custGeom>
              <a:avLst/>
              <a:gdLst>
                <a:gd name="T0" fmla="*/ 0 w 1617"/>
                <a:gd name="T1" fmla="*/ 0 h 1617"/>
                <a:gd name="T2" fmla="*/ 1616 w 1617"/>
                <a:gd name="T3" fmla="*/ 1617 h 1617"/>
                <a:gd name="T4" fmla="*/ 1617 w 1617"/>
                <a:gd name="T5" fmla="*/ 1617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7" h="1617">
                  <a:moveTo>
                    <a:pt x="0" y="0"/>
                  </a:moveTo>
                  <a:lnTo>
                    <a:pt x="1616" y="1617"/>
                  </a:lnTo>
                  <a:lnTo>
                    <a:pt x="1617" y="16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F221C40-AFFD-C32F-977E-80CB68D51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981"/>
              <a:ext cx="1" cy="711"/>
            </a:xfrm>
            <a:custGeom>
              <a:avLst/>
              <a:gdLst>
                <a:gd name="T0" fmla="*/ 0 w 1"/>
                <a:gd name="T1" fmla="*/ 0 h 2132"/>
                <a:gd name="T2" fmla="*/ 0 w 1"/>
                <a:gd name="T3" fmla="*/ 2132 h 2132"/>
                <a:gd name="T4" fmla="*/ 1 w 1"/>
                <a:gd name="T5" fmla="*/ 2132 h 2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132">
                  <a:moveTo>
                    <a:pt x="0" y="0"/>
                  </a:moveTo>
                  <a:lnTo>
                    <a:pt x="0" y="2132"/>
                  </a:lnTo>
                  <a:lnTo>
                    <a:pt x="1" y="213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A65977A-B203-92AF-2AD9-B997B9346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981"/>
              <a:ext cx="1" cy="1059"/>
            </a:xfrm>
            <a:custGeom>
              <a:avLst/>
              <a:gdLst>
                <a:gd name="T0" fmla="*/ 0 w 1"/>
                <a:gd name="T1" fmla="*/ 0 h 3178"/>
                <a:gd name="T2" fmla="*/ 0 w 1"/>
                <a:gd name="T3" fmla="*/ 3178 h 3178"/>
                <a:gd name="T4" fmla="*/ 1 w 1"/>
                <a:gd name="T5" fmla="*/ 3178 h 3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78">
                  <a:moveTo>
                    <a:pt x="0" y="0"/>
                  </a:moveTo>
                  <a:lnTo>
                    <a:pt x="0" y="3178"/>
                  </a:lnTo>
                  <a:lnTo>
                    <a:pt x="1" y="31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2E1E12E-A5BB-61C8-706D-09AF4D168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981"/>
              <a:ext cx="1" cy="711"/>
            </a:xfrm>
            <a:custGeom>
              <a:avLst/>
              <a:gdLst>
                <a:gd name="T0" fmla="*/ 0 w 2"/>
                <a:gd name="T1" fmla="*/ 0 h 2132"/>
                <a:gd name="T2" fmla="*/ 0 w 2"/>
                <a:gd name="T3" fmla="*/ 2132 h 2132"/>
                <a:gd name="T4" fmla="*/ 2 w 2"/>
                <a:gd name="T5" fmla="*/ 2132 h 2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132">
                  <a:moveTo>
                    <a:pt x="0" y="0"/>
                  </a:moveTo>
                  <a:lnTo>
                    <a:pt x="0" y="2132"/>
                  </a:lnTo>
                  <a:lnTo>
                    <a:pt x="2" y="213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E6E582B-AC7F-B8B1-BE57-09635D3BB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814"/>
              <a:ext cx="1" cy="1388"/>
            </a:xfrm>
            <a:custGeom>
              <a:avLst/>
              <a:gdLst>
                <a:gd name="T0" fmla="*/ 0 w 1"/>
                <a:gd name="T1" fmla="*/ 0 h 4163"/>
                <a:gd name="T2" fmla="*/ 0 w 1"/>
                <a:gd name="T3" fmla="*/ 4163 h 4163"/>
                <a:gd name="T4" fmla="*/ 1 w 1"/>
                <a:gd name="T5" fmla="*/ 4163 h 4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163">
                  <a:moveTo>
                    <a:pt x="0" y="0"/>
                  </a:moveTo>
                  <a:lnTo>
                    <a:pt x="0" y="4163"/>
                  </a:lnTo>
                  <a:lnTo>
                    <a:pt x="1" y="416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DFFF2AFA-82E7-847A-E342-470D6847A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1692"/>
              <a:ext cx="400" cy="348"/>
            </a:xfrm>
            <a:custGeom>
              <a:avLst/>
              <a:gdLst>
                <a:gd name="T0" fmla="*/ 0 w 1202"/>
                <a:gd name="T1" fmla="*/ 0 h 1046"/>
                <a:gd name="T2" fmla="*/ 1201 w 1202"/>
                <a:gd name="T3" fmla="*/ 1046 h 1046"/>
                <a:gd name="T4" fmla="*/ 1202 w 1202"/>
                <a:gd name="T5" fmla="*/ 1046 h 10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02" h="1046">
                  <a:moveTo>
                    <a:pt x="0" y="0"/>
                  </a:moveTo>
                  <a:lnTo>
                    <a:pt x="1201" y="1046"/>
                  </a:lnTo>
                  <a:lnTo>
                    <a:pt x="1202" y="1046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4">
              <a:extLst>
                <a:ext uri="{FF2B5EF4-FFF2-40B4-BE49-F238E27FC236}">
                  <a16:creationId xmlns:a16="http://schemas.microsoft.com/office/drawing/2014/main" id="{D56676D7-6BAA-20BD-8FF9-8C9811770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2012"/>
              <a:ext cx="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i="1">
                  <a:solidFill>
                    <a:srgbClr val="000000"/>
                  </a:solidFill>
                </a:rPr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8731F272-8B89-8398-243F-E61BE8A37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1595"/>
              <a:ext cx="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i="1" dirty="0">
                  <a:solidFill>
                    <a:srgbClr val="000000"/>
                  </a:solidFill>
                </a:rPr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903B7919-110E-3AD1-C27D-37BF1CF50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1692"/>
              <a:ext cx="805" cy="1"/>
            </a:xfrm>
            <a:custGeom>
              <a:avLst/>
              <a:gdLst>
                <a:gd name="T0" fmla="*/ 2417 w 2417"/>
                <a:gd name="T1" fmla="*/ 0 w 2417"/>
                <a:gd name="T2" fmla="*/ 2 w 241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17">
                  <a:moveTo>
                    <a:pt x="2417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DE0B852C-CD06-370E-B997-D961C968C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" y="779"/>
              <a:ext cx="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i="1" dirty="0">
                  <a:solidFill>
                    <a:srgbClr val="000000"/>
                  </a:solidFill>
                </a:rPr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6E21E6EC-D09B-B6A1-9947-A42CD558C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8" y="774"/>
              <a:ext cx="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i="1">
                  <a:solidFill>
                    <a:srgbClr val="000000"/>
                  </a:solidFill>
                </a:rPr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B2A2CA08-4B59-0869-9476-61FB73D28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777"/>
              <a:ext cx="8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>
                  <a:solidFill>
                    <a:srgbClr val="000000"/>
                  </a:solidFill>
                </a:rPr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C710B34F-D4E0-07F2-6DB4-A7486FCB9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981"/>
              <a:ext cx="406" cy="1"/>
            </a:xfrm>
            <a:custGeom>
              <a:avLst/>
              <a:gdLst>
                <a:gd name="T0" fmla="*/ 0 w 1217"/>
                <a:gd name="T1" fmla="*/ 1216 w 1217"/>
                <a:gd name="T2" fmla="*/ 1217 w 121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7">
                  <a:moveTo>
                    <a:pt x="0" y="0"/>
                  </a:moveTo>
                  <a:lnTo>
                    <a:pt x="1216" y="0"/>
                  </a:lnTo>
                  <a:lnTo>
                    <a:pt x="121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58">
              <a:extLst>
                <a:ext uri="{FF2B5EF4-FFF2-40B4-BE49-F238E27FC236}">
                  <a16:creationId xmlns:a16="http://schemas.microsoft.com/office/drawing/2014/main" id="{79340AE5-79D5-2D62-DFA8-56E24202E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778"/>
              <a:ext cx="8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>
                  <a:solidFill>
                    <a:srgbClr val="000000"/>
                  </a:solidFill>
                </a:rPr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31" name="Freeform 64">
              <a:extLst>
                <a:ext uri="{FF2B5EF4-FFF2-40B4-BE49-F238E27FC236}">
                  <a16:creationId xmlns:a16="http://schemas.microsoft.com/office/drawing/2014/main" id="{FD270F9D-C6D0-2ADA-8AAC-C6088B66A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981"/>
              <a:ext cx="1" cy="1059"/>
            </a:xfrm>
            <a:custGeom>
              <a:avLst/>
              <a:gdLst>
                <a:gd name="T0" fmla="*/ 0 w 1"/>
                <a:gd name="T1" fmla="*/ 0 h 3178"/>
                <a:gd name="T2" fmla="*/ 0 w 1"/>
                <a:gd name="T3" fmla="*/ 3178 h 3178"/>
                <a:gd name="T4" fmla="*/ 1 w 1"/>
                <a:gd name="T5" fmla="*/ 3178 h 3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178">
                  <a:moveTo>
                    <a:pt x="0" y="0"/>
                  </a:moveTo>
                  <a:lnTo>
                    <a:pt x="0" y="3178"/>
                  </a:lnTo>
                  <a:lnTo>
                    <a:pt x="1" y="31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69">
              <a:extLst>
                <a:ext uri="{FF2B5EF4-FFF2-40B4-BE49-F238E27FC236}">
                  <a16:creationId xmlns:a16="http://schemas.microsoft.com/office/drawing/2014/main" id="{44283C9F-8BD7-9920-ADCE-CAE48E27F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369"/>
              <a:ext cx="8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 i="0">
                  <a:latin typeface="宋体" charset="-122"/>
                </a:rPr>
                <a:t>O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33" name="Rectangle 70">
              <a:extLst>
                <a:ext uri="{FF2B5EF4-FFF2-40B4-BE49-F238E27FC236}">
                  <a16:creationId xmlns:a16="http://schemas.microsoft.com/office/drawing/2014/main" id="{1DECBCD7-85F3-D98A-87F2-2C2B0B849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4" y="2137"/>
              <a:ext cx="8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 i="0">
                  <a:latin typeface="宋体" charset="-122"/>
                </a:rPr>
                <a:t>Y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34" name="Rectangle 71">
              <a:extLst>
                <a:ext uri="{FF2B5EF4-FFF2-40B4-BE49-F238E27FC236}">
                  <a16:creationId xmlns:a16="http://schemas.microsoft.com/office/drawing/2014/main" id="{29131AC3-44C8-5808-900D-E77EB4E64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" y="1458"/>
              <a:ext cx="8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 i="0">
                  <a:latin typeface="宋体" charset="-122"/>
                </a:rPr>
                <a:t>Y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35" name="Text Box 98">
              <a:extLst>
                <a:ext uri="{FF2B5EF4-FFF2-40B4-BE49-F238E27FC236}">
                  <a16:creationId xmlns:a16="http://schemas.microsoft.com/office/drawing/2014/main" id="{BD0813A0-C0C5-1073-BE76-A705D423F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0" y="75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  <p:sp>
          <p:nvSpPr>
            <p:cNvPr id="36" name="Text Box 101">
              <a:extLst>
                <a:ext uri="{FF2B5EF4-FFF2-40B4-BE49-F238E27FC236}">
                  <a16:creationId xmlns:a16="http://schemas.microsoft.com/office/drawing/2014/main" id="{6BC63365-365F-3671-8F4C-2EC3232D8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5" y="745"/>
              <a:ext cx="1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i="1" dirty="0">
                  <a:latin typeface="Times New Roman" charset="0"/>
                </a:rPr>
                <a:t>′</a:t>
              </a:r>
            </a:p>
          </p:txBody>
        </p:sp>
      </p:grpSp>
      <p:sp>
        <p:nvSpPr>
          <p:cNvPr id="37" name="Text Box 103">
            <a:extLst>
              <a:ext uri="{FF2B5EF4-FFF2-40B4-BE49-F238E27FC236}">
                <a16:creationId xmlns:a16="http://schemas.microsoft.com/office/drawing/2014/main" id="{F0D9085B-B64E-FB0F-75B5-96B409601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821" y="4075113"/>
            <a:ext cx="3257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 i="1" dirty="0">
                <a:latin typeface="Times New Roman" charset="0"/>
              </a:rPr>
              <a:t>″</a:t>
            </a:r>
          </a:p>
        </p:txBody>
      </p:sp>
      <p:sp>
        <p:nvSpPr>
          <p:cNvPr id="38" name="Text Box 107">
            <a:extLst>
              <a:ext uri="{FF2B5EF4-FFF2-40B4-BE49-F238E27FC236}">
                <a16:creationId xmlns:a16="http://schemas.microsoft.com/office/drawing/2014/main" id="{632BE26D-8826-1CAF-55B5-697DA5D2A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796" y="618101"/>
            <a:ext cx="1517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solidFill>
                  <a:srgbClr val="C00000"/>
                </a:solidFill>
                <a:latin typeface="Times New Roman" charset="0"/>
              </a:rPr>
              <a:t>水平线</a:t>
            </a:r>
          </a:p>
        </p:txBody>
      </p:sp>
      <p:sp>
        <p:nvSpPr>
          <p:cNvPr id="39" name="AutoShape 108">
            <a:extLst>
              <a:ext uri="{FF2B5EF4-FFF2-40B4-BE49-F238E27FC236}">
                <a16:creationId xmlns:a16="http://schemas.microsoft.com/office/drawing/2014/main" id="{7B8CA70F-4590-29CE-84CF-3E815E276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471" y="6113463"/>
            <a:ext cx="914400" cy="469900"/>
          </a:xfrm>
          <a:prstGeom prst="wedgeRectCallout">
            <a:avLst>
              <a:gd name="adj1" fmla="val 57815"/>
              <a:gd name="adj2" fmla="val -101343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b="1" i="0" dirty="0">
                <a:latin typeface="Times New Roman" charset="0"/>
              </a:rPr>
              <a:t>实长</a:t>
            </a:r>
            <a:endParaRPr lang="zh-CN" altLang="en-US" sz="1800" b="1" i="0" dirty="0">
              <a:latin typeface="Times New Roman" charset="0"/>
            </a:endParaRPr>
          </a:p>
        </p:txBody>
      </p:sp>
      <p:sp>
        <p:nvSpPr>
          <p:cNvPr id="40" name="Text Box 113">
            <a:extLst>
              <a:ext uri="{FF2B5EF4-FFF2-40B4-BE49-F238E27FC236}">
                <a16:creationId xmlns:a16="http://schemas.microsoft.com/office/drawing/2014/main" id="{BD602F98-A68A-1183-D2C6-0A4C9110F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283" y="2208107"/>
            <a:ext cx="544571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altLang="zh-CN" sz="2000" i="0" dirty="0"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2000" i="0" dirty="0">
                <a:latin typeface="黑体" panose="02010609060101010101" pitchFamily="49" charset="-122"/>
                <a:ea typeface="黑体" panose="02010609060101010101" pitchFamily="49" charset="-122"/>
              </a:rPr>
              <a:t>在与其平行的投影面上，其投影反映实长，并反映直线与另两投影面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的实际</a:t>
            </a:r>
            <a:r>
              <a:rPr lang="zh-CN" altLang="en-US" sz="2000" i="0" dirty="0">
                <a:latin typeface="黑体" panose="02010609060101010101" pitchFamily="49" charset="-122"/>
                <a:ea typeface="黑体" panose="02010609060101010101" pitchFamily="49" charset="-122"/>
              </a:rPr>
              <a:t>倾角。</a:t>
            </a:r>
            <a:endParaRPr lang="zh-CN" altLang="en-US" sz="140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 Box 114">
            <a:extLst>
              <a:ext uri="{FF2B5EF4-FFF2-40B4-BE49-F238E27FC236}">
                <a16:creationId xmlns:a16="http://schemas.microsoft.com/office/drawing/2014/main" id="{572319E2-412C-5001-C755-0A37DA13A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6583" y="4289593"/>
            <a:ext cx="53916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just" eaLnBrk="1" hangingPunct="1"/>
            <a:r>
              <a:rPr lang="en-US" altLang="zh-CN" sz="2000" i="0" dirty="0"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zh-CN" altLang="en-US" sz="2000" i="0" dirty="0">
                <a:latin typeface="黑体" panose="02010609060101010101" pitchFamily="49" charset="-122"/>
                <a:ea typeface="黑体" panose="02010609060101010101" pitchFamily="49" charset="-122"/>
              </a:rPr>
              <a:t>另两个投影面上的投影平行于相应的投影轴，其到相应投影轴距离反映直线与它所平行的投影面之间的距离。</a:t>
            </a:r>
          </a:p>
        </p:txBody>
      </p:sp>
      <p:sp>
        <p:nvSpPr>
          <p:cNvPr id="42" name="Text Box 115">
            <a:extLst>
              <a:ext uri="{FF2B5EF4-FFF2-40B4-BE49-F238E27FC236}">
                <a16:creationId xmlns:a16="http://schemas.microsoft.com/office/drawing/2014/main" id="{743CDE05-E55E-8349-054A-BEF77E8BC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069" y="989006"/>
            <a:ext cx="2546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FF"/>
                    </a:gs>
                    <a:gs pos="50000">
                      <a:srgbClr val="FFFF00"/>
                    </a:gs>
                    <a:gs pos="100000">
                      <a:srgbClr val="FFCC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投影特性：</a:t>
            </a:r>
          </a:p>
        </p:txBody>
      </p:sp>
      <p:grpSp>
        <p:nvGrpSpPr>
          <p:cNvPr id="43" name="Group 119">
            <a:extLst>
              <a:ext uri="{FF2B5EF4-FFF2-40B4-BE49-F238E27FC236}">
                <a16:creationId xmlns:a16="http://schemas.microsoft.com/office/drawing/2014/main" id="{81783645-A011-9BA5-A341-69C114B4B7C1}"/>
              </a:ext>
            </a:extLst>
          </p:cNvPr>
          <p:cNvGrpSpPr>
            <a:grpSpLocks/>
          </p:cNvGrpSpPr>
          <p:nvPr/>
        </p:nvGrpSpPr>
        <p:grpSpPr bwMode="auto">
          <a:xfrm>
            <a:off x="2500958" y="1220788"/>
            <a:ext cx="2513013" cy="2560637"/>
            <a:chOff x="550" y="769"/>
            <a:chExt cx="1583" cy="1613"/>
          </a:xfrm>
        </p:grpSpPr>
        <p:sp>
          <p:nvSpPr>
            <p:cNvPr id="44" name="AutoShape 118">
              <a:extLst>
                <a:ext uri="{FF2B5EF4-FFF2-40B4-BE49-F238E27FC236}">
                  <a16:creationId xmlns:a16="http://schemas.microsoft.com/office/drawing/2014/main" id="{F8DF267F-9E46-6707-DD1B-B399D0C6DB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393342">
              <a:off x="1015" y="1265"/>
              <a:ext cx="1611" cy="619"/>
            </a:xfrm>
            <a:prstGeom prst="parallelogram">
              <a:avLst>
                <a:gd name="adj" fmla="val 103537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AutoShape 117">
              <a:extLst>
                <a:ext uri="{FF2B5EF4-FFF2-40B4-BE49-F238E27FC236}">
                  <a16:creationId xmlns:a16="http://schemas.microsoft.com/office/drawing/2014/main" id="{D52E2AD7-F2A2-FD4D-5AC1-B3D9B336322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50" y="1751"/>
              <a:ext cx="1583" cy="623"/>
            </a:xfrm>
            <a:prstGeom prst="parallelogram">
              <a:avLst>
                <a:gd name="adj" fmla="val 99355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116">
              <a:extLst>
                <a:ext uri="{FF2B5EF4-FFF2-40B4-BE49-F238E27FC236}">
                  <a16:creationId xmlns:a16="http://schemas.microsoft.com/office/drawing/2014/main" id="{586D3ADB-F038-909A-DE32-A3FC4E995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778"/>
              <a:ext cx="960" cy="97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7A59A391-0C1D-677C-824F-EBD834C62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774"/>
              <a:ext cx="8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 i="0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48" name="Freeform 12">
              <a:extLst>
                <a:ext uri="{FF2B5EF4-FFF2-40B4-BE49-F238E27FC236}">
                  <a16:creationId xmlns:a16="http://schemas.microsoft.com/office/drawing/2014/main" id="{FA9FF31D-9CBF-9DF8-E45D-05AD518C8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539"/>
              <a:ext cx="268" cy="1"/>
            </a:xfrm>
            <a:custGeom>
              <a:avLst/>
              <a:gdLst>
                <a:gd name="T0" fmla="*/ 0 w 804"/>
                <a:gd name="T1" fmla="*/ 803 w 804"/>
                <a:gd name="T2" fmla="*/ 804 w 80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804">
                  <a:moveTo>
                    <a:pt x="0" y="0"/>
                  </a:moveTo>
                  <a:lnTo>
                    <a:pt x="803" y="0"/>
                  </a:lnTo>
                  <a:lnTo>
                    <a:pt x="80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19FE8288-2F4D-7209-50C7-DA35DC43C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539"/>
              <a:ext cx="1" cy="585"/>
            </a:xfrm>
            <a:custGeom>
              <a:avLst/>
              <a:gdLst>
                <a:gd name="T0" fmla="*/ 0 w 1"/>
                <a:gd name="T1" fmla="*/ 0 h 1754"/>
                <a:gd name="T2" fmla="*/ 0 w 1"/>
                <a:gd name="T3" fmla="*/ 1754 h 1754"/>
                <a:gd name="T4" fmla="*/ 1 w 1"/>
                <a:gd name="T5" fmla="*/ 1754 h 1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54">
                  <a:moveTo>
                    <a:pt x="0" y="0"/>
                  </a:moveTo>
                  <a:lnTo>
                    <a:pt x="0" y="1754"/>
                  </a:lnTo>
                  <a:lnTo>
                    <a:pt x="1" y="175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90EA3DB2-E810-F60C-DB60-F1238384A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292"/>
              <a:ext cx="1" cy="585"/>
            </a:xfrm>
            <a:custGeom>
              <a:avLst/>
              <a:gdLst>
                <a:gd name="T0" fmla="*/ 0 w 1"/>
                <a:gd name="T1" fmla="*/ 0 h 1754"/>
                <a:gd name="T2" fmla="*/ 0 w 1"/>
                <a:gd name="T3" fmla="*/ 1754 h 1754"/>
                <a:gd name="T4" fmla="*/ 1 w 1"/>
                <a:gd name="T5" fmla="*/ 1754 h 1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754">
                  <a:moveTo>
                    <a:pt x="0" y="0"/>
                  </a:moveTo>
                  <a:lnTo>
                    <a:pt x="0" y="1754"/>
                  </a:lnTo>
                  <a:lnTo>
                    <a:pt x="1" y="175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39">
              <a:extLst>
                <a:ext uri="{FF2B5EF4-FFF2-40B4-BE49-F238E27FC236}">
                  <a16:creationId xmlns:a16="http://schemas.microsoft.com/office/drawing/2014/main" id="{113A9975-08D9-83A6-B767-5BC095B82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" y="2180"/>
              <a:ext cx="8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 i="0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66D7F4F8-898B-FC71-2150-E1A06CECF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877"/>
              <a:ext cx="678" cy="247"/>
            </a:xfrm>
            <a:custGeom>
              <a:avLst/>
              <a:gdLst>
                <a:gd name="T0" fmla="*/ 0 w 2034"/>
                <a:gd name="T1" fmla="*/ 0 h 740"/>
                <a:gd name="T2" fmla="*/ 2033 w 2034"/>
                <a:gd name="T3" fmla="*/ 740 h 740"/>
                <a:gd name="T4" fmla="*/ 2034 w 2034"/>
                <a:gd name="T5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34" h="740">
                  <a:moveTo>
                    <a:pt x="0" y="0"/>
                  </a:moveTo>
                  <a:lnTo>
                    <a:pt x="2033" y="740"/>
                  </a:lnTo>
                  <a:lnTo>
                    <a:pt x="2034" y="74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42">
              <a:extLst>
                <a:ext uri="{FF2B5EF4-FFF2-40B4-BE49-F238E27FC236}">
                  <a16:creationId xmlns:a16="http://schemas.microsoft.com/office/drawing/2014/main" id="{5B136340-AF66-ADD0-ACC9-E39C5EACC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" y="1788"/>
              <a:ext cx="80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eaLnBrk="1" hangingPunct="1"/>
              <a:r>
                <a:rPr lang="en-US" altLang="zh-CN" sz="2100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latin typeface="Times New Roman" charset="0"/>
              </a:endParaRPr>
            </a:p>
          </p:txBody>
        </p:sp>
        <p:sp>
          <p:nvSpPr>
            <p:cNvPr id="54" name="Rectangle 43">
              <a:extLst>
                <a:ext uri="{FF2B5EF4-FFF2-40B4-BE49-F238E27FC236}">
                  <a16:creationId xmlns:a16="http://schemas.microsoft.com/office/drawing/2014/main" id="{6622023C-47AD-B2C7-2D98-AC90412DC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2068"/>
              <a:ext cx="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i="1">
                  <a:solidFill>
                    <a:srgbClr val="000000"/>
                  </a:solidFill>
                </a:rPr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55" name="Freeform 45">
              <a:extLst>
                <a:ext uri="{FF2B5EF4-FFF2-40B4-BE49-F238E27FC236}">
                  <a16:creationId xmlns:a16="http://schemas.microsoft.com/office/drawing/2014/main" id="{D5B78276-9320-365B-3187-20EEB0380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292"/>
              <a:ext cx="699" cy="1"/>
            </a:xfrm>
            <a:custGeom>
              <a:avLst/>
              <a:gdLst>
                <a:gd name="T0" fmla="*/ 0 w 2097"/>
                <a:gd name="T1" fmla="*/ 2096 w 2097"/>
                <a:gd name="T2" fmla="*/ 2097 w 209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97">
                  <a:moveTo>
                    <a:pt x="0" y="0"/>
                  </a:moveTo>
                  <a:lnTo>
                    <a:pt x="2096" y="0"/>
                  </a:lnTo>
                  <a:lnTo>
                    <a:pt x="20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0085E74C-183F-F545-4F76-A2744280E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166"/>
              <a:ext cx="431" cy="1"/>
            </a:xfrm>
            <a:custGeom>
              <a:avLst/>
              <a:gdLst>
                <a:gd name="T0" fmla="*/ 0 w 1295"/>
                <a:gd name="T1" fmla="*/ 1294 w 1295"/>
                <a:gd name="T2" fmla="*/ 1295 w 129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95">
                  <a:moveTo>
                    <a:pt x="0" y="0"/>
                  </a:moveTo>
                  <a:lnTo>
                    <a:pt x="1294" y="0"/>
                  </a:lnTo>
                  <a:lnTo>
                    <a:pt x="1295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B3D9BBFF-3598-2AE1-A19D-9AB94BD91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292"/>
              <a:ext cx="678" cy="247"/>
            </a:xfrm>
            <a:custGeom>
              <a:avLst/>
              <a:gdLst>
                <a:gd name="T0" fmla="*/ 0 w 2034"/>
                <a:gd name="T1" fmla="*/ 0 h 740"/>
                <a:gd name="T2" fmla="*/ 2033 w 2034"/>
                <a:gd name="T3" fmla="*/ 740 h 740"/>
                <a:gd name="T4" fmla="*/ 2034 w 2034"/>
                <a:gd name="T5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34" h="740">
                  <a:moveTo>
                    <a:pt x="0" y="0"/>
                  </a:moveTo>
                  <a:lnTo>
                    <a:pt x="2033" y="740"/>
                  </a:lnTo>
                  <a:lnTo>
                    <a:pt x="2034" y="74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48">
              <a:extLst>
                <a:ext uri="{FF2B5EF4-FFF2-40B4-BE49-F238E27FC236}">
                  <a16:creationId xmlns:a16="http://schemas.microsoft.com/office/drawing/2014/main" id="{4747A970-7573-6808-E375-60329020B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" y="1252"/>
              <a:ext cx="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A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59" name="Rectangle 49">
              <a:extLst>
                <a:ext uri="{FF2B5EF4-FFF2-40B4-BE49-F238E27FC236}">
                  <a16:creationId xmlns:a16="http://schemas.microsoft.com/office/drawing/2014/main" id="{B754F228-73C7-675D-EA28-B2E1E118D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969"/>
              <a:ext cx="87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latin typeface="Times New Roman" charset="0"/>
              </a:endParaRPr>
            </a:p>
          </p:txBody>
        </p:sp>
        <p:sp>
          <p:nvSpPr>
            <p:cNvPr id="60" name="Rectangle 51">
              <a:extLst>
                <a:ext uri="{FF2B5EF4-FFF2-40B4-BE49-F238E27FC236}">
                  <a16:creationId xmlns:a16="http://schemas.microsoft.com/office/drawing/2014/main" id="{3BDDC399-88B1-E6A0-BF78-8B058E444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089"/>
              <a:ext cx="219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eaLnBrk="1" hangingPunct="1"/>
              <a:r>
                <a:rPr lang="en-US" altLang="zh-CN" sz="2100" i="1" dirty="0">
                  <a:solidFill>
                    <a:srgbClr val="000000"/>
                  </a:solidFill>
                </a:rPr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61" name="Rectangle 53">
              <a:extLst>
                <a:ext uri="{FF2B5EF4-FFF2-40B4-BE49-F238E27FC236}">
                  <a16:creationId xmlns:a16="http://schemas.microsoft.com/office/drawing/2014/main" id="{7DB49609-D41A-6B6C-2F4C-80173F123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1276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b="1" i="0">
                  <a:solidFill>
                    <a:srgbClr val="000000"/>
                  </a:solidFill>
                  <a:latin typeface="宋体" charset="-122"/>
                </a:rPr>
                <a:t>γ</a:t>
              </a:r>
              <a:endParaRPr lang="en-US" altLang="zh-CN" sz="2800" b="1" i="0">
                <a:latin typeface="Times New Roman" charset="0"/>
              </a:endParaRPr>
            </a:p>
          </p:txBody>
        </p:sp>
        <p:sp>
          <p:nvSpPr>
            <p:cNvPr id="62" name="Rectangle 54">
              <a:extLst>
                <a:ext uri="{FF2B5EF4-FFF2-40B4-BE49-F238E27FC236}">
                  <a16:creationId xmlns:a16="http://schemas.microsoft.com/office/drawing/2014/main" id="{585EF92C-393C-FC3D-4380-6690CA083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1299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sz="1600" b="1" i="0">
                  <a:solidFill>
                    <a:srgbClr val="000000"/>
                  </a:solidFill>
                  <a:latin typeface="宋体" charset="-122"/>
                </a:rPr>
                <a:t>β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63" name="Rectangle 55">
              <a:extLst>
                <a:ext uri="{FF2B5EF4-FFF2-40B4-BE49-F238E27FC236}">
                  <a16:creationId xmlns:a16="http://schemas.microsoft.com/office/drawing/2014/main" id="{173B533F-B4DD-3B09-E1FF-CCAA23E8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518"/>
              <a:ext cx="10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</a:rPr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84992" name="Rectangle 57">
              <a:extLst>
                <a:ext uri="{FF2B5EF4-FFF2-40B4-BE49-F238E27FC236}">
                  <a16:creationId xmlns:a16="http://schemas.microsoft.com/office/drawing/2014/main" id="{D2E98E52-BB30-9B8B-DB7E-27A9F49A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967"/>
              <a:ext cx="8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>
                  <a:solidFill>
                    <a:srgbClr val="000000"/>
                  </a:solidFill>
                </a:rPr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84993" name="Freeform 60">
              <a:extLst>
                <a:ext uri="{FF2B5EF4-FFF2-40B4-BE49-F238E27FC236}">
                  <a16:creationId xmlns:a16="http://schemas.microsoft.com/office/drawing/2014/main" id="{85EB9460-803F-1EBF-0EF7-D785C9638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166"/>
              <a:ext cx="126" cy="126"/>
            </a:xfrm>
            <a:custGeom>
              <a:avLst/>
              <a:gdLst>
                <a:gd name="T0" fmla="*/ 0 w 380"/>
                <a:gd name="T1" fmla="*/ 0 h 379"/>
                <a:gd name="T2" fmla="*/ 379 w 380"/>
                <a:gd name="T3" fmla="*/ 379 h 379"/>
                <a:gd name="T4" fmla="*/ 380 w 380"/>
                <a:gd name="T5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0" h="379">
                  <a:moveTo>
                    <a:pt x="0" y="0"/>
                  </a:moveTo>
                  <a:lnTo>
                    <a:pt x="379" y="379"/>
                  </a:lnTo>
                  <a:lnTo>
                    <a:pt x="380" y="37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995" name="Freeform 62">
              <a:extLst>
                <a:ext uri="{FF2B5EF4-FFF2-40B4-BE49-F238E27FC236}">
                  <a16:creationId xmlns:a16="http://schemas.microsoft.com/office/drawing/2014/main" id="{5B9A7313-AC19-8E6E-8C29-72FDE43A5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1166"/>
              <a:ext cx="373" cy="373"/>
            </a:xfrm>
            <a:custGeom>
              <a:avLst/>
              <a:gdLst>
                <a:gd name="T0" fmla="*/ 0 w 1119"/>
                <a:gd name="T1" fmla="*/ 0 h 1119"/>
                <a:gd name="T2" fmla="*/ 1118 w 1119"/>
                <a:gd name="T3" fmla="*/ 1119 h 1119"/>
                <a:gd name="T4" fmla="*/ 1119 w 1119"/>
                <a:gd name="T5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9" h="1119">
                  <a:moveTo>
                    <a:pt x="0" y="0"/>
                  </a:moveTo>
                  <a:lnTo>
                    <a:pt x="1118" y="1119"/>
                  </a:lnTo>
                  <a:lnTo>
                    <a:pt x="1119" y="111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996" name="Rectangle 65">
              <a:extLst>
                <a:ext uri="{FF2B5EF4-FFF2-40B4-BE49-F238E27FC236}">
                  <a16:creationId xmlns:a16="http://schemas.microsoft.com/office/drawing/2014/main" id="{CDF764DD-DD07-C5BF-1F67-F9C25D539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0" y="1342"/>
              <a:ext cx="8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>
                  <a:solidFill>
                    <a:srgbClr val="000000"/>
                  </a:solidFill>
                </a:rPr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84997" name="Rectangle 67">
              <a:extLst>
                <a:ext uri="{FF2B5EF4-FFF2-40B4-BE49-F238E27FC236}">
                  <a16:creationId xmlns:a16="http://schemas.microsoft.com/office/drawing/2014/main" id="{CBD117A8-82E9-F573-42FF-A2CF2B7A1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1406"/>
              <a:ext cx="8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 i="0">
                  <a:solidFill>
                    <a:srgbClr val="000000"/>
                  </a:solidFill>
                  <a:latin typeface="宋体" charset="-122"/>
                </a:rPr>
                <a:t>W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84999" name="Line 77">
              <a:extLst>
                <a:ext uri="{FF2B5EF4-FFF2-40B4-BE49-F238E27FC236}">
                  <a16:creationId xmlns:a16="http://schemas.microsoft.com/office/drawing/2014/main" id="{0B0AD3CE-FDBF-7E3B-EADE-C21D2DEAC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2" y="1872"/>
              <a:ext cx="3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5000" name="Line 78">
              <a:extLst>
                <a:ext uri="{FF2B5EF4-FFF2-40B4-BE49-F238E27FC236}">
                  <a16:creationId xmlns:a16="http://schemas.microsoft.com/office/drawing/2014/main" id="{BF2CD296-5ADF-C850-2EE2-92927C0F5E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17" y="1925"/>
              <a:ext cx="192" cy="1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5005" name="Freeform 81">
              <a:extLst>
                <a:ext uri="{FF2B5EF4-FFF2-40B4-BE49-F238E27FC236}">
                  <a16:creationId xmlns:a16="http://schemas.microsoft.com/office/drawing/2014/main" id="{19DC33C1-2835-CE00-7C91-468C8600C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1202"/>
              <a:ext cx="64" cy="256"/>
            </a:xfrm>
            <a:custGeom>
              <a:avLst/>
              <a:gdLst>
                <a:gd name="T0" fmla="*/ 16 w 64"/>
                <a:gd name="T1" fmla="*/ 0 h 256"/>
                <a:gd name="T2" fmla="*/ 48 w 64"/>
                <a:gd name="T3" fmla="*/ 60 h 256"/>
                <a:gd name="T4" fmla="*/ 64 w 64"/>
                <a:gd name="T5" fmla="*/ 124 h 256"/>
                <a:gd name="T6" fmla="*/ 45 w 64"/>
                <a:gd name="T7" fmla="*/ 208 h 256"/>
                <a:gd name="T8" fmla="*/ 0 w 64"/>
                <a:gd name="T9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56">
                  <a:moveTo>
                    <a:pt x="16" y="0"/>
                  </a:moveTo>
                  <a:cubicBezTo>
                    <a:pt x="28" y="19"/>
                    <a:pt x="40" y="39"/>
                    <a:pt x="48" y="60"/>
                  </a:cubicBezTo>
                  <a:cubicBezTo>
                    <a:pt x="56" y="81"/>
                    <a:pt x="64" y="99"/>
                    <a:pt x="64" y="124"/>
                  </a:cubicBezTo>
                  <a:cubicBezTo>
                    <a:pt x="64" y="149"/>
                    <a:pt x="56" y="186"/>
                    <a:pt x="45" y="208"/>
                  </a:cubicBezTo>
                  <a:cubicBezTo>
                    <a:pt x="34" y="230"/>
                    <a:pt x="11" y="243"/>
                    <a:pt x="0" y="256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5006" name="Line 84">
              <a:extLst>
                <a:ext uri="{FF2B5EF4-FFF2-40B4-BE49-F238E27FC236}">
                  <a16:creationId xmlns:a16="http://schemas.microsoft.com/office/drawing/2014/main" id="{9A23FF99-F7AF-B932-D257-9D94B2621E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50638">
              <a:off x="1069" y="1228"/>
              <a:ext cx="61" cy="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22" name="Line 86">
              <a:extLst>
                <a:ext uri="{FF2B5EF4-FFF2-40B4-BE49-F238E27FC236}">
                  <a16:creationId xmlns:a16="http://schemas.microsoft.com/office/drawing/2014/main" id="{9476E69F-4AB1-9C79-2A70-937452B9BA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4220257">
              <a:off x="1073" y="1359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24" name="Rectangle 87">
              <a:extLst>
                <a:ext uri="{FF2B5EF4-FFF2-40B4-BE49-F238E27FC236}">
                  <a16:creationId xmlns:a16="http://schemas.microsoft.com/office/drawing/2014/main" id="{060B4D57-BF30-7B06-7977-5F3AD92C6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1839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sz="1600" b="1" i="0">
                  <a:solidFill>
                    <a:srgbClr val="000000"/>
                  </a:solidFill>
                  <a:latin typeface="宋体" charset="-122"/>
                </a:rPr>
                <a:t>β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85026" name="Freeform 88">
              <a:extLst>
                <a:ext uri="{FF2B5EF4-FFF2-40B4-BE49-F238E27FC236}">
                  <a16:creationId xmlns:a16="http://schemas.microsoft.com/office/drawing/2014/main" id="{41DD3BB3-70B0-5555-390D-321B8B883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1768"/>
              <a:ext cx="64" cy="256"/>
            </a:xfrm>
            <a:custGeom>
              <a:avLst/>
              <a:gdLst>
                <a:gd name="T0" fmla="*/ 16 w 64"/>
                <a:gd name="T1" fmla="*/ 0 h 256"/>
                <a:gd name="T2" fmla="*/ 48 w 64"/>
                <a:gd name="T3" fmla="*/ 60 h 256"/>
                <a:gd name="T4" fmla="*/ 64 w 64"/>
                <a:gd name="T5" fmla="*/ 124 h 256"/>
                <a:gd name="T6" fmla="*/ 45 w 64"/>
                <a:gd name="T7" fmla="*/ 208 h 256"/>
                <a:gd name="T8" fmla="*/ 0 w 64"/>
                <a:gd name="T9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56">
                  <a:moveTo>
                    <a:pt x="16" y="0"/>
                  </a:moveTo>
                  <a:cubicBezTo>
                    <a:pt x="28" y="19"/>
                    <a:pt x="40" y="39"/>
                    <a:pt x="48" y="60"/>
                  </a:cubicBezTo>
                  <a:cubicBezTo>
                    <a:pt x="56" y="81"/>
                    <a:pt x="64" y="99"/>
                    <a:pt x="64" y="124"/>
                  </a:cubicBezTo>
                  <a:cubicBezTo>
                    <a:pt x="64" y="149"/>
                    <a:pt x="56" y="186"/>
                    <a:pt x="45" y="208"/>
                  </a:cubicBezTo>
                  <a:cubicBezTo>
                    <a:pt x="34" y="230"/>
                    <a:pt x="11" y="243"/>
                    <a:pt x="0" y="25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5033" name="Line 89">
              <a:extLst>
                <a:ext uri="{FF2B5EF4-FFF2-40B4-BE49-F238E27FC236}">
                  <a16:creationId xmlns:a16="http://schemas.microsoft.com/office/drawing/2014/main" id="{92AC1F77-C448-7717-E3E4-4E782B7079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550638">
              <a:off x="1072" y="1794"/>
              <a:ext cx="61" cy="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36" name="Line 90">
              <a:extLst>
                <a:ext uri="{FF2B5EF4-FFF2-40B4-BE49-F238E27FC236}">
                  <a16:creationId xmlns:a16="http://schemas.microsoft.com/office/drawing/2014/main" id="{2DDC0515-3621-FA7E-C5C1-61097BA93A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4220257">
              <a:off x="1076" y="1925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42" name="Freeform 91">
              <a:extLst>
                <a:ext uri="{FF2B5EF4-FFF2-40B4-BE49-F238E27FC236}">
                  <a16:creationId xmlns:a16="http://schemas.microsoft.com/office/drawing/2014/main" id="{16C3C961-27ED-F26B-C2D3-B9E01EFEF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1344"/>
              <a:ext cx="219" cy="230"/>
            </a:xfrm>
            <a:custGeom>
              <a:avLst/>
              <a:gdLst>
                <a:gd name="T0" fmla="*/ 219 w 219"/>
                <a:gd name="T1" fmla="*/ 0 h 230"/>
                <a:gd name="T2" fmla="*/ 128 w 219"/>
                <a:gd name="T3" fmla="*/ 19 h 230"/>
                <a:gd name="T4" fmla="*/ 56 w 219"/>
                <a:gd name="T5" fmla="*/ 72 h 230"/>
                <a:gd name="T6" fmla="*/ 8 w 219"/>
                <a:gd name="T7" fmla="*/ 173 h 230"/>
                <a:gd name="T8" fmla="*/ 8 w 219"/>
                <a:gd name="T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230">
                  <a:moveTo>
                    <a:pt x="219" y="0"/>
                  </a:moveTo>
                  <a:cubicBezTo>
                    <a:pt x="187" y="3"/>
                    <a:pt x="155" y="7"/>
                    <a:pt x="128" y="19"/>
                  </a:cubicBezTo>
                  <a:cubicBezTo>
                    <a:pt x="101" y="31"/>
                    <a:pt x="76" y="46"/>
                    <a:pt x="56" y="72"/>
                  </a:cubicBezTo>
                  <a:cubicBezTo>
                    <a:pt x="36" y="98"/>
                    <a:pt x="16" y="147"/>
                    <a:pt x="8" y="173"/>
                  </a:cubicBezTo>
                  <a:cubicBezTo>
                    <a:pt x="0" y="199"/>
                    <a:pt x="4" y="214"/>
                    <a:pt x="8" y="230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5044" name="Line 92">
              <a:extLst>
                <a:ext uri="{FF2B5EF4-FFF2-40B4-BE49-F238E27FC236}">
                  <a16:creationId xmlns:a16="http://schemas.microsoft.com/office/drawing/2014/main" id="{5DAB39A4-3A53-8D43-6AE7-3A16187770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35748">
              <a:off x="1462" y="1321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48" name="Line 93">
              <a:extLst>
                <a:ext uri="{FF2B5EF4-FFF2-40B4-BE49-F238E27FC236}">
                  <a16:creationId xmlns:a16="http://schemas.microsoft.com/office/drawing/2014/main" id="{7907598E-F8E4-AA3A-D984-8BC72F7CC0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4220257">
              <a:off x="1352" y="1446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51" name="Rectangle 94">
              <a:extLst>
                <a:ext uri="{FF2B5EF4-FFF2-40B4-BE49-F238E27FC236}">
                  <a16:creationId xmlns:a16="http://schemas.microsoft.com/office/drawing/2014/main" id="{7A937D9E-4D06-36F1-EB64-7BED5E4B1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867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b="1" i="0">
                  <a:solidFill>
                    <a:srgbClr val="000000"/>
                  </a:solidFill>
                  <a:latin typeface="宋体" charset="-122"/>
                </a:rPr>
                <a:t>γ</a:t>
              </a:r>
              <a:endParaRPr lang="en-US" altLang="zh-CN" sz="2800" b="1" i="0">
                <a:latin typeface="Times New Roman" charset="0"/>
              </a:endParaRPr>
            </a:p>
          </p:txBody>
        </p:sp>
        <p:sp>
          <p:nvSpPr>
            <p:cNvPr id="85053" name="Freeform 95">
              <a:extLst>
                <a:ext uri="{FF2B5EF4-FFF2-40B4-BE49-F238E27FC236}">
                  <a16:creationId xmlns:a16="http://schemas.microsoft.com/office/drawing/2014/main" id="{2DAC3ABC-0688-7AB6-DF8F-E2C265FE6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5" y="1944"/>
              <a:ext cx="219" cy="230"/>
            </a:xfrm>
            <a:custGeom>
              <a:avLst/>
              <a:gdLst>
                <a:gd name="T0" fmla="*/ 219 w 219"/>
                <a:gd name="T1" fmla="*/ 0 h 230"/>
                <a:gd name="T2" fmla="*/ 128 w 219"/>
                <a:gd name="T3" fmla="*/ 19 h 230"/>
                <a:gd name="T4" fmla="*/ 56 w 219"/>
                <a:gd name="T5" fmla="*/ 72 h 230"/>
                <a:gd name="T6" fmla="*/ 8 w 219"/>
                <a:gd name="T7" fmla="*/ 173 h 230"/>
                <a:gd name="T8" fmla="*/ 8 w 219"/>
                <a:gd name="T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9" h="230">
                  <a:moveTo>
                    <a:pt x="219" y="0"/>
                  </a:moveTo>
                  <a:cubicBezTo>
                    <a:pt x="187" y="3"/>
                    <a:pt x="155" y="7"/>
                    <a:pt x="128" y="19"/>
                  </a:cubicBezTo>
                  <a:cubicBezTo>
                    <a:pt x="101" y="31"/>
                    <a:pt x="76" y="46"/>
                    <a:pt x="56" y="72"/>
                  </a:cubicBezTo>
                  <a:cubicBezTo>
                    <a:pt x="36" y="98"/>
                    <a:pt x="16" y="147"/>
                    <a:pt x="8" y="173"/>
                  </a:cubicBezTo>
                  <a:cubicBezTo>
                    <a:pt x="0" y="199"/>
                    <a:pt x="4" y="214"/>
                    <a:pt x="8" y="230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5055" name="Line 96">
              <a:extLst>
                <a:ext uri="{FF2B5EF4-FFF2-40B4-BE49-F238E27FC236}">
                  <a16:creationId xmlns:a16="http://schemas.microsoft.com/office/drawing/2014/main" id="{003E5AD5-B701-471E-E9B7-BD795232EC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35748">
              <a:off x="1501" y="1921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58" name="Line 97">
              <a:extLst>
                <a:ext uri="{FF2B5EF4-FFF2-40B4-BE49-F238E27FC236}">
                  <a16:creationId xmlns:a16="http://schemas.microsoft.com/office/drawing/2014/main" id="{B5E0A203-EB5F-E040-F2F6-062AA209AC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4220257">
              <a:off x="1391" y="2046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5065" name="Text Box 100">
              <a:extLst>
                <a:ext uri="{FF2B5EF4-FFF2-40B4-BE49-F238E27FC236}">
                  <a16:creationId xmlns:a16="http://schemas.microsoft.com/office/drawing/2014/main" id="{BCF869FF-E447-0085-742F-18EC5DCC9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" y="949"/>
              <a:ext cx="1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2000" b="1">
                  <a:latin typeface="Times New Roman" charset="0"/>
                </a:rPr>
                <a:t>′</a:t>
              </a:r>
            </a:p>
          </p:txBody>
        </p:sp>
        <p:sp>
          <p:nvSpPr>
            <p:cNvPr id="85066" name="Text Box 102">
              <a:extLst>
                <a:ext uri="{FF2B5EF4-FFF2-40B4-BE49-F238E27FC236}">
                  <a16:creationId xmlns:a16="http://schemas.microsoft.com/office/drawing/2014/main" id="{44355C76-A074-9130-59C8-981162604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" y="917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2000" b="1" i="1">
                  <a:latin typeface="Times New Roman" charset="0"/>
                </a:rPr>
                <a:t>′</a:t>
              </a:r>
            </a:p>
          </p:txBody>
        </p:sp>
        <p:sp>
          <p:nvSpPr>
            <p:cNvPr id="85067" name="Text Box 104">
              <a:extLst>
                <a:ext uri="{FF2B5EF4-FFF2-40B4-BE49-F238E27FC236}">
                  <a16:creationId xmlns:a16="http://schemas.microsoft.com/office/drawing/2014/main" id="{65CD4A99-6A15-30E6-AC70-55BB4CB99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7" y="1083"/>
              <a:ext cx="20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dirty="0">
                  <a:latin typeface="Times New Roman" charset="0"/>
                </a:rPr>
                <a:t>″</a:t>
              </a:r>
            </a:p>
          </p:txBody>
        </p:sp>
        <p:sp>
          <p:nvSpPr>
            <p:cNvPr id="85068" name="Text Box 105">
              <a:extLst>
                <a:ext uri="{FF2B5EF4-FFF2-40B4-BE49-F238E27FC236}">
                  <a16:creationId xmlns:a16="http://schemas.microsoft.com/office/drawing/2014/main" id="{BA8539F6-378F-C16F-6FF0-CDF0AF38A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" y="1293"/>
              <a:ext cx="20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i="1" dirty="0">
                  <a:latin typeface="Times New Roman" charset="0"/>
                </a:rPr>
                <a:t>″</a:t>
              </a:r>
            </a:p>
          </p:txBody>
        </p:sp>
        <p:sp>
          <p:nvSpPr>
            <p:cNvPr id="85071" name="Freeform 11">
              <a:extLst>
                <a:ext uri="{FF2B5EF4-FFF2-40B4-BE49-F238E27FC236}">
                  <a16:creationId xmlns:a16="http://schemas.microsoft.com/office/drawing/2014/main" id="{B51E38CA-0E06-944B-BCE2-0528A7970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283"/>
              <a:ext cx="247" cy="247"/>
            </a:xfrm>
            <a:custGeom>
              <a:avLst/>
              <a:gdLst>
                <a:gd name="T0" fmla="*/ 0 w 741"/>
                <a:gd name="T1" fmla="*/ 0 h 740"/>
                <a:gd name="T2" fmla="*/ 740 w 741"/>
                <a:gd name="T3" fmla="*/ 740 h 740"/>
                <a:gd name="T4" fmla="*/ 741 w 741"/>
                <a:gd name="T5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1" h="740">
                  <a:moveTo>
                    <a:pt x="0" y="0"/>
                  </a:moveTo>
                  <a:lnTo>
                    <a:pt x="740" y="740"/>
                  </a:lnTo>
                  <a:lnTo>
                    <a:pt x="741" y="74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136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  <p:bldP spid="7" grpId="0" autoUpdateAnimBg="0"/>
      <p:bldP spid="8" grpId="0" animBg="1"/>
      <p:bldP spid="39" grpId="0" animBg="1" autoUpdateAnimBg="0"/>
      <p:bldP spid="40" grpId="0"/>
      <p:bldP spid="41" grpId="0"/>
      <p:bldP spid="4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645585" y="518329"/>
            <a:ext cx="5570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判断下列直线是什么位置的直线？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E29836-8DCF-4557-A39C-0BAD24EC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99E11-5A45-4B80-AB18-DDC1CBAD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FD91-0ADA-A140-B2F5-788DD9F64490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520EC-031B-4657-8EA3-85880357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Text Box 112">
            <a:extLst>
              <a:ext uri="{FF2B5EF4-FFF2-40B4-BE49-F238E27FC236}">
                <a16:creationId xmlns:a16="http://schemas.microsoft.com/office/drawing/2014/main" id="{3F3770B3-23A1-2133-B4A4-7C4309D0D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564" y="1206976"/>
            <a:ext cx="17684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侧平线</a:t>
            </a:r>
          </a:p>
        </p:txBody>
      </p:sp>
      <p:sp>
        <p:nvSpPr>
          <p:cNvPr id="6" name="Text Box 111">
            <a:extLst>
              <a:ext uri="{FF2B5EF4-FFF2-40B4-BE49-F238E27FC236}">
                <a16:creationId xmlns:a16="http://schemas.microsoft.com/office/drawing/2014/main" id="{1C6290AA-86E9-3C77-46E9-898508ED8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0951" y="1206976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正平线</a:t>
            </a:r>
          </a:p>
        </p:txBody>
      </p:sp>
      <p:sp>
        <p:nvSpPr>
          <p:cNvPr id="7" name="Text Box 318">
            <a:extLst>
              <a:ext uri="{FF2B5EF4-FFF2-40B4-BE49-F238E27FC236}">
                <a16:creationId xmlns:a16="http://schemas.microsoft.com/office/drawing/2014/main" id="{5F4A9E91-37AC-9FDD-6687-FAA1C6711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9764" y="5468292"/>
            <a:ext cx="72326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/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面的夹角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i="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charset="2"/>
              </a:rPr>
              <a:t>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面的角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800" i="0" dirty="0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endParaRPr lang="en-US" altLang="zh-CN" sz="240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/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面的夹角</a:t>
            </a:r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800" i="0" dirty="0">
                <a:solidFill>
                  <a:srgbClr val="FF5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</a:p>
        </p:txBody>
      </p:sp>
      <p:sp>
        <p:nvSpPr>
          <p:cNvPr id="8" name="AutoShape 324">
            <a:extLst>
              <a:ext uri="{FF2B5EF4-FFF2-40B4-BE49-F238E27FC236}">
                <a16:creationId xmlns:a16="http://schemas.microsoft.com/office/drawing/2014/main" id="{F34886FB-3E53-348E-3277-55304391A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8989" y="2039441"/>
            <a:ext cx="914400" cy="461665"/>
          </a:xfrm>
          <a:prstGeom prst="wedgeRectCallout">
            <a:avLst>
              <a:gd name="adj1" fmla="val -63194"/>
              <a:gd name="adj2" fmla="val 91194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实长</a:t>
            </a:r>
            <a:endParaRPr lang="zh-CN" altLang="en-US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126">
            <a:extLst>
              <a:ext uri="{FF2B5EF4-FFF2-40B4-BE49-F238E27FC236}">
                <a16:creationId xmlns:a16="http://schemas.microsoft.com/office/drawing/2014/main" id="{EFB8DF52-AC46-7C94-8CF2-CA8B4F79D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2276" y="2677467"/>
            <a:ext cx="376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b="1" i="0">
                <a:sym typeface="Symbol" charset="2"/>
              </a:rPr>
              <a:t></a:t>
            </a:r>
          </a:p>
        </p:txBody>
      </p:sp>
      <p:sp>
        <p:nvSpPr>
          <p:cNvPr id="10" name="Arc 333">
            <a:extLst>
              <a:ext uri="{FF2B5EF4-FFF2-40B4-BE49-F238E27FC236}">
                <a16:creationId xmlns:a16="http://schemas.microsoft.com/office/drawing/2014/main" id="{29CCCAD7-75B7-2107-A2DB-817E480E52DA}"/>
              </a:ext>
            </a:extLst>
          </p:cNvPr>
          <p:cNvSpPr>
            <a:spLocks/>
          </p:cNvSpPr>
          <p:nvPr/>
        </p:nvSpPr>
        <p:spPr bwMode="auto">
          <a:xfrm flipH="1">
            <a:off x="9062601" y="2690167"/>
            <a:ext cx="1241425" cy="430213"/>
          </a:xfrm>
          <a:custGeom>
            <a:avLst/>
            <a:gdLst>
              <a:gd name="G0" fmla="+- 0 0 0"/>
              <a:gd name="G1" fmla="+- 6300 0 0"/>
              <a:gd name="G2" fmla="+- 21600 0 0"/>
              <a:gd name="T0" fmla="*/ 20661 w 21577"/>
              <a:gd name="T1" fmla="*/ 0 h 6300"/>
              <a:gd name="T2" fmla="*/ 21577 w 21577"/>
              <a:gd name="T3" fmla="*/ 5301 h 6300"/>
              <a:gd name="T4" fmla="*/ 0 w 21577"/>
              <a:gd name="T5" fmla="*/ 6300 h 6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77" h="6300" fill="none" extrusionOk="0">
                <a:moveTo>
                  <a:pt x="20660" y="0"/>
                </a:moveTo>
                <a:cubicBezTo>
                  <a:pt x="21185" y="1721"/>
                  <a:pt x="21493" y="3502"/>
                  <a:pt x="21576" y="5301"/>
                </a:cubicBezTo>
              </a:path>
              <a:path w="21577" h="6300" stroke="0" extrusionOk="0">
                <a:moveTo>
                  <a:pt x="20660" y="0"/>
                </a:moveTo>
                <a:cubicBezTo>
                  <a:pt x="21185" y="1721"/>
                  <a:pt x="21493" y="3502"/>
                  <a:pt x="21576" y="5301"/>
                </a:cubicBezTo>
                <a:lnTo>
                  <a:pt x="0" y="63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Text Box 128">
            <a:extLst>
              <a:ext uri="{FF2B5EF4-FFF2-40B4-BE49-F238E27FC236}">
                <a16:creationId xmlns:a16="http://schemas.microsoft.com/office/drawing/2014/main" id="{579BB974-9796-AE54-298C-74CDFF410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2396" y="2369494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b="1" i="0">
                <a:latin typeface="Times New Roman" charset="0"/>
              </a:rPr>
              <a:t>β</a:t>
            </a:r>
            <a:endParaRPr lang="en-US" altLang="zh-CN" sz="3600" b="1" i="0">
              <a:latin typeface="Times New Roman" charset="0"/>
            </a:endParaRPr>
          </a:p>
        </p:txBody>
      </p:sp>
      <p:sp>
        <p:nvSpPr>
          <p:cNvPr id="12" name="Arc 334">
            <a:extLst>
              <a:ext uri="{FF2B5EF4-FFF2-40B4-BE49-F238E27FC236}">
                <a16:creationId xmlns:a16="http://schemas.microsoft.com/office/drawing/2014/main" id="{F149A508-1AB5-4839-4515-E14504643078}"/>
              </a:ext>
            </a:extLst>
          </p:cNvPr>
          <p:cNvSpPr>
            <a:spLocks/>
          </p:cNvSpPr>
          <p:nvPr/>
        </p:nvSpPr>
        <p:spPr bwMode="auto">
          <a:xfrm rot="4679888">
            <a:off x="8533170" y="2260749"/>
            <a:ext cx="592137" cy="419100"/>
          </a:xfrm>
          <a:custGeom>
            <a:avLst/>
            <a:gdLst>
              <a:gd name="G0" fmla="+- 0 0 0"/>
              <a:gd name="G1" fmla="+- 12812 0 0"/>
              <a:gd name="G2" fmla="+- 21600 0 0"/>
              <a:gd name="T0" fmla="*/ 17390 w 21578"/>
              <a:gd name="T1" fmla="*/ 0 h 12812"/>
              <a:gd name="T2" fmla="*/ 21578 w 21578"/>
              <a:gd name="T3" fmla="*/ 11841 h 12812"/>
              <a:gd name="T4" fmla="*/ 0 w 21578"/>
              <a:gd name="T5" fmla="*/ 12812 h 12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78" h="12812" fill="none" extrusionOk="0">
                <a:moveTo>
                  <a:pt x="17390" y="-1"/>
                </a:moveTo>
                <a:cubicBezTo>
                  <a:pt x="19928" y="3445"/>
                  <a:pt x="21385" y="7566"/>
                  <a:pt x="21578" y="11840"/>
                </a:cubicBezTo>
              </a:path>
              <a:path w="21578" h="12812" stroke="0" extrusionOk="0">
                <a:moveTo>
                  <a:pt x="17390" y="-1"/>
                </a:moveTo>
                <a:cubicBezTo>
                  <a:pt x="19928" y="3445"/>
                  <a:pt x="21385" y="7566"/>
                  <a:pt x="21578" y="11840"/>
                </a:cubicBezTo>
                <a:lnTo>
                  <a:pt x="0" y="12812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" name="AutoShape 323">
            <a:extLst>
              <a:ext uri="{FF2B5EF4-FFF2-40B4-BE49-F238E27FC236}">
                <a16:creationId xmlns:a16="http://schemas.microsoft.com/office/drawing/2014/main" id="{C90F962F-D59C-70E2-3463-07D16E665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776" y="1921966"/>
            <a:ext cx="914400" cy="461665"/>
          </a:xfrm>
          <a:prstGeom prst="wedgeRectCallout">
            <a:avLst>
              <a:gd name="adj1" fmla="val 46528"/>
              <a:gd name="adj2" fmla="val 88806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i="0">
                <a:latin typeface="Times New Roman" charset="0"/>
              </a:rPr>
              <a:t>实长</a:t>
            </a:r>
            <a:endParaRPr lang="zh-CN" altLang="en-US" i="0">
              <a:latin typeface="Times New Roman" charset="0"/>
            </a:endParaRPr>
          </a:p>
        </p:txBody>
      </p:sp>
      <p:sp>
        <p:nvSpPr>
          <p:cNvPr id="14" name="Arc 331">
            <a:extLst>
              <a:ext uri="{FF2B5EF4-FFF2-40B4-BE49-F238E27FC236}">
                <a16:creationId xmlns:a16="http://schemas.microsoft.com/office/drawing/2014/main" id="{7152F3BB-F9BB-8ECB-DFC5-A3CB8F2A7AA9}"/>
              </a:ext>
            </a:extLst>
          </p:cNvPr>
          <p:cNvSpPr>
            <a:spLocks/>
          </p:cNvSpPr>
          <p:nvPr/>
        </p:nvSpPr>
        <p:spPr bwMode="auto">
          <a:xfrm rot="-12307369">
            <a:off x="3379351" y="2486967"/>
            <a:ext cx="296863" cy="40481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5220"/>
              <a:gd name="T2" fmla="*/ 21294 w 21600"/>
              <a:gd name="T3" fmla="*/ 25220 h 25220"/>
              <a:gd name="T4" fmla="*/ 0 w 21600"/>
              <a:gd name="T5" fmla="*/ 21600 h 25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220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813"/>
                  <a:pt x="21497" y="24024"/>
                  <a:pt x="21294" y="25220"/>
                </a:cubicBezTo>
              </a:path>
              <a:path w="21600" h="25220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813"/>
                  <a:pt x="21497" y="24024"/>
                  <a:pt x="21294" y="2522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Text Box 131">
            <a:extLst>
              <a:ext uri="{FF2B5EF4-FFF2-40B4-BE49-F238E27FC236}">
                <a16:creationId xmlns:a16="http://schemas.microsoft.com/office/drawing/2014/main" id="{F45ACF67-F156-40F7-DC2A-D57E94147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126" y="2358380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b="1" i="0">
                <a:latin typeface="Times New Roman" charset="0"/>
              </a:rPr>
              <a:t>γ</a:t>
            </a:r>
            <a:endParaRPr lang="en-US" altLang="zh-CN" sz="3200" b="1" i="0">
              <a:latin typeface="Times New Roman" charset="0"/>
            </a:endParaRPr>
          </a:p>
        </p:txBody>
      </p:sp>
      <p:sp>
        <p:nvSpPr>
          <p:cNvPr id="16" name="Text Box 127">
            <a:extLst>
              <a:ext uri="{FF2B5EF4-FFF2-40B4-BE49-F238E27FC236}">
                <a16:creationId xmlns:a16="http://schemas.microsoft.com/office/drawing/2014/main" id="{0FE561E7-0354-C324-7DA1-00FBC34DF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719" y="2678695"/>
            <a:ext cx="693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b="1" i="0">
                <a:sym typeface="Symbol" charset="2"/>
              </a:rPr>
              <a:t></a:t>
            </a:r>
            <a:endParaRPr lang="en-US" altLang="zh-CN" sz="3200" b="1" i="0">
              <a:solidFill>
                <a:srgbClr val="FF3300"/>
              </a:solidFill>
              <a:sym typeface="Symbol" charset="2"/>
            </a:endParaRPr>
          </a:p>
        </p:txBody>
      </p:sp>
      <p:sp>
        <p:nvSpPr>
          <p:cNvPr id="17" name="Arc 329">
            <a:extLst>
              <a:ext uri="{FF2B5EF4-FFF2-40B4-BE49-F238E27FC236}">
                <a16:creationId xmlns:a16="http://schemas.microsoft.com/office/drawing/2014/main" id="{A35FE83B-04A2-D741-AE59-AD9F5A699E92}"/>
              </a:ext>
            </a:extLst>
          </p:cNvPr>
          <p:cNvSpPr>
            <a:spLocks/>
          </p:cNvSpPr>
          <p:nvPr/>
        </p:nvSpPr>
        <p:spPr bwMode="auto">
          <a:xfrm>
            <a:off x="3152339" y="2679055"/>
            <a:ext cx="149225" cy="3698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18" name="Group 431">
            <a:extLst>
              <a:ext uri="{FF2B5EF4-FFF2-40B4-BE49-F238E27FC236}">
                <a16:creationId xmlns:a16="http://schemas.microsoft.com/office/drawing/2014/main" id="{B495D68D-3B37-2B1B-8E55-B216EC8916DD}"/>
              </a:ext>
            </a:extLst>
          </p:cNvPr>
          <p:cNvGrpSpPr>
            <a:grpSpLocks/>
          </p:cNvGrpSpPr>
          <p:nvPr/>
        </p:nvGrpSpPr>
        <p:grpSpPr bwMode="auto">
          <a:xfrm>
            <a:off x="2371289" y="1948805"/>
            <a:ext cx="3122613" cy="3054350"/>
            <a:chOff x="443" y="1101"/>
            <a:chExt cx="1967" cy="1924"/>
          </a:xfrm>
        </p:grpSpPr>
        <p:sp>
          <p:nvSpPr>
            <p:cNvPr id="19" name="Line 389">
              <a:extLst>
                <a:ext uri="{FF2B5EF4-FFF2-40B4-BE49-F238E27FC236}">
                  <a16:creationId xmlns:a16="http://schemas.microsoft.com/office/drawing/2014/main" id="{9DDBAB8E-4193-B473-0047-7F6200364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3" y="1322"/>
              <a:ext cx="8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390">
              <a:extLst>
                <a:ext uri="{FF2B5EF4-FFF2-40B4-BE49-F238E27FC236}">
                  <a16:creationId xmlns:a16="http://schemas.microsoft.com/office/drawing/2014/main" id="{87041B83-DECA-3BD9-972C-F8BBF117D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2" y="2287"/>
              <a:ext cx="579" cy="5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391">
              <a:extLst>
                <a:ext uri="{FF2B5EF4-FFF2-40B4-BE49-F238E27FC236}">
                  <a16:creationId xmlns:a16="http://schemas.microsoft.com/office/drawing/2014/main" id="{624CE10B-73CA-650E-DCAA-3F8BB661F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1779"/>
              <a:ext cx="15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392">
              <a:extLst>
                <a:ext uri="{FF2B5EF4-FFF2-40B4-BE49-F238E27FC236}">
                  <a16:creationId xmlns:a16="http://schemas.microsoft.com/office/drawing/2014/main" id="{F1E43B27-DF36-7528-D6A3-F3BEB189F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2" y="1134"/>
              <a:ext cx="0" cy="18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Freeform 393">
              <a:extLst>
                <a:ext uri="{FF2B5EF4-FFF2-40B4-BE49-F238E27FC236}">
                  <a16:creationId xmlns:a16="http://schemas.microsoft.com/office/drawing/2014/main" id="{1998527B-218C-4035-41E3-E2C5FF729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1335"/>
              <a:ext cx="2" cy="1489"/>
            </a:xfrm>
            <a:custGeom>
              <a:avLst/>
              <a:gdLst>
                <a:gd name="T0" fmla="*/ 0 w 1"/>
                <a:gd name="T1" fmla="*/ 0 h 779"/>
                <a:gd name="T2" fmla="*/ 0 w 1"/>
                <a:gd name="T3" fmla="*/ 779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779">
                  <a:moveTo>
                    <a:pt x="0" y="0"/>
                  </a:moveTo>
                  <a:lnTo>
                    <a:pt x="0" y="779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Rectangle 394">
              <a:extLst>
                <a:ext uri="{FF2B5EF4-FFF2-40B4-BE49-F238E27FC236}">
                  <a16:creationId xmlns:a16="http://schemas.microsoft.com/office/drawing/2014/main" id="{1D414C93-E093-EC6B-8E6C-0442AD9F4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1650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5" name="Text Box 395">
              <a:extLst>
                <a:ext uri="{FF2B5EF4-FFF2-40B4-BE49-F238E27FC236}">
                  <a16:creationId xmlns:a16="http://schemas.microsoft.com/office/drawing/2014/main" id="{F872EE10-0871-A11E-6B23-03234F52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1126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6" name="Text Box 396">
              <a:extLst>
                <a:ext uri="{FF2B5EF4-FFF2-40B4-BE49-F238E27FC236}">
                  <a16:creationId xmlns:a16="http://schemas.microsoft.com/office/drawing/2014/main" id="{9F26EA29-1147-0900-7D95-CEEA1DDAB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730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a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27" name="Text Box 397">
              <a:extLst>
                <a:ext uri="{FF2B5EF4-FFF2-40B4-BE49-F238E27FC236}">
                  <a16:creationId xmlns:a16="http://schemas.microsoft.com/office/drawing/2014/main" id="{923D69AD-FC9C-06F1-B4E1-8BEA580B3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730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28" name="Text Box 398">
              <a:extLst>
                <a:ext uri="{FF2B5EF4-FFF2-40B4-BE49-F238E27FC236}">
                  <a16:creationId xmlns:a16="http://schemas.microsoft.com/office/drawing/2014/main" id="{4EC3892A-1A0A-3587-632C-E67103CD5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1101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9" name="Text Box 399">
              <a:extLst>
                <a:ext uri="{FF2B5EF4-FFF2-40B4-BE49-F238E27FC236}">
                  <a16:creationId xmlns:a16="http://schemas.microsoft.com/office/drawing/2014/main" id="{0A8A8654-3FA5-20C5-CAEB-278CCF830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" y="1627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30" name="Line 400">
              <a:extLst>
                <a:ext uri="{FF2B5EF4-FFF2-40B4-BE49-F238E27FC236}">
                  <a16:creationId xmlns:a16="http://schemas.microsoft.com/office/drawing/2014/main" id="{2E68DE0D-DFCF-23A7-4A03-0088BD43A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" y="2287"/>
              <a:ext cx="19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401">
              <a:extLst>
                <a:ext uri="{FF2B5EF4-FFF2-40B4-BE49-F238E27FC236}">
                  <a16:creationId xmlns:a16="http://schemas.microsoft.com/office/drawing/2014/main" id="{CF9C5114-BA75-ABA9-7057-973718DA0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" y="1781"/>
              <a:ext cx="0" cy="10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402">
              <a:extLst>
                <a:ext uri="{FF2B5EF4-FFF2-40B4-BE49-F238E27FC236}">
                  <a16:creationId xmlns:a16="http://schemas.microsoft.com/office/drawing/2014/main" id="{C658796D-67BC-3739-B891-CA64E91DCE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5" y="1772"/>
              <a:ext cx="0" cy="10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403">
              <a:extLst>
                <a:ext uri="{FF2B5EF4-FFF2-40B4-BE49-F238E27FC236}">
                  <a16:creationId xmlns:a16="http://schemas.microsoft.com/office/drawing/2014/main" id="{7F46C0CF-25DD-1649-6C81-D75DCEBCB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9" y="2801"/>
              <a:ext cx="8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Freeform 404">
              <a:extLst>
                <a:ext uri="{FF2B5EF4-FFF2-40B4-BE49-F238E27FC236}">
                  <a16:creationId xmlns:a16="http://schemas.microsoft.com/office/drawing/2014/main" id="{6F61CF0E-C8F7-0E20-0163-300036EA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1318"/>
              <a:ext cx="691" cy="461"/>
            </a:xfrm>
            <a:custGeom>
              <a:avLst/>
              <a:gdLst>
                <a:gd name="T0" fmla="*/ 0 w 362"/>
                <a:gd name="T1" fmla="*/ 241 h 241"/>
                <a:gd name="T2" fmla="*/ 362 w 362"/>
                <a:gd name="T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2" h="241">
                  <a:moveTo>
                    <a:pt x="0" y="241"/>
                  </a:moveTo>
                  <a:lnTo>
                    <a:pt x="362" y="0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Freeform 405">
              <a:extLst>
                <a:ext uri="{FF2B5EF4-FFF2-40B4-BE49-F238E27FC236}">
                  <a16:creationId xmlns:a16="http://schemas.microsoft.com/office/drawing/2014/main" id="{056CE436-9E15-B2B4-2A72-FD0FB62F3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1321"/>
              <a:ext cx="2" cy="472"/>
            </a:xfrm>
            <a:custGeom>
              <a:avLst/>
              <a:gdLst>
                <a:gd name="T0" fmla="*/ 0 w 1"/>
                <a:gd name="T1" fmla="*/ 0 h 247"/>
                <a:gd name="T2" fmla="*/ 0 w 1"/>
                <a:gd name="T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7">
                  <a:moveTo>
                    <a:pt x="0" y="0"/>
                  </a:moveTo>
                  <a:lnTo>
                    <a:pt x="0" y="247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Line 406">
              <a:extLst>
                <a:ext uri="{FF2B5EF4-FFF2-40B4-BE49-F238E27FC236}">
                  <a16:creationId xmlns:a16="http://schemas.microsoft.com/office/drawing/2014/main" id="{0387C936-F9E6-4C98-7D3D-7C76AFDE7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" y="2810"/>
              <a:ext cx="69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7" name="Group 432">
            <a:extLst>
              <a:ext uri="{FF2B5EF4-FFF2-40B4-BE49-F238E27FC236}">
                <a16:creationId xmlns:a16="http://schemas.microsoft.com/office/drawing/2014/main" id="{A034EE8F-20FC-DC2A-9957-9BA802355DF3}"/>
              </a:ext>
            </a:extLst>
          </p:cNvPr>
          <p:cNvGrpSpPr>
            <a:grpSpLocks/>
          </p:cNvGrpSpPr>
          <p:nvPr/>
        </p:nvGrpSpPr>
        <p:grpSpPr bwMode="auto">
          <a:xfrm>
            <a:off x="6809940" y="1961505"/>
            <a:ext cx="3033713" cy="3003550"/>
            <a:chOff x="3239" y="1109"/>
            <a:chExt cx="1911" cy="1892"/>
          </a:xfrm>
        </p:grpSpPr>
        <p:sp>
          <p:nvSpPr>
            <p:cNvPr id="38" name="Text Box 411">
              <a:extLst>
                <a:ext uri="{FF2B5EF4-FFF2-40B4-BE49-F238E27FC236}">
                  <a16:creationId xmlns:a16="http://schemas.microsoft.com/office/drawing/2014/main" id="{9B71D0C8-89F2-4D67-4345-C96398067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1698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39" name="Text Box 412">
              <a:extLst>
                <a:ext uri="{FF2B5EF4-FFF2-40B4-BE49-F238E27FC236}">
                  <a16:creationId xmlns:a16="http://schemas.microsoft.com/office/drawing/2014/main" id="{4223008C-8873-5AA8-0278-70E8F85A50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3" y="2247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40" name="Rectangle 413">
              <a:extLst>
                <a:ext uri="{FF2B5EF4-FFF2-40B4-BE49-F238E27FC236}">
                  <a16:creationId xmlns:a16="http://schemas.microsoft.com/office/drawing/2014/main" id="{DEE855F1-DA74-6472-A874-D173B3E42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3" y="1109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41" name="Text Box 414">
              <a:extLst>
                <a:ext uri="{FF2B5EF4-FFF2-40B4-BE49-F238E27FC236}">
                  <a16:creationId xmlns:a16="http://schemas.microsoft.com/office/drawing/2014/main" id="{E69BDA65-52FD-8594-423E-3B7BC4083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1681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2" name="Text Box 415">
              <a:extLst>
                <a:ext uri="{FF2B5EF4-FFF2-40B4-BE49-F238E27FC236}">
                  <a16:creationId xmlns:a16="http://schemas.microsoft.com/office/drawing/2014/main" id="{C2FB1B1C-06E2-2AA4-76DC-29D769FA4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7" y="2749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43" name="Text Box 416">
              <a:extLst>
                <a:ext uri="{FF2B5EF4-FFF2-40B4-BE49-F238E27FC236}">
                  <a16:creationId xmlns:a16="http://schemas.microsoft.com/office/drawing/2014/main" id="{BD23F47F-880C-7232-DCE6-4540AA90A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" y="1176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4" name="Line 417">
              <a:extLst>
                <a:ext uri="{FF2B5EF4-FFF2-40B4-BE49-F238E27FC236}">
                  <a16:creationId xmlns:a16="http://schemas.microsoft.com/office/drawing/2014/main" id="{08B747EC-CDBA-5F35-F8FC-C3784AB2C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5" y="1335"/>
              <a:ext cx="455" cy="4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" name="Line 418">
              <a:extLst>
                <a:ext uri="{FF2B5EF4-FFF2-40B4-BE49-F238E27FC236}">
                  <a16:creationId xmlns:a16="http://schemas.microsoft.com/office/drawing/2014/main" id="{68F8A05D-9963-EDCA-FF8E-691A08A65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8" y="1793"/>
              <a:ext cx="0" cy="10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419">
              <a:extLst>
                <a:ext uri="{FF2B5EF4-FFF2-40B4-BE49-F238E27FC236}">
                  <a16:creationId xmlns:a16="http://schemas.microsoft.com/office/drawing/2014/main" id="{252B6FE6-349B-2A25-4899-72F136016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5" y="1358"/>
              <a:ext cx="0" cy="10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20">
              <a:extLst>
                <a:ext uri="{FF2B5EF4-FFF2-40B4-BE49-F238E27FC236}">
                  <a16:creationId xmlns:a16="http://schemas.microsoft.com/office/drawing/2014/main" id="{88C99C85-D516-1D33-447C-BF7D9DED7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2136"/>
              <a:ext cx="752" cy="7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21">
              <a:extLst>
                <a:ext uri="{FF2B5EF4-FFF2-40B4-BE49-F238E27FC236}">
                  <a16:creationId xmlns:a16="http://schemas.microsoft.com/office/drawing/2014/main" id="{24560CED-56BB-4141-5607-0DBF54A35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1155"/>
              <a:ext cx="0" cy="18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422">
              <a:extLst>
                <a:ext uri="{FF2B5EF4-FFF2-40B4-BE49-F238E27FC236}">
                  <a16:creationId xmlns:a16="http://schemas.microsoft.com/office/drawing/2014/main" id="{2303D31A-B683-2D34-898B-7D7852A0F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0" y="2134"/>
              <a:ext cx="1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423">
              <a:extLst>
                <a:ext uri="{FF2B5EF4-FFF2-40B4-BE49-F238E27FC236}">
                  <a16:creationId xmlns:a16="http://schemas.microsoft.com/office/drawing/2014/main" id="{3A7BD555-4A2C-B669-6A1A-FA10A7102C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6" y="1335"/>
              <a:ext cx="9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24">
              <a:extLst>
                <a:ext uri="{FF2B5EF4-FFF2-40B4-BE49-F238E27FC236}">
                  <a16:creationId xmlns:a16="http://schemas.microsoft.com/office/drawing/2014/main" id="{73D64DC8-B06F-26B8-4572-FE142A6A1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6" y="1790"/>
              <a:ext cx="1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425">
              <a:extLst>
                <a:ext uri="{FF2B5EF4-FFF2-40B4-BE49-F238E27FC236}">
                  <a16:creationId xmlns:a16="http://schemas.microsoft.com/office/drawing/2014/main" id="{F914252E-D004-50DF-CC27-5882AE0C9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1767"/>
              <a:ext cx="0" cy="6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426">
              <a:extLst>
                <a:ext uri="{FF2B5EF4-FFF2-40B4-BE49-F238E27FC236}">
                  <a16:creationId xmlns:a16="http://schemas.microsoft.com/office/drawing/2014/main" id="{C3E066C5-8C93-9FFD-7E9F-9EC068BB2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2406"/>
              <a:ext cx="0" cy="4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427">
              <a:extLst>
                <a:ext uri="{FF2B5EF4-FFF2-40B4-BE49-F238E27FC236}">
                  <a16:creationId xmlns:a16="http://schemas.microsoft.com/office/drawing/2014/main" id="{B7373BD4-53FE-A5D0-AFA6-6375C752A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" y="1335"/>
              <a:ext cx="0" cy="4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Line 428">
              <a:extLst>
                <a:ext uri="{FF2B5EF4-FFF2-40B4-BE49-F238E27FC236}">
                  <a16:creationId xmlns:a16="http://schemas.microsoft.com/office/drawing/2014/main" id="{A1AB7AC3-E04D-C103-CC1A-9501D15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2406"/>
              <a:ext cx="97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429">
              <a:extLst>
                <a:ext uri="{FF2B5EF4-FFF2-40B4-BE49-F238E27FC236}">
                  <a16:creationId xmlns:a16="http://schemas.microsoft.com/office/drawing/2014/main" id="{32E1C2A3-85E5-FA44-FF22-0DDDC6EB94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2848"/>
              <a:ext cx="14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7" name="Text Box 430">
            <a:extLst>
              <a:ext uri="{FF2B5EF4-FFF2-40B4-BE49-F238E27FC236}">
                <a16:creationId xmlns:a16="http://schemas.microsoft.com/office/drawing/2014/main" id="{6D805385-6BB5-45BA-626E-B6862B4FA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826" y="5049340"/>
            <a:ext cx="41857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i="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直线与投影面夹角的表示法：</a:t>
            </a:r>
          </a:p>
        </p:txBody>
      </p:sp>
    </p:spTree>
    <p:extLst>
      <p:ext uri="{BB962C8B-B14F-4D97-AF65-F5344CB8AC3E}">
        <p14:creationId xmlns:p14="http://schemas.microsoft.com/office/powerpoint/2010/main" val="190736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7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75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nimBg="1" autoUpdateAnimBg="0"/>
      <p:bldP spid="9" grpId="0" autoUpdateAnimBg="0"/>
      <p:bldP spid="10" grpId="0" animBg="1"/>
      <p:bldP spid="11" grpId="0" autoUpdateAnimBg="0"/>
      <p:bldP spid="12" grpId="0" animBg="1"/>
      <p:bldP spid="13" grpId="0" animBg="1" autoUpdateAnimBg="0"/>
      <p:bldP spid="14" grpId="0" animBg="1"/>
      <p:bldP spid="15" grpId="0" autoUpdateAnimBg="0"/>
      <p:bldP spid="16" grpId="0" autoUpdateAnimBg="0"/>
      <p:bldP spid="17" grpId="0" animBg="1"/>
      <p:bldP spid="5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7146" y="604812"/>
            <a:ext cx="28135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latin typeface="黑体" charset="-122"/>
                <a:ea typeface="黑体" charset="-122"/>
              </a:rPr>
              <a:t>⑵ </a:t>
            </a:r>
            <a:r>
              <a:rPr lang="zh-CN" altLang="en-US" sz="2800" b="1" dirty="0">
                <a:latin typeface="黑体" charset="-122"/>
                <a:ea typeface="黑体" charset="-122"/>
              </a:rPr>
              <a:t>投影面垂直线</a:t>
            </a:r>
            <a:endParaRPr lang="zh-CN" altLang="en-US" sz="2400" dirty="0">
              <a:latin typeface="Times New Roman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FEA81-280E-469D-BAA1-00BA8ACC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06A23-DBD3-418E-ACF4-56BAD0DE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DDEF7-9C12-5248-A3E9-670D101AA0F5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34F71-FA6B-48BE-9EE4-C2E28FBD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1" name="Text Box 50">
            <a:extLst>
              <a:ext uri="{FF2B5EF4-FFF2-40B4-BE49-F238E27FC236}">
                <a16:creationId xmlns:a16="http://schemas.microsoft.com/office/drawing/2014/main" id="{93DEA072-60D0-51F3-0AC6-26F891A18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001" y="123154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i="0">
                <a:solidFill>
                  <a:srgbClr val="C00000"/>
                </a:solidFill>
                <a:latin typeface="Times New Roman" charset="0"/>
              </a:rPr>
              <a:t>铅垂线</a:t>
            </a:r>
          </a:p>
        </p:txBody>
      </p:sp>
      <p:sp>
        <p:nvSpPr>
          <p:cNvPr id="62" name="Text Box 52">
            <a:extLst>
              <a:ext uri="{FF2B5EF4-FFF2-40B4-BE49-F238E27FC236}">
                <a16:creationId xmlns:a16="http://schemas.microsoft.com/office/drawing/2014/main" id="{CCCDD703-9844-11D5-5697-8473778C9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151" y="123154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i="0">
                <a:solidFill>
                  <a:srgbClr val="C00000"/>
                </a:solidFill>
                <a:latin typeface="Times New Roman" charset="0"/>
              </a:rPr>
              <a:t>正垂线</a:t>
            </a:r>
          </a:p>
        </p:txBody>
      </p:sp>
      <p:sp>
        <p:nvSpPr>
          <p:cNvPr id="63" name="Text Box 53">
            <a:extLst>
              <a:ext uri="{FF2B5EF4-FFF2-40B4-BE49-F238E27FC236}">
                <a16:creationId xmlns:a16="http://schemas.microsoft.com/office/drawing/2014/main" id="{2F19DA46-B8D1-2541-4A2C-2D9C1D36E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9063" y="123154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i="0">
                <a:solidFill>
                  <a:srgbClr val="C00000"/>
                </a:solidFill>
                <a:latin typeface="Times New Roman" charset="0"/>
              </a:rPr>
              <a:t>侧垂线</a:t>
            </a:r>
          </a:p>
        </p:txBody>
      </p:sp>
      <p:sp>
        <p:nvSpPr>
          <p:cNvPr id="20608" name="Text Box 58">
            <a:extLst>
              <a:ext uri="{FF2B5EF4-FFF2-40B4-BE49-F238E27FC236}">
                <a16:creationId xmlns:a16="http://schemas.microsoft.com/office/drawing/2014/main" id="{F6185C79-0A18-A636-E02B-428AACEE5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480" y="5297576"/>
            <a:ext cx="96616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i="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② </a:t>
            </a:r>
            <a:r>
              <a:rPr lang="zh-CN" altLang="en-US" sz="2400" i="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另外两个投影，</a:t>
            </a: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反映线段实长，且垂直于相应的投影轴。</a:t>
            </a:r>
          </a:p>
        </p:txBody>
      </p:sp>
      <p:sp>
        <p:nvSpPr>
          <p:cNvPr id="20619" name="Text Box 57">
            <a:extLst>
              <a:ext uri="{FF2B5EF4-FFF2-40B4-BE49-F238E27FC236}">
                <a16:creationId xmlns:a16="http://schemas.microsoft.com/office/drawing/2014/main" id="{2294BB6A-2167-7C15-3420-96D8C273D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480" y="4844518"/>
            <a:ext cx="35022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i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① </a:t>
            </a:r>
            <a:r>
              <a:rPr lang="zh-CN" altLang="en-US" sz="2400" i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在其垂直的投影面上，</a:t>
            </a:r>
            <a:endParaRPr lang="zh-CN" altLang="en-US" sz="2400" i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20627" name="Text Box 72">
            <a:extLst>
              <a:ext uri="{FF2B5EF4-FFF2-40B4-BE49-F238E27FC236}">
                <a16:creationId xmlns:a16="http://schemas.microsoft.com/office/drawing/2014/main" id="{7F8D2986-7C9C-1197-51B3-E9FFFA1E6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242" y="4836258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i="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投影有积聚性。</a:t>
            </a:r>
            <a:endParaRPr lang="zh-CN" altLang="en-US" sz="2400" i="0" dirty="0">
              <a:solidFill>
                <a:srgbClr val="3333FF"/>
              </a:solidFill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20631" name="Text Box 99">
            <a:extLst>
              <a:ext uri="{FF2B5EF4-FFF2-40B4-BE49-F238E27FC236}">
                <a16:creationId xmlns:a16="http://schemas.microsoft.com/office/drawing/2014/main" id="{C3E32BF8-3A85-6993-CA2A-9594B0440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679" y="4231921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i="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投影特性</a:t>
            </a:r>
            <a:r>
              <a:rPr lang="en-US" altLang="zh-CN" sz="2800" i="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:</a:t>
            </a:r>
          </a:p>
        </p:txBody>
      </p:sp>
      <p:grpSp>
        <p:nvGrpSpPr>
          <p:cNvPr id="20632" name="Group 136">
            <a:extLst>
              <a:ext uri="{FF2B5EF4-FFF2-40B4-BE49-F238E27FC236}">
                <a16:creationId xmlns:a16="http://schemas.microsoft.com/office/drawing/2014/main" id="{12849F33-94A6-06FD-F077-BC3C1BD448C0}"/>
              </a:ext>
            </a:extLst>
          </p:cNvPr>
          <p:cNvGrpSpPr>
            <a:grpSpLocks/>
          </p:cNvGrpSpPr>
          <p:nvPr/>
        </p:nvGrpSpPr>
        <p:grpSpPr bwMode="auto">
          <a:xfrm>
            <a:off x="1864092" y="1783670"/>
            <a:ext cx="2333625" cy="2243138"/>
            <a:chOff x="421" y="959"/>
            <a:chExt cx="1470" cy="1413"/>
          </a:xfrm>
        </p:grpSpPr>
        <p:sp>
          <p:nvSpPr>
            <p:cNvPr id="20633" name="Line 131">
              <a:extLst>
                <a:ext uri="{FF2B5EF4-FFF2-40B4-BE49-F238E27FC236}">
                  <a16:creationId xmlns:a16="http://schemas.microsoft.com/office/drawing/2014/main" id="{56AA66CD-DF83-C3E7-B752-E599641DE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" y="1597"/>
              <a:ext cx="0" cy="5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34" name="Line 14">
              <a:extLst>
                <a:ext uri="{FF2B5EF4-FFF2-40B4-BE49-F238E27FC236}">
                  <a16:creationId xmlns:a16="http://schemas.microsoft.com/office/drawing/2014/main" id="{FBC1B777-0EE7-CF43-9B75-144F11BED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124"/>
              <a:ext cx="9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35" name="Line 15">
              <a:extLst>
                <a:ext uri="{FF2B5EF4-FFF2-40B4-BE49-F238E27FC236}">
                  <a16:creationId xmlns:a16="http://schemas.microsoft.com/office/drawing/2014/main" id="{A6500914-CD41-EF62-530C-305671845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602"/>
              <a:ext cx="9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36" name="Line 18">
              <a:extLst>
                <a:ext uri="{FF2B5EF4-FFF2-40B4-BE49-F238E27FC236}">
                  <a16:creationId xmlns:a16="http://schemas.microsoft.com/office/drawing/2014/main" id="{0A895638-22BA-48E5-AFF6-C0A8C5276C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5" y="2136"/>
              <a:ext cx="9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37" name="Text Box 47">
              <a:extLst>
                <a:ext uri="{FF2B5EF4-FFF2-40B4-BE49-F238E27FC236}">
                  <a16:creationId xmlns:a16="http://schemas.microsoft.com/office/drawing/2014/main" id="{FF61A82C-8C42-9AA5-BBE4-7EFFC11A8E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071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700" i="0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sz="1800" i="0">
                <a:latin typeface="Times New Roman" charset="0"/>
              </a:endParaRPr>
            </a:p>
          </p:txBody>
        </p:sp>
        <p:sp>
          <p:nvSpPr>
            <p:cNvPr id="20638" name="Text Box 101">
              <a:extLst>
                <a:ext uri="{FF2B5EF4-FFF2-40B4-BE49-F238E27FC236}">
                  <a16:creationId xmlns:a16="http://schemas.microsoft.com/office/drawing/2014/main" id="{C85CC3F3-823B-FFA8-1E75-9C92F502E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" y="960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0639" name="Text Box 103">
              <a:extLst>
                <a:ext uri="{FF2B5EF4-FFF2-40B4-BE49-F238E27FC236}">
                  <a16:creationId xmlns:a16="http://schemas.microsoft.com/office/drawing/2014/main" id="{5FA006C8-BE1B-8484-A6C6-8390411B7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" y="1469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0640" name="Text Box 114">
              <a:extLst>
                <a:ext uri="{FF2B5EF4-FFF2-40B4-BE49-F238E27FC236}">
                  <a16:creationId xmlns:a16="http://schemas.microsoft.com/office/drawing/2014/main" id="{EC2220E2-9827-00C6-B36D-F58C2997D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" y="2139"/>
              <a:ext cx="3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</a:rPr>
                <a:t>(</a:t>
              </a:r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</a:rPr>
                <a:t>)</a:t>
              </a:r>
            </a:p>
          </p:txBody>
        </p:sp>
        <p:sp>
          <p:nvSpPr>
            <p:cNvPr id="20641" name="Text Box 115">
              <a:extLst>
                <a:ext uri="{FF2B5EF4-FFF2-40B4-BE49-F238E27FC236}">
                  <a16:creationId xmlns:a16="http://schemas.microsoft.com/office/drawing/2014/main" id="{ED82F341-483C-2F28-3A4A-6610F8A88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959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0642" name="Text Box 118">
              <a:extLst>
                <a:ext uri="{FF2B5EF4-FFF2-40B4-BE49-F238E27FC236}">
                  <a16:creationId xmlns:a16="http://schemas.microsoft.com/office/drawing/2014/main" id="{9C91314A-0BFC-EF17-23BC-8B593F8E7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1452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0643" name="Line 129">
              <a:extLst>
                <a:ext uri="{FF2B5EF4-FFF2-40B4-BE49-F238E27FC236}">
                  <a16:creationId xmlns:a16="http://schemas.microsoft.com/office/drawing/2014/main" id="{763182FA-F636-B515-5661-FDBC31688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1772"/>
              <a:ext cx="411" cy="4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44" name="Line 130">
              <a:extLst>
                <a:ext uri="{FF2B5EF4-FFF2-40B4-BE49-F238E27FC236}">
                  <a16:creationId xmlns:a16="http://schemas.microsoft.com/office/drawing/2014/main" id="{8E5A4E88-75DE-B9EB-B8FA-76A3EF3C9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3" y="1592"/>
              <a:ext cx="0" cy="5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45" name="Line 132">
              <a:extLst>
                <a:ext uri="{FF2B5EF4-FFF2-40B4-BE49-F238E27FC236}">
                  <a16:creationId xmlns:a16="http://schemas.microsoft.com/office/drawing/2014/main" id="{241A4E6A-DCCC-070A-ED8A-67AA9292F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126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46" name="Line 133">
              <a:extLst>
                <a:ext uri="{FF2B5EF4-FFF2-40B4-BE49-F238E27FC236}">
                  <a16:creationId xmlns:a16="http://schemas.microsoft.com/office/drawing/2014/main" id="{6BED0C60-DFA8-D3BC-2375-0D40E689E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" y="1780"/>
              <a:ext cx="1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47" name="Line 134">
              <a:extLst>
                <a:ext uri="{FF2B5EF4-FFF2-40B4-BE49-F238E27FC236}">
                  <a16:creationId xmlns:a16="http://schemas.microsoft.com/office/drawing/2014/main" id="{396A12DB-5C99-B69F-E73C-5DDBD56B6F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5" y="977"/>
              <a:ext cx="0" cy="12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48" name="Line 135">
              <a:extLst>
                <a:ext uri="{FF2B5EF4-FFF2-40B4-BE49-F238E27FC236}">
                  <a16:creationId xmlns:a16="http://schemas.microsoft.com/office/drawing/2014/main" id="{77303EE9-8BAD-AF42-D423-7BCEF9F89D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1126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649" name="Group 146">
            <a:extLst>
              <a:ext uri="{FF2B5EF4-FFF2-40B4-BE49-F238E27FC236}">
                <a16:creationId xmlns:a16="http://schemas.microsoft.com/office/drawing/2014/main" id="{EFCD2871-7DA8-3D50-1DD2-1D5C485A6BE2}"/>
              </a:ext>
            </a:extLst>
          </p:cNvPr>
          <p:cNvGrpSpPr>
            <a:grpSpLocks/>
          </p:cNvGrpSpPr>
          <p:nvPr/>
        </p:nvGrpSpPr>
        <p:grpSpPr bwMode="auto">
          <a:xfrm>
            <a:off x="4515217" y="1788433"/>
            <a:ext cx="2405062" cy="2224088"/>
            <a:chOff x="2091" y="962"/>
            <a:chExt cx="1515" cy="1401"/>
          </a:xfrm>
        </p:grpSpPr>
        <p:sp>
          <p:nvSpPr>
            <p:cNvPr id="20650" name="Line 35">
              <a:extLst>
                <a:ext uri="{FF2B5EF4-FFF2-40B4-BE49-F238E27FC236}">
                  <a16:creationId xmlns:a16="http://schemas.microsoft.com/office/drawing/2014/main" id="{35425486-4A30-DA65-E3C2-A0C624205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2" y="122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51" name="Line 37">
              <a:extLst>
                <a:ext uri="{FF2B5EF4-FFF2-40B4-BE49-F238E27FC236}">
                  <a16:creationId xmlns:a16="http://schemas.microsoft.com/office/drawing/2014/main" id="{C46473DA-D6BF-5763-AFC3-AE486E171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2" y="1224"/>
              <a:ext cx="0" cy="5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52" name="Text Box 48">
              <a:extLst>
                <a:ext uri="{FF2B5EF4-FFF2-40B4-BE49-F238E27FC236}">
                  <a16:creationId xmlns:a16="http://schemas.microsoft.com/office/drawing/2014/main" id="{36BB8EE6-4CA0-EF91-FED0-1DF19302C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2" y="1162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700" i="0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20653" name="Freeform 89">
              <a:extLst>
                <a:ext uri="{FF2B5EF4-FFF2-40B4-BE49-F238E27FC236}">
                  <a16:creationId xmlns:a16="http://schemas.microsoft.com/office/drawing/2014/main" id="{2A68F236-4C5D-A3EF-369F-1157181F2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649"/>
              <a:ext cx="619" cy="618"/>
            </a:xfrm>
            <a:custGeom>
              <a:avLst/>
              <a:gdLst>
                <a:gd name="T0" fmla="*/ 0 w 500"/>
                <a:gd name="T1" fmla="*/ 0 h 500"/>
                <a:gd name="T2" fmla="*/ 500 w 500"/>
                <a:gd name="T3" fmla="*/ 50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0" h="500">
                  <a:moveTo>
                    <a:pt x="0" y="0"/>
                  </a:moveTo>
                  <a:lnTo>
                    <a:pt x="500" y="50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54" name="Text Box 106">
              <a:extLst>
                <a:ext uri="{FF2B5EF4-FFF2-40B4-BE49-F238E27FC236}">
                  <a16:creationId xmlns:a16="http://schemas.microsoft.com/office/drawing/2014/main" id="{2B1BBDEB-AED6-E253-D6B9-2C3B4FF7D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" y="962"/>
              <a:ext cx="42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c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  <a:r>
                <a:rPr lang="en-US" altLang="zh-CN" b="1" i="1" dirty="0">
                  <a:latin typeface="Times New Roman" charset="0"/>
                  <a:sym typeface="CommercialPi BT" charset="0"/>
                </a:rPr>
                <a:t>(</a:t>
              </a:r>
              <a:r>
                <a:rPr lang="en-US" altLang="zh-CN" i="1" dirty="0"/>
                <a:t>d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  <a:r>
                <a:rPr lang="en-US" altLang="zh-CN" b="1" i="1" dirty="0">
                  <a:latin typeface="Times New Roman" charset="0"/>
                  <a:sym typeface="CommercialPi BT" charset="0"/>
                </a:rPr>
                <a:t>)</a:t>
              </a:r>
            </a:p>
          </p:txBody>
        </p:sp>
        <p:sp>
          <p:nvSpPr>
            <p:cNvPr id="20655" name="Text Box 112">
              <a:extLst>
                <a:ext uri="{FF2B5EF4-FFF2-40B4-BE49-F238E27FC236}">
                  <a16:creationId xmlns:a16="http://schemas.microsoft.com/office/drawing/2014/main" id="{134B21D9-0A81-60A8-73A2-23CAA6B56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2130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0656" name="Text Box 113">
              <a:extLst>
                <a:ext uri="{FF2B5EF4-FFF2-40B4-BE49-F238E27FC236}">
                  <a16:creationId xmlns:a16="http://schemas.microsoft.com/office/drawing/2014/main" id="{33359A0E-CCE8-0EDF-83E7-5A65E36515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4" y="1703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0657" name="Text Box 116">
              <a:extLst>
                <a:ext uri="{FF2B5EF4-FFF2-40B4-BE49-F238E27FC236}">
                  <a16:creationId xmlns:a16="http://schemas.microsoft.com/office/drawing/2014/main" id="{FDB41F19-4DD3-1430-ED38-8264C6F09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994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d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0658" name="Text Box 117">
              <a:extLst>
                <a:ext uri="{FF2B5EF4-FFF2-40B4-BE49-F238E27FC236}">
                  <a16:creationId xmlns:a16="http://schemas.microsoft.com/office/drawing/2014/main" id="{1B3E373C-6C81-F694-A913-6D44CB4D6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988"/>
              <a:ext cx="2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0659" name="Line 137">
              <a:extLst>
                <a:ext uri="{FF2B5EF4-FFF2-40B4-BE49-F238E27FC236}">
                  <a16:creationId xmlns:a16="http://schemas.microsoft.com/office/drawing/2014/main" id="{1A8596C6-E500-6747-EB34-00C130259F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9" y="1816"/>
              <a:ext cx="61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60" name="Line 138">
              <a:extLst>
                <a:ext uri="{FF2B5EF4-FFF2-40B4-BE49-F238E27FC236}">
                  <a16:creationId xmlns:a16="http://schemas.microsoft.com/office/drawing/2014/main" id="{646CE389-C3BD-9DF3-5D7C-10BD2C5F8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" y="1099"/>
              <a:ext cx="0" cy="12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61" name="Line 140">
              <a:extLst>
                <a:ext uri="{FF2B5EF4-FFF2-40B4-BE49-F238E27FC236}">
                  <a16:creationId xmlns:a16="http://schemas.microsoft.com/office/drawing/2014/main" id="{B3BC0507-7554-1786-CFEA-E53D51628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1649"/>
              <a:ext cx="13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662" name="Line 141">
              <a:extLst>
                <a:ext uri="{FF2B5EF4-FFF2-40B4-BE49-F238E27FC236}">
                  <a16:creationId xmlns:a16="http://schemas.microsoft.com/office/drawing/2014/main" id="{5FBB0E2A-68B6-66AE-AC29-ABFC6D859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7" y="2234"/>
              <a:ext cx="10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63" name="Line 142">
              <a:extLst>
                <a:ext uri="{FF2B5EF4-FFF2-40B4-BE49-F238E27FC236}">
                  <a16:creationId xmlns:a16="http://schemas.microsoft.com/office/drawing/2014/main" id="{56EA3271-A079-1A39-AE96-4F696699C0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9" y="1222"/>
              <a:ext cx="0" cy="10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64" name="Line 143">
              <a:extLst>
                <a:ext uri="{FF2B5EF4-FFF2-40B4-BE49-F238E27FC236}">
                  <a16:creationId xmlns:a16="http://schemas.microsoft.com/office/drawing/2014/main" id="{B5892547-FD01-BF7D-637E-0C63F6D9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8" y="1815"/>
              <a:ext cx="0" cy="41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65" name="Line 144">
              <a:extLst>
                <a:ext uri="{FF2B5EF4-FFF2-40B4-BE49-F238E27FC236}">
                  <a16:creationId xmlns:a16="http://schemas.microsoft.com/office/drawing/2014/main" id="{E05A753F-642A-0306-61A1-1085BEBBD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8" y="1222"/>
              <a:ext cx="41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66" name="Line 145">
              <a:extLst>
                <a:ext uri="{FF2B5EF4-FFF2-40B4-BE49-F238E27FC236}">
                  <a16:creationId xmlns:a16="http://schemas.microsoft.com/office/drawing/2014/main" id="{B9B189EA-B4FD-F191-AA7E-8F0AB84D5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8" y="1222"/>
              <a:ext cx="0" cy="5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667" name="Group 150">
            <a:extLst>
              <a:ext uri="{FF2B5EF4-FFF2-40B4-BE49-F238E27FC236}">
                <a16:creationId xmlns:a16="http://schemas.microsoft.com/office/drawing/2014/main" id="{47E27DB3-3CAC-5B4D-E9AD-26FBCD65017D}"/>
              </a:ext>
            </a:extLst>
          </p:cNvPr>
          <p:cNvGrpSpPr>
            <a:grpSpLocks/>
          </p:cNvGrpSpPr>
          <p:nvPr/>
        </p:nvGrpSpPr>
        <p:grpSpPr bwMode="auto">
          <a:xfrm>
            <a:off x="7326679" y="1726520"/>
            <a:ext cx="2459038" cy="2155825"/>
            <a:chOff x="3862" y="923"/>
            <a:chExt cx="1549" cy="1358"/>
          </a:xfrm>
        </p:grpSpPr>
        <p:sp>
          <p:nvSpPr>
            <p:cNvPr id="20668" name="Line 39">
              <a:extLst>
                <a:ext uri="{FF2B5EF4-FFF2-40B4-BE49-F238E27FC236}">
                  <a16:creationId xmlns:a16="http://schemas.microsoft.com/office/drawing/2014/main" id="{BE26E3C5-1E74-9C99-0F13-A1D59FDE2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1218"/>
              <a:ext cx="4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69" name="Line 40">
              <a:extLst>
                <a:ext uri="{FF2B5EF4-FFF2-40B4-BE49-F238E27FC236}">
                  <a16:creationId xmlns:a16="http://schemas.microsoft.com/office/drawing/2014/main" id="{30EA91B1-37D5-A303-112A-1F43686B0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1218"/>
              <a:ext cx="0" cy="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70" name="Line 41">
              <a:extLst>
                <a:ext uri="{FF2B5EF4-FFF2-40B4-BE49-F238E27FC236}">
                  <a16:creationId xmlns:a16="http://schemas.microsoft.com/office/drawing/2014/main" id="{8D077D00-D604-EF59-8CCE-E5D26D6C8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218"/>
              <a:ext cx="0" cy="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671" name="Line 42">
              <a:extLst>
                <a:ext uri="{FF2B5EF4-FFF2-40B4-BE49-F238E27FC236}">
                  <a16:creationId xmlns:a16="http://schemas.microsoft.com/office/drawing/2014/main" id="{9AF67BDB-9A7D-62F3-D7CC-3E29D3BC4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3" y="2037"/>
              <a:ext cx="4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480" name="Line 44">
              <a:extLst>
                <a:ext uri="{FF2B5EF4-FFF2-40B4-BE49-F238E27FC236}">
                  <a16:creationId xmlns:a16="http://schemas.microsoft.com/office/drawing/2014/main" id="{F8D3C9C7-A77E-F2DD-4A59-3F5C32390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037"/>
              <a:ext cx="6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481" name="Line 45">
              <a:extLst>
                <a:ext uri="{FF2B5EF4-FFF2-40B4-BE49-F238E27FC236}">
                  <a16:creationId xmlns:a16="http://schemas.microsoft.com/office/drawing/2014/main" id="{F7C1F210-E17B-9246-291A-27E6A08AB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3" y="1218"/>
              <a:ext cx="0" cy="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483" name="Line 46">
              <a:extLst>
                <a:ext uri="{FF2B5EF4-FFF2-40B4-BE49-F238E27FC236}">
                  <a16:creationId xmlns:a16="http://schemas.microsoft.com/office/drawing/2014/main" id="{3C18B4B4-5A45-11AC-FA24-F204F78F5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1218"/>
              <a:ext cx="6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484" name="Text Box 49">
              <a:extLst>
                <a:ext uri="{FF2B5EF4-FFF2-40B4-BE49-F238E27FC236}">
                  <a16:creationId xmlns:a16="http://schemas.microsoft.com/office/drawing/2014/main" id="{5A694852-7A88-FCD5-10C5-AC74DA49B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0" y="1157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700" i="0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20485" name="Freeform 92">
              <a:extLst>
                <a:ext uri="{FF2B5EF4-FFF2-40B4-BE49-F238E27FC236}">
                  <a16:creationId xmlns:a16="http://schemas.microsoft.com/office/drawing/2014/main" id="{CE3A9CC8-3382-D07A-24E8-CE55B9BF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" y="1674"/>
              <a:ext cx="427" cy="428"/>
            </a:xfrm>
            <a:custGeom>
              <a:avLst/>
              <a:gdLst>
                <a:gd name="T0" fmla="*/ 0 w 324"/>
                <a:gd name="T1" fmla="*/ 0 h 325"/>
                <a:gd name="T2" fmla="*/ 324 w 324"/>
                <a:gd name="T3" fmla="*/ 3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325">
                  <a:moveTo>
                    <a:pt x="0" y="0"/>
                  </a:moveTo>
                  <a:lnTo>
                    <a:pt x="324" y="325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486" name="Text Box 102">
              <a:extLst>
                <a:ext uri="{FF2B5EF4-FFF2-40B4-BE49-F238E27FC236}">
                  <a16:creationId xmlns:a16="http://schemas.microsoft.com/office/drawing/2014/main" id="{E9DC559C-A876-DA17-9C2A-EADF8A5D4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2" y="980"/>
              <a:ext cx="3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 dirty="0"/>
                <a:t>e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0487" name="Text Box 104">
              <a:extLst>
                <a:ext uri="{FF2B5EF4-FFF2-40B4-BE49-F238E27FC236}">
                  <a16:creationId xmlns:a16="http://schemas.microsoft.com/office/drawing/2014/main" id="{DB63C90F-8161-5DF1-72E7-A9FA6AD48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2" y="934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0488" name="Text Box 110">
              <a:extLst>
                <a:ext uri="{FF2B5EF4-FFF2-40B4-BE49-F238E27FC236}">
                  <a16:creationId xmlns:a16="http://schemas.microsoft.com/office/drawing/2014/main" id="{6A660CAE-10C9-8645-7346-BDD5E474A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7" y="2008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0489" name="Text Box 111">
              <a:extLst>
                <a:ext uri="{FF2B5EF4-FFF2-40B4-BE49-F238E27FC236}">
                  <a16:creationId xmlns:a16="http://schemas.microsoft.com/office/drawing/2014/main" id="{3A6ADC29-D981-EAF1-27A1-FF9132F53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7" y="2048"/>
              <a:ext cx="16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f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0490" name="Text Box 121">
              <a:extLst>
                <a:ext uri="{FF2B5EF4-FFF2-40B4-BE49-F238E27FC236}">
                  <a16:creationId xmlns:a16="http://schemas.microsoft.com/office/drawing/2014/main" id="{ECA21886-7FE6-9492-0006-0E7C79181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4" y="923"/>
              <a:ext cx="44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e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  <a:r>
                <a:rPr lang="en-US" altLang="zh-CN" b="1" i="1">
                  <a:latin typeface="Times New Roman" charset="0"/>
                  <a:sym typeface="CommercialPi BT" charset="0"/>
                </a:rPr>
                <a:t>(</a:t>
              </a:r>
              <a:r>
                <a:rPr lang="en-US" altLang="zh-CN" i="1"/>
                <a:t>f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  <a:r>
                <a:rPr lang="en-US" altLang="zh-CN" b="1" i="1">
                  <a:latin typeface="Times New Roman" charset="0"/>
                  <a:sym typeface="CommercialPi BT" charset="0"/>
                </a:rPr>
                <a:t>)</a:t>
              </a:r>
            </a:p>
          </p:txBody>
        </p:sp>
        <p:sp>
          <p:nvSpPr>
            <p:cNvPr id="20491" name="Line 148">
              <a:extLst>
                <a:ext uri="{FF2B5EF4-FFF2-40B4-BE49-F238E27FC236}">
                  <a16:creationId xmlns:a16="http://schemas.microsoft.com/office/drawing/2014/main" id="{953ED21B-1B75-B3E0-E3EE-F9AE151D4B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4" y="1676"/>
              <a:ext cx="14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492" name="Line 149">
              <a:extLst>
                <a:ext uri="{FF2B5EF4-FFF2-40B4-BE49-F238E27FC236}">
                  <a16:creationId xmlns:a16="http://schemas.microsoft.com/office/drawing/2014/main" id="{83732589-F060-3B93-8B28-55BABF317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4" y="1091"/>
              <a:ext cx="0" cy="11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913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20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20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20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utoUpdateAnimBg="0"/>
      <p:bldP spid="62" grpId="0" build="p" autoUpdateAnimBg="0"/>
      <p:bldP spid="63" grpId="0" autoUpdateAnimBg="0"/>
      <p:bldP spid="20608" grpId="0" build="p" autoUpdateAnimBg="0"/>
      <p:bldP spid="20619" grpId="0" build="p" autoUpdateAnimBg="0"/>
      <p:bldP spid="20627" grpId="0" build="p" autoUpdateAnimBg="0"/>
      <p:bldP spid="2063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106555" y="949252"/>
            <a:ext cx="28905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b="1" dirty="0">
                <a:latin typeface="DengXian" charset="-122"/>
                <a:ea typeface="DengXian" charset="-122"/>
                <a:cs typeface="DengXian" charset="-122"/>
              </a:rPr>
              <a:t>⑶ </a:t>
            </a:r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一般位置直线</a:t>
            </a:r>
            <a:endParaRPr lang="zh-CN" altLang="en-US" sz="2800" dirty="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23688" name="Group 136"/>
          <p:cNvGrpSpPr>
            <a:grpSpLocks/>
          </p:cNvGrpSpPr>
          <p:nvPr/>
        </p:nvGrpSpPr>
        <p:grpSpPr bwMode="auto">
          <a:xfrm>
            <a:off x="6407673" y="1645510"/>
            <a:ext cx="3176588" cy="3119437"/>
            <a:chOff x="2942" y="367"/>
            <a:chExt cx="2001" cy="1965"/>
          </a:xfrm>
        </p:grpSpPr>
        <p:sp>
          <p:nvSpPr>
            <p:cNvPr id="23672" name="Rectangle 120"/>
            <p:cNvSpPr>
              <a:spLocks noChangeArrowheads="1"/>
            </p:cNvSpPr>
            <p:nvPr/>
          </p:nvSpPr>
          <p:spPr bwMode="auto">
            <a:xfrm>
              <a:off x="4021" y="367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Z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84" name="Text Box 132"/>
            <p:cNvSpPr txBox="1">
              <a:spLocks noChangeArrowheads="1"/>
            </p:cNvSpPr>
            <p:nvPr/>
          </p:nvSpPr>
          <p:spPr bwMode="auto">
            <a:xfrm>
              <a:off x="3693" y="425"/>
              <a:ext cx="16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3657" name="Freeform 105"/>
            <p:cNvSpPr>
              <a:spLocks/>
            </p:cNvSpPr>
            <p:nvPr/>
          </p:nvSpPr>
          <p:spPr bwMode="auto">
            <a:xfrm>
              <a:off x="4693" y="1130"/>
              <a:ext cx="1" cy="1005"/>
            </a:xfrm>
            <a:custGeom>
              <a:avLst/>
              <a:gdLst>
                <a:gd name="T0" fmla="*/ 0 w 1"/>
                <a:gd name="T1" fmla="*/ 4197 h 4197"/>
                <a:gd name="T2" fmla="*/ 0 w 1"/>
                <a:gd name="T3" fmla="*/ 0 h 4197"/>
                <a:gd name="T4" fmla="*/ 1 w 1"/>
                <a:gd name="T5" fmla="*/ 0 h 4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197">
                  <a:moveTo>
                    <a:pt x="0" y="419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106"/>
            <p:cNvSpPr>
              <a:spLocks/>
            </p:cNvSpPr>
            <p:nvPr/>
          </p:nvSpPr>
          <p:spPr bwMode="auto">
            <a:xfrm>
              <a:off x="4033" y="569"/>
              <a:ext cx="0" cy="1647"/>
            </a:xfrm>
            <a:custGeom>
              <a:avLst/>
              <a:gdLst>
                <a:gd name="T0" fmla="*/ 0 w 1"/>
                <a:gd name="T1" fmla="*/ 0 h 6880"/>
                <a:gd name="T2" fmla="*/ 0 w 1"/>
                <a:gd name="T3" fmla="*/ 6880 h 6880"/>
                <a:gd name="T4" fmla="*/ 1 w 1"/>
                <a:gd name="T5" fmla="*/ 6880 h 6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880">
                  <a:moveTo>
                    <a:pt x="0" y="0"/>
                  </a:moveTo>
                  <a:lnTo>
                    <a:pt x="0" y="6880"/>
                  </a:lnTo>
                  <a:lnTo>
                    <a:pt x="1" y="688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107"/>
            <p:cNvSpPr>
              <a:spLocks/>
            </p:cNvSpPr>
            <p:nvPr/>
          </p:nvSpPr>
          <p:spPr bwMode="auto">
            <a:xfrm>
              <a:off x="4033" y="1475"/>
              <a:ext cx="704" cy="704"/>
            </a:xfrm>
            <a:custGeom>
              <a:avLst/>
              <a:gdLst>
                <a:gd name="T0" fmla="*/ 0 w 2941"/>
                <a:gd name="T1" fmla="*/ 0 h 2941"/>
                <a:gd name="T2" fmla="*/ 2940 w 2941"/>
                <a:gd name="T3" fmla="*/ 2941 h 2941"/>
                <a:gd name="T4" fmla="*/ 2941 w 2941"/>
                <a:gd name="T5" fmla="*/ 2941 h 29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41" h="2941">
                  <a:moveTo>
                    <a:pt x="0" y="0"/>
                  </a:moveTo>
                  <a:lnTo>
                    <a:pt x="2940" y="2941"/>
                  </a:lnTo>
                  <a:lnTo>
                    <a:pt x="2941" y="294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Rectangle 108"/>
            <p:cNvSpPr>
              <a:spLocks noChangeArrowheads="1"/>
            </p:cNvSpPr>
            <p:nvPr/>
          </p:nvSpPr>
          <p:spPr bwMode="auto">
            <a:xfrm>
              <a:off x="4083" y="2119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Y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61" name="Freeform 109"/>
            <p:cNvSpPr>
              <a:spLocks/>
            </p:cNvSpPr>
            <p:nvPr/>
          </p:nvSpPr>
          <p:spPr bwMode="auto">
            <a:xfrm>
              <a:off x="3170" y="2135"/>
              <a:ext cx="1524" cy="1"/>
            </a:xfrm>
            <a:custGeom>
              <a:avLst/>
              <a:gdLst>
                <a:gd name="T0" fmla="*/ 0 w 6357"/>
                <a:gd name="T1" fmla="*/ 6356 w 6357"/>
                <a:gd name="T2" fmla="*/ 6357 w 6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357">
                  <a:moveTo>
                    <a:pt x="0" y="0"/>
                  </a:moveTo>
                  <a:lnTo>
                    <a:pt x="6356" y="0"/>
                  </a:lnTo>
                  <a:lnTo>
                    <a:pt x="6357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Rectangle 110"/>
            <p:cNvSpPr>
              <a:spLocks noChangeArrowheads="1"/>
            </p:cNvSpPr>
            <p:nvPr/>
          </p:nvSpPr>
          <p:spPr bwMode="auto">
            <a:xfrm>
              <a:off x="3077" y="205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63" name="Rectangle 111"/>
            <p:cNvSpPr>
              <a:spLocks noChangeArrowheads="1"/>
            </p:cNvSpPr>
            <p:nvPr/>
          </p:nvSpPr>
          <p:spPr bwMode="auto">
            <a:xfrm>
              <a:off x="4076" y="1261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64" name="Freeform 112"/>
            <p:cNvSpPr>
              <a:spLocks/>
            </p:cNvSpPr>
            <p:nvPr/>
          </p:nvSpPr>
          <p:spPr bwMode="auto">
            <a:xfrm>
              <a:off x="3743" y="667"/>
              <a:ext cx="598" cy="1"/>
            </a:xfrm>
            <a:custGeom>
              <a:avLst/>
              <a:gdLst>
                <a:gd name="T0" fmla="*/ 0 w 2498"/>
                <a:gd name="T1" fmla="*/ 2497 w 2498"/>
                <a:gd name="T2" fmla="*/ 2498 w 249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98">
                  <a:moveTo>
                    <a:pt x="0" y="0"/>
                  </a:moveTo>
                  <a:lnTo>
                    <a:pt x="2497" y="0"/>
                  </a:lnTo>
                  <a:lnTo>
                    <a:pt x="2498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113"/>
            <p:cNvSpPr>
              <a:spLocks/>
            </p:cNvSpPr>
            <p:nvPr/>
          </p:nvSpPr>
          <p:spPr bwMode="auto">
            <a:xfrm>
              <a:off x="3743" y="1782"/>
              <a:ext cx="598" cy="1"/>
            </a:xfrm>
            <a:custGeom>
              <a:avLst/>
              <a:gdLst>
                <a:gd name="T0" fmla="*/ 0 w 2498"/>
                <a:gd name="T1" fmla="*/ 2497 w 2498"/>
                <a:gd name="T2" fmla="*/ 2498 w 249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498">
                  <a:moveTo>
                    <a:pt x="0" y="0"/>
                  </a:moveTo>
                  <a:lnTo>
                    <a:pt x="2497" y="0"/>
                  </a:lnTo>
                  <a:lnTo>
                    <a:pt x="2498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114"/>
            <p:cNvSpPr>
              <a:spLocks/>
            </p:cNvSpPr>
            <p:nvPr/>
          </p:nvSpPr>
          <p:spPr bwMode="auto">
            <a:xfrm>
              <a:off x="3170" y="1130"/>
              <a:ext cx="1524" cy="1"/>
            </a:xfrm>
            <a:custGeom>
              <a:avLst/>
              <a:gdLst>
                <a:gd name="T0" fmla="*/ 0 w 6357"/>
                <a:gd name="T1" fmla="*/ 6356 w 6357"/>
                <a:gd name="T2" fmla="*/ 6357 w 635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357">
                  <a:moveTo>
                    <a:pt x="0" y="0"/>
                  </a:moveTo>
                  <a:lnTo>
                    <a:pt x="6356" y="0"/>
                  </a:lnTo>
                  <a:lnTo>
                    <a:pt x="6357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Rectangle 115"/>
            <p:cNvSpPr>
              <a:spLocks noChangeArrowheads="1"/>
            </p:cNvSpPr>
            <p:nvPr/>
          </p:nvSpPr>
          <p:spPr bwMode="auto">
            <a:xfrm>
              <a:off x="2942" y="1363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68" name="Rectangle 116"/>
            <p:cNvSpPr>
              <a:spLocks noChangeArrowheads="1"/>
            </p:cNvSpPr>
            <p:nvPr/>
          </p:nvSpPr>
          <p:spPr bwMode="auto">
            <a:xfrm>
              <a:off x="3035" y="911"/>
              <a:ext cx="15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69" name="Freeform 117"/>
            <p:cNvSpPr>
              <a:spLocks/>
            </p:cNvSpPr>
            <p:nvPr/>
          </p:nvSpPr>
          <p:spPr bwMode="auto">
            <a:xfrm>
              <a:off x="3743" y="667"/>
              <a:ext cx="1" cy="1115"/>
            </a:xfrm>
            <a:custGeom>
              <a:avLst/>
              <a:gdLst>
                <a:gd name="T0" fmla="*/ 0 w 1"/>
                <a:gd name="T1" fmla="*/ 0 h 4658"/>
                <a:gd name="T2" fmla="*/ 0 w 1"/>
                <a:gd name="T3" fmla="*/ 4658 h 4658"/>
                <a:gd name="T4" fmla="*/ 1 w 1"/>
                <a:gd name="T5" fmla="*/ 4658 h 4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58">
                  <a:moveTo>
                    <a:pt x="0" y="0"/>
                  </a:moveTo>
                  <a:lnTo>
                    <a:pt x="0" y="4658"/>
                  </a:lnTo>
                  <a:lnTo>
                    <a:pt x="1" y="4658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Rectangle 118"/>
            <p:cNvSpPr>
              <a:spLocks noChangeArrowheads="1"/>
            </p:cNvSpPr>
            <p:nvPr/>
          </p:nvSpPr>
          <p:spPr bwMode="auto">
            <a:xfrm>
              <a:off x="3792" y="155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b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71" name="Rectangle 119"/>
            <p:cNvSpPr>
              <a:spLocks noChangeArrowheads="1"/>
            </p:cNvSpPr>
            <p:nvPr/>
          </p:nvSpPr>
          <p:spPr bwMode="auto">
            <a:xfrm>
              <a:off x="3665" y="462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73" name="Rectangle 121"/>
            <p:cNvSpPr>
              <a:spLocks noChangeArrowheads="1"/>
            </p:cNvSpPr>
            <p:nvPr/>
          </p:nvSpPr>
          <p:spPr bwMode="auto">
            <a:xfrm>
              <a:off x="4748" y="100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74" name="Freeform 122"/>
            <p:cNvSpPr>
              <a:spLocks/>
            </p:cNvSpPr>
            <p:nvPr/>
          </p:nvSpPr>
          <p:spPr bwMode="auto">
            <a:xfrm>
              <a:off x="3170" y="667"/>
              <a:ext cx="573" cy="463"/>
            </a:xfrm>
            <a:custGeom>
              <a:avLst/>
              <a:gdLst>
                <a:gd name="T0" fmla="*/ 0 w 2390"/>
                <a:gd name="T1" fmla="*/ 1932 h 1932"/>
                <a:gd name="T2" fmla="*/ 2389 w 2390"/>
                <a:gd name="T3" fmla="*/ 0 h 1932"/>
                <a:gd name="T4" fmla="*/ 2390 w 2390"/>
                <a:gd name="T5" fmla="*/ 0 h 1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0" h="1932">
                  <a:moveTo>
                    <a:pt x="0" y="1932"/>
                  </a:moveTo>
                  <a:lnTo>
                    <a:pt x="2389" y="0"/>
                  </a:lnTo>
                  <a:lnTo>
                    <a:pt x="2390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123"/>
            <p:cNvSpPr>
              <a:spLocks/>
            </p:cNvSpPr>
            <p:nvPr/>
          </p:nvSpPr>
          <p:spPr bwMode="auto">
            <a:xfrm>
              <a:off x="4341" y="667"/>
              <a:ext cx="1" cy="1115"/>
            </a:xfrm>
            <a:custGeom>
              <a:avLst/>
              <a:gdLst>
                <a:gd name="T0" fmla="*/ 0 w 1"/>
                <a:gd name="T1" fmla="*/ 4658 h 4658"/>
                <a:gd name="T2" fmla="*/ 0 w 1"/>
                <a:gd name="T3" fmla="*/ 0 h 4658"/>
                <a:gd name="T4" fmla="*/ 1 w 1"/>
                <a:gd name="T5" fmla="*/ 0 h 4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658">
                  <a:moveTo>
                    <a:pt x="0" y="465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Rectangle 124"/>
            <p:cNvSpPr>
              <a:spLocks noChangeArrowheads="1"/>
            </p:cNvSpPr>
            <p:nvPr/>
          </p:nvSpPr>
          <p:spPr bwMode="auto">
            <a:xfrm>
              <a:off x="4853" y="1371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Y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77" name="Rectangle 125"/>
            <p:cNvSpPr>
              <a:spLocks noChangeArrowheads="1"/>
            </p:cNvSpPr>
            <p:nvPr/>
          </p:nvSpPr>
          <p:spPr bwMode="auto">
            <a:xfrm>
              <a:off x="4393" y="495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78" name="Freeform 126"/>
            <p:cNvSpPr>
              <a:spLocks/>
            </p:cNvSpPr>
            <p:nvPr/>
          </p:nvSpPr>
          <p:spPr bwMode="auto">
            <a:xfrm>
              <a:off x="4341" y="667"/>
              <a:ext cx="353" cy="463"/>
            </a:xfrm>
            <a:custGeom>
              <a:avLst/>
              <a:gdLst>
                <a:gd name="T0" fmla="*/ 0 w 1471"/>
                <a:gd name="T1" fmla="*/ 0 h 1932"/>
                <a:gd name="T2" fmla="*/ 1470 w 1471"/>
                <a:gd name="T3" fmla="*/ 1932 h 1932"/>
                <a:gd name="T4" fmla="*/ 1471 w 1471"/>
                <a:gd name="T5" fmla="*/ 1932 h 1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1" h="1932">
                  <a:moveTo>
                    <a:pt x="0" y="0"/>
                  </a:moveTo>
                  <a:lnTo>
                    <a:pt x="1470" y="1932"/>
                  </a:lnTo>
                  <a:lnTo>
                    <a:pt x="1471" y="1932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Line 127"/>
            <p:cNvSpPr>
              <a:spLocks noChangeShapeType="1"/>
            </p:cNvSpPr>
            <p:nvPr/>
          </p:nvSpPr>
          <p:spPr bwMode="auto">
            <a:xfrm>
              <a:off x="3070" y="1477"/>
              <a:ext cx="17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680" name="Line 128"/>
            <p:cNvSpPr>
              <a:spLocks noChangeShapeType="1"/>
            </p:cNvSpPr>
            <p:nvPr/>
          </p:nvSpPr>
          <p:spPr bwMode="auto">
            <a:xfrm>
              <a:off x="3175" y="1122"/>
              <a:ext cx="0" cy="10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681" name="Freeform 129"/>
            <p:cNvSpPr>
              <a:spLocks/>
            </p:cNvSpPr>
            <p:nvPr/>
          </p:nvSpPr>
          <p:spPr bwMode="auto">
            <a:xfrm>
              <a:off x="3170" y="1782"/>
              <a:ext cx="573" cy="353"/>
            </a:xfrm>
            <a:custGeom>
              <a:avLst/>
              <a:gdLst>
                <a:gd name="T0" fmla="*/ 0 w 2390"/>
                <a:gd name="T1" fmla="*/ 1471 h 1471"/>
                <a:gd name="T2" fmla="*/ 2389 w 2390"/>
                <a:gd name="T3" fmla="*/ 0 h 1471"/>
                <a:gd name="T4" fmla="*/ 2390 w 2390"/>
                <a:gd name="T5" fmla="*/ 0 h 1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0" h="1471">
                  <a:moveTo>
                    <a:pt x="0" y="1471"/>
                  </a:moveTo>
                  <a:lnTo>
                    <a:pt x="2389" y="0"/>
                  </a:lnTo>
                  <a:lnTo>
                    <a:pt x="2390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Text Box 131"/>
            <p:cNvSpPr txBox="1">
              <a:spLocks noChangeArrowheads="1"/>
            </p:cNvSpPr>
            <p:nvPr/>
          </p:nvSpPr>
          <p:spPr bwMode="auto">
            <a:xfrm>
              <a:off x="3110" y="910"/>
              <a:ext cx="1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3685" name="Text Box 133"/>
            <p:cNvSpPr txBox="1">
              <a:spLocks noChangeArrowheads="1"/>
            </p:cNvSpPr>
            <p:nvPr/>
          </p:nvSpPr>
          <p:spPr bwMode="auto">
            <a:xfrm>
              <a:off x="4413" y="457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3686" name="Text Box 134"/>
            <p:cNvSpPr txBox="1">
              <a:spLocks noChangeArrowheads="1"/>
            </p:cNvSpPr>
            <p:nvPr/>
          </p:nvSpPr>
          <p:spPr bwMode="auto">
            <a:xfrm>
              <a:off x="4835" y="1012"/>
              <a:ext cx="10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b="1" i="1">
                  <a:latin typeface="Times New Roman" charset="0"/>
                  <a:sym typeface="Symbol" charset="2"/>
                </a:rPr>
                <a:t></a:t>
              </a:r>
            </a:p>
          </p:txBody>
        </p:sp>
      </p:grpSp>
      <p:sp>
        <p:nvSpPr>
          <p:cNvPr id="23690" name="Text Box 138"/>
          <p:cNvSpPr txBox="1">
            <a:spLocks noChangeArrowheads="1"/>
          </p:cNvSpPr>
          <p:nvPr/>
        </p:nvSpPr>
        <p:spPr bwMode="auto">
          <a:xfrm>
            <a:off x="656530" y="5448240"/>
            <a:ext cx="109392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  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三个投影都倾斜于投影轴，其与投影轴的夹角</a:t>
            </a:r>
            <a:r>
              <a:rPr lang="zh-CN" altLang="en-US" sz="2400" u="dottedHeavy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并不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反映空间线段与三个投影面夹角的大小。三个投影的长度均比空间线段短，即</a:t>
            </a:r>
            <a:r>
              <a:rPr lang="zh-CN" altLang="en-US" sz="2400" u="dottedHeavy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都不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反映空间线段的实长。</a:t>
            </a:r>
          </a:p>
        </p:txBody>
      </p:sp>
      <p:sp>
        <p:nvSpPr>
          <p:cNvPr id="23691" name="Text Box 139"/>
          <p:cNvSpPr txBox="1">
            <a:spLocks noChangeArrowheads="1"/>
          </p:cNvSpPr>
          <p:nvPr/>
        </p:nvSpPr>
        <p:spPr bwMode="auto">
          <a:xfrm>
            <a:off x="627799" y="5008229"/>
            <a:ext cx="18335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投影特性</a:t>
            </a:r>
          </a:p>
        </p:txBody>
      </p:sp>
      <p:grpSp>
        <p:nvGrpSpPr>
          <p:cNvPr id="23702" name="Group 150"/>
          <p:cNvGrpSpPr>
            <a:grpSpLocks/>
          </p:cNvGrpSpPr>
          <p:nvPr/>
        </p:nvGrpSpPr>
        <p:grpSpPr bwMode="auto">
          <a:xfrm>
            <a:off x="2508015" y="1796321"/>
            <a:ext cx="3090863" cy="2840038"/>
            <a:chOff x="377" y="462"/>
            <a:chExt cx="1947" cy="1789"/>
          </a:xfrm>
        </p:grpSpPr>
        <p:sp>
          <p:nvSpPr>
            <p:cNvPr id="23693" name="AutoShape 141"/>
            <p:cNvSpPr>
              <a:spLocks noChangeArrowheads="1"/>
            </p:cNvSpPr>
            <p:nvPr/>
          </p:nvSpPr>
          <p:spPr bwMode="auto">
            <a:xfrm flipH="1">
              <a:off x="377" y="1549"/>
              <a:ext cx="1942" cy="700"/>
            </a:xfrm>
            <a:prstGeom prst="parallelogram">
              <a:avLst>
                <a:gd name="adj" fmla="val 9806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94" name="AutoShape 142"/>
            <p:cNvSpPr>
              <a:spLocks noChangeArrowheads="1"/>
            </p:cNvSpPr>
            <p:nvPr/>
          </p:nvSpPr>
          <p:spPr bwMode="auto">
            <a:xfrm rot="5400000">
              <a:off x="1081" y="1012"/>
              <a:ext cx="1787" cy="688"/>
            </a:xfrm>
            <a:prstGeom prst="parallelogram">
              <a:avLst>
                <a:gd name="adj" fmla="val 102428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92" name="Rectangle 140"/>
            <p:cNvSpPr>
              <a:spLocks noChangeArrowheads="1"/>
            </p:cNvSpPr>
            <p:nvPr/>
          </p:nvSpPr>
          <p:spPr bwMode="auto">
            <a:xfrm>
              <a:off x="377" y="462"/>
              <a:ext cx="1255" cy="10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0" name="Rectangle 48"/>
            <p:cNvSpPr>
              <a:spLocks noChangeArrowheads="1"/>
            </p:cNvSpPr>
            <p:nvPr/>
          </p:nvSpPr>
          <p:spPr bwMode="auto">
            <a:xfrm>
              <a:off x="1315" y="2038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01" name="Rectangle 49"/>
            <p:cNvSpPr>
              <a:spLocks noChangeArrowheads="1"/>
            </p:cNvSpPr>
            <p:nvPr/>
          </p:nvSpPr>
          <p:spPr bwMode="auto">
            <a:xfrm>
              <a:off x="1120" y="194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07" name="Freeform 55"/>
            <p:cNvSpPr>
              <a:spLocks/>
            </p:cNvSpPr>
            <p:nvPr/>
          </p:nvSpPr>
          <p:spPr bwMode="auto">
            <a:xfrm>
              <a:off x="1556" y="926"/>
              <a:ext cx="302" cy="1"/>
            </a:xfrm>
            <a:custGeom>
              <a:avLst/>
              <a:gdLst>
                <a:gd name="T0" fmla="*/ 1209 w 1209"/>
                <a:gd name="T1" fmla="*/ 0 w 1209"/>
                <a:gd name="T2" fmla="*/ 1 w 12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09">
                  <a:moveTo>
                    <a:pt x="120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56"/>
            <p:cNvSpPr>
              <a:spLocks/>
            </p:cNvSpPr>
            <p:nvPr/>
          </p:nvSpPr>
          <p:spPr bwMode="auto">
            <a:xfrm>
              <a:off x="1556" y="1769"/>
              <a:ext cx="303" cy="1"/>
            </a:xfrm>
            <a:custGeom>
              <a:avLst/>
              <a:gdLst>
                <a:gd name="T0" fmla="*/ 0 w 1210"/>
                <a:gd name="T1" fmla="*/ 1209 w 1210"/>
                <a:gd name="T2" fmla="*/ 1210 w 12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0">
                  <a:moveTo>
                    <a:pt x="0" y="0"/>
                  </a:moveTo>
                  <a:lnTo>
                    <a:pt x="1209" y="0"/>
                  </a:lnTo>
                  <a:lnTo>
                    <a:pt x="1210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57"/>
            <p:cNvSpPr>
              <a:spLocks/>
            </p:cNvSpPr>
            <p:nvPr/>
          </p:nvSpPr>
          <p:spPr bwMode="auto">
            <a:xfrm>
              <a:off x="1219" y="2029"/>
              <a:ext cx="900" cy="1"/>
            </a:xfrm>
            <a:custGeom>
              <a:avLst/>
              <a:gdLst>
                <a:gd name="T0" fmla="*/ 0 w 3599"/>
                <a:gd name="T1" fmla="*/ 3598 w 3599"/>
                <a:gd name="T2" fmla="*/ 3599 w 35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599">
                  <a:moveTo>
                    <a:pt x="0" y="0"/>
                  </a:moveTo>
                  <a:lnTo>
                    <a:pt x="3598" y="0"/>
                  </a:lnTo>
                  <a:lnTo>
                    <a:pt x="359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58"/>
            <p:cNvSpPr>
              <a:spLocks/>
            </p:cNvSpPr>
            <p:nvPr/>
          </p:nvSpPr>
          <p:spPr bwMode="auto">
            <a:xfrm>
              <a:off x="1219" y="1669"/>
              <a:ext cx="900" cy="1"/>
            </a:xfrm>
            <a:custGeom>
              <a:avLst/>
              <a:gdLst>
                <a:gd name="T0" fmla="*/ 0 w 3599"/>
                <a:gd name="T1" fmla="*/ 3598 w 3599"/>
                <a:gd name="T2" fmla="*/ 3599 w 359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3599">
                  <a:moveTo>
                    <a:pt x="0" y="0"/>
                  </a:moveTo>
                  <a:lnTo>
                    <a:pt x="3598" y="0"/>
                  </a:lnTo>
                  <a:lnTo>
                    <a:pt x="3599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59"/>
            <p:cNvSpPr>
              <a:spLocks/>
            </p:cNvSpPr>
            <p:nvPr/>
          </p:nvSpPr>
          <p:spPr bwMode="auto">
            <a:xfrm>
              <a:off x="1556" y="926"/>
              <a:ext cx="260" cy="743"/>
            </a:xfrm>
            <a:custGeom>
              <a:avLst/>
              <a:gdLst>
                <a:gd name="T0" fmla="*/ 0 w 1041"/>
                <a:gd name="T1" fmla="*/ 0 h 2972"/>
                <a:gd name="T2" fmla="*/ 1040 w 1041"/>
                <a:gd name="T3" fmla="*/ 2972 h 2972"/>
                <a:gd name="T4" fmla="*/ 1041 w 1041"/>
                <a:gd name="T5" fmla="*/ 2972 h 2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1" h="2972">
                  <a:moveTo>
                    <a:pt x="0" y="0"/>
                  </a:moveTo>
                  <a:lnTo>
                    <a:pt x="1040" y="2972"/>
                  </a:lnTo>
                  <a:lnTo>
                    <a:pt x="1041" y="2972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Rectangle 60"/>
            <p:cNvSpPr>
              <a:spLocks noChangeArrowheads="1"/>
            </p:cNvSpPr>
            <p:nvPr/>
          </p:nvSpPr>
          <p:spPr bwMode="auto">
            <a:xfrm>
              <a:off x="1315" y="1051"/>
              <a:ext cx="15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900" b="1">
                  <a:solidFill>
                    <a:srgbClr val="000000"/>
                  </a:solidFill>
                  <a:latin typeface="宋体" charset="-122"/>
                </a:rPr>
                <a:t>β</a:t>
              </a:r>
              <a:endParaRPr lang="en-US" altLang="zh-CN" sz="8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14" name="Rectangle 62"/>
            <p:cNvSpPr>
              <a:spLocks noChangeArrowheads="1"/>
            </p:cNvSpPr>
            <p:nvPr/>
          </p:nvSpPr>
          <p:spPr bwMode="auto">
            <a:xfrm>
              <a:off x="1420" y="1126"/>
              <a:ext cx="16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100" b="1">
                  <a:solidFill>
                    <a:srgbClr val="000000"/>
                  </a:solidFill>
                  <a:latin typeface="宋体" charset="-122"/>
                </a:rPr>
                <a:t>γ</a:t>
              </a:r>
              <a:endParaRPr lang="en-US" altLang="zh-CN" sz="9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15" name="Freeform 63"/>
            <p:cNvSpPr>
              <a:spLocks/>
            </p:cNvSpPr>
            <p:nvPr/>
          </p:nvSpPr>
          <p:spPr bwMode="auto">
            <a:xfrm>
              <a:off x="959" y="926"/>
              <a:ext cx="597" cy="483"/>
            </a:xfrm>
            <a:custGeom>
              <a:avLst/>
              <a:gdLst>
                <a:gd name="T0" fmla="*/ 0 w 2390"/>
                <a:gd name="T1" fmla="*/ 1931 h 1931"/>
                <a:gd name="T2" fmla="*/ 2389 w 2390"/>
                <a:gd name="T3" fmla="*/ 0 h 1931"/>
                <a:gd name="T4" fmla="*/ 2390 w 2390"/>
                <a:gd name="T5" fmla="*/ 0 h 1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0" h="1931">
                  <a:moveTo>
                    <a:pt x="0" y="1931"/>
                  </a:moveTo>
                  <a:lnTo>
                    <a:pt x="2389" y="0"/>
                  </a:lnTo>
                  <a:lnTo>
                    <a:pt x="2390" y="0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64"/>
            <p:cNvSpPr>
              <a:spLocks/>
            </p:cNvSpPr>
            <p:nvPr/>
          </p:nvSpPr>
          <p:spPr bwMode="auto">
            <a:xfrm>
              <a:off x="1455" y="1149"/>
              <a:ext cx="182" cy="21"/>
            </a:xfrm>
            <a:custGeom>
              <a:avLst/>
              <a:gdLst>
                <a:gd name="T0" fmla="*/ 0 w 726"/>
                <a:gd name="T1" fmla="*/ 0 h 86"/>
                <a:gd name="T2" fmla="*/ 360 w 726"/>
                <a:gd name="T3" fmla="*/ 86 h 86"/>
                <a:gd name="T4" fmla="*/ 725 w 726"/>
                <a:gd name="T5" fmla="*/ 33 h 86"/>
                <a:gd name="T6" fmla="*/ 726 w 726"/>
                <a:gd name="T7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6" h="86">
                  <a:moveTo>
                    <a:pt x="0" y="0"/>
                  </a:moveTo>
                  <a:lnTo>
                    <a:pt x="360" y="86"/>
                  </a:lnTo>
                  <a:lnTo>
                    <a:pt x="725" y="33"/>
                  </a:lnTo>
                  <a:lnTo>
                    <a:pt x="726" y="33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65"/>
            <p:cNvSpPr>
              <a:spLocks/>
            </p:cNvSpPr>
            <p:nvPr/>
          </p:nvSpPr>
          <p:spPr bwMode="auto">
            <a:xfrm>
              <a:off x="1329" y="699"/>
              <a:ext cx="1" cy="843"/>
            </a:xfrm>
            <a:custGeom>
              <a:avLst/>
              <a:gdLst>
                <a:gd name="T0" fmla="*/ 0 w 2"/>
                <a:gd name="T1" fmla="*/ 0 h 3371"/>
                <a:gd name="T2" fmla="*/ 0 w 2"/>
                <a:gd name="T3" fmla="*/ 3371 h 3371"/>
                <a:gd name="T4" fmla="*/ 2 w 2"/>
                <a:gd name="T5" fmla="*/ 3371 h 3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371">
                  <a:moveTo>
                    <a:pt x="0" y="0"/>
                  </a:moveTo>
                  <a:lnTo>
                    <a:pt x="0" y="3371"/>
                  </a:lnTo>
                  <a:lnTo>
                    <a:pt x="2" y="337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66"/>
            <p:cNvSpPr>
              <a:spLocks/>
            </p:cNvSpPr>
            <p:nvPr/>
          </p:nvSpPr>
          <p:spPr bwMode="auto">
            <a:xfrm>
              <a:off x="1556" y="926"/>
              <a:ext cx="1" cy="843"/>
            </a:xfrm>
            <a:custGeom>
              <a:avLst/>
              <a:gdLst>
                <a:gd name="T0" fmla="*/ 0 w 1"/>
                <a:gd name="T1" fmla="*/ 3371 h 3371"/>
                <a:gd name="T2" fmla="*/ 0 w 1"/>
                <a:gd name="T3" fmla="*/ 0 h 3371"/>
                <a:gd name="T4" fmla="*/ 1 w 1"/>
                <a:gd name="T5" fmla="*/ 0 h 3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371">
                  <a:moveTo>
                    <a:pt x="0" y="33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67"/>
            <p:cNvSpPr>
              <a:spLocks/>
            </p:cNvSpPr>
            <p:nvPr/>
          </p:nvSpPr>
          <p:spPr bwMode="auto">
            <a:xfrm>
              <a:off x="1219" y="926"/>
              <a:ext cx="337" cy="743"/>
            </a:xfrm>
            <a:custGeom>
              <a:avLst/>
              <a:gdLst>
                <a:gd name="T0" fmla="*/ 1349 w 1349"/>
                <a:gd name="T1" fmla="*/ 0 h 2972"/>
                <a:gd name="T2" fmla="*/ 0 w 1349"/>
                <a:gd name="T3" fmla="*/ 2972 h 2972"/>
                <a:gd name="T4" fmla="*/ 1 w 1349"/>
                <a:gd name="T5" fmla="*/ 2972 h 2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9" h="2972">
                  <a:moveTo>
                    <a:pt x="1349" y="0"/>
                  </a:moveTo>
                  <a:lnTo>
                    <a:pt x="0" y="2972"/>
                  </a:lnTo>
                  <a:lnTo>
                    <a:pt x="1" y="2972"/>
                  </a:lnTo>
                </a:path>
              </a:pathLst>
            </a:custGeom>
            <a:noFill/>
            <a:ln w="5715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Rectangle 68"/>
            <p:cNvSpPr>
              <a:spLocks noChangeArrowheads="1"/>
            </p:cNvSpPr>
            <p:nvPr/>
          </p:nvSpPr>
          <p:spPr bwMode="auto">
            <a:xfrm>
              <a:off x="602" y="97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22" name="Rectangle 70"/>
            <p:cNvSpPr>
              <a:spLocks noChangeArrowheads="1"/>
            </p:cNvSpPr>
            <p:nvPr/>
          </p:nvSpPr>
          <p:spPr bwMode="auto">
            <a:xfrm>
              <a:off x="1082" y="1610"/>
              <a:ext cx="8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23" name="Freeform 71"/>
            <p:cNvSpPr>
              <a:spLocks/>
            </p:cNvSpPr>
            <p:nvPr/>
          </p:nvSpPr>
          <p:spPr bwMode="auto">
            <a:xfrm>
              <a:off x="731" y="699"/>
              <a:ext cx="598" cy="483"/>
            </a:xfrm>
            <a:custGeom>
              <a:avLst/>
              <a:gdLst>
                <a:gd name="T0" fmla="*/ 0 w 2391"/>
                <a:gd name="T1" fmla="*/ 1931 h 1931"/>
                <a:gd name="T2" fmla="*/ 2389 w 2391"/>
                <a:gd name="T3" fmla="*/ 0 h 1931"/>
                <a:gd name="T4" fmla="*/ 2391 w 2391"/>
                <a:gd name="T5" fmla="*/ 0 h 1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1" h="1931">
                  <a:moveTo>
                    <a:pt x="0" y="1931"/>
                  </a:moveTo>
                  <a:lnTo>
                    <a:pt x="2389" y="0"/>
                  </a:lnTo>
                  <a:lnTo>
                    <a:pt x="2391" y="0"/>
                  </a:lnTo>
                </a:path>
              </a:pathLst>
            </a:custGeom>
            <a:noFill/>
            <a:ln w="5715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75"/>
            <p:cNvSpPr>
              <a:spLocks/>
            </p:cNvSpPr>
            <p:nvPr/>
          </p:nvSpPr>
          <p:spPr bwMode="auto">
            <a:xfrm>
              <a:off x="731" y="1182"/>
              <a:ext cx="488" cy="487"/>
            </a:xfrm>
            <a:custGeom>
              <a:avLst/>
              <a:gdLst>
                <a:gd name="T0" fmla="*/ 0 w 1951"/>
                <a:gd name="T1" fmla="*/ 0 h 1951"/>
                <a:gd name="T2" fmla="*/ 1950 w 1951"/>
                <a:gd name="T3" fmla="*/ 1951 h 1951"/>
                <a:gd name="T4" fmla="*/ 1951 w 1951"/>
                <a:gd name="T5" fmla="*/ 1951 h 1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1" h="1951">
                  <a:moveTo>
                    <a:pt x="0" y="0"/>
                  </a:moveTo>
                  <a:lnTo>
                    <a:pt x="1950" y="1951"/>
                  </a:lnTo>
                  <a:lnTo>
                    <a:pt x="1951" y="1951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77"/>
            <p:cNvSpPr>
              <a:spLocks/>
            </p:cNvSpPr>
            <p:nvPr/>
          </p:nvSpPr>
          <p:spPr bwMode="auto">
            <a:xfrm>
              <a:off x="1329" y="1542"/>
              <a:ext cx="227" cy="227"/>
            </a:xfrm>
            <a:custGeom>
              <a:avLst/>
              <a:gdLst>
                <a:gd name="T0" fmla="*/ 0 w 911"/>
                <a:gd name="T1" fmla="*/ 0 h 910"/>
                <a:gd name="T2" fmla="*/ 910 w 911"/>
                <a:gd name="T3" fmla="*/ 910 h 910"/>
                <a:gd name="T4" fmla="*/ 911 w 911"/>
                <a:gd name="T5" fmla="*/ 91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11" h="910">
                  <a:moveTo>
                    <a:pt x="0" y="0"/>
                  </a:moveTo>
                  <a:lnTo>
                    <a:pt x="910" y="910"/>
                  </a:lnTo>
                  <a:lnTo>
                    <a:pt x="911" y="91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78"/>
            <p:cNvSpPr>
              <a:spLocks/>
            </p:cNvSpPr>
            <p:nvPr/>
          </p:nvSpPr>
          <p:spPr bwMode="auto">
            <a:xfrm>
              <a:off x="1219" y="1409"/>
              <a:ext cx="337" cy="260"/>
            </a:xfrm>
            <a:custGeom>
              <a:avLst/>
              <a:gdLst>
                <a:gd name="T0" fmla="*/ 0 w 1350"/>
                <a:gd name="T1" fmla="*/ 1041 h 1041"/>
                <a:gd name="T2" fmla="*/ 1349 w 1350"/>
                <a:gd name="T3" fmla="*/ 0 h 1041"/>
                <a:gd name="T4" fmla="*/ 1350 w 1350"/>
                <a:gd name="T5" fmla="*/ 0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0" h="1041">
                  <a:moveTo>
                    <a:pt x="0" y="1041"/>
                  </a:moveTo>
                  <a:lnTo>
                    <a:pt x="1349" y="0"/>
                  </a:lnTo>
                  <a:lnTo>
                    <a:pt x="1350" y="0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79"/>
            <p:cNvSpPr>
              <a:spLocks/>
            </p:cNvSpPr>
            <p:nvPr/>
          </p:nvSpPr>
          <p:spPr bwMode="auto">
            <a:xfrm>
              <a:off x="1219" y="1769"/>
              <a:ext cx="337" cy="260"/>
            </a:xfrm>
            <a:custGeom>
              <a:avLst/>
              <a:gdLst>
                <a:gd name="T0" fmla="*/ 0 w 1350"/>
                <a:gd name="T1" fmla="*/ 1041 h 1041"/>
                <a:gd name="T2" fmla="*/ 1349 w 1350"/>
                <a:gd name="T3" fmla="*/ 0 h 1041"/>
                <a:gd name="T4" fmla="*/ 1350 w 1350"/>
                <a:gd name="T5" fmla="*/ 0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50" h="1041">
                  <a:moveTo>
                    <a:pt x="0" y="1041"/>
                  </a:moveTo>
                  <a:lnTo>
                    <a:pt x="1349" y="0"/>
                  </a:lnTo>
                  <a:lnTo>
                    <a:pt x="1350" y="0"/>
                  </a:lnTo>
                </a:path>
              </a:pathLst>
            </a:custGeom>
            <a:noFill/>
            <a:ln w="5715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Rectangle 80"/>
            <p:cNvSpPr>
              <a:spLocks noChangeArrowheads="1"/>
            </p:cNvSpPr>
            <p:nvPr/>
          </p:nvSpPr>
          <p:spPr bwMode="auto">
            <a:xfrm>
              <a:off x="1574" y="1730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33" name="Rectangle 81"/>
            <p:cNvSpPr>
              <a:spLocks noChangeArrowheads="1"/>
            </p:cNvSpPr>
            <p:nvPr/>
          </p:nvSpPr>
          <p:spPr bwMode="auto">
            <a:xfrm>
              <a:off x="1376" y="1301"/>
              <a:ext cx="1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ym typeface="Symbol" charset="2"/>
                </a:rPr>
                <a:t></a:t>
              </a:r>
              <a:endParaRPr lang="en-US" altLang="zh-CN" sz="3200" b="1">
                <a:solidFill>
                  <a:srgbClr val="FF3300"/>
                </a:solidFill>
                <a:sym typeface="Symbol" charset="2"/>
              </a:endParaRPr>
            </a:p>
          </p:txBody>
        </p:sp>
        <p:sp>
          <p:nvSpPr>
            <p:cNvPr id="23634" name="Freeform 82"/>
            <p:cNvSpPr>
              <a:spLocks/>
            </p:cNvSpPr>
            <p:nvPr/>
          </p:nvSpPr>
          <p:spPr bwMode="auto">
            <a:xfrm>
              <a:off x="1219" y="1669"/>
              <a:ext cx="1" cy="360"/>
            </a:xfrm>
            <a:custGeom>
              <a:avLst/>
              <a:gdLst>
                <a:gd name="T0" fmla="*/ 0 w 1"/>
                <a:gd name="T1" fmla="*/ 1440 h 1440"/>
                <a:gd name="T2" fmla="*/ 0 w 1"/>
                <a:gd name="T3" fmla="*/ 0 h 1440"/>
                <a:gd name="T4" fmla="*/ 1 w 1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440">
                  <a:moveTo>
                    <a:pt x="0" y="14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83"/>
            <p:cNvSpPr>
              <a:spLocks/>
            </p:cNvSpPr>
            <p:nvPr/>
          </p:nvSpPr>
          <p:spPr bwMode="auto">
            <a:xfrm>
              <a:off x="1319" y="1447"/>
              <a:ext cx="93" cy="74"/>
            </a:xfrm>
            <a:custGeom>
              <a:avLst/>
              <a:gdLst>
                <a:gd name="T0" fmla="*/ 93 w 93"/>
                <a:gd name="T1" fmla="*/ 74 h 74"/>
                <a:gd name="T2" fmla="*/ 63 w 93"/>
                <a:gd name="T3" fmla="*/ 31 h 74"/>
                <a:gd name="T4" fmla="*/ 0 w 93"/>
                <a:gd name="T5" fmla="*/ 0 h 74"/>
                <a:gd name="T6" fmla="*/ 0 w 93"/>
                <a:gd name="T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74">
                  <a:moveTo>
                    <a:pt x="93" y="74"/>
                  </a:moveTo>
                  <a:lnTo>
                    <a:pt x="63" y="3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Rectangle 84"/>
            <p:cNvSpPr>
              <a:spLocks noChangeArrowheads="1"/>
            </p:cNvSpPr>
            <p:nvPr/>
          </p:nvSpPr>
          <p:spPr bwMode="auto">
            <a:xfrm>
              <a:off x="430" y="477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38" name="Rectangle 86"/>
            <p:cNvSpPr>
              <a:spLocks noChangeArrowheads="1"/>
            </p:cNvSpPr>
            <p:nvPr/>
          </p:nvSpPr>
          <p:spPr bwMode="auto">
            <a:xfrm>
              <a:off x="1509" y="703"/>
              <a:ext cx="8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B</a:t>
              </a:r>
              <a:endParaRPr lang="en-US" altLang="zh-CN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39" name="Rectangle 87"/>
            <p:cNvSpPr>
              <a:spLocks noChangeArrowheads="1"/>
            </p:cNvSpPr>
            <p:nvPr/>
          </p:nvSpPr>
          <p:spPr bwMode="auto">
            <a:xfrm>
              <a:off x="1279" y="502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40" name="Rectangle 88"/>
            <p:cNvSpPr>
              <a:spLocks noChangeArrowheads="1"/>
            </p:cNvSpPr>
            <p:nvPr/>
          </p:nvSpPr>
          <p:spPr bwMode="auto">
            <a:xfrm>
              <a:off x="2211" y="1102"/>
              <a:ext cx="9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200" b="1">
                  <a:solidFill>
                    <a:srgbClr val="000000"/>
                  </a:solidFill>
                  <a:latin typeface="宋体" charset="-122"/>
                </a:rPr>
                <a:t>W</a:t>
              </a:r>
              <a:endParaRPr lang="en-US" altLang="zh-CN" sz="7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43" name="Freeform 91"/>
            <p:cNvSpPr>
              <a:spLocks/>
            </p:cNvSpPr>
            <p:nvPr/>
          </p:nvSpPr>
          <p:spPr bwMode="auto">
            <a:xfrm>
              <a:off x="1426" y="1032"/>
              <a:ext cx="61" cy="47"/>
            </a:xfrm>
            <a:custGeom>
              <a:avLst/>
              <a:gdLst>
                <a:gd name="T0" fmla="*/ 0 w 61"/>
                <a:gd name="T1" fmla="*/ 0 h 47"/>
                <a:gd name="T2" fmla="*/ 20 w 61"/>
                <a:gd name="T3" fmla="*/ 30 h 47"/>
                <a:gd name="T4" fmla="*/ 61 w 61"/>
                <a:gd name="T5" fmla="*/ 47 h 47"/>
                <a:gd name="T6" fmla="*/ 61 w 61"/>
                <a:gd name="T7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20" y="30"/>
                  </a:lnTo>
                  <a:lnTo>
                    <a:pt x="61" y="47"/>
                  </a:lnTo>
                  <a:lnTo>
                    <a:pt x="61" y="47"/>
                  </a:lnTo>
                </a:path>
              </a:pathLst>
            </a:custGeom>
            <a:noFill/>
            <a:ln w="19050" cmpd="sng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92"/>
            <p:cNvSpPr>
              <a:spLocks/>
            </p:cNvSpPr>
            <p:nvPr/>
          </p:nvSpPr>
          <p:spPr bwMode="auto">
            <a:xfrm>
              <a:off x="1329" y="699"/>
              <a:ext cx="302" cy="1"/>
            </a:xfrm>
            <a:custGeom>
              <a:avLst/>
              <a:gdLst>
                <a:gd name="T0" fmla="*/ 0 w 1211"/>
                <a:gd name="T1" fmla="*/ 1210 w 1211"/>
                <a:gd name="T2" fmla="*/ 1211 w 12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211">
                  <a:moveTo>
                    <a:pt x="0" y="0"/>
                  </a:moveTo>
                  <a:lnTo>
                    <a:pt x="1210" y="0"/>
                  </a:lnTo>
                  <a:lnTo>
                    <a:pt x="121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93"/>
            <p:cNvSpPr>
              <a:spLocks/>
            </p:cNvSpPr>
            <p:nvPr/>
          </p:nvSpPr>
          <p:spPr bwMode="auto">
            <a:xfrm>
              <a:off x="1858" y="926"/>
              <a:ext cx="1" cy="843"/>
            </a:xfrm>
            <a:custGeom>
              <a:avLst/>
              <a:gdLst>
                <a:gd name="T0" fmla="*/ 0 w 1"/>
                <a:gd name="T1" fmla="*/ 3371 h 3371"/>
                <a:gd name="T2" fmla="*/ 0 w 1"/>
                <a:gd name="T3" fmla="*/ 0 h 3371"/>
                <a:gd name="T4" fmla="*/ 1 w 1"/>
                <a:gd name="T5" fmla="*/ 0 h 3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371">
                  <a:moveTo>
                    <a:pt x="0" y="33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Rectangle 94"/>
            <p:cNvSpPr>
              <a:spLocks noChangeArrowheads="1"/>
            </p:cNvSpPr>
            <p:nvPr/>
          </p:nvSpPr>
          <p:spPr bwMode="auto">
            <a:xfrm>
              <a:off x="2147" y="1541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47" name="Freeform 95"/>
            <p:cNvSpPr>
              <a:spLocks/>
            </p:cNvSpPr>
            <p:nvPr/>
          </p:nvSpPr>
          <p:spPr bwMode="auto">
            <a:xfrm>
              <a:off x="1864" y="920"/>
              <a:ext cx="249" cy="749"/>
            </a:xfrm>
            <a:custGeom>
              <a:avLst/>
              <a:gdLst>
                <a:gd name="T0" fmla="*/ 0 w 1041"/>
                <a:gd name="T1" fmla="*/ 0 h 2972"/>
                <a:gd name="T2" fmla="*/ 1040 w 1041"/>
                <a:gd name="T3" fmla="*/ 2972 h 2972"/>
                <a:gd name="T4" fmla="*/ 1041 w 1041"/>
                <a:gd name="T5" fmla="*/ 2972 h 29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1" h="2972">
                  <a:moveTo>
                    <a:pt x="0" y="0"/>
                  </a:moveTo>
                  <a:lnTo>
                    <a:pt x="1040" y="2972"/>
                  </a:lnTo>
                  <a:lnTo>
                    <a:pt x="1041" y="2972"/>
                  </a:lnTo>
                </a:path>
              </a:pathLst>
            </a:custGeom>
            <a:noFill/>
            <a:ln w="57150" cmpd="sng">
              <a:solidFill>
                <a:srgbClr val="FF33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Text Box 98"/>
            <p:cNvSpPr txBox="1">
              <a:spLocks noChangeArrowheads="1"/>
            </p:cNvSpPr>
            <p:nvPr/>
          </p:nvSpPr>
          <p:spPr bwMode="auto">
            <a:xfrm>
              <a:off x="1322" y="468"/>
              <a:ext cx="1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3651" name="Text Box 99"/>
            <p:cNvSpPr txBox="1">
              <a:spLocks noChangeArrowheads="1"/>
            </p:cNvSpPr>
            <p:nvPr/>
          </p:nvSpPr>
          <p:spPr bwMode="auto">
            <a:xfrm>
              <a:off x="646" y="985"/>
              <a:ext cx="1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23652" name="Rectangle 100"/>
            <p:cNvSpPr>
              <a:spLocks noChangeArrowheads="1"/>
            </p:cNvSpPr>
            <p:nvPr/>
          </p:nvSpPr>
          <p:spPr bwMode="auto">
            <a:xfrm>
              <a:off x="1866" y="716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b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3653" name="Text Box 101"/>
            <p:cNvSpPr txBox="1">
              <a:spLocks noChangeArrowheads="1"/>
            </p:cNvSpPr>
            <p:nvPr/>
          </p:nvSpPr>
          <p:spPr bwMode="auto">
            <a:xfrm>
              <a:off x="1877" y="692"/>
              <a:ext cx="1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dirty="0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3654" name="Text Box 102"/>
            <p:cNvSpPr txBox="1">
              <a:spLocks noChangeArrowheads="1"/>
            </p:cNvSpPr>
            <p:nvPr/>
          </p:nvSpPr>
          <p:spPr bwMode="auto">
            <a:xfrm>
              <a:off x="2148" y="1506"/>
              <a:ext cx="1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1" dirty="0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3695" name="Line 143"/>
            <p:cNvSpPr>
              <a:spLocks noChangeShapeType="1"/>
            </p:cNvSpPr>
            <p:nvPr/>
          </p:nvSpPr>
          <p:spPr bwMode="auto">
            <a:xfrm>
              <a:off x="731" y="1182"/>
              <a:ext cx="0" cy="3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97" name="Line 145"/>
            <p:cNvSpPr>
              <a:spLocks noChangeShapeType="1"/>
            </p:cNvSpPr>
            <p:nvPr/>
          </p:nvSpPr>
          <p:spPr bwMode="auto">
            <a:xfrm>
              <a:off x="730" y="1548"/>
              <a:ext cx="486" cy="4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98" name="Line 146"/>
            <p:cNvSpPr>
              <a:spLocks noChangeShapeType="1"/>
            </p:cNvSpPr>
            <p:nvPr/>
          </p:nvSpPr>
          <p:spPr bwMode="auto">
            <a:xfrm flipV="1">
              <a:off x="2106" y="1664"/>
              <a:ext cx="0" cy="3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99" name="Line 147"/>
            <p:cNvSpPr>
              <a:spLocks noChangeShapeType="1"/>
            </p:cNvSpPr>
            <p:nvPr/>
          </p:nvSpPr>
          <p:spPr bwMode="auto">
            <a:xfrm>
              <a:off x="1325" y="691"/>
              <a:ext cx="230" cy="2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00" name="Line 148"/>
            <p:cNvSpPr>
              <a:spLocks noChangeShapeType="1"/>
            </p:cNvSpPr>
            <p:nvPr/>
          </p:nvSpPr>
          <p:spPr bwMode="auto">
            <a:xfrm>
              <a:off x="1632" y="691"/>
              <a:ext cx="230" cy="2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B62050-2411-4014-AA1D-67B6224C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1A03A-9C53-4A99-AAD2-039C8C23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F5C8-2DEC-6149-B6E1-920C2F504276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101FB-CBD2-4F60-A695-F75C0563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6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90" grpId="0" autoUpdateAnimBg="0"/>
      <p:bldP spid="2369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2F6038AA-F879-B996-A587-931FCBAE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2.3.2 </a:t>
            </a:r>
            <a:r>
              <a:rPr lang="zh-CN" altLang="en-US" dirty="0"/>
              <a:t>一般位置线段的实长求法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E3BB3-1DE6-4B87-BA09-82BE3888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E05F1-BD5F-F549-9C3B-7A03053C080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F048C-1824-40AA-AC47-8684F980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252852-A01C-41D3-BE5D-6016866B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F72B6D7-3CDE-4628-8651-C38A510D76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1937155"/>
            <a:ext cx="7886700" cy="36250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AE83B63-551B-4E96-BA94-111B394E8768}"/>
              </a:ext>
            </a:extLst>
          </p:cNvPr>
          <p:cNvSpPr txBox="1"/>
          <p:nvPr/>
        </p:nvSpPr>
        <p:spPr>
          <a:xfrm>
            <a:off x="4181681" y="1684474"/>
            <a:ext cx="499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z</a:t>
            </a:r>
            <a:endParaRPr lang="zh-CN" altLang="en-US" sz="2000" dirty="0"/>
          </a:p>
        </p:txBody>
      </p:sp>
      <p:pic>
        <p:nvPicPr>
          <p:cNvPr id="6" name="内容占位符 3">
            <a:extLst>
              <a:ext uri="{FF2B5EF4-FFF2-40B4-BE49-F238E27FC236}">
                <a16:creationId xmlns:a16="http://schemas.microsoft.com/office/drawing/2014/main" id="{C7C30588-7860-4898-8FA1-5F2FDC3C4D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7" t="1216" r="53113" b="9342"/>
          <a:stretch/>
        </p:blipFill>
        <p:spPr>
          <a:xfrm>
            <a:off x="2790176" y="1068702"/>
            <a:ext cx="6438492" cy="571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5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4299" y="417169"/>
            <a:ext cx="6834201" cy="726954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求线段</a:t>
            </a:r>
            <a:r>
              <a:rPr lang="en-US" altLang="zh-CN" sz="2800" dirty="0"/>
              <a:t>AB</a:t>
            </a:r>
            <a:r>
              <a:rPr lang="zh-CN" altLang="en-US" sz="2800" dirty="0"/>
              <a:t>实长及其对</a:t>
            </a:r>
            <a:r>
              <a:rPr lang="en-US" altLang="zh-CN" sz="2800" dirty="0"/>
              <a:t>H</a:t>
            </a:r>
            <a:r>
              <a:rPr lang="zh-CN" altLang="en-US" sz="2800" dirty="0"/>
              <a:t>面的夹角（</a:t>
            </a:r>
            <a:r>
              <a:rPr lang="en-US" altLang="zh-CN" sz="2800" dirty="0"/>
              <a:t>P41</a:t>
            </a:r>
            <a:r>
              <a:rPr lang="zh-CN" altLang="en-US" sz="2800" dirty="0"/>
              <a:t>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650" y="1889519"/>
            <a:ext cx="7886700" cy="3720315"/>
          </a:xfrm>
        </p:spPr>
      </p:pic>
      <p:sp>
        <p:nvSpPr>
          <p:cNvPr id="5" name="矩形 4"/>
          <p:cNvSpPr/>
          <p:nvPr/>
        </p:nvSpPr>
        <p:spPr>
          <a:xfrm>
            <a:off x="3371590" y="5204565"/>
            <a:ext cx="1121079" cy="5010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20100000">
            <a:off x="7662769" y="4000881"/>
            <a:ext cx="2183677" cy="114388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932129" y="5238337"/>
            <a:ext cx="5387119" cy="114388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268691" y="344655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824233" y="1793747"/>
            <a:ext cx="3161628" cy="31315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298377" y="5609834"/>
                <a:ext cx="236795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AC=ab</a:t>
                </a:r>
              </a:p>
              <a:p>
                <a:r>
                  <a:rPr lang="en-US" altLang="zh-CN" sz="2400" dirty="0"/>
                  <a:t>BC=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377" y="5609834"/>
                <a:ext cx="2367956" cy="830997"/>
              </a:xfrm>
              <a:prstGeom prst="rect">
                <a:avLst/>
              </a:prstGeom>
              <a:blipFill>
                <a:blip r:embed="rId4"/>
                <a:stretch>
                  <a:fillRect l="-3866" t="-583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FDB30-414E-4516-A5D5-55966F47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C5B46-3064-7D4D-9C3C-868CF43AF71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E1398F-7C3D-4416-BF14-BAFB37C2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685913-E63D-4801-9DD7-8EB41CDC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2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613" y="364535"/>
            <a:ext cx="7024580" cy="726954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求线段</a:t>
            </a:r>
            <a:r>
              <a:rPr lang="en-US" altLang="zh-CN" sz="2800" dirty="0"/>
              <a:t>AB</a:t>
            </a:r>
            <a:r>
              <a:rPr lang="zh-CN" altLang="en-US" sz="2800" dirty="0"/>
              <a:t>的实长及其对</a:t>
            </a:r>
            <a:r>
              <a:rPr lang="en-US" altLang="zh-CN" sz="2800" dirty="0"/>
              <a:t>V</a:t>
            </a:r>
            <a:r>
              <a:rPr lang="zh-CN" altLang="en-US" sz="2800" dirty="0"/>
              <a:t>面的夹角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663" b="12456"/>
          <a:stretch/>
        </p:blipFill>
        <p:spPr>
          <a:xfrm>
            <a:off x="2152650" y="1947212"/>
            <a:ext cx="7886700" cy="3262894"/>
          </a:xfrm>
        </p:spPr>
      </p:pic>
      <p:sp>
        <p:nvSpPr>
          <p:cNvPr id="5" name="文本框 4"/>
          <p:cNvSpPr txBox="1"/>
          <p:nvPr/>
        </p:nvSpPr>
        <p:spPr>
          <a:xfrm>
            <a:off x="9510198" y="226955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b'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563922" y="367185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079305" y="1543736"/>
            <a:ext cx="4161099" cy="44820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298378" y="5609834"/>
                <a:ext cx="122597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DB=</a:t>
                </a:r>
                <a:r>
                  <a:rPr lang="en-US" altLang="zh-CN" sz="2400" dirty="0" err="1"/>
                  <a:t>a’b</a:t>
                </a:r>
                <a:r>
                  <a:rPr lang="en-US" altLang="zh-CN" sz="2400" dirty="0"/>
                  <a:t>’</a:t>
                </a:r>
              </a:p>
              <a:p>
                <a:r>
                  <a:rPr lang="en-US" altLang="zh-CN" sz="2400" dirty="0"/>
                  <a:t>AD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378" y="5609834"/>
                <a:ext cx="1225977" cy="830997"/>
              </a:xfrm>
              <a:prstGeom prst="rect">
                <a:avLst/>
              </a:prstGeom>
              <a:blipFill>
                <a:blip r:embed="rId4"/>
                <a:stretch>
                  <a:fillRect l="-7463" t="-5839" r="-995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342181-3677-421E-9621-66FF8BDD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401C-FA73-414C-95A9-D77550140D8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B74A4C-4290-472B-9B66-B78F099D8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43E1EE-C8C0-4A96-8146-5B85B9084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3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63" name="Group 175"/>
          <p:cNvGrpSpPr>
            <a:grpSpLocks/>
          </p:cNvGrpSpPr>
          <p:nvPr/>
        </p:nvGrpSpPr>
        <p:grpSpPr bwMode="auto">
          <a:xfrm>
            <a:off x="6335713" y="1418477"/>
            <a:ext cx="2844800" cy="2825750"/>
            <a:chOff x="3028" y="590"/>
            <a:chExt cx="1792" cy="1780"/>
          </a:xfrm>
        </p:grpSpPr>
        <p:sp>
          <p:nvSpPr>
            <p:cNvPr id="89255" name="Line 167"/>
            <p:cNvSpPr>
              <a:spLocks noChangeShapeType="1"/>
            </p:cNvSpPr>
            <p:nvPr/>
          </p:nvSpPr>
          <p:spPr bwMode="auto">
            <a:xfrm>
              <a:off x="3496" y="1045"/>
              <a:ext cx="88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2" name="Line 154"/>
            <p:cNvSpPr>
              <a:spLocks noChangeShapeType="1"/>
            </p:cNvSpPr>
            <p:nvPr/>
          </p:nvSpPr>
          <p:spPr bwMode="auto">
            <a:xfrm>
              <a:off x="3220" y="1271"/>
              <a:ext cx="13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1" name="Line 153"/>
            <p:cNvSpPr>
              <a:spLocks noChangeShapeType="1"/>
            </p:cNvSpPr>
            <p:nvPr/>
          </p:nvSpPr>
          <p:spPr bwMode="auto">
            <a:xfrm>
              <a:off x="3729" y="864"/>
              <a:ext cx="52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3" name="Line 155"/>
            <p:cNvSpPr>
              <a:spLocks noChangeShapeType="1"/>
            </p:cNvSpPr>
            <p:nvPr/>
          </p:nvSpPr>
          <p:spPr bwMode="auto">
            <a:xfrm>
              <a:off x="3721" y="1838"/>
              <a:ext cx="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4" name="Line 156"/>
            <p:cNvSpPr>
              <a:spLocks noChangeShapeType="1"/>
            </p:cNvSpPr>
            <p:nvPr/>
          </p:nvSpPr>
          <p:spPr bwMode="auto">
            <a:xfrm>
              <a:off x="3510" y="1984"/>
              <a:ext cx="8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5" name="Line 157"/>
            <p:cNvSpPr>
              <a:spLocks noChangeShapeType="1"/>
            </p:cNvSpPr>
            <p:nvPr/>
          </p:nvSpPr>
          <p:spPr bwMode="auto">
            <a:xfrm>
              <a:off x="3220" y="2151"/>
              <a:ext cx="13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0" name="Line 152"/>
            <p:cNvSpPr>
              <a:spLocks noChangeShapeType="1"/>
            </p:cNvSpPr>
            <p:nvPr/>
          </p:nvSpPr>
          <p:spPr bwMode="auto">
            <a:xfrm>
              <a:off x="3983" y="1569"/>
              <a:ext cx="640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39" name="Line 151"/>
            <p:cNvSpPr>
              <a:spLocks noChangeShapeType="1"/>
            </p:cNvSpPr>
            <p:nvPr/>
          </p:nvSpPr>
          <p:spPr bwMode="auto">
            <a:xfrm>
              <a:off x="3983" y="769"/>
              <a:ext cx="0" cy="14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38" name="Line 150"/>
            <p:cNvSpPr>
              <a:spLocks noChangeShapeType="1"/>
            </p:cNvSpPr>
            <p:nvPr/>
          </p:nvSpPr>
          <p:spPr bwMode="auto">
            <a:xfrm>
              <a:off x="3125" y="1569"/>
              <a:ext cx="157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7" name="Rectangle 39"/>
            <p:cNvSpPr>
              <a:spLocks noChangeArrowheads="1"/>
            </p:cNvSpPr>
            <p:nvPr/>
          </p:nvSpPr>
          <p:spPr bwMode="auto">
            <a:xfrm>
              <a:off x="3389" y="881"/>
              <a:ext cx="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67" name="Rectangle 79"/>
            <p:cNvSpPr>
              <a:spLocks noChangeArrowheads="1"/>
            </p:cNvSpPr>
            <p:nvPr/>
          </p:nvSpPr>
          <p:spPr bwMode="auto">
            <a:xfrm>
              <a:off x="3111" y="207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69" name="Rectangle 81"/>
            <p:cNvSpPr>
              <a:spLocks noChangeArrowheads="1"/>
            </p:cNvSpPr>
            <p:nvPr/>
          </p:nvSpPr>
          <p:spPr bwMode="auto">
            <a:xfrm>
              <a:off x="3372" y="1800"/>
              <a:ext cx="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72" name="Rectangle 84"/>
            <p:cNvSpPr>
              <a:spLocks noChangeArrowheads="1"/>
            </p:cNvSpPr>
            <p:nvPr/>
          </p:nvSpPr>
          <p:spPr bwMode="auto">
            <a:xfrm>
              <a:off x="3028" y="1478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73" name="Rectangle 85"/>
            <p:cNvSpPr>
              <a:spLocks noChangeArrowheads="1"/>
            </p:cNvSpPr>
            <p:nvPr/>
          </p:nvSpPr>
          <p:spPr bwMode="auto">
            <a:xfrm>
              <a:off x="3112" y="1093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sz="2000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76" name="Rectangle 88"/>
            <p:cNvSpPr>
              <a:spLocks noChangeArrowheads="1"/>
            </p:cNvSpPr>
            <p:nvPr/>
          </p:nvSpPr>
          <p:spPr bwMode="auto">
            <a:xfrm>
              <a:off x="3671" y="675"/>
              <a:ext cx="7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sz="200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77" name="Rectangle 89"/>
            <p:cNvSpPr>
              <a:spLocks noChangeArrowheads="1"/>
            </p:cNvSpPr>
            <p:nvPr/>
          </p:nvSpPr>
          <p:spPr bwMode="auto">
            <a:xfrm>
              <a:off x="4422" y="887"/>
              <a:ext cx="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82" name="Rectangle 94"/>
            <p:cNvSpPr>
              <a:spLocks noChangeArrowheads="1"/>
            </p:cNvSpPr>
            <p:nvPr/>
          </p:nvSpPr>
          <p:spPr bwMode="auto">
            <a:xfrm>
              <a:off x="4739" y="1469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Y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83" name="Rectangle 95"/>
            <p:cNvSpPr>
              <a:spLocks noChangeArrowheads="1"/>
            </p:cNvSpPr>
            <p:nvPr/>
          </p:nvSpPr>
          <p:spPr bwMode="auto">
            <a:xfrm>
              <a:off x="4038" y="2178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Y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84" name="Rectangle 96"/>
            <p:cNvSpPr>
              <a:spLocks noChangeArrowheads="1"/>
            </p:cNvSpPr>
            <p:nvPr/>
          </p:nvSpPr>
          <p:spPr bwMode="auto">
            <a:xfrm>
              <a:off x="3770" y="1624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85" name="Rectangle 97"/>
            <p:cNvSpPr>
              <a:spLocks noChangeArrowheads="1"/>
            </p:cNvSpPr>
            <p:nvPr/>
          </p:nvSpPr>
          <p:spPr bwMode="auto">
            <a:xfrm>
              <a:off x="4007" y="1382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87" name="Rectangle 99"/>
            <p:cNvSpPr>
              <a:spLocks noChangeArrowheads="1"/>
            </p:cNvSpPr>
            <p:nvPr/>
          </p:nvSpPr>
          <p:spPr bwMode="auto">
            <a:xfrm>
              <a:off x="4599" y="1166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sz="2000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94" name="Rectangle 106"/>
            <p:cNvSpPr>
              <a:spLocks noChangeArrowheads="1"/>
            </p:cNvSpPr>
            <p:nvPr/>
          </p:nvSpPr>
          <p:spPr bwMode="auto">
            <a:xfrm>
              <a:off x="4005" y="590"/>
              <a:ext cx="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Z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95" name="Rectangle 107"/>
            <p:cNvSpPr>
              <a:spLocks noChangeArrowheads="1"/>
            </p:cNvSpPr>
            <p:nvPr/>
          </p:nvSpPr>
          <p:spPr bwMode="auto">
            <a:xfrm>
              <a:off x="4292" y="702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221" name="Text Box 133"/>
            <p:cNvSpPr txBox="1">
              <a:spLocks noChangeArrowheads="1"/>
            </p:cNvSpPr>
            <p:nvPr/>
          </p:nvSpPr>
          <p:spPr bwMode="auto">
            <a:xfrm>
              <a:off x="3722" y="63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89222" name="Text Box 134"/>
            <p:cNvSpPr txBox="1">
              <a:spLocks noChangeArrowheads="1"/>
            </p:cNvSpPr>
            <p:nvPr/>
          </p:nvSpPr>
          <p:spPr bwMode="auto">
            <a:xfrm>
              <a:off x="4605" y="1131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 dirty="0">
                  <a:latin typeface="Times New Roman" charset="0"/>
                </a:rPr>
                <a:t>″</a:t>
              </a:r>
            </a:p>
          </p:txBody>
        </p:sp>
        <p:sp>
          <p:nvSpPr>
            <p:cNvPr id="89223" name="Text Box 135"/>
            <p:cNvSpPr txBox="1">
              <a:spLocks noChangeArrowheads="1"/>
            </p:cNvSpPr>
            <p:nvPr/>
          </p:nvSpPr>
          <p:spPr bwMode="auto">
            <a:xfrm>
              <a:off x="3441" y="86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89224" name="Text Box 136"/>
            <p:cNvSpPr txBox="1">
              <a:spLocks noChangeArrowheads="1"/>
            </p:cNvSpPr>
            <p:nvPr/>
          </p:nvSpPr>
          <p:spPr bwMode="auto">
            <a:xfrm>
              <a:off x="3172" y="106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89228" name="Text Box 140"/>
            <p:cNvSpPr txBox="1">
              <a:spLocks noChangeArrowheads="1"/>
            </p:cNvSpPr>
            <p:nvPr/>
          </p:nvSpPr>
          <p:spPr bwMode="auto">
            <a:xfrm>
              <a:off x="4420" y="855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 dirty="0">
                  <a:latin typeface="Times New Roman" charset="0"/>
                </a:rPr>
                <a:t>″</a:t>
              </a:r>
            </a:p>
          </p:txBody>
        </p:sp>
        <p:sp>
          <p:nvSpPr>
            <p:cNvPr id="89229" name="Text Box 141"/>
            <p:cNvSpPr txBox="1">
              <a:spLocks noChangeArrowheads="1"/>
            </p:cNvSpPr>
            <p:nvPr/>
          </p:nvSpPr>
          <p:spPr bwMode="auto">
            <a:xfrm>
              <a:off x="4298" y="656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>
                  <a:latin typeface="Times New Roman" charset="0"/>
                </a:rPr>
                <a:t>″</a:t>
              </a:r>
            </a:p>
          </p:txBody>
        </p:sp>
        <p:sp>
          <p:nvSpPr>
            <p:cNvPr id="89246" name="Line 158"/>
            <p:cNvSpPr>
              <a:spLocks noChangeShapeType="1"/>
            </p:cNvSpPr>
            <p:nvPr/>
          </p:nvSpPr>
          <p:spPr bwMode="auto">
            <a:xfrm>
              <a:off x="3220" y="1264"/>
              <a:ext cx="0" cy="8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7" name="Line 159"/>
            <p:cNvSpPr>
              <a:spLocks noChangeShapeType="1"/>
            </p:cNvSpPr>
            <p:nvPr/>
          </p:nvSpPr>
          <p:spPr bwMode="auto">
            <a:xfrm>
              <a:off x="3503" y="1045"/>
              <a:ext cx="0" cy="9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8" name="Line 160"/>
            <p:cNvSpPr>
              <a:spLocks noChangeShapeType="1"/>
            </p:cNvSpPr>
            <p:nvPr/>
          </p:nvSpPr>
          <p:spPr bwMode="auto">
            <a:xfrm>
              <a:off x="3729" y="856"/>
              <a:ext cx="0" cy="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49" name="Line 161"/>
            <p:cNvSpPr>
              <a:spLocks noChangeShapeType="1"/>
            </p:cNvSpPr>
            <p:nvPr/>
          </p:nvSpPr>
          <p:spPr bwMode="auto">
            <a:xfrm>
              <a:off x="4245" y="856"/>
              <a:ext cx="0" cy="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50" name="Line 162"/>
            <p:cNvSpPr>
              <a:spLocks noChangeShapeType="1"/>
            </p:cNvSpPr>
            <p:nvPr/>
          </p:nvSpPr>
          <p:spPr bwMode="auto">
            <a:xfrm flipV="1">
              <a:off x="4390" y="1038"/>
              <a:ext cx="0" cy="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51" name="Line 163"/>
            <p:cNvSpPr>
              <a:spLocks noChangeShapeType="1"/>
            </p:cNvSpPr>
            <p:nvPr/>
          </p:nvSpPr>
          <p:spPr bwMode="auto">
            <a:xfrm flipV="1">
              <a:off x="4558" y="1264"/>
              <a:ext cx="0" cy="8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52" name="Line 164"/>
            <p:cNvSpPr>
              <a:spLocks noChangeShapeType="1"/>
            </p:cNvSpPr>
            <p:nvPr/>
          </p:nvSpPr>
          <p:spPr bwMode="auto">
            <a:xfrm flipV="1">
              <a:off x="3220" y="1831"/>
              <a:ext cx="509" cy="320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53" name="Line 165"/>
            <p:cNvSpPr>
              <a:spLocks noChangeShapeType="1"/>
            </p:cNvSpPr>
            <p:nvPr/>
          </p:nvSpPr>
          <p:spPr bwMode="auto">
            <a:xfrm flipV="1">
              <a:off x="3220" y="864"/>
              <a:ext cx="509" cy="407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54" name="Line 166"/>
            <p:cNvSpPr>
              <a:spLocks noChangeShapeType="1"/>
            </p:cNvSpPr>
            <p:nvPr/>
          </p:nvSpPr>
          <p:spPr bwMode="auto">
            <a:xfrm>
              <a:off x="4245" y="864"/>
              <a:ext cx="313" cy="407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79" name="Freeform 91"/>
            <p:cNvSpPr>
              <a:spLocks/>
            </p:cNvSpPr>
            <p:nvPr/>
          </p:nvSpPr>
          <p:spPr bwMode="auto">
            <a:xfrm>
              <a:off x="3483" y="1027"/>
              <a:ext cx="36" cy="36"/>
            </a:xfrm>
            <a:custGeom>
              <a:avLst/>
              <a:gdLst>
                <a:gd name="T0" fmla="*/ 144 w 145"/>
                <a:gd name="T1" fmla="*/ 71 h 144"/>
                <a:gd name="T2" fmla="*/ 123 w 145"/>
                <a:gd name="T3" fmla="*/ 21 h 144"/>
                <a:gd name="T4" fmla="*/ 72 w 145"/>
                <a:gd name="T5" fmla="*/ 0 h 144"/>
                <a:gd name="T6" fmla="*/ 21 w 145"/>
                <a:gd name="T7" fmla="*/ 21 h 144"/>
                <a:gd name="T8" fmla="*/ 0 w 145"/>
                <a:gd name="T9" fmla="*/ 71 h 144"/>
                <a:gd name="T10" fmla="*/ 21 w 145"/>
                <a:gd name="T11" fmla="*/ 123 h 144"/>
                <a:gd name="T12" fmla="*/ 72 w 145"/>
                <a:gd name="T13" fmla="*/ 144 h 144"/>
                <a:gd name="T14" fmla="*/ 123 w 145"/>
                <a:gd name="T15" fmla="*/ 123 h 144"/>
                <a:gd name="T16" fmla="*/ 144 w 145"/>
                <a:gd name="T17" fmla="*/ 71 h 144"/>
                <a:gd name="T18" fmla="*/ 145 w 145"/>
                <a:gd name="T19" fmla="*/ 7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144" y="71"/>
                  </a:moveTo>
                  <a:lnTo>
                    <a:pt x="123" y="21"/>
                  </a:lnTo>
                  <a:lnTo>
                    <a:pt x="72" y="0"/>
                  </a:lnTo>
                  <a:lnTo>
                    <a:pt x="21" y="21"/>
                  </a:lnTo>
                  <a:lnTo>
                    <a:pt x="0" y="71"/>
                  </a:lnTo>
                  <a:lnTo>
                    <a:pt x="21" y="123"/>
                  </a:lnTo>
                  <a:lnTo>
                    <a:pt x="72" y="144"/>
                  </a:lnTo>
                  <a:lnTo>
                    <a:pt x="123" y="123"/>
                  </a:lnTo>
                  <a:lnTo>
                    <a:pt x="144" y="71"/>
                  </a:lnTo>
                  <a:lnTo>
                    <a:pt x="145" y="71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197" name="Freeform 109"/>
            <p:cNvSpPr>
              <a:spLocks/>
            </p:cNvSpPr>
            <p:nvPr/>
          </p:nvSpPr>
          <p:spPr bwMode="auto">
            <a:xfrm>
              <a:off x="4365" y="1034"/>
              <a:ext cx="36" cy="36"/>
            </a:xfrm>
            <a:custGeom>
              <a:avLst/>
              <a:gdLst>
                <a:gd name="T0" fmla="*/ 144 w 145"/>
                <a:gd name="T1" fmla="*/ 71 h 144"/>
                <a:gd name="T2" fmla="*/ 123 w 145"/>
                <a:gd name="T3" fmla="*/ 21 h 144"/>
                <a:gd name="T4" fmla="*/ 73 w 145"/>
                <a:gd name="T5" fmla="*/ 0 h 144"/>
                <a:gd name="T6" fmla="*/ 22 w 145"/>
                <a:gd name="T7" fmla="*/ 21 h 144"/>
                <a:gd name="T8" fmla="*/ 0 w 145"/>
                <a:gd name="T9" fmla="*/ 71 h 144"/>
                <a:gd name="T10" fmla="*/ 22 w 145"/>
                <a:gd name="T11" fmla="*/ 123 h 144"/>
                <a:gd name="T12" fmla="*/ 73 w 145"/>
                <a:gd name="T13" fmla="*/ 144 h 144"/>
                <a:gd name="T14" fmla="*/ 123 w 145"/>
                <a:gd name="T15" fmla="*/ 123 h 144"/>
                <a:gd name="T16" fmla="*/ 144 w 145"/>
                <a:gd name="T17" fmla="*/ 71 h 144"/>
                <a:gd name="T18" fmla="*/ 145 w 145"/>
                <a:gd name="T19" fmla="*/ 7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144" y="71"/>
                  </a:moveTo>
                  <a:lnTo>
                    <a:pt x="123" y="21"/>
                  </a:lnTo>
                  <a:lnTo>
                    <a:pt x="73" y="0"/>
                  </a:lnTo>
                  <a:lnTo>
                    <a:pt x="22" y="21"/>
                  </a:lnTo>
                  <a:lnTo>
                    <a:pt x="0" y="71"/>
                  </a:lnTo>
                  <a:lnTo>
                    <a:pt x="22" y="123"/>
                  </a:lnTo>
                  <a:lnTo>
                    <a:pt x="73" y="144"/>
                  </a:lnTo>
                  <a:lnTo>
                    <a:pt x="123" y="123"/>
                  </a:lnTo>
                  <a:lnTo>
                    <a:pt x="144" y="71"/>
                  </a:lnTo>
                  <a:lnTo>
                    <a:pt x="145" y="71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170" name="Freeform 82"/>
            <p:cNvSpPr>
              <a:spLocks/>
            </p:cNvSpPr>
            <p:nvPr/>
          </p:nvSpPr>
          <p:spPr bwMode="auto">
            <a:xfrm>
              <a:off x="3483" y="1957"/>
              <a:ext cx="36" cy="37"/>
            </a:xfrm>
            <a:custGeom>
              <a:avLst/>
              <a:gdLst>
                <a:gd name="T0" fmla="*/ 144 w 145"/>
                <a:gd name="T1" fmla="*/ 73 h 145"/>
                <a:gd name="T2" fmla="*/ 123 w 145"/>
                <a:gd name="T3" fmla="*/ 22 h 145"/>
                <a:gd name="T4" fmla="*/ 72 w 145"/>
                <a:gd name="T5" fmla="*/ 0 h 145"/>
                <a:gd name="T6" fmla="*/ 21 w 145"/>
                <a:gd name="T7" fmla="*/ 22 h 145"/>
                <a:gd name="T8" fmla="*/ 0 w 145"/>
                <a:gd name="T9" fmla="*/ 73 h 145"/>
                <a:gd name="T10" fmla="*/ 21 w 145"/>
                <a:gd name="T11" fmla="*/ 123 h 145"/>
                <a:gd name="T12" fmla="*/ 72 w 145"/>
                <a:gd name="T13" fmla="*/ 145 h 145"/>
                <a:gd name="T14" fmla="*/ 123 w 145"/>
                <a:gd name="T15" fmla="*/ 123 h 145"/>
                <a:gd name="T16" fmla="*/ 144 w 145"/>
                <a:gd name="T17" fmla="*/ 73 h 145"/>
                <a:gd name="T18" fmla="*/ 145 w 145"/>
                <a:gd name="T19" fmla="*/ 7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5">
                  <a:moveTo>
                    <a:pt x="144" y="73"/>
                  </a:moveTo>
                  <a:lnTo>
                    <a:pt x="123" y="22"/>
                  </a:lnTo>
                  <a:lnTo>
                    <a:pt x="72" y="0"/>
                  </a:lnTo>
                  <a:lnTo>
                    <a:pt x="21" y="22"/>
                  </a:lnTo>
                  <a:lnTo>
                    <a:pt x="0" y="73"/>
                  </a:lnTo>
                  <a:lnTo>
                    <a:pt x="21" y="123"/>
                  </a:lnTo>
                  <a:lnTo>
                    <a:pt x="72" y="145"/>
                  </a:lnTo>
                  <a:lnTo>
                    <a:pt x="123" y="123"/>
                  </a:lnTo>
                  <a:lnTo>
                    <a:pt x="144" y="73"/>
                  </a:lnTo>
                  <a:lnTo>
                    <a:pt x="145" y="73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257" name="Group 169"/>
          <p:cNvGrpSpPr>
            <a:grpSpLocks/>
          </p:cNvGrpSpPr>
          <p:nvPr/>
        </p:nvGrpSpPr>
        <p:grpSpPr bwMode="auto">
          <a:xfrm>
            <a:off x="2840039" y="1361327"/>
            <a:ext cx="2890837" cy="2760662"/>
            <a:chOff x="638" y="574"/>
            <a:chExt cx="1821" cy="1739"/>
          </a:xfrm>
        </p:grpSpPr>
        <p:sp>
          <p:nvSpPr>
            <p:cNvPr id="89236" name="AutoShape 148"/>
            <p:cNvSpPr>
              <a:spLocks noChangeArrowheads="1"/>
            </p:cNvSpPr>
            <p:nvPr/>
          </p:nvSpPr>
          <p:spPr bwMode="auto">
            <a:xfrm rot="5400000">
              <a:off x="1229" y="1127"/>
              <a:ext cx="1712" cy="656"/>
            </a:xfrm>
            <a:prstGeom prst="parallelogram">
              <a:avLst>
                <a:gd name="adj" fmla="val 95836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35" name="AutoShape 147"/>
            <p:cNvSpPr>
              <a:spLocks noChangeArrowheads="1"/>
            </p:cNvSpPr>
            <p:nvPr/>
          </p:nvSpPr>
          <p:spPr bwMode="auto">
            <a:xfrm flipH="1">
              <a:off x="638" y="1655"/>
              <a:ext cx="1773" cy="655"/>
            </a:xfrm>
            <a:prstGeom prst="parallelogram">
              <a:avLst>
                <a:gd name="adj" fmla="val 99578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34" name="Rectangle 146"/>
            <p:cNvSpPr>
              <a:spLocks noChangeArrowheads="1"/>
            </p:cNvSpPr>
            <p:nvPr/>
          </p:nvSpPr>
          <p:spPr bwMode="auto">
            <a:xfrm>
              <a:off x="645" y="593"/>
              <a:ext cx="1105" cy="10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7" name="Line 129"/>
            <p:cNvSpPr>
              <a:spLocks noChangeShapeType="1"/>
            </p:cNvSpPr>
            <p:nvPr/>
          </p:nvSpPr>
          <p:spPr bwMode="auto">
            <a:xfrm flipV="1">
              <a:off x="1365" y="1081"/>
              <a:ext cx="318" cy="692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4" name="Freeform 6"/>
            <p:cNvSpPr>
              <a:spLocks/>
            </p:cNvSpPr>
            <p:nvPr/>
          </p:nvSpPr>
          <p:spPr bwMode="auto">
            <a:xfrm>
              <a:off x="1517" y="1377"/>
              <a:ext cx="40" cy="40"/>
            </a:xfrm>
            <a:custGeom>
              <a:avLst/>
              <a:gdLst>
                <a:gd name="T0" fmla="*/ 143 w 145"/>
                <a:gd name="T1" fmla="*/ 73 h 145"/>
                <a:gd name="T2" fmla="*/ 123 w 145"/>
                <a:gd name="T3" fmla="*/ 22 h 145"/>
                <a:gd name="T4" fmla="*/ 72 w 145"/>
                <a:gd name="T5" fmla="*/ 0 h 145"/>
                <a:gd name="T6" fmla="*/ 22 w 145"/>
                <a:gd name="T7" fmla="*/ 22 h 145"/>
                <a:gd name="T8" fmla="*/ 0 w 145"/>
                <a:gd name="T9" fmla="*/ 73 h 145"/>
                <a:gd name="T10" fmla="*/ 22 w 145"/>
                <a:gd name="T11" fmla="*/ 123 h 145"/>
                <a:gd name="T12" fmla="*/ 72 w 145"/>
                <a:gd name="T13" fmla="*/ 145 h 145"/>
                <a:gd name="T14" fmla="*/ 123 w 145"/>
                <a:gd name="T15" fmla="*/ 123 h 145"/>
                <a:gd name="T16" fmla="*/ 143 w 145"/>
                <a:gd name="T17" fmla="*/ 73 h 145"/>
                <a:gd name="T18" fmla="*/ 145 w 145"/>
                <a:gd name="T19" fmla="*/ 7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5">
                  <a:moveTo>
                    <a:pt x="143" y="73"/>
                  </a:moveTo>
                  <a:lnTo>
                    <a:pt x="123" y="22"/>
                  </a:lnTo>
                  <a:lnTo>
                    <a:pt x="72" y="0"/>
                  </a:lnTo>
                  <a:lnTo>
                    <a:pt x="22" y="22"/>
                  </a:lnTo>
                  <a:lnTo>
                    <a:pt x="0" y="73"/>
                  </a:lnTo>
                  <a:lnTo>
                    <a:pt x="22" y="123"/>
                  </a:lnTo>
                  <a:lnTo>
                    <a:pt x="72" y="145"/>
                  </a:lnTo>
                  <a:lnTo>
                    <a:pt x="123" y="123"/>
                  </a:lnTo>
                  <a:lnTo>
                    <a:pt x="143" y="73"/>
                  </a:lnTo>
                  <a:lnTo>
                    <a:pt x="145" y="73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103" name="Rectangle 15"/>
            <p:cNvSpPr>
              <a:spLocks noChangeArrowheads="1"/>
            </p:cNvSpPr>
            <p:nvPr/>
          </p:nvSpPr>
          <p:spPr bwMode="auto">
            <a:xfrm>
              <a:off x="1142" y="882"/>
              <a:ext cx="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07" name="Rectangle 19"/>
            <p:cNvSpPr>
              <a:spLocks noChangeArrowheads="1"/>
            </p:cNvSpPr>
            <p:nvPr/>
          </p:nvSpPr>
          <p:spPr bwMode="auto">
            <a:xfrm>
              <a:off x="1255" y="1745"/>
              <a:ext cx="1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</a:rPr>
                <a:t>A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11" name="Rectangle 23"/>
            <p:cNvSpPr>
              <a:spLocks noChangeArrowheads="1"/>
            </p:cNvSpPr>
            <p:nvPr/>
          </p:nvSpPr>
          <p:spPr bwMode="auto">
            <a:xfrm>
              <a:off x="1458" y="2119"/>
              <a:ext cx="8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12" name="Rectangle 24"/>
            <p:cNvSpPr>
              <a:spLocks noChangeArrowheads="1"/>
            </p:cNvSpPr>
            <p:nvPr/>
          </p:nvSpPr>
          <p:spPr bwMode="auto">
            <a:xfrm>
              <a:off x="1266" y="2046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13" name="Rectangle 25"/>
            <p:cNvSpPr>
              <a:spLocks noChangeArrowheads="1"/>
            </p:cNvSpPr>
            <p:nvPr/>
          </p:nvSpPr>
          <p:spPr bwMode="auto">
            <a:xfrm>
              <a:off x="1432" y="1816"/>
              <a:ext cx="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c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19" name="Rectangle 31"/>
            <p:cNvSpPr>
              <a:spLocks noChangeArrowheads="1"/>
            </p:cNvSpPr>
            <p:nvPr/>
          </p:nvSpPr>
          <p:spPr bwMode="auto">
            <a:xfrm>
              <a:off x="843" y="112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sz="2000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23" name="Rectangle 35"/>
            <p:cNvSpPr>
              <a:spLocks noChangeArrowheads="1"/>
            </p:cNvSpPr>
            <p:nvPr/>
          </p:nvSpPr>
          <p:spPr bwMode="auto">
            <a:xfrm>
              <a:off x="679" y="574"/>
              <a:ext cx="8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24" name="Rectangle 36"/>
            <p:cNvSpPr>
              <a:spLocks noChangeArrowheads="1"/>
            </p:cNvSpPr>
            <p:nvPr/>
          </p:nvSpPr>
          <p:spPr bwMode="auto">
            <a:xfrm>
              <a:off x="1421" y="678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29" name="Rectangle 41"/>
            <p:cNvSpPr>
              <a:spLocks noChangeArrowheads="1"/>
            </p:cNvSpPr>
            <p:nvPr/>
          </p:nvSpPr>
          <p:spPr bwMode="auto">
            <a:xfrm>
              <a:off x="1648" y="895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</a:rPr>
                <a:t>B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41" name="Rectangle 53"/>
            <p:cNvSpPr>
              <a:spLocks noChangeArrowheads="1"/>
            </p:cNvSpPr>
            <p:nvPr/>
          </p:nvSpPr>
          <p:spPr bwMode="auto">
            <a:xfrm>
              <a:off x="2241" y="1654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sz="2000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45" name="Freeform 57"/>
            <p:cNvSpPr>
              <a:spLocks/>
            </p:cNvSpPr>
            <p:nvPr/>
          </p:nvSpPr>
          <p:spPr bwMode="auto">
            <a:xfrm>
              <a:off x="1749" y="1654"/>
              <a:ext cx="642" cy="641"/>
            </a:xfrm>
            <a:custGeom>
              <a:avLst/>
              <a:gdLst>
                <a:gd name="T0" fmla="*/ 0 w 2321"/>
                <a:gd name="T1" fmla="*/ 0 h 2320"/>
                <a:gd name="T2" fmla="*/ 2319 w 2321"/>
                <a:gd name="T3" fmla="*/ 2320 h 2320"/>
                <a:gd name="T4" fmla="*/ 2321 w 2321"/>
                <a:gd name="T5" fmla="*/ 2320 h 2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1" h="2320">
                  <a:moveTo>
                    <a:pt x="0" y="0"/>
                  </a:moveTo>
                  <a:lnTo>
                    <a:pt x="2319" y="2320"/>
                  </a:lnTo>
                  <a:lnTo>
                    <a:pt x="2321" y="232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49" name="Rectangle 61"/>
            <p:cNvSpPr>
              <a:spLocks noChangeArrowheads="1"/>
            </p:cNvSpPr>
            <p:nvPr/>
          </p:nvSpPr>
          <p:spPr bwMode="auto">
            <a:xfrm>
              <a:off x="1675" y="1834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b</a:t>
              </a:r>
              <a:endParaRPr lang="en-US" altLang="zh-CN" sz="2000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52" name="Rectangle 64"/>
            <p:cNvSpPr>
              <a:spLocks noChangeArrowheads="1"/>
            </p:cNvSpPr>
            <p:nvPr/>
          </p:nvSpPr>
          <p:spPr bwMode="auto">
            <a:xfrm>
              <a:off x="2098" y="1270"/>
              <a:ext cx="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sz="200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55" name="Rectangle 67"/>
            <p:cNvSpPr>
              <a:spLocks noChangeArrowheads="1"/>
            </p:cNvSpPr>
            <p:nvPr/>
          </p:nvSpPr>
          <p:spPr bwMode="auto">
            <a:xfrm>
              <a:off x="1350" y="1344"/>
              <a:ext cx="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</a:rPr>
                <a:t>C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60" name="Rectangle 72"/>
            <p:cNvSpPr>
              <a:spLocks noChangeArrowheads="1"/>
            </p:cNvSpPr>
            <p:nvPr/>
          </p:nvSpPr>
          <p:spPr bwMode="auto">
            <a:xfrm>
              <a:off x="2014" y="956"/>
              <a:ext cx="7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sz="200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61" name="Rectangle 73"/>
            <p:cNvSpPr>
              <a:spLocks noChangeArrowheads="1"/>
            </p:cNvSpPr>
            <p:nvPr/>
          </p:nvSpPr>
          <p:spPr bwMode="auto">
            <a:xfrm>
              <a:off x="2292" y="1258"/>
              <a:ext cx="8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>
                  <a:solidFill>
                    <a:srgbClr val="000000"/>
                  </a:solidFill>
                  <a:latin typeface="宋体" charset="-122"/>
                </a:rPr>
                <a:t>W</a:t>
              </a:r>
              <a:endParaRPr lang="en-US" altLang="zh-CN" sz="2000" b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89198" name="Line 110"/>
            <p:cNvSpPr>
              <a:spLocks noChangeShapeType="1"/>
            </p:cNvSpPr>
            <p:nvPr/>
          </p:nvSpPr>
          <p:spPr bwMode="auto">
            <a:xfrm>
              <a:off x="1471" y="877"/>
              <a:ext cx="28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99" name="Line 111"/>
            <p:cNvSpPr>
              <a:spLocks noChangeShapeType="1"/>
            </p:cNvSpPr>
            <p:nvPr/>
          </p:nvSpPr>
          <p:spPr bwMode="auto">
            <a:xfrm>
              <a:off x="1747" y="877"/>
              <a:ext cx="204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0" name="Line 112"/>
            <p:cNvSpPr>
              <a:spLocks noChangeShapeType="1"/>
            </p:cNvSpPr>
            <p:nvPr/>
          </p:nvSpPr>
          <p:spPr bwMode="auto">
            <a:xfrm>
              <a:off x="1471" y="877"/>
              <a:ext cx="204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1" name="Line 113"/>
            <p:cNvSpPr>
              <a:spLocks noChangeShapeType="1"/>
            </p:cNvSpPr>
            <p:nvPr/>
          </p:nvSpPr>
          <p:spPr bwMode="auto">
            <a:xfrm>
              <a:off x="1217" y="1074"/>
              <a:ext cx="318" cy="3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2" name="Line 114"/>
            <p:cNvSpPr>
              <a:spLocks noChangeShapeType="1"/>
            </p:cNvSpPr>
            <p:nvPr/>
          </p:nvSpPr>
          <p:spPr bwMode="auto">
            <a:xfrm>
              <a:off x="905" y="1314"/>
              <a:ext cx="460" cy="4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3" name="Line 115"/>
            <p:cNvSpPr>
              <a:spLocks noChangeShapeType="1"/>
            </p:cNvSpPr>
            <p:nvPr/>
          </p:nvSpPr>
          <p:spPr bwMode="auto">
            <a:xfrm>
              <a:off x="912" y="1654"/>
              <a:ext cx="459" cy="4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4" name="Line 116"/>
            <p:cNvSpPr>
              <a:spLocks noChangeShapeType="1"/>
            </p:cNvSpPr>
            <p:nvPr/>
          </p:nvSpPr>
          <p:spPr bwMode="auto">
            <a:xfrm>
              <a:off x="912" y="1322"/>
              <a:ext cx="0" cy="3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5" name="Line 117"/>
            <p:cNvSpPr>
              <a:spLocks noChangeShapeType="1"/>
            </p:cNvSpPr>
            <p:nvPr/>
          </p:nvSpPr>
          <p:spPr bwMode="auto">
            <a:xfrm>
              <a:off x="1371" y="1773"/>
              <a:ext cx="0" cy="3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6" name="Line 118"/>
            <p:cNvSpPr>
              <a:spLocks noChangeShapeType="1"/>
            </p:cNvSpPr>
            <p:nvPr/>
          </p:nvSpPr>
          <p:spPr bwMode="auto">
            <a:xfrm>
              <a:off x="1365" y="2106"/>
              <a:ext cx="84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7" name="Line 119"/>
            <p:cNvSpPr>
              <a:spLocks noChangeShapeType="1"/>
            </p:cNvSpPr>
            <p:nvPr/>
          </p:nvSpPr>
          <p:spPr bwMode="auto">
            <a:xfrm>
              <a:off x="2206" y="1773"/>
              <a:ext cx="0" cy="3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8" name="Line 120"/>
            <p:cNvSpPr>
              <a:spLocks noChangeShapeType="1"/>
            </p:cNvSpPr>
            <p:nvPr/>
          </p:nvSpPr>
          <p:spPr bwMode="auto">
            <a:xfrm>
              <a:off x="1371" y="1773"/>
              <a:ext cx="82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09" name="Line 121"/>
            <p:cNvSpPr>
              <a:spLocks noChangeShapeType="1"/>
            </p:cNvSpPr>
            <p:nvPr/>
          </p:nvSpPr>
          <p:spPr bwMode="auto">
            <a:xfrm>
              <a:off x="1535" y="1399"/>
              <a:ext cx="54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0" name="Line 122"/>
            <p:cNvSpPr>
              <a:spLocks noChangeShapeType="1"/>
            </p:cNvSpPr>
            <p:nvPr/>
          </p:nvSpPr>
          <p:spPr bwMode="auto">
            <a:xfrm>
              <a:off x="1951" y="1081"/>
              <a:ext cx="0" cy="7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1" name="Line 123"/>
            <p:cNvSpPr>
              <a:spLocks noChangeShapeType="1"/>
            </p:cNvSpPr>
            <p:nvPr/>
          </p:nvSpPr>
          <p:spPr bwMode="auto">
            <a:xfrm flipH="1">
              <a:off x="1683" y="1858"/>
              <a:ext cx="2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2" name="Line 124"/>
            <p:cNvSpPr>
              <a:spLocks noChangeShapeType="1"/>
            </p:cNvSpPr>
            <p:nvPr/>
          </p:nvSpPr>
          <p:spPr bwMode="auto">
            <a:xfrm>
              <a:off x="1535" y="1399"/>
              <a:ext cx="0" cy="5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4" name="Line 126"/>
            <p:cNvSpPr>
              <a:spLocks noChangeShapeType="1"/>
            </p:cNvSpPr>
            <p:nvPr/>
          </p:nvSpPr>
          <p:spPr bwMode="auto">
            <a:xfrm>
              <a:off x="1683" y="1081"/>
              <a:ext cx="0" cy="7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5" name="Line 127"/>
            <p:cNvSpPr>
              <a:spLocks noChangeShapeType="1"/>
            </p:cNvSpPr>
            <p:nvPr/>
          </p:nvSpPr>
          <p:spPr bwMode="auto">
            <a:xfrm>
              <a:off x="1676" y="1089"/>
              <a:ext cx="2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6" name="Line 128"/>
            <p:cNvSpPr>
              <a:spLocks noChangeShapeType="1"/>
            </p:cNvSpPr>
            <p:nvPr/>
          </p:nvSpPr>
          <p:spPr bwMode="auto">
            <a:xfrm flipV="1">
              <a:off x="1371" y="1852"/>
              <a:ext cx="305" cy="254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219" name="Line 131"/>
            <p:cNvSpPr>
              <a:spLocks noChangeShapeType="1"/>
            </p:cNvSpPr>
            <p:nvPr/>
          </p:nvSpPr>
          <p:spPr bwMode="auto">
            <a:xfrm flipV="1">
              <a:off x="912" y="869"/>
              <a:ext cx="580" cy="453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31" name="Freeform 43"/>
            <p:cNvSpPr>
              <a:spLocks/>
            </p:cNvSpPr>
            <p:nvPr/>
          </p:nvSpPr>
          <p:spPr bwMode="auto">
            <a:xfrm>
              <a:off x="1201" y="1061"/>
              <a:ext cx="41" cy="40"/>
            </a:xfrm>
            <a:custGeom>
              <a:avLst/>
              <a:gdLst>
                <a:gd name="T0" fmla="*/ 143 w 145"/>
                <a:gd name="T1" fmla="*/ 72 h 144"/>
                <a:gd name="T2" fmla="*/ 122 w 145"/>
                <a:gd name="T3" fmla="*/ 22 h 144"/>
                <a:gd name="T4" fmla="*/ 71 w 145"/>
                <a:gd name="T5" fmla="*/ 0 h 144"/>
                <a:gd name="T6" fmla="*/ 20 w 145"/>
                <a:gd name="T7" fmla="*/ 22 h 144"/>
                <a:gd name="T8" fmla="*/ 0 w 145"/>
                <a:gd name="T9" fmla="*/ 72 h 144"/>
                <a:gd name="T10" fmla="*/ 20 w 145"/>
                <a:gd name="T11" fmla="*/ 123 h 144"/>
                <a:gd name="T12" fmla="*/ 71 w 145"/>
                <a:gd name="T13" fmla="*/ 144 h 144"/>
                <a:gd name="T14" fmla="*/ 122 w 145"/>
                <a:gd name="T15" fmla="*/ 123 h 144"/>
                <a:gd name="T16" fmla="*/ 143 w 145"/>
                <a:gd name="T17" fmla="*/ 72 h 144"/>
                <a:gd name="T18" fmla="*/ 145 w 145"/>
                <a:gd name="T19" fmla="*/ 7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143" y="72"/>
                  </a:moveTo>
                  <a:lnTo>
                    <a:pt x="122" y="22"/>
                  </a:lnTo>
                  <a:lnTo>
                    <a:pt x="71" y="0"/>
                  </a:lnTo>
                  <a:lnTo>
                    <a:pt x="20" y="22"/>
                  </a:lnTo>
                  <a:lnTo>
                    <a:pt x="0" y="72"/>
                  </a:lnTo>
                  <a:lnTo>
                    <a:pt x="20" y="123"/>
                  </a:lnTo>
                  <a:lnTo>
                    <a:pt x="71" y="144"/>
                  </a:lnTo>
                  <a:lnTo>
                    <a:pt x="122" y="123"/>
                  </a:lnTo>
                  <a:lnTo>
                    <a:pt x="143" y="72"/>
                  </a:lnTo>
                  <a:lnTo>
                    <a:pt x="145" y="72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220" name="Freeform 132"/>
            <p:cNvSpPr>
              <a:spLocks/>
            </p:cNvSpPr>
            <p:nvPr/>
          </p:nvSpPr>
          <p:spPr bwMode="auto">
            <a:xfrm>
              <a:off x="1506" y="1949"/>
              <a:ext cx="41" cy="40"/>
            </a:xfrm>
            <a:custGeom>
              <a:avLst/>
              <a:gdLst>
                <a:gd name="T0" fmla="*/ 143 w 145"/>
                <a:gd name="T1" fmla="*/ 72 h 144"/>
                <a:gd name="T2" fmla="*/ 122 w 145"/>
                <a:gd name="T3" fmla="*/ 22 h 144"/>
                <a:gd name="T4" fmla="*/ 71 w 145"/>
                <a:gd name="T5" fmla="*/ 0 h 144"/>
                <a:gd name="T6" fmla="*/ 20 w 145"/>
                <a:gd name="T7" fmla="*/ 22 h 144"/>
                <a:gd name="T8" fmla="*/ 0 w 145"/>
                <a:gd name="T9" fmla="*/ 72 h 144"/>
                <a:gd name="T10" fmla="*/ 20 w 145"/>
                <a:gd name="T11" fmla="*/ 123 h 144"/>
                <a:gd name="T12" fmla="*/ 71 w 145"/>
                <a:gd name="T13" fmla="*/ 144 h 144"/>
                <a:gd name="T14" fmla="*/ 122 w 145"/>
                <a:gd name="T15" fmla="*/ 123 h 144"/>
                <a:gd name="T16" fmla="*/ 143 w 145"/>
                <a:gd name="T17" fmla="*/ 72 h 144"/>
                <a:gd name="T18" fmla="*/ 145 w 145"/>
                <a:gd name="T19" fmla="*/ 7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4">
                  <a:moveTo>
                    <a:pt x="143" y="72"/>
                  </a:moveTo>
                  <a:lnTo>
                    <a:pt x="122" y="22"/>
                  </a:lnTo>
                  <a:lnTo>
                    <a:pt x="71" y="0"/>
                  </a:lnTo>
                  <a:lnTo>
                    <a:pt x="20" y="22"/>
                  </a:lnTo>
                  <a:lnTo>
                    <a:pt x="0" y="72"/>
                  </a:lnTo>
                  <a:lnTo>
                    <a:pt x="20" y="123"/>
                  </a:lnTo>
                  <a:lnTo>
                    <a:pt x="71" y="144"/>
                  </a:lnTo>
                  <a:lnTo>
                    <a:pt x="122" y="123"/>
                  </a:lnTo>
                  <a:lnTo>
                    <a:pt x="143" y="72"/>
                  </a:lnTo>
                  <a:lnTo>
                    <a:pt x="145" y="72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225" name="Text Box 137"/>
            <p:cNvSpPr txBox="1">
              <a:spLocks noChangeArrowheads="1"/>
            </p:cNvSpPr>
            <p:nvPr/>
          </p:nvSpPr>
          <p:spPr bwMode="auto">
            <a:xfrm>
              <a:off x="1457" y="637"/>
              <a:ext cx="2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89226" name="Text Box 138"/>
            <p:cNvSpPr txBox="1">
              <a:spLocks noChangeArrowheads="1"/>
            </p:cNvSpPr>
            <p:nvPr/>
          </p:nvSpPr>
          <p:spPr bwMode="auto">
            <a:xfrm>
              <a:off x="1192" y="870"/>
              <a:ext cx="2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89227" name="Text Box 139"/>
            <p:cNvSpPr txBox="1">
              <a:spLocks noChangeArrowheads="1"/>
            </p:cNvSpPr>
            <p:nvPr/>
          </p:nvSpPr>
          <p:spPr bwMode="auto">
            <a:xfrm>
              <a:off x="892" y="1117"/>
              <a:ext cx="2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89230" name="Text Box 142"/>
            <p:cNvSpPr txBox="1">
              <a:spLocks noChangeArrowheads="1"/>
            </p:cNvSpPr>
            <p:nvPr/>
          </p:nvSpPr>
          <p:spPr bwMode="auto">
            <a:xfrm>
              <a:off x="2005" y="903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>
                  <a:latin typeface="Times New Roman" charset="0"/>
                </a:rPr>
                <a:t>″</a:t>
              </a:r>
            </a:p>
          </p:txBody>
        </p:sp>
        <p:sp>
          <p:nvSpPr>
            <p:cNvPr id="89231" name="Text Box 143"/>
            <p:cNvSpPr txBox="1">
              <a:spLocks noChangeArrowheads="1"/>
            </p:cNvSpPr>
            <p:nvPr/>
          </p:nvSpPr>
          <p:spPr bwMode="auto">
            <a:xfrm>
              <a:off x="2110" y="1226"/>
              <a:ext cx="26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2000" b="1" dirty="0">
                  <a:latin typeface="Times New Roman" charset="0"/>
                </a:rPr>
                <a:t>″</a:t>
              </a:r>
            </a:p>
          </p:txBody>
        </p:sp>
        <p:sp>
          <p:nvSpPr>
            <p:cNvPr id="89232" name="Text Box 144"/>
            <p:cNvSpPr txBox="1">
              <a:spLocks noChangeArrowheads="1"/>
            </p:cNvSpPr>
            <p:nvPr/>
          </p:nvSpPr>
          <p:spPr bwMode="auto">
            <a:xfrm>
              <a:off x="2262" y="1629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>
                  <a:latin typeface="Times New Roman" charset="0"/>
                </a:rPr>
                <a:t>″</a:t>
              </a:r>
            </a:p>
          </p:txBody>
        </p:sp>
        <p:sp>
          <p:nvSpPr>
            <p:cNvPr id="89218" name="Line 130"/>
            <p:cNvSpPr>
              <a:spLocks noChangeShapeType="1"/>
            </p:cNvSpPr>
            <p:nvPr/>
          </p:nvSpPr>
          <p:spPr bwMode="auto">
            <a:xfrm>
              <a:off x="1961" y="1081"/>
              <a:ext cx="237" cy="692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56" name="Freeform 68"/>
            <p:cNvSpPr>
              <a:spLocks/>
            </p:cNvSpPr>
            <p:nvPr/>
          </p:nvSpPr>
          <p:spPr bwMode="auto">
            <a:xfrm>
              <a:off x="2038" y="1377"/>
              <a:ext cx="40" cy="40"/>
            </a:xfrm>
            <a:custGeom>
              <a:avLst/>
              <a:gdLst>
                <a:gd name="T0" fmla="*/ 144 w 145"/>
                <a:gd name="T1" fmla="*/ 73 h 145"/>
                <a:gd name="T2" fmla="*/ 124 w 145"/>
                <a:gd name="T3" fmla="*/ 22 h 145"/>
                <a:gd name="T4" fmla="*/ 73 w 145"/>
                <a:gd name="T5" fmla="*/ 0 h 145"/>
                <a:gd name="T6" fmla="*/ 22 w 145"/>
                <a:gd name="T7" fmla="*/ 22 h 145"/>
                <a:gd name="T8" fmla="*/ 0 w 145"/>
                <a:gd name="T9" fmla="*/ 73 h 145"/>
                <a:gd name="T10" fmla="*/ 22 w 145"/>
                <a:gd name="T11" fmla="*/ 123 h 145"/>
                <a:gd name="T12" fmla="*/ 73 w 145"/>
                <a:gd name="T13" fmla="*/ 145 h 145"/>
                <a:gd name="T14" fmla="*/ 124 w 145"/>
                <a:gd name="T15" fmla="*/ 123 h 145"/>
                <a:gd name="T16" fmla="*/ 144 w 145"/>
                <a:gd name="T17" fmla="*/ 73 h 145"/>
                <a:gd name="T18" fmla="*/ 145 w 145"/>
                <a:gd name="T19" fmla="*/ 7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45">
                  <a:moveTo>
                    <a:pt x="144" y="73"/>
                  </a:moveTo>
                  <a:lnTo>
                    <a:pt x="124" y="22"/>
                  </a:lnTo>
                  <a:lnTo>
                    <a:pt x="73" y="0"/>
                  </a:lnTo>
                  <a:lnTo>
                    <a:pt x="22" y="22"/>
                  </a:lnTo>
                  <a:lnTo>
                    <a:pt x="0" y="73"/>
                  </a:lnTo>
                  <a:lnTo>
                    <a:pt x="22" y="123"/>
                  </a:lnTo>
                  <a:lnTo>
                    <a:pt x="73" y="145"/>
                  </a:lnTo>
                  <a:lnTo>
                    <a:pt x="124" y="123"/>
                  </a:lnTo>
                  <a:lnTo>
                    <a:pt x="144" y="73"/>
                  </a:lnTo>
                  <a:lnTo>
                    <a:pt x="145" y="73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9259" name="Text Box 171"/>
          <p:cNvSpPr txBox="1">
            <a:spLocks noChangeArrowheads="1"/>
          </p:cNvSpPr>
          <p:nvPr/>
        </p:nvSpPr>
        <p:spPr bwMode="auto">
          <a:xfrm>
            <a:off x="1925086" y="4449678"/>
            <a:ext cx="8413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    ◆</a:t>
            </a:r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若点在直线上</a:t>
            </a:r>
            <a:r>
              <a:rPr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,</a:t>
            </a:r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则点的投影必在直线的</a:t>
            </a:r>
            <a:r>
              <a:rPr lang="zh-CN" altLang="en-US" sz="24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同名</a:t>
            </a:r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投影上。　</a:t>
            </a:r>
          </a:p>
        </p:txBody>
      </p:sp>
      <p:sp>
        <p:nvSpPr>
          <p:cNvPr id="89260" name="Text Box 172"/>
          <p:cNvSpPr txBox="1">
            <a:spLocks noChangeArrowheads="1"/>
          </p:cNvSpPr>
          <p:nvPr/>
        </p:nvSpPr>
        <p:spPr bwMode="auto">
          <a:xfrm>
            <a:off x="1925087" y="4969949"/>
            <a:ext cx="89153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    ◆</a:t>
            </a:r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点的投影将线段的同名投影分割成与空间线段</a:t>
            </a:r>
            <a:r>
              <a:rPr lang="zh-CN" altLang="en-US" sz="2400" b="1" dirty="0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rPr>
              <a:t>相同的比例</a:t>
            </a:r>
            <a:r>
              <a:rPr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。即：</a:t>
            </a:r>
          </a:p>
        </p:txBody>
      </p:sp>
      <p:sp>
        <p:nvSpPr>
          <p:cNvPr id="89261" name="Text Box 173"/>
          <p:cNvSpPr txBox="1">
            <a:spLocks noChangeArrowheads="1"/>
          </p:cNvSpPr>
          <p:nvPr/>
        </p:nvSpPr>
        <p:spPr bwMode="auto">
          <a:xfrm>
            <a:off x="2688247" y="5672680"/>
            <a:ext cx="56028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AC:CB=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ac</a:t>
            </a:r>
            <a:r>
              <a:rPr lang="en-US" altLang="zh-CN" sz="24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: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cb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= 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EuroRoman" charset="0"/>
              </a:rPr>
              <a:t>a</a:t>
            </a:r>
            <a:r>
              <a:rPr lang="en-US" altLang="zh-CN" sz="24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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c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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 : 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c</a:t>
            </a:r>
            <a:r>
              <a:rPr lang="en-US" altLang="zh-CN" sz="24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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b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= 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EuroRoman" charset="0"/>
              </a:rPr>
              <a:t>a</a:t>
            </a:r>
            <a:r>
              <a:rPr lang="en-US" altLang="zh-CN" sz="24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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c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 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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: 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c</a:t>
            </a:r>
            <a:r>
              <a:rPr lang="en-US" altLang="zh-CN" sz="24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</a:t>
            </a:r>
            <a:r>
              <a:rPr lang="en-US" altLang="zh-CN" sz="3200" i="1" dirty="0" err="1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</a:rPr>
              <a:t>b</a:t>
            </a:r>
            <a:r>
              <a:rPr lang="en-US" altLang="zh-CN" sz="2400" i="1" dirty="0">
                <a:solidFill>
                  <a:srgbClr val="002060"/>
                </a:solidFill>
                <a:latin typeface="Times" charset="0"/>
                <a:ea typeface="Times" charset="0"/>
                <a:cs typeface="Times" charset="0"/>
                <a:sym typeface="Symbol" charset="2"/>
              </a:rPr>
              <a:t></a:t>
            </a:r>
            <a:endParaRPr lang="en-US" altLang="zh-CN" sz="2400" i="1" dirty="0">
              <a:solidFill>
                <a:srgbClr val="002060"/>
              </a:solidFill>
              <a:latin typeface="Times" charset="0"/>
              <a:ea typeface="Times" charset="0"/>
              <a:cs typeface="Times" charset="0"/>
              <a:sym typeface="CommercialPi BT" charset="0"/>
            </a:endParaRPr>
          </a:p>
        </p:txBody>
      </p:sp>
      <p:sp>
        <p:nvSpPr>
          <p:cNvPr id="89262" name="AutoShape 174"/>
          <p:cNvSpPr>
            <a:spLocks noChangeArrowheads="1"/>
          </p:cNvSpPr>
          <p:nvPr/>
        </p:nvSpPr>
        <p:spPr bwMode="auto">
          <a:xfrm>
            <a:off x="9099802" y="6180356"/>
            <a:ext cx="1531937" cy="461665"/>
          </a:xfrm>
          <a:prstGeom prst="wedgeRectCallout">
            <a:avLst>
              <a:gd name="adj1" fmla="val -107616"/>
              <a:gd name="adj2" fmla="val -75852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charset="0"/>
              </a:rPr>
              <a:t>定比定理</a:t>
            </a:r>
            <a:endParaRPr lang="zh-CN" altLang="en-US" sz="2400" dirty="0">
              <a:latin typeface="Times New Roman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210D1A8-A42F-9166-6F74-AFC9FCA0C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2.3.3 </a:t>
            </a:r>
            <a:r>
              <a:rPr lang="zh-CN" altLang="en-US" dirty="0"/>
              <a:t>直线与点的相对位置（</a:t>
            </a:r>
            <a:r>
              <a:rPr lang="en-US" altLang="zh-CN" dirty="0"/>
              <a:t>P43</a:t>
            </a:r>
            <a:r>
              <a:rPr lang="zh-CN" altLang="en-US" dirty="0"/>
              <a:t>）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5870C-1AF3-4288-9D34-534344721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9ADEE-6D93-824F-A355-41A6F52F7F3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CAABD-AECE-48C1-A855-A7FFA3CB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8EF0F5-FCAB-4706-A6EC-CFB33B04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89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89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89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8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59" grpId="0" autoUpdateAnimBg="0"/>
      <p:bldP spid="89260" grpId="0" autoUpdateAnimBg="0"/>
      <p:bldP spid="89261" grpId="0" build="p" autoUpdateAnimBg="0"/>
      <p:bldP spid="8926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72" name="Text Box 76"/>
          <p:cNvSpPr txBox="1">
            <a:spLocks noChangeArrowheads="1"/>
          </p:cNvSpPr>
          <p:nvPr/>
        </p:nvSpPr>
        <p:spPr bwMode="auto">
          <a:xfrm>
            <a:off x="1027452" y="323084"/>
            <a:ext cx="56573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dirty="0">
                <a:latin typeface="+mn-ea"/>
              </a:rPr>
              <a:t>例</a:t>
            </a:r>
            <a:r>
              <a:rPr lang="en-US" altLang="zh-CN" sz="2800" b="1" dirty="0">
                <a:latin typeface="+mn-ea"/>
              </a:rPr>
              <a:t>4.1</a:t>
            </a:r>
            <a:r>
              <a:rPr lang="zh-CN" altLang="en-US" sz="2800" b="1" dirty="0">
                <a:latin typeface="+mn-ea"/>
              </a:rPr>
              <a:t>：判断点</a:t>
            </a:r>
            <a:r>
              <a:rPr lang="en-US" altLang="zh-CN" sz="2800" b="1" dirty="0">
                <a:latin typeface="+mn-ea"/>
              </a:rPr>
              <a:t>C</a:t>
            </a:r>
            <a:r>
              <a:rPr lang="zh-CN" altLang="en-US" sz="2800" b="1" dirty="0">
                <a:latin typeface="+mn-ea"/>
              </a:rPr>
              <a:t>是否在线段</a:t>
            </a:r>
            <a:r>
              <a:rPr lang="en-US" altLang="zh-CN" sz="2800" b="1" dirty="0">
                <a:latin typeface="+mn-ea"/>
              </a:rPr>
              <a:t>AB</a:t>
            </a:r>
            <a:r>
              <a:rPr lang="zh-CN" altLang="en-US" sz="2800" b="1" dirty="0">
                <a:latin typeface="+mn-ea"/>
              </a:rPr>
              <a:t>上。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F9C2B1-CE4C-4F63-B3D4-4AD3102E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1EF76-4F9B-4DC0-8ED2-A165572F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3BA-4C2B-814C-9037-61DCE2E5BAF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79F7E-4716-4EFE-9B17-941E192A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grpSp>
        <p:nvGrpSpPr>
          <p:cNvPr id="5" name="Group 151">
            <a:extLst>
              <a:ext uri="{FF2B5EF4-FFF2-40B4-BE49-F238E27FC236}">
                <a16:creationId xmlns:a16="http://schemas.microsoft.com/office/drawing/2014/main" id="{C0C31CEF-069A-EB4E-DE95-645DE8F7A601}"/>
              </a:ext>
            </a:extLst>
          </p:cNvPr>
          <p:cNvGrpSpPr>
            <a:grpSpLocks/>
          </p:cNvGrpSpPr>
          <p:nvPr/>
        </p:nvGrpSpPr>
        <p:grpSpPr bwMode="auto">
          <a:xfrm>
            <a:off x="6143433" y="942819"/>
            <a:ext cx="2973387" cy="2355850"/>
            <a:chOff x="3085" y="423"/>
            <a:chExt cx="1873" cy="1484"/>
          </a:xfrm>
        </p:grpSpPr>
        <p:sp>
          <p:nvSpPr>
            <p:cNvPr id="6" name="Text Box 79">
              <a:extLst>
                <a:ext uri="{FF2B5EF4-FFF2-40B4-BE49-F238E27FC236}">
                  <a16:creationId xmlns:a16="http://schemas.microsoft.com/office/drawing/2014/main" id="{5952DFDA-90C0-AB83-D119-CC457DC2E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5" y="423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②</a:t>
              </a:r>
            </a:p>
          </p:txBody>
        </p:sp>
        <p:sp>
          <p:nvSpPr>
            <p:cNvPr id="7" name="Line 60">
              <a:extLst>
                <a:ext uri="{FF2B5EF4-FFF2-40B4-BE49-F238E27FC236}">
                  <a16:creationId xmlns:a16="http://schemas.microsoft.com/office/drawing/2014/main" id="{7D63E373-97E6-F566-FF75-03BE317C4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" y="1505"/>
              <a:ext cx="1024" cy="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Text Box 69">
              <a:extLst>
                <a:ext uri="{FF2B5EF4-FFF2-40B4-BE49-F238E27FC236}">
                  <a16:creationId xmlns:a16="http://schemas.microsoft.com/office/drawing/2014/main" id="{2576F36A-1B20-7117-FE3B-1A1A97990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544"/>
              <a:ext cx="24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>
                  <a:sym typeface="EuroRoman" charset="0"/>
                </a:rPr>
                <a:t>c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5B942FF3-4BEB-2EC6-7058-FB783D693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6" y="1310"/>
              <a:ext cx="15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58">
              <a:extLst>
                <a:ext uri="{FF2B5EF4-FFF2-40B4-BE49-F238E27FC236}">
                  <a16:creationId xmlns:a16="http://schemas.microsoft.com/office/drawing/2014/main" id="{8C1AE532-8A69-7CE0-5EC6-8293566EB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1" y="753"/>
              <a:ext cx="1024" cy="27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59">
              <a:extLst>
                <a:ext uri="{FF2B5EF4-FFF2-40B4-BE49-F238E27FC236}">
                  <a16:creationId xmlns:a16="http://schemas.microsoft.com/office/drawing/2014/main" id="{6A23F772-9431-ADB5-4505-44A7984CB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1" y="753"/>
              <a:ext cx="0" cy="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61">
              <a:extLst>
                <a:ext uri="{FF2B5EF4-FFF2-40B4-BE49-F238E27FC236}">
                  <a16:creationId xmlns:a16="http://schemas.microsoft.com/office/drawing/2014/main" id="{8090081A-B9EC-BB4A-33C8-3F372AEB1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45" y="1027"/>
              <a:ext cx="0" cy="8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Text Box 63">
              <a:extLst>
                <a:ext uri="{FF2B5EF4-FFF2-40B4-BE49-F238E27FC236}">
                  <a16:creationId xmlns:a16="http://schemas.microsoft.com/office/drawing/2014/main" id="{9CF75A64-DEAE-732C-8537-21D43BE2A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" y="1352"/>
              <a:ext cx="2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14" name="Text Box 64">
              <a:extLst>
                <a:ext uri="{FF2B5EF4-FFF2-40B4-BE49-F238E27FC236}">
                  <a16:creationId xmlns:a16="http://schemas.microsoft.com/office/drawing/2014/main" id="{272CD41D-620C-0D40-54D9-E689BC03B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0" y="1674"/>
              <a:ext cx="21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15" name="Text Box 65">
              <a:extLst>
                <a:ext uri="{FF2B5EF4-FFF2-40B4-BE49-F238E27FC236}">
                  <a16:creationId xmlns:a16="http://schemas.microsoft.com/office/drawing/2014/main" id="{CB4AECFE-907B-2D84-5751-7DEF4902C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1430"/>
              <a:ext cx="1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/>
                <a:t>c</a:t>
              </a:r>
              <a:endParaRPr lang="en-US" altLang="zh-CN" b="1" i="0">
                <a:latin typeface="Times New Roman" charset="0"/>
              </a:endParaRPr>
            </a:p>
          </p:txBody>
        </p:sp>
        <p:sp>
          <p:nvSpPr>
            <p:cNvPr id="16" name="Text Box 67">
              <a:extLst>
                <a:ext uri="{FF2B5EF4-FFF2-40B4-BE49-F238E27FC236}">
                  <a16:creationId xmlns:a16="http://schemas.microsoft.com/office/drawing/2014/main" id="{C962CC39-0C2C-6687-732C-882A3EEB0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568"/>
              <a:ext cx="2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7" name="Text Box 68">
              <a:extLst>
                <a:ext uri="{FF2B5EF4-FFF2-40B4-BE49-F238E27FC236}">
                  <a16:creationId xmlns:a16="http://schemas.microsoft.com/office/drawing/2014/main" id="{A33944F4-58A5-F63A-EEBA-8BD8479AA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3" y="882"/>
              <a:ext cx="25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18" name="Line 71">
              <a:extLst>
                <a:ext uri="{FF2B5EF4-FFF2-40B4-BE49-F238E27FC236}">
                  <a16:creationId xmlns:a16="http://schemas.microsoft.com/office/drawing/2014/main" id="{62B94362-A8EB-A1AB-C08C-D8E5E4363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740"/>
              <a:ext cx="0" cy="9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Text Box 80">
              <a:extLst>
                <a:ext uri="{FF2B5EF4-FFF2-40B4-BE49-F238E27FC236}">
                  <a16:creationId xmlns:a16="http://schemas.microsoft.com/office/drawing/2014/main" id="{BD3112F5-B536-26DB-2651-115D5F211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4" y="648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b="1" i="0">
                  <a:solidFill>
                    <a:schemeClr val="accent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20" name="Text Box 98">
              <a:extLst>
                <a:ext uri="{FF2B5EF4-FFF2-40B4-BE49-F238E27FC236}">
                  <a16:creationId xmlns:a16="http://schemas.microsoft.com/office/drawing/2014/main" id="{914A913A-AAD0-A86C-A197-D2AF496A7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3" y="1608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b="1" i="0">
                  <a:solidFill>
                    <a:schemeClr val="accent2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21" name="Group 100">
            <a:extLst>
              <a:ext uri="{FF2B5EF4-FFF2-40B4-BE49-F238E27FC236}">
                <a16:creationId xmlns:a16="http://schemas.microsoft.com/office/drawing/2014/main" id="{436D8DE8-7114-FAEA-11F5-C96BDAB85DDC}"/>
              </a:ext>
            </a:extLst>
          </p:cNvPr>
          <p:cNvGrpSpPr>
            <a:grpSpLocks/>
          </p:cNvGrpSpPr>
          <p:nvPr/>
        </p:nvGrpSpPr>
        <p:grpSpPr bwMode="auto">
          <a:xfrm>
            <a:off x="2206433" y="1058706"/>
            <a:ext cx="2798763" cy="2016125"/>
            <a:chOff x="605" y="496"/>
            <a:chExt cx="1763" cy="1270"/>
          </a:xfrm>
        </p:grpSpPr>
        <p:sp>
          <p:nvSpPr>
            <p:cNvPr id="22" name="Line 93">
              <a:extLst>
                <a:ext uri="{FF2B5EF4-FFF2-40B4-BE49-F238E27FC236}">
                  <a16:creationId xmlns:a16="http://schemas.microsoft.com/office/drawing/2014/main" id="{4A7AC426-CB6E-5398-AE95-0EA2FCD65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873"/>
              <a:ext cx="0" cy="75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45">
              <a:extLst>
                <a:ext uri="{FF2B5EF4-FFF2-40B4-BE49-F238E27FC236}">
                  <a16:creationId xmlns:a16="http://schemas.microsoft.com/office/drawing/2014/main" id="{34EDDC3B-D7B7-D89C-8F91-EF16D8322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5" y="690"/>
              <a:ext cx="1207" cy="32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46">
              <a:extLst>
                <a:ext uri="{FF2B5EF4-FFF2-40B4-BE49-F238E27FC236}">
                  <a16:creationId xmlns:a16="http://schemas.microsoft.com/office/drawing/2014/main" id="{405FBA9D-E28F-F3FB-BBAC-7C105296FE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5" y="1442"/>
              <a:ext cx="1207" cy="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47">
              <a:extLst>
                <a:ext uri="{FF2B5EF4-FFF2-40B4-BE49-F238E27FC236}">
                  <a16:creationId xmlns:a16="http://schemas.microsoft.com/office/drawing/2014/main" id="{F37AAFEF-0F55-C734-30DE-CAEC4470E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" y="1247"/>
              <a:ext cx="16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Line 48">
              <a:extLst>
                <a:ext uri="{FF2B5EF4-FFF2-40B4-BE49-F238E27FC236}">
                  <a16:creationId xmlns:a16="http://schemas.microsoft.com/office/drawing/2014/main" id="{D26495F1-49B1-A496-7768-0C16275E2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1013"/>
              <a:ext cx="0" cy="7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Line 49">
              <a:extLst>
                <a:ext uri="{FF2B5EF4-FFF2-40B4-BE49-F238E27FC236}">
                  <a16:creationId xmlns:a16="http://schemas.microsoft.com/office/drawing/2014/main" id="{4F52A8EA-AEF1-3A1F-B35F-5503CB9343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2" y="690"/>
              <a:ext cx="0" cy="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Text Box 50">
              <a:extLst>
                <a:ext uri="{FF2B5EF4-FFF2-40B4-BE49-F238E27FC236}">
                  <a16:creationId xmlns:a16="http://schemas.microsoft.com/office/drawing/2014/main" id="{9183978F-0D5E-B22C-A470-2F8690AE2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" y="150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a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29" name="Text Box 51">
              <a:extLst>
                <a:ext uri="{FF2B5EF4-FFF2-40B4-BE49-F238E27FC236}">
                  <a16:creationId xmlns:a16="http://schemas.microsoft.com/office/drawing/2014/main" id="{30395253-10CD-F6C0-B12C-23F4B841D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126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0" name="Text Box 52">
              <a:extLst>
                <a:ext uri="{FF2B5EF4-FFF2-40B4-BE49-F238E27FC236}">
                  <a16:creationId xmlns:a16="http://schemas.microsoft.com/office/drawing/2014/main" id="{B3221EAD-46E7-C75C-4F12-6916B80BB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76"/>
              <a:ext cx="17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c</a:t>
              </a:r>
              <a:endParaRPr lang="en-US" altLang="zh-CN" b="1" i="1">
                <a:latin typeface="Times New Roman" charset="0"/>
              </a:endParaRPr>
            </a:p>
          </p:txBody>
        </p:sp>
        <p:sp>
          <p:nvSpPr>
            <p:cNvPr id="31" name="Text Box 53">
              <a:extLst>
                <a:ext uri="{FF2B5EF4-FFF2-40B4-BE49-F238E27FC236}">
                  <a16:creationId xmlns:a16="http://schemas.microsoft.com/office/drawing/2014/main" id="{21CD9EB9-C246-5CE0-6B05-C600F64EC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" y="814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32" name="Text Box 54">
              <a:extLst>
                <a:ext uri="{FF2B5EF4-FFF2-40B4-BE49-F238E27FC236}">
                  <a16:creationId xmlns:a16="http://schemas.microsoft.com/office/drawing/2014/main" id="{B3053289-39F3-1799-11C6-FC2222119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496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/>
                <a:t>b</a:t>
              </a:r>
              <a:r>
                <a:rPr lang="en-US" altLang="zh-CN" b="1" i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33" name="Text Box 55">
              <a:extLst>
                <a:ext uri="{FF2B5EF4-FFF2-40B4-BE49-F238E27FC236}">
                  <a16:creationId xmlns:a16="http://schemas.microsoft.com/office/drawing/2014/main" id="{A404B88D-D4DF-F77D-1B97-8ADBB7C6C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" y="648"/>
              <a:ext cx="21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ym typeface="EuroRoman" charset="0"/>
                </a:rPr>
                <a:t>c</a:t>
              </a:r>
              <a:r>
                <a:rPr lang="en-US" altLang="zh-CN" b="1" i="1">
                  <a:latin typeface="Italic" charset="0"/>
                  <a:sym typeface="Symbol" charset="2"/>
                </a:rPr>
                <a:t></a:t>
              </a:r>
              <a:endParaRPr lang="en-US" altLang="zh-CN" b="1" i="1">
                <a:latin typeface="Times New Roman" charset="0"/>
                <a:sym typeface="Symbol" charset="2"/>
              </a:endParaRPr>
            </a:p>
          </p:txBody>
        </p:sp>
        <p:sp>
          <p:nvSpPr>
            <p:cNvPr id="34" name="Text Box 78">
              <a:extLst>
                <a:ext uri="{FF2B5EF4-FFF2-40B4-BE49-F238E27FC236}">
                  <a16:creationId xmlns:a16="http://schemas.microsoft.com/office/drawing/2014/main" id="{3BE2E926-556E-DC93-35A6-D5172748C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" y="51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①</a:t>
              </a:r>
            </a:p>
          </p:txBody>
        </p:sp>
        <p:sp>
          <p:nvSpPr>
            <p:cNvPr id="35" name="Text Box 97">
              <a:extLst>
                <a:ext uri="{FF2B5EF4-FFF2-40B4-BE49-F238E27FC236}">
                  <a16:creationId xmlns:a16="http://schemas.microsoft.com/office/drawing/2014/main" id="{9A169DAB-F7B2-A042-428E-4A6CC59AD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5" y="805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b="1" i="0">
                  <a:solidFill>
                    <a:schemeClr val="accent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36" name="Text Box 99">
              <a:extLst>
                <a:ext uri="{FF2B5EF4-FFF2-40B4-BE49-F238E27FC236}">
                  <a16:creationId xmlns:a16="http://schemas.microsoft.com/office/drawing/2014/main" id="{C8B5B087-54E4-F02C-F64A-A195FC6B5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5" y="1556"/>
              <a:ext cx="189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900" b="1" i="0">
                  <a:solidFill>
                    <a:schemeClr val="accent2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37" name="AutoShape 102">
            <a:extLst>
              <a:ext uri="{FF2B5EF4-FFF2-40B4-BE49-F238E27FC236}">
                <a16:creationId xmlns:a16="http://schemas.microsoft.com/office/drawing/2014/main" id="{8694F3E0-A63E-82F8-7A9E-37EDF9D3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5845" y="1476219"/>
            <a:ext cx="996950" cy="457200"/>
          </a:xfrm>
          <a:prstGeom prst="wedgeEllipseCallout">
            <a:avLst>
              <a:gd name="adj1" fmla="val -75639"/>
              <a:gd name="adj2" fmla="val 78125"/>
            </a:avLst>
          </a:prstGeom>
          <a:solidFill>
            <a:srgbClr val="FFFF00"/>
          </a:solidFill>
          <a:ln w="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solidFill>
                  <a:srgbClr val="FF3300"/>
                </a:solidFill>
                <a:latin typeface="Times New Roman" charset="0"/>
              </a:rPr>
              <a:t>在</a:t>
            </a:r>
            <a:endParaRPr lang="zh-CN" altLang="en-US" sz="600" i="0" dirty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38" name="AutoShape 103">
            <a:extLst>
              <a:ext uri="{FF2B5EF4-FFF2-40B4-BE49-F238E27FC236}">
                <a16:creationId xmlns:a16="http://schemas.microsoft.com/office/drawing/2014/main" id="{A6C33731-959F-BD7F-BD9D-1F68D52AF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2933" y="1049181"/>
            <a:ext cx="996950" cy="457200"/>
          </a:xfrm>
          <a:prstGeom prst="wedgeEllipseCallout">
            <a:avLst>
              <a:gd name="adj1" fmla="val -71495"/>
              <a:gd name="adj2" fmla="val 83681"/>
            </a:avLst>
          </a:prstGeom>
          <a:solidFill>
            <a:srgbClr val="FFFF00"/>
          </a:solidFill>
          <a:ln w="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solidFill>
                  <a:srgbClr val="FF3300"/>
                </a:solidFill>
                <a:latin typeface="Times New Roman" charset="0"/>
              </a:rPr>
              <a:t>不在</a:t>
            </a:r>
            <a:endParaRPr lang="zh-CN" altLang="en-US" sz="600" i="0" dirty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39" name="Freeform 110">
            <a:extLst>
              <a:ext uri="{FF2B5EF4-FFF2-40B4-BE49-F238E27FC236}">
                <a16:creationId xmlns:a16="http://schemas.microsoft.com/office/drawing/2014/main" id="{BACE9915-E1E7-1A1F-1C4C-D0EAD13FD46F}"/>
              </a:ext>
            </a:extLst>
          </p:cNvPr>
          <p:cNvSpPr>
            <a:spLocks/>
          </p:cNvSpPr>
          <p:nvPr/>
        </p:nvSpPr>
        <p:spPr bwMode="auto">
          <a:xfrm>
            <a:off x="4387658" y="3759044"/>
            <a:ext cx="827087" cy="971550"/>
          </a:xfrm>
          <a:custGeom>
            <a:avLst/>
            <a:gdLst>
              <a:gd name="T0" fmla="*/ 537 w 537"/>
              <a:gd name="T1" fmla="*/ 621 h 621"/>
              <a:gd name="T2" fmla="*/ 0 w 537"/>
              <a:gd name="T3" fmla="*/ 0 h 6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7" h="621">
                <a:moveTo>
                  <a:pt x="537" y="621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" name="Text Box 115">
            <a:extLst>
              <a:ext uri="{FF2B5EF4-FFF2-40B4-BE49-F238E27FC236}">
                <a16:creationId xmlns:a16="http://schemas.microsoft.com/office/drawing/2014/main" id="{2E09F061-A7F1-14DF-F458-467A34325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658" y="3499765"/>
            <a:ext cx="3978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 dirty="0"/>
              <a:t>a</a:t>
            </a:r>
            <a:r>
              <a:rPr lang="en-US" altLang="zh-CN" b="1" i="1" dirty="0">
                <a:latin typeface="Times New Roman" charset="0"/>
                <a:sym typeface="Symbol" charset="2"/>
              </a:rPr>
              <a:t></a:t>
            </a:r>
            <a:endParaRPr lang="en-US" altLang="zh-CN" b="1" i="1" dirty="0">
              <a:latin typeface="Times New Roman" charset="0"/>
              <a:sym typeface="UniversalMath1 BT" charset="0"/>
            </a:endParaRPr>
          </a:p>
        </p:txBody>
      </p:sp>
      <p:sp>
        <p:nvSpPr>
          <p:cNvPr id="41" name="Text Box 116">
            <a:extLst>
              <a:ext uri="{FF2B5EF4-FFF2-40B4-BE49-F238E27FC236}">
                <a16:creationId xmlns:a16="http://schemas.microsoft.com/office/drawing/2014/main" id="{A38563B9-145C-7FDE-D378-6E71452DC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745" y="4417856"/>
            <a:ext cx="46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b</a:t>
            </a:r>
            <a:r>
              <a:rPr lang="en-US" altLang="zh-CN" b="1" i="0">
                <a:latin typeface="Times New Roman" charset="0"/>
                <a:sym typeface="Symbol" charset="2"/>
              </a:rPr>
              <a:t></a:t>
            </a:r>
          </a:p>
        </p:txBody>
      </p:sp>
      <p:grpSp>
        <p:nvGrpSpPr>
          <p:cNvPr id="42" name="Group 135">
            <a:extLst>
              <a:ext uri="{FF2B5EF4-FFF2-40B4-BE49-F238E27FC236}">
                <a16:creationId xmlns:a16="http://schemas.microsoft.com/office/drawing/2014/main" id="{88DCFBFA-301B-8FE7-435D-D38E597E7715}"/>
              </a:ext>
            </a:extLst>
          </p:cNvPr>
          <p:cNvGrpSpPr>
            <a:grpSpLocks/>
          </p:cNvGrpSpPr>
          <p:nvPr/>
        </p:nvGrpSpPr>
        <p:grpSpPr bwMode="auto">
          <a:xfrm>
            <a:off x="4447983" y="4294031"/>
            <a:ext cx="568325" cy="520700"/>
            <a:chOff x="2008" y="2534"/>
            <a:chExt cx="358" cy="328"/>
          </a:xfrm>
        </p:grpSpPr>
        <p:sp>
          <p:nvSpPr>
            <p:cNvPr id="43" name="Text Box 118">
              <a:extLst>
                <a:ext uri="{FF2B5EF4-FFF2-40B4-BE49-F238E27FC236}">
                  <a16:creationId xmlns:a16="http://schemas.microsoft.com/office/drawing/2014/main" id="{D5C69F22-6BD6-CC8E-9D47-B4C34A57B4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2534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i="0">
                  <a:latin typeface="Times New Roman" charset="0"/>
                </a:rPr>
                <a:t>●</a:t>
              </a:r>
            </a:p>
          </p:txBody>
        </p:sp>
        <p:sp>
          <p:nvSpPr>
            <p:cNvPr id="44" name="Text Box 119">
              <a:extLst>
                <a:ext uri="{FF2B5EF4-FFF2-40B4-BE49-F238E27FC236}">
                  <a16:creationId xmlns:a16="http://schemas.microsoft.com/office/drawing/2014/main" id="{FF792DE6-F536-7B7D-E384-CDDE8613B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" y="2574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dirty="0">
                  <a:sym typeface="Symbol" charset="2"/>
                </a:rPr>
                <a:t>c</a:t>
              </a:r>
              <a:r>
                <a:rPr lang="en-US" altLang="zh-CN" b="1" i="0" dirty="0">
                  <a:latin typeface="Times New Roman" charset="0"/>
                  <a:sym typeface="Symbol" charset="2"/>
                </a:rPr>
                <a:t></a:t>
              </a:r>
            </a:p>
          </p:txBody>
        </p:sp>
      </p:grpSp>
      <p:sp>
        <p:nvSpPr>
          <p:cNvPr id="45" name="Line 133">
            <a:extLst>
              <a:ext uri="{FF2B5EF4-FFF2-40B4-BE49-F238E27FC236}">
                <a16:creationId xmlns:a16="http://schemas.microsoft.com/office/drawing/2014/main" id="{B0F55DB7-49E0-7913-9987-59E23D7B7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83" y="5248119"/>
            <a:ext cx="1262062" cy="1262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6" name="Line 136">
            <a:extLst>
              <a:ext uri="{FF2B5EF4-FFF2-40B4-BE49-F238E27FC236}">
                <a16:creationId xmlns:a16="http://schemas.microsoft.com/office/drawing/2014/main" id="{39D5FF2B-329A-7D66-8210-A3B6711C7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545" y="5798981"/>
            <a:ext cx="17462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Line 137">
            <a:extLst>
              <a:ext uri="{FF2B5EF4-FFF2-40B4-BE49-F238E27FC236}">
                <a16:creationId xmlns:a16="http://schemas.microsoft.com/office/drawing/2014/main" id="{4BB95D23-FF47-41A7-9B8C-F6278F812A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3083" y="4413094"/>
            <a:ext cx="0" cy="13858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138">
            <a:extLst>
              <a:ext uri="{FF2B5EF4-FFF2-40B4-BE49-F238E27FC236}">
                <a16:creationId xmlns:a16="http://schemas.microsoft.com/office/drawing/2014/main" id="{AC9CF1AA-4BF4-1429-666C-87D992AFA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545" y="6408581"/>
            <a:ext cx="2355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Line 139">
            <a:extLst>
              <a:ext uri="{FF2B5EF4-FFF2-40B4-BE49-F238E27FC236}">
                <a16:creationId xmlns:a16="http://schemas.microsoft.com/office/drawing/2014/main" id="{445E4CBD-AD25-5A71-9A03-3D004576E2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8395" y="4732181"/>
            <a:ext cx="0" cy="1676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140">
            <a:extLst>
              <a:ext uri="{FF2B5EF4-FFF2-40B4-BE49-F238E27FC236}">
                <a16:creationId xmlns:a16="http://schemas.microsoft.com/office/drawing/2014/main" id="{368E9C6A-1214-13AA-8A1A-7055BF912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0958" y="4733769"/>
            <a:ext cx="2357437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Line 141">
            <a:extLst>
              <a:ext uri="{FF2B5EF4-FFF2-40B4-BE49-F238E27FC236}">
                <a16:creationId xmlns:a16="http://schemas.microsoft.com/office/drawing/2014/main" id="{48E0F26A-7CD7-5812-07AF-3E8B6D69A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545" y="4413094"/>
            <a:ext cx="176053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142">
            <a:extLst>
              <a:ext uri="{FF2B5EF4-FFF2-40B4-BE49-F238E27FC236}">
                <a16:creationId xmlns:a16="http://schemas.microsoft.com/office/drawing/2014/main" id="{C77A7AA1-A448-56DD-F20A-516D0EC12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545" y="3762219"/>
            <a:ext cx="156686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144">
            <a:extLst>
              <a:ext uri="{FF2B5EF4-FFF2-40B4-BE49-F238E27FC236}">
                <a16:creationId xmlns:a16="http://schemas.microsoft.com/office/drawing/2014/main" id="{80ED3D2E-9518-89CB-AFF0-70689CE6D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2545" y="5578319"/>
            <a:ext cx="153828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145">
            <a:extLst>
              <a:ext uri="{FF2B5EF4-FFF2-40B4-BE49-F238E27FC236}">
                <a16:creationId xmlns:a16="http://schemas.microsoft.com/office/drawing/2014/main" id="{2FD60120-31F1-3251-434B-A0368431FD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0833" y="3762219"/>
            <a:ext cx="0" cy="1816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" name="Group 153">
            <a:extLst>
              <a:ext uri="{FF2B5EF4-FFF2-40B4-BE49-F238E27FC236}">
                <a16:creationId xmlns:a16="http://schemas.microsoft.com/office/drawing/2014/main" id="{6B4DF24F-FDD1-4486-B760-8BEDAB8A5FDE}"/>
              </a:ext>
            </a:extLst>
          </p:cNvPr>
          <p:cNvGrpSpPr>
            <a:grpSpLocks/>
          </p:cNvGrpSpPr>
          <p:nvPr/>
        </p:nvGrpSpPr>
        <p:grpSpPr bwMode="auto">
          <a:xfrm>
            <a:off x="2054033" y="3360581"/>
            <a:ext cx="3562350" cy="3309938"/>
            <a:chOff x="509" y="1946"/>
            <a:chExt cx="2244" cy="2085"/>
          </a:xfrm>
        </p:grpSpPr>
        <p:sp>
          <p:nvSpPr>
            <p:cNvPr id="56" name="Line 154">
              <a:extLst>
                <a:ext uri="{FF2B5EF4-FFF2-40B4-BE49-F238E27FC236}">
                  <a16:creationId xmlns:a16="http://schemas.microsoft.com/office/drawing/2014/main" id="{8F377D53-FFB0-FC7C-60C5-E9D2F5DF9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3342"/>
              <a:ext cx="0" cy="5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155">
              <a:extLst>
                <a:ext uri="{FF2B5EF4-FFF2-40B4-BE49-F238E27FC236}">
                  <a16:creationId xmlns:a16="http://schemas.microsoft.com/office/drawing/2014/main" id="{97D377FB-3127-1008-8AB9-F79927269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2201"/>
              <a:ext cx="0" cy="62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8" name="Group 156">
              <a:extLst>
                <a:ext uri="{FF2B5EF4-FFF2-40B4-BE49-F238E27FC236}">
                  <a16:creationId xmlns:a16="http://schemas.microsoft.com/office/drawing/2014/main" id="{C1A32D38-183A-B624-FB8D-B813D1C60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0" y="2524"/>
              <a:ext cx="198" cy="1024"/>
              <a:chOff x="1192" y="1141"/>
              <a:chExt cx="198" cy="1024"/>
            </a:xfrm>
          </p:grpSpPr>
          <p:sp>
            <p:nvSpPr>
              <p:cNvPr id="55301" name="Text Box 157">
                <a:extLst>
                  <a:ext uri="{FF2B5EF4-FFF2-40B4-BE49-F238E27FC236}">
                    <a16:creationId xmlns:a16="http://schemas.microsoft.com/office/drawing/2014/main" id="{EF68F12D-C65C-41F8-28AB-E1015A24F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3" y="2011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 i="0">
                    <a:latin typeface="Times New Roman" charset="0"/>
                  </a:rPr>
                  <a:t>●</a:t>
                </a:r>
                <a:endParaRPr lang="en-US" altLang="zh-CN" sz="1800" b="1" i="0">
                  <a:latin typeface="Times New Roman" charset="0"/>
                </a:endParaRPr>
              </a:p>
            </p:txBody>
          </p:sp>
          <p:sp>
            <p:nvSpPr>
              <p:cNvPr id="55302" name="Text Box 158">
                <a:extLst>
                  <a:ext uri="{FF2B5EF4-FFF2-40B4-BE49-F238E27FC236}">
                    <a16:creationId xmlns:a16="http://schemas.microsoft.com/office/drawing/2014/main" id="{DE72DE52-6041-F9C0-93D8-43AAA6A62E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2" y="1141"/>
                <a:ext cx="197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1000" b="1" i="0">
                    <a:latin typeface="Times New Roman" charset="0"/>
                  </a:rPr>
                  <a:t>●</a:t>
                </a:r>
              </a:p>
            </p:txBody>
          </p:sp>
        </p:grpSp>
        <p:sp>
          <p:nvSpPr>
            <p:cNvPr id="59" name="Line 159">
              <a:extLst>
                <a:ext uri="{FF2B5EF4-FFF2-40B4-BE49-F238E27FC236}">
                  <a16:creationId xmlns:a16="http://schemas.microsoft.com/office/drawing/2014/main" id="{558F8A94-DE80-0417-EAEC-A5E0BEA6F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2" y="2138"/>
              <a:ext cx="0" cy="179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D35E0B96-153F-EE9E-F499-EF8B821E1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4" y="3135"/>
              <a:ext cx="193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161">
              <a:extLst>
                <a:ext uri="{FF2B5EF4-FFF2-40B4-BE49-F238E27FC236}">
                  <a16:creationId xmlns:a16="http://schemas.microsoft.com/office/drawing/2014/main" id="{B01BC599-CE9A-DDAD-5EBB-AECE5CA63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2823"/>
              <a:ext cx="0" cy="5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Text Box 162">
              <a:extLst>
                <a:ext uri="{FF2B5EF4-FFF2-40B4-BE49-F238E27FC236}">
                  <a16:creationId xmlns:a16="http://schemas.microsoft.com/office/drawing/2014/main" id="{5AC238EB-928D-A043-2348-8989074F7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" y="3163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63" name="Text Box 163">
              <a:extLst>
                <a:ext uri="{FF2B5EF4-FFF2-40B4-BE49-F238E27FC236}">
                  <a16:creationId xmlns:a16="http://schemas.microsoft.com/office/drawing/2014/main" id="{2E56B2A8-21F7-7314-5069-778BAA162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048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5296" name="Text Box 164">
              <a:extLst>
                <a:ext uri="{FF2B5EF4-FFF2-40B4-BE49-F238E27FC236}">
                  <a16:creationId xmlns:a16="http://schemas.microsoft.com/office/drawing/2014/main" id="{099A93C9-A339-08F1-1CB8-0F5983138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78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5297" name="Text Box 165">
              <a:extLst>
                <a:ext uri="{FF2B5EF4-FFF2-40B4-BE49-F238E27FC236}">
                  <a16:creationId xmlns:a16="http://schemas.microsoft.com/office/drawing/2014/main" id="{29AE5A33-8EC0-E7CA-6AF6-3F8624DF6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" y="2441"/>
              <a:ext cx="5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dirty="0">
                  <a:sym typeface="Symbol" charset="2"/>
                </a:rPr>
                <a:t>c</a:t>
              </a:r>
              <a:r>
                <a:rPr lang="en-US" altLang="zh-CN" b="1" i="0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55298" name="Text Box 166">
              <a:extLst>
                <a:ext uri="{FF2B5EF4-FFF2-40B4-BE49-F238E27FC236}">
                  <a16:creationId xmlns:a16="http://schemas.microsoft.com/office/drawing/2014/main" id="{400E0B57-1A43-29FF-136F-A753240BB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3743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endParaRPr lang="en-US" altLang="zh-CN" b="1" i="0">
                <a:latin typeface="Times New Roman" charset="0"/>
                <a:sym typeface="Symbol" charset="2"/>
              </a:endParaRPr>
            </a:p>
          </p:txBody>
        </p:sp>
        <p:sp>
          <p:nvSpPr>
            <p:cNvPr id="55299" name="Text Box 167">
              <a:extLst>
                <a:ext uri="{FF2B5EF4-FFF2-40B4-BE49-F238E27FC236}">
                  <a16:creationId xmlns:a16="http://schemas.microsoft.com/office/drawing/2014/main" id="{F946847F-9E81-9E57-379F-C67D47F39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" y="1946"/>
              <a:ext cx="3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0">
                  <a:latin typeface="Times New Roman" charset="0"/>
                </a:rPr>
                <a:t>③</a:t>
              </a:r>
            </a:p>
          </p:txBody>
        </p:sp>
        <p:sp>
          <p:nvSpPr>
            <p:cNvPr id="55300" name="Text Box 168">
              <a:extLst>
                <a:ext uri="{FF2B5EF4-FFF2-40B4-BE49-F238E27FC236}">
                  <a16:creationId xmlns:a16="http://schemas.microsoft.com/office/drawing/2014/main" id="{B852DB59-DA16-3F00-2CC8-99653FD49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334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c</a:t>
              </a:r>
              <a:endParaRPr lang="en-US" altLang="zh-CN" b="1" i="0">
                <a:latin typeface="Times New Roman" charset="0"/>
              </a:endParaRPr>
            </a:p>
          </p:txBody>
        </p:sp>
      </p:grpSp>
      <p:sp>
        <p:nvSpPr>
          <p:cNvPr id="55303" name="AutoShape 169">
            <a:extLst>
              <a:ext uri="{FF2B5EF4-FFF2-40B4-BE49-F238E27FC236}">
                <a16:creationId xmlns:a16="http://schemas.microsoft.com/office/drawing/2014/main" id="{3FD9CB57-5540-8707-DF6A-F25A74435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770" y="3724119"/>
            <a:ext cx="996950" cy="457200"/>
          </a:xfrm>
          <a:prstGeom prst="wedgeEllipseCallout">
            <a:avLst>
              <a:gd name="adj1" fmla="val -84079"/>
              <a:gd name="adj2" fmla="val 95833"/>
            </a:avLst>
          </a:prstGeom>
          <a:solidFill>
            <a:srgbClr val="FFFF00"/>
          </a:solidFill>
          <a:ln w="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zh-CN" altLang="en-US" sz="2400" b="1" i="0" dirty="0">
                <a:solidFill>
                  <a:srgbClr val="FF3300"/>
                </a:solidFill>
                <a:latin typeface="Times New Roman" charset="0"/>
              </a:rPr>
              <a:t>不在</a:t>
            </a:r>
            <a:endParaRPr lang="zh-CN" altLang="en-US" sz="700" i="0" dirty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55304" name="Text Box 170">
            <a:extLst>
              <a:ext uri="{FF2B5EF4-FFF2-40B4-BE49-F238E27FC236}">
                <a16:creationId xmlns:a16="http://schemas.microsoft.com/office/drawing/2014/main" id="{91706BD6-A983-4723-0A9A-FFAC6CC24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5974" y="5366248"/>
            <a:ext cx="2641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b="1" i="0" dirty="0">
                <a:solidFill>
                  <a:srgbClr val="003399"/>
                </a:solidFill>
                <a:latin typeface="Times New Roman" charset="0"/>
              </a:rPr>
              <a:t>应用</a:t>
            </a:r>
            <a:r>
              <a:rPr lang="zh-CN" altLang="en-US" sz="2800" b="1" i="0" u="sng" dirty="0">
                <a:solidFill>
                  <a:srgbClr val="003399"/>
                </a:solidFill>
                <a:latin typeface="Times New Roman" charset="0"/>
              </a:rPr>
              <a:t>定比定理</a:t>
            </a:r>
          </a:p>
        </p:txBody>
      </p:sp>
      <p:grpSp>
        <p:nvGrpSpPr>
          <p:cNvPr id="55319" name="组合 55318">
            <a:extLst>
              <a:ext uri="{FF2B5EF4-FFF2-40B4-BE49-F238E27FC236}">
                <a16:creationId xmlns:a16="http://schemas.microsoft.com/office/drawing/2014/main" id="{4DDD0A16-EA9E-B7ED-C6FE-76645C9F6963}"/>
              </a:ext>
            </a:extLst>
          </p:cNvPr>
          <p:cNvGrpSpPr/>
          <p:nvPr/>
        </p:nvGrpSpPr>
        <p:grpSpPr>
          <a:xfrm>
            <a:off x="6454583" y="3703638"/>
            <a:ext cx="3279142" cy="2631565"/>
            <a:chOff x="6316470" y="3838648"/>
            <a:chExt cx="3279142" cy="2631565"/>
          </a:xfrm>
        </p:grpSpPr>
        <p:sp>
          <p:nvSpPr>
            <p:cNvPr id="55306" name="Text Box 172">
              <a:extLst>
                <a:ext uri="{FF2B5EF4-FFF2-40B4-BE49-F238E27FC236}">
                  <a16:creationId xmlns:a16="http://schemas.microsoft.com/office/drawing/2014/main" id="{C614B78B-540A-4F74-5CF6-CBADA9390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6470" y="4382931"/>
              <a:ext cx="215582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800" b="1" i="0" dirty="0">
                  <a:solidFill>
                    <a:srgbClr val="FF3300"/>
                  </a:solidFill>
                  <a:latin typeface="Times New Roman" charset="0"/>
                </a:rPr>
                <a:t>另一判断法</a:t>
              </a:r>
              <a:r>
                <a:rPr lang="en-US" altLang="zh-CN" sz="2800" b="1" i="0" dirty="0">
                  <a:solidFill>
                    <a:srgbClr val="FF3300"/>
                  </a:solidFill>
                  <a:latin typeface="Times New Roman" charset="0"/>
                </a:rPr>
                <a:t>?</a:t>
              </a:r>
            </a:p>
          </p:txBody>
        </p:sp>
        <p:pic>
          <p:nvPicPr>
            <p:cNvPr id="55318" name="图片 55317">
              <a:extLst>
                <a:ext uri="{FF2B5EF4-FFF2-40B4-BE49-F238E27FC236}">
                  <a16:creationId xmlns:a16="http://schemas.microsoft.com/office/drawing/2014/main" id="{E7EA87BB-6969-AFD7-6F7D-89C85B2AD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6932" y="3838648"/>
              <a:ext cx="848680" cy="26315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250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1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6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15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65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8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33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8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3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800"/>
                            </p:stCondLst>
                            <p:childTnLst>
                              <p:par>
                                <p:cTn id="84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 autoUpdateAnimBg="0"/>
      <p:bldP spid="38" grpId="0" animBg="1" autoUpdateAnimBg="0"/>
      <p:bldP spid="39" grpId="0" animBg="1"/>
      <p:bldP spid="39" grpId="1" animBg="1"/>
      <p:bldP spid="40" grpId="0" build="p" autoUpdateAnimBg="0" advAuto="1000"/>
      <p:bldP spid="40" grpId="1" build="allAtOnce"/>
      <p:bldP spid="41" grpId="0" build="p" autoUpdateAnimBg="0" advAuto="1000"/>
      <p:bldP spid="41" grpId="1" build="allAtOnce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303" grpId="0" animBg="1" autoUpdateAnimBg="0"/>
      <p:bldP spid="55303" grpId="1" animBg="1"/>
      <p:bldP spid="55304" grpId="0" build="p" autoUpdateAnimBg="0"/>
      <p:bldP spid="55304" grpId="1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417728" y="599143"/>
            <a:ext cx="7580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：已知点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在线段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上，求点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正面投影。</a:t>
            </a:r>
          </a:p>
        </p:txBody>
      </p:sp>
      <p:sp>
        <p:nvSpPr>
          <p:cNvPr id="90156" name="Text Box 44"/>
          <p:cNvSpPr txBox="1">
            <a:spLocks noChangeArrowheads="1"/>
          </p:cNvSpPr>
          <p:nvPr/>
        </p:nvSpPr>
        <p:spPr bwMode="auto">
          <a:xfrm>
            <a:off x="2676111" y="1395810"/>
            <a:ext cx="26468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解法一：</a:t>
            </a:r>
          </a:p>
          <a:p>
            <a:pPr algn="l"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（应用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第三投影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90157" name="Text Box 45"/>
          <p:cNvSpPr txBox="1">
            <a:spLocks noChangeArrowheads="1"/>
          </p:cNvSpPr>
          <p:nvPr/>
        </p:nvSpPr>
        <p:spPr bwMode="auto">
          <a:xfrm>
            <a:off x="6867111" y="1395809"/>
            <a:ext cx="264397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解法二：</a:t>
            </a:r>
          </a:p>
          <a:p>
            <a:pPr algn="l"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（应用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定比定理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90121" name="Line 9"/>
          <p:cNvSpPr>
            <a:spLocks noChangeShapeType="1"/>
          </p:cNvSpPr>
          <p:nvPr/>
        </p:nvSpPr>
        <p:spPr bwMode="auto">
          <a:xfrm>
            <a:off x="3904836" y="2490788"/>
            <a:ext cx="0" cy="3763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0176" name="Group 64"/>
          <p:cNvGrpSpPr>
            <a:grpSpLocks/>
          </p:cNvGrpSpPr>
          <p:nvPr/>
        </p:nvGrpSpPr>
        <p:grpSpPr bwMode="auto">
          <a:xfrm>
            <a:off x="2585624" y="2511426"/>
            <a:ext cx="1668462" cy="3768725"/>
            <a:chOff x="492" y="1182"/>
            <a:chExt cx="1051" cy="2374"/>
          </a:xfrm>
        </p:grpSpPr>
        <p:sp>
          <p:nvSpPr>
            <p:cNvPr id="90134" name="Line 22"/>
            <p:cNvSpPr>
              <a:spLocks noChangeShapeType="1"/>
            </p:cNvSpPr>
            <p:nvPr/>
          </p:nvSpPr>
          <p:spPr bwMode="auto">
            <a:xfrm>
              <a:off x="809" y="2752"/>
              <a:ext cx="0" cy="6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35" name="Line 23"/>
            <p:cNvSpPr>
              <a:spLocks noChangeShapeType="1"/>
            </p:cNvSpPr>
            <p:nvPr/>
          </p:nvSpPr>
          <p:spPr bwMode="auto">
            <a:xfrm>
              <a:off x="809" y="1344"/>
              <a:ext cx="0" cy="7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36" name="Text Box 24"/>
            <p:cNvSpPr txBox="1">
              <a:spLocks noChangeArrowheads="1"/>
            </p:cNvSpPr>
            <p:nvPr/>
          </p:nvSpPr>
          <p:spPr bwMode="auto">
            <a:xfrm>
              <a:off x="711" y="3108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 dirty="0">
                  <a:latin typeface="Times New Roman" charset="0"/>
                </a:rPr>
                <a:t>●</a:t>
              </a:r>
              <a:endParaRPr lang="en-US" altLang="zh-CN" b="1" dirty="0">
                <a:latin typeface="Times New Roman" charset="0"/>
              </a:endParaRPr>
            </a:p>
          </p:txBody>
        </p:sp>
        <p:sp>
          <p:nvSpPr>
            <p:cNvPr id="90137" name="Line 25"/>
            <p:cNvSpPr>
              <a:spLocks noChangeShapeType="1"/>
            </p:cNvSpPr>
            <p:nvPr/>
          </p:nvSpPr>
          <p:spPr bwMode="auto">
            <a:xfrm>
              <a:off x="560" y="2497"/>
              <a:ext cx="9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38" name="Line 26"/>
            <p:cNvSpPr>
              <a:spLocks noChangeShapeType="1"/>
            </p:cNvSpPr>
            <p:nvPr/>
          </p:nvSpPr>
          <p:spPr bwMode="auto">
            <a:xfrm>
              <a:off x="809" y="2112"/>
              <a:ext cx="0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39" name="Text Box 27"/>
            <p:cNvSpPr txBox="1">
              <a:spLocks noChangeArrowheads="1"/>
            </p:cNvSpPr>
            <p:nvPr/>
          </p:nvSpPr>
          <p:spPr bwMode="auto">
            <a:xfrm>
              <a:off x="527" y="3323"/>
              <a:ext cx="3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i="1" dirty="0">
                <a:latin typeface="Times New Roman" charset="0"/>
              </a:endParaRPr>
            </a:p>
          </p:txBody>
        </p:sp>
        <p:sp>
          <p:nvSpPr>
            <p:cNvPr id="90140" name="Text Box 28"/>
            <p:cNvSpPr txBox="1">
              <a:spLocks noChangeArrowheads="1"/>
            </p:cNvSpPr>
            <p:nvPr/>
          </p:nvSpPr>
          <p:spPr bwMode="auto">
            <a:xfrm>
              <a:off x="583" y="1182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0141" name="Text Box 29"/>
            <p:cNvSpPr txBox="1">
              <a:spLocks noChangeArrowheads="1"/>
            </p:cNvSpPr>
            <p:nvPr/>
          </p:nvSpPr>
          <p:spPr bwMode="auto">
            <a:xfrm>
              <a:off x="492" y="1994"/>
              <a:ext cx="26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 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0142" name="Text Box 30"/>
            <p:cNvSpPr txBox="1">
              <a:spLocks noChangeArrowheads="1"/>
            </p:cNvSpPr>
            <p:nvPr/>
          </p:nvSpPr>
          <p:spPr bwMode="auto">
            <a:xfrm>
              <a:off x="549" y="2648"/>
              <a:ext cx="31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  <a:sym typeface="Symbol" charset="2"/>
              </a:endParaRPr>
            </a:p>
          </p:txBody>
        </p:sp>
        <p:sp>
          <p:nvSpPr>
            <p:cNvPr id="90143" name="Text Box 31"/>
            <p:cNvSpPr txBox="1">
              <a:spLocks noChangeArrowheads="1"/>
            </p:cNvSpPr>
            <p:nvPr/>
          </p:nvSpPr>
          <p:spPr bwMode="auto">
            <a:xfrm>
              <a:off x="573" y="3023"/>
              <a:ext cx="1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endParaRPr lang="en-US" altLang="zh-CN" b="1">
                <a:latin typeface="Times New Roman" charset="0"/>
              </a:endParaRPr>
            </a:p>
          </p:txBody>
        </p:sp>
      </p:grpSp>
      <p:sp>
        <p:nvSpPr>
          <p:cNvPr id="90155" name="Line 43"/>
          <p:cNvSpPr>
            <a:spLocks noChangeShapeType="1"/>
          </p:cNvSpPr>
          <p:nvPr/>
        </p:nvSpPr>
        <p:spPr bwMode="auto">
          <a:xfrm>
            <a:off x="4244561" y="4600575"/>
            <a:ext cx="14668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58" name="Line 46"/>
          <p:cNvSpPr>
            <a:spLocks noChangeShapeType="1"/>
          </p:cNvSpPr>
          <p:nvPr/>
        </p:nvSpPr>
        <p:spPr bwMode="auto">
          <a:xfrm>
            <a:off x="3903249" y="4598988"/>
            <a:ext cx="1504950" cy="1504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59" name="Line 47"/>
          <p:cNvSpPr>
            <a:spLocks noChangeShapeType="1"/>
          </p:cNvSpPr>
          <p:nvPr/>
        </p:nvSpPr>
        <p:spPr bwMode="auto">
          <a:xfrm>
            <a:off x="3082511" y="2768600"/>
            <a:ext cx="2266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0" name="Line 48"/>
          <p:cNvSpPr>
            <a:spLocks noChangeShapeType="1"/>
          </p:cNvSpPr>
          <p:nvPr/>
        </p:nvSpPr>
        <p:spPr bwMode="auto">
          <a:xfrm>
            <a:off x="3065050" y="6054725"/>
            <a:ext cx="23066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1" name="Line 49"/>
          <p:cNvSpPr>
            <a:spLocks noChangeShapeType="1"/>
          </p:cNvSpPr>
          <p:nvPr/>
        </p:nvSpPr>
        <p:spPr bwMode="auto">
          <a:xfrm flipV="1">
            <a:off x="5357399" y="2754313"/>
            <a:ext cx="0" cy="3300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2" name="Line 50"/>
          <p:cNvSpPr>
            <a:spLocks noChangeShapeType="1"/>
          </p:cNvSpPr>
          <p:nvPr/>
        </p:nvSpPr>
        <p:spPr bwMode="auto">
          <a:xfrm>
            <a:off x="3082511" y="5010150"/>
            <a:ext cx="12144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3" name="Line 51"/>
          <p:cNvSpPr>
            <a:spLocks noChangeShapeType="1"/>
          </p:cNvSpPr>
          <p:nvPr/>
        </p:nvSpPr>
        <p:spPr bwMode="auto">
          <a:xfrm flipV="1">
            <a:off x="4312824" y="3963988"/>
            <a:ext cx="0" cy="1046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4" name="Line 52"/>
          <p:cNvSpPr>
            <a:spLocks noChangeShapeType="1"/>
          </p:cNvSpPr>
          <p:nvPr/>
        </p:nvSpPr>
        <p:spPr bwMode="auto">
          <a:xfrm>
            <a:off x="3082512" y="3979863"/>
            <a:ext cx="1230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5" name="Line 53"/>
          <p:cNvSpPr>
            <a:spLocks noChangeShapeType="1"/>
          </p:cNvSpPr>
          <p:nvPr/>
        </p:nvSpPr>
        <p:spPr bwMode="auto">
          <a:xfrm flipV="1">
            <a:off x="4312824" y="2754314"/>
            <a:ext cx="1058862" cy="12144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6" name="Text Box 54"/>
          <p:cNvSpPr txBox="1">
            <a:spLocks noChangeArrowheads="1"/>
          </p:cNvSpPr>
          <p:nvPr/>
        </p:nvSpPr>
        <p:spPr bwMode="auto">
          <a:xfrm>
            <a:off x="5343111" y="2411414"/>
            <a:ext cx="39495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 i="1" dirty="0">
                <a:sym typeface="EuroRoman" charset="0"/>
              </a:rPr>
              <a:t>a</a:t>
            </a:r>
            <a:r>
              <a:rPr lang="en-US" altLang="zh-CN" b="1" i="1" dirty="0">
                <a:latin typeface="Italic" charset="0"/>
                <a:sym typeface="Symbol" charset="2"/>
              </a:rPr>
              <a:t></a:t>
            </a:r>
            <a:endParaRPr lang="en-US" altLang="zh-CN" b="1" i="1" dirty="0">
              <a:latin typeface="Italic" charset="0"/>
              <a:sym typeface="EuroRoman" charset="0"/>
            </a:endParaRPr>
          </a:p>
        </p:txBody>
      </p:sp>
      <p:sp>
        <p:nvSpPr>
          <p:cNvPr id="90167" name="Text Box 55"/>
          <p:cNvSpPr txBox="1">
            <a:spLocks noChangeArrowheads="1"/>
          </p:cNvSpPr>
          <p:nvPr/>
        </p:nvSpPr>
        <p:spPr bwMode="auto">
          <a:xfrm>
            <a:off x="4360449" y="3822701"/>
            <a:ext cx="398164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/>
              <a:t>b</a:t>
            </a:r>
            <a:r>
              <a:rPr lang="en-US" altLang="zh-CN">
                <a:sym typeface="Symbol" charset="2"/>
              </a:rPr>
              <a:t></a:t>
            </a:r>
            <a:endParaRPr lang="en-US" altLang="zh-CN" b="1">
              <a:latin typeface="Italic" charset="0"/>
              <a:sym typeface="CommercialPi BT" charset="0"/>
            </a:endParaRPr>
          </a:p>
        </p:txBody>
      </p:sp>
      <p:sp>
        <p:nvSpPr>
          <p:cNvPr id="90168" name="Line 56"/>
          <p:cNvSpPr>
            <a:spLocks noChangeShapeType="1"/>
          </p:cNvSpPr>
          <p:nvPr/>
        </p:nvSpPr>
        <p:spPr bwMode="auto">
          <a:xfrm>
            <a:off x="3082511" y="5694363"/>
            <a:ext cx="1912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69" name="Line 57"/>
          <p:cNvSpPr>
            <a:spLocks noChangeShapeType="1"/>
          </p:cNvSpPr>
          <p:nvPr/>
        </p:nvSpPr>
        <p:spPr bwMode="auto">
          <a:xfrm flipV="1">
            <a:off x="4995449" y="3182939"/>
            <a:ext cx="0" cy="2528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en-US"/>
          </a:p>
        </p:txBody>
      </p:sp>
      <p:grpSp>
        <p:nvGrpSpPr>
          <p:cNvPr id="90173" name="Group 61"/>
          <p:cNvGrpSpPr>
            <a:grpSpLocks/>
          </p:cNvGrpSpPr>
          <p:nvPr/>
        </p:nvGrpSpPr>
        <p:grpSpPr bwMode="auto">
          <a:xfrm>
            <a:off x="4312824" y="2822855"/>
            <a:ext cx="996950" cy="490257"/>
            <a:chOff x="1492" y="1520"/>
            <a:chExt cx="509" cy="250"/>
          </a:xfrm>
        </p:grpSpPr>
        <p:sp>
          <p:nvSpPr>
            <p:cNvPr id="90171" name="Text Box 59"/>
            <p:cNvSpPr txBox="1">
              <a:spLocks noChangeArrowheads="1"/>
            </p:cNvSpPr>
            <p:nvPr/>
          </p:nvSpPr>
          <p:spPr bwMode="auto">
            <a:xfrm>
              <a:off x="1755" y="1645"/>
              <a:ext cx="159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latin typeface="Times New Roman" charset="0"/>
                </a:rPr>
                <a:t>●</a:t>
              </a:r>
            </a:p>
          </p:txBody>
        </p:sp>
        <p:sp>
          <p:nvSpPr>
            <p:cNvPr id="90172" name="Text Box 60"/>
            <p:cNvSpPr txBox="1">
              <a:spLocks noChangeArrowheads="1"/>
            </p:cNvSpPr>
            <p:nvPr/>
          </p:nvSpPr>
          <p:spPr bwMode="auto">
            <a:xfrm>
              <a:off x="1492" y="1520"/>
              <a:ext cx="509" cy="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r>
                <a:rPr lang="en-US" altLang="zh-CN">
                  <a:sym typeface="Symbol" charset="2"/>
                </a:rPr>
                <a:t></a:t>
              </a:r>
              <a:endParaRPr lang="en-US" altLang="zh-CN" b="1">
                <a:latin typeface="Italic" charset="0"/>
                <a:sym typeface="CommercialPi BT" charset="0"/>
              </a:endParaRPr>
            </a:p>
          </p:txBody>
        </p:sp>
      </p:grpSp>
      <p:sp>
        <p:nvSpPr>
          <p:cNvPr id="90174" name="Line 62"/>
          <p:cNvSpPr>
            <a:spLocks noChangeShapeType="1"/>
          </p:cNvSpPr>
          <p:nvPr/>
        </p:nvSpPr>
        <p:spPr bwMode="auto">
          <a:xfrm flipH="1" flipV="1">
            <a:off x="3095212" y="3163888"/>
            <a:ext cx="1885949" cy="1905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grpSp>
        <p:nvGrpSpPr>
          <p:cNvPr id="90131" name="Group 19"/>
          <p:cNvGrpSpPr>
            <a:grpSpLocks/>
          </p:cNvGrpSpPr>
          <p:nvPr/>
        </p:nvGrpSpPr>
        <p:grpSpPr bwMode="auto">
          <a:xfrm>
            <a:off x="2355436" y="2994335"/>
            <a:ext cx="996950" cy="368900"/>
            <a:chOff x="480" y="1331"/>
            <a:chExt cx="509" cy="188"/>
          </a:xfrm>
        </p:grpSpPr>
        <p:sp>
          <p:nvSpPr>
            <p:cNvPr id="90120" name="Text Box 8"/>
            <p:cNvSpPr txBox="1">
              <a:spLocks noChangeArrowheads="1"/>
            </p:cNvSpPr>
            <p:nvPr/>
          </p:nvSpPr>
          <p:spPr bwMode="auto">
            <a:xfrm>
              <a:off x="780" y="1359"/>
              <a:ext cx="160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latin typeface="Times New Roman" charset="0"/>
                </a:rPr>
                <a:t>●</a:t>
              </a:r>
            </a:p>
          </p:txBody>
        </p:sp>
        <p:sp>
          <p:nvSpPr>
            <p:cNvPr id="90127" name="Text Box 15"/>
            <p:cNvSpPr txBox="1">
              <a:spLocks noChangeArrowheads="1"/>
            </p:cNvSpPr>
            <p:nvPr/>
          </p:nvSpPr>
          <p:spPr bwMode="auto">
            <a:xfrm>
              <a:off x="480" y="1331"/>
              <a:ext cx="509" cy="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grpSp>
        <p:nvGrpSpPr>
          <p:cNvPr id="90144" name="Group 32"/>
          <p:cNvGrpSpPr>
            <a:grpSpLocks/>
          </p:cNvGrpSpPr>
          <p:nvPr/>
        </p:nvGrpSpPr>
        <p:grpSpPr bwMode="auto">
          <a:xfrm>
            <a:off x="7411624" y="2348432"/>
            <a:ext cx="1701800" cy="3931180"/>
            <a:chOff x="637" y="1094"/>
            <a:chExt cx="825" cy="1903"/>
          </a:xfrm>
        </p:grpSpPr>
        <p:sp>
          <p:nvSpPr>
            <p:cNvPr id="90145" name="Line 33"/>
            <p:cNvSpPr>
              <a:spLocks noChangeShapeType="1"/>
            </p:cNvSpPr>
            <p:nvPr/>
          </p:nvSpPr>
          <p:spPr bwMode="auto">
            <a:xfrm>
              <a:off x="868" y="2362"/>
              <a:ext cx="0" cy="5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46" name="Line 34"/>
            <p:cNvSpPr>
              <a:spLocks noChangeShapeType="1"/>
            </p:cNvSpPr>
            <p:nvPr/>
          </p:nvSpPr>
          <p:spPr bwMode="auto">
            <a:xfrm>
              <a:off x="868" y="1221"/>
              <a:ext cx="0" cy="62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47" name="Text Box 35"/>
            <p:cNvSpPr txBox="1">
              <a:spLocks noChangeArrowheads="1"/>
            </p:cNvSpPr>
            <p:nvPr/>
          </p:nvSpPr>
          <p:spPr bwMode="auto">
            <a:xfrm>
              <a:off x="785" y="2646"/>
              <a:ext cx="152" cy="1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 b="1"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0148" name="Line 36"/>
            <p:cNvSpPr>
              <a:spLocks noChangeShapeType="1"/>
            </p:cNvSpPr>
            <p:nvPr/>
          </p:nvSpPr>
          <p:spPr bwMode="auto">
            <a:xfrm>
              <a:off x="666" y="2155"/>
              <a:ext cx="7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0149" name="Line 37"/>
            <p:cNvSpPr>
              <a:spLocks noChangeShapeType="1"/>
            </p:cNvSpPr>
            <p:nvPr/>
          </p:nvSpPr>
          <p:spPr bwMode="auto">
            <a:xfrm>
              <a:off x="868" y="1843"/>
              <a:ext cx="0" cy="5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0150" name="Text Box 38"/>
            <p:cNvSpPr txBox="1">
              <a:spLocks noChangeArrowheads="1"/>
            </p:cNvSpPr>
            <p:nvPr/>
          </p:nvSpPr>
          <p:spPr bwMode="auto">
            <a:xfrm>
              <a:off x="701" y="2818"/>
              <a:ext cx="267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  <p:sp>
          <p:nvSpPr>
            <p:cNvPr id="90151" name="Text Box 39"/>
            <p:cNvSpPr txBox="1">
              <a:spLocks noChangeArrowheads="1"/>
            </p:cNvSpPr>
            <p:nvPr/>
          </p:nvSpPr>
          <p:spPr bwMode="auto">
            <a:xfrm>
              <a:off x="692" y="1094"/>
              <a:ext cx="177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0152" name="Text Box 40"/>
            <p:cNvSpPr txBox="1">
              <a:spLocks noChangeArrowheads="1"/>
            </p:cNvSpPr>
            <p:nvPr/>
          </p:nvSpPr>
          <p:spPr bwMode="auto">
            <a:xfrm>
              <a:off x="637" y="1752"/>
              <a:ext cx="177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0153" name="Text Box 41"/>
            <p:cNvSpPr txBox="1">
              <a:spLocks noChangeArrowheads="1"/>
            </p:cNvSpPr>
            <p:nvPr/>
          </p:nvSpPr>
          <p:spPr bwMode="auto">
            <a:xfrm>
              <a:off x="657" y="2283"/>
              <a:ext cx="25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  <a:sym typeface="Symbol" charset="2"/>
              </a:endParaRPr>
            </a:p>
          </p:txBody>
        </p:sp>
        <p:sp>
          <p:nvSpPr>
            <p:cNvPr id="90154" name="Text Box 42"/>
            <p:cNvSpPr txBox="1">
              <a:spLocks noChangeArrowheads="1"/>
            </p:cNvSpPr>
            <p:nvPr/>
          </p:nvSpPr>
          <p:spPr bwMode="auto">
            <a:xfrm>
              <a:off x="679" y="2585"/>
              <a:ext cx="14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endParaRPr lang="en-US" altLang="zh-CN" b="1">
                <a:latin typeface="Times New Roman" charset="0"/>
              </a:endParaRPr>
            </a:p>
          </p:txBody>
        </p:sp>
      </p:grpSp>
      <p:sp>
        <p:nvSpPr>
          <p:cNvPr id="90177" name="Line 65"/>
          <p:cNvSpPr>
            <a:spLocks noChangeShapeType="1"/>
          </p:cNvSpPr>
          <p:nvPr/>
        </p:nvSpPr>
        <p:spPr bwMode="auto">
          <a:xfrm>
            <a:off x="7898986" y="2613026"/>
            <a:ext cx="1023938" cy="1027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grpSp>
        <p:nvGrpSpPr>
          <p:cNvPr id="90193" name="Group 81"/>
          <p:cNvGrpSpPr>
            <a:grpSpLocks/>
          </p:cNvGrpSpPr>
          <p:nvPr/>
        </p:nvGrpSpPr>
        <p:grpSpPr bwMode="auto">
          <a:xfrm>
            <a:off x="7879937" y="2625725"/>
            <a:ext cx="288925" cy="3430588"/>
            <a:chOff x="3866" y="1568"/>
            <a:chExt cx="140" cy="1661"/>
          </a:xfrm>
        </p:grpSpPr>
        <p:sp>
          <p:nvSpPr>
            <p:cNvPr id="90180" name="Line 68"/>
            <p:cNvSpPr>
              <a:spLocks noChangeShapeType="1"/>
            </p:cNvSpPr>
            <p:nvPr/>
          </p:nvSpPr>
          <p:spPr bwMode="auto">
            <a:xfrm>
              <a:off x="3866" y="3046"/>
              <a:ext cx="0" cy="183"/>
            </a:xfrm>
            <a:prstGeom prst="line">
              <a:avLst/>
            </a:prstGeom>
            <a:noFill/>
            <a:ln w="28575">
              <a:solidFill>
                <a:srgbClr val="CC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90187" name="Line 75"/>
            <p:cNvSpPr>
              <a:spLocks noChangeShapeType="1"/>
            </p:cNvSpPr>
            <p:nvPr/>
          </p:nvSpPr>
          <p:spPr bwMode="auto">
            <a:xfrm>
              <a:off x="3872" y="1568"/>
              <a:ext cx="134" cy="134"/>
            </a:xfrm>
            <a:prstGeom prst="line">
              <a:avLst/>
            </a:prstGeom>
            <a:noFill/>
            <a:ln w="28575">
              <a:solidFill>
                <a:srgbClr val="CC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0194" name="Group 82"/>
          <p:cNvGrpSpPr>
            <a:grpSpLocks/>
          </p:cNvGrpSpPr>
          <p:nvPr/>
        </p:nvGrpSpPr>
        <p:grpSpPr bwMode="auto">
          <a:xfrm>
            <a:off x="7879937" y="2876550"/>
            <a:ext cx="804863" cy="2801938"/>
            <a:chOff x="3866" y="1690"/>
            <a:chExt cx="390" cy="1356"/>
          </a:xfrm>
        </p:grpSpPr>
        <p:sp>
          <p:nvSpPr>
            <p:cNvPr id="90181" name="Line 69"/>
            <p:cNvSpPr>
              <a:spLocks noChangeShapeType="1"/>
            </p:cNvSpPr>
            <p:nvPr/>
          </p:nvSpPr>
          <p:spPr bwMode="auto">
            <a:xfrm flipV="1">
              <a:off x="3866" y="2705"/>
              <a:ext cx="0" cy="341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90192" name="Line 80"/>
            <p:cNvSpPr>
              <a:spLocks noChangeShapeType="1"/>
            </p:cNvSpPr>
            <p:nvPr/>
          </p:nvSpPr>
          <p:spPr bwMode="auto">
            <a:xfrm>
              <a:off x="4000" y="1690"/>
              <a:ext cx="256" cy="25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0195" name="Line 83"/>
          <p:cNvSpPr>
            <a:spLocks noChangeShapeType="1"/>
          </p:cNvSpPr>
          <p:nvPr/>
        </p:nvSpPr>
        <p:spPr bwMode="auto">
          <a:xfrm flipV="1">
            <a:off x="7883939" y="3395374"/>
            <a:ext cx="800861" cy="4820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endParaRPr lang="en-US"/>
          </a:p>
        </p:txBody>
      </p:sp>
      <p:sp>
        <p:nvSpPr>
          <p:cNvPr id="90188" name="Text Box 76"/>
          <p:cNvSpPr txBox="1">
            <a:spLocks noChangeArrowheads="1"/>
          </p:cNvSpPr>
          <p:nvPr/>
        </p:nvSpPr>
        <p:spPr bwMode="auto">
          <a:xfrm>
            <a:off x="8534716" y="3283808"/>
            <a:ext cx="297174" cy="233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 sz="900" dirty="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90196" name="Line 84"/>
          <p:cNvSpPr>
            <a:spLocks noChangeShapeType="1"/>
          </p:cNvSpPr>
          <p:nvPr/>
        </p:nvSpPr>
        <p:spPr bwMode="auto">
          <a:xfrm flipV="1">
            <a:off x="7896694" y="2874055"/>
            <a:ext cx="249238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en-US"/>
          </a:p>
        </p:txBody>
      </p:sp>
      <p:grpSp>
        <p:nvGrpSpPr>
          <p:cNvPr id="90199" name="Group 87"/>
          <p:cNvGrpSpPr>
            <a:grpSpLocks/>
          </p:cNvGrpSpPr>
          <p:nvPr/>
        </p:nvGrpSpPr>
        <p:grpSpPr bwMode="auto">
          <a:xfrm>
            <a:off x="7406856" y="2801937"/>
            <a:ext cx="637068" cy="372380"/>
            <a:chOff x="3637" y="1654"/>
            <a:chExt cx="308" cy="180"/>
          </a:xfrm>
        </p:grpSpPr>
        <p:sp>
          <p:nvSpPr>
            <p:cNvPr id="90197" name="Text Box 85"/>
            <p:cNvSpPr txBox="1">
              <a:spLocks noChangeArrowheads="1"/>
            </p:cNvSpPr>
            <p:nvPr/>
          </p:nvSpPr>
          <p:spPr bwMode="auto">
            <a:xfrm>
              <a:off x="3795" y="1701"/>
              <a:ext cx="150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1" hangingPunct="1"/>
              <a:r>
                <a:rPr lang="en-US" altLang="zh-CN" sz="1000" dirty="0">
                  <a:solidFill>
                    <a:schemeClr val="accent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0198" name="Text Box 86"/>
            <p:cNvSpPr txBox="1">
              <a:spLocks noChangeArrowheads="1"/>
            </p:cNvSpPr>
            <p:nvPr/>
          </p:nvSpPr>
          <p:spPr bwMode="auto">
            <a:xfrm>
              <a:off x="3637" y="1654"/>
              <a:ext cx="166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eaLnBrk="1" hangingPunct="1"/>
              <a:r>
                <a:rPr lang="en-US" altLang="zh-CN"/>
                <a:t>k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90202" name="Text Box 90"/>
          <p:cNvSpPr txBox="1">
            <a:spLocks noChangeArrowheads="1"/>
          </p:cNvSpPr>
          <p:nvPr/>
        </p:nvSpPr>
        <p:spPr bwMode="auto">
          <a:xfrm>
            <a:off x="8001316" y="2736120"/>
            <a:ext cx="309998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3300"/>
                </a:solidFill>
                <a:latin typeface="Times New Roman" charset="0"/>
              </a:rPr>
              <a:t>●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2AA636-1811-4DB9-978D-CC84C6622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2F63C-2866-4482-B623-5E896CD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47CD-8F67-3A40-BF7E-261A770E5234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7A49F-7F90-454F-A13B-CA6FE755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4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0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0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0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0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9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0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75"/>
                                        <p:tgtEl>
                                          <p:spTgt spid="90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75"/>
                                        <p:tgtEl>
                                          <p:spTgt spid="90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0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0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0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0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9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90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0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6" grpId="0" build="p" autoUpdateAnimBg="0"/>
      <p:bldP spid="90157" grpId="0" build="p" autoUpdateAnimBg="0"/>
      <p:bldP spid="90121" grpId="0" animBg="1"/>
      <p:bldP spid="90155" grpId="0" animBg="1"/>
      <p:bldP spid="90158" grpId="0" animBg="1"/>
      <p:bldP spid="90159" grpId="0" animBg="1"/>
      <p:bldP spid="90160" grpId="0" animBg="1"/>
      <p:bldP spid="90161" grpId="0" animBg="1"/>
      <p:bldP spid="90162" grpId="0" animBg="1"/>
      <p:bldP spid="90163" grpId="0" animBg="1"/>
      <p:bldP spid="90164" grpId="0" animBg="1"/>
      <p:bldP spid="90165" grpId="0" animBg="1"/>
      <p:bldP spid="90166" grpId="0" autoUpdateAnimBg="0"/>
      <p:bldP spid="90167" grpId="0" autoUpdateAnimBg="0"/>
      <p:bldP spid="90168" grpId="0" animBg="1"/>
      <p:bldP spid="90169" grpId="0" animBg="1"/>
      <p:bldP spid="90174" grpId="0" animBg="1"/>
      <p:bldP spid="90177" grpId="0" animBg="1"/>
      <p:bldP spid="90195" grpId="0" animBg="1"/>
      <p:bldP spid="90188" grpId="0" autoUpdateAnimBg="0"/>
      <p:bldP spid="90196" grpId="0" animBg="1"/>
      <p:bldP spid="9020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3" name="标题 26702">
            <a:extLst>
              <a:ext uri="{FF2B5EF4-FFF2-40B4-BE49-F238E27FC236}">
                <a16:creationId xmlns:a16="http://schemas.microsoft.com/office/drawing/2014/main" id="{F600B5BE-A9D5-22B7-86F8-2B4F8CA8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2.3.4 </a:t>
            </a:r>
            <a:r>
              <a:rPr lang="zh-CN" altLang="en-US" dirty="0"/>
              <a:t>两直线的相对位置</a:t>
            </a:r>
            <a:r>
              <a:rPr lang="en-US" altLang="zh-CN" dirty="0"/>
              <a:t>(P44)</a:t>
            </a:r>
            <a:endParaRPr lang="zh-CN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3A104-61A0-4862-B692-E64703EE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ADEEB-D888-434E-A748-560C21B053CA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AA08-4D93-4EE8-8F55-7126872A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3D24F-93FB-4617-8952-E40B98BB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22</a:t>
            </a:fld>
            <a:endParaRPr lang="en-US"/>
          </a:p>
        </p:txBody>
      </p:sp>
      <p:sp>
        <p:nvSpPr>
          <p:cNvPr id="6" name="Text Box 65">
            <a:extLst>
              <a:ext uri="{FF2B5EF4-FFF2-40B4-BE49-F238E27FC236}">
                <a16:creationId xmlns:a16="http://schemas.microsoft.com/office/drawing/2014/main" id="{9125E449-CF65-A95D-A0E7-0ADDC0AF0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209" y="1029933"/>
            <a:ext cx="62436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800" i="0" dirty="0">
                <a:latin typeface="Times New Roman" charset="0"/>
              </a:rPr>
              <a:t>空间两直线的相对位置分为：</a:t>
            </a:r>
          </a:p>
          <a:p>
            <a:pPr algn="l" eaLnBrk="1" hangingPunct="1"/>
            <a:r>
              <a:rPr lang="zh-CN" altLang="en-US" sz="2800" b="1" i="0" dirty="0">
                <a:solidFill>
                  <a:srgbClr val="C00000"/>
                </a:solidFill>
                <a:latin typeface="Times New Roman" charset="0"/>
              </a:rPr>
              <a:t>平行、相交、交叉（异面）</a:t>
            </a:r>
            <a:endParaRPr lang="zh-CN" altLang="en-US" sz="2800" i="0" dirty="0">
              <a:latin typeface="Times New Roman" charset="0"/>
            </a:endParaRPr>
          </a:p>
        </p:txBody>
      </p:sp>
      <p:sp>
        <p:nvSpPr>
          <p:cNvPr id="7" name="Text Box 67">
            <a:extLst>
              <a:ext uri="{FF2B5EF4-FFF2-40B4-BE49-F238E27FC236}">
                <a16:creationId xmlns:a16="http://schemas.microsoft.com/office/drawing/2014/main" id="{6849F384-AD06-34D9-7F45-3989A5562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8264" y="1987286"/>
            <a:ext cx="33766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800" b="1" i="0" dirty="0">
                <a:latin typeface="黑体" charset="-122"/>
                <a:ea typeface="黑体" charset="-122"/>
              </a:rPr>
              <a:t>⒈ </a:t>
            </a:r>
            <a:r>
              <a:rPr lang="zh-CN" altLang="en-US" sz="2800" b="1" i="0" dirty="0">
                <a:latin typeface="黑体" charset="-122"/>
                <a:ea typeface="黑体" charset="-122"/>
              </a:rPr>
              <a:t>两直线平行</a:t>
            </a:r>
            <a:endParaRPr lang="zh-CN" altLang="en-US" sz="2800" i="0" dirty="0">
              <a:latin typeface="黑体" charset="-122"/>
              <a:ea typeface="黑体" charset="-122"/>
            </a:endParaRPr>
          </a:p>
        </p:txBody>
      </p:sp>
      <p:sp>
        <p:nvSpPr>
          <p:cNvPr id="8" name="Text Box 71">
            <a:extLst>
              <a:ext uri="{FF2B5EF4-FFF2-40B4-BE49-F238E27FC236}">
                <a16:creationId xmlns:a16="http://schemas.microsoft.com/office/drawing/2014/main" id="{668C889C-4795-A03F-576B-2D5DF7CBA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845" y="5890663"/>
            <a:ext cx="111315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空间两直线平行，则其各</a:t>
            </a:r>
            <a:r>
              <a:rPr lang="zh-CN" altLang="en-US" sz="2400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同名投影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必相互平行，反之亦然。</a:t>
            </a:r>
          </a:p>
        </p:txBody>
      </p:sp>
      <p:grpSp>
        <p:nvGrpSpPr>
          <p:cNvPr id="9" name="Group 215">
            <a:extLst>
              <a:ext uri="{FF2B5EF4-FFF2-40B4-BE49-F238E27FC236}">
                <a16:creationId xmlns:a16="http://schemas.microsoft.com/office/drawing/2014/main" id="{8FD82359-E1E7-E564-91E1-D1C6FD2F686C}"/>
              </a:ext>
            </a:extLst>
          </p:cNvPr>
          <p:cNvGrpSpPr>
            <a:grpSpLocks/>
          </p:cNvGrpSpPr>
          <p:nvPr/>
        </p:nvGrpSpPr>
        <p:grpSpPr bwMode="auto">
          <a:xfrm>
            <a:off x="2372154" y="2815037"/>
            <a:ext cx="3683000" cy="2955925"/>
            <a:chOff x="816" y="1617"/>
            <a:chExt cx="2320" cy="1862"/>
          </a:xfrm>
        </p:grpSpPr>
        <p:sp>
          <p:nvSpPr>
            <p:cNvPr id="10" name="AutoShape 148">
              <a:extLst>
                <a:ext uri="{FF2B5EF4-FFF2-40B4-BE49-F238E27FC236}">
                  <a16:creationId xmlns:a16="http://schemas.microsoft.com/office/drawing/2014/main" id="{66410CBE-84E7-7F82-C4F9-68E50EBAAD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16" y="2724"/>
              <a:ext cx="2320" cy="755"/>
            </a:xfrm>
            <a:prstGeom prst="parallelogram">
              <a:avLst>
                <a:gd name="adj" fmla="val 99512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Rectangle 149">
              <a:extLst>
                <a:ext uri="{FF2B5EF4-FFF2-40B4-BE49-F238E27FC236}">
                  <a16:creationId xmlns:a16="http://schemas.microsoft.com/office/drawing/2014/main" id="{31EFECE7-3F48-34EF-00CB-121C34D10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642"/>
              <a:ext cx="1566" cy="108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150">
              <a:extLst>
                <a:ext uri="{FF2B5EF4-FFF2-40B4-BE49-F238E27FC236}">
                  <a16:creationId xmlns:a16="http://schemas.microsoft.com/office/drawing/2014/main" id="{3650C19B-37ED-C8A9-133E-616D08765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0" y="1922"/>
              <a:ext cx="525" cy="3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151">
              <a:extLst>
                <a:ext uri="{FF2B5EF4-FFF2-40B4-BE49-F238E27FC236}">
                  <a16:creationId xmlns:a16="http://schemas.microsoft.com/office/drawing/2014/main" id="{286C0A39-7B98-11E6-7CCE-0815B3E98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886"/>
              <a:ext cx="678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52">
              <a:extLst>
                <a:ext uri="{FF2B5EF4-FFF2-40B4-BE49-F238E27FC236}">
                  <a16:creationId xmlns:a16="http://schemas.microsoft.com/office/drawing/2014/main" id="{46B6ACDB-9292-E2F6-A96E-300532989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6" y="1893"/>
              <a:ext cx="475" cy="27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53">
              <a:extLst>
                <a:ext uri="{FF2B5EF4-FFF2-40B4-BE49-F238E27FC236}">
                  <a16:creationId xmlns:a16="http://schemas.microsoft.com/office/drawing/2014/main" id="{16B18098-EAFB-6FAA-9ECA-32B626989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8" y="1880"/>
              <a:ext cx="607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54">
              <a:extLst>
                <a:ext uri="{FF2B5EF4-FFF2-40B4-BE49-F238E27FC236}">
                  <a16:creationId xmlns:a16="http://schemas.microsoft.com/office/drawing/2014/main" id="{F4044EA6-6010-970C-A1AA-80E007802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9" y="2229"/>
              <a:ext cx="678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55">
              <a:extLst>
                <a:ext uri="{FF2B5EF4-FFF2-40B4-BE49-F238E27FC236}">
                  <a16:creationId xmlns:a16="http://schemas.microsoft.com/office/drawing/2014/main" id="{2F06188D-521E-EFF9-8384-9BEA06103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915"/>
              <a:ext cx="322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156">
              <a:extLst>
                <a:ext uri="{FF2B5EF4-FFF2-40B4-BE49-F238E27FC236}">
                  <a16:creationId xmlns:a16="http://schemas.microsoft.com/office/drawing/2014/main" id="{D762D84C-C5FA-C783-6863-0B2B37B291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2" y="2481"/>
              <a:ext cx="0" cy="8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157">
              <a:extLst>
                <a:ext uri="{FF2B5EF4-FFF2-40B4-BE49-F238E27FC236}">
                  <a16:creationId xmlns:a16="http://schemas.microsoft.com/office/drawing/2014/main" id="{F65E1D5E-3817-CD25-7E72-8520ED2B7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" y="2621"/>
              <a:ext cx="0" cy="5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158">
              <a:extLst>
                <a:ext uri="{FF2B5EF4-FFF2-40B4-BE49-F238E27FC236}">
                  <a16:creationId xmlns:a16="http://schemas.microsoft.com/office/drawing/2014/main" id="{F6D930B0-1BD6-3862-7328-00E001B6D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" y="2152"/>
              <a:ext cx="454" cy="4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159">
              <a:extLst>
                <a:ext uri="{FF2B5EF4-FFF2-40B4-BE49-F238E27FC236}">
                  <a16:creationId xmlns:a16="http://schemas.microsoft.com/office/drawing/2014/main" id="{E9CF681C-C9E2-2015-4CEE-1F728D437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9" y="3179"/>
              <a:ext cx="624" cy="13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160">
              <a:extLst>
                <a:ext uri="{FF2B5EF4-FFF2-40B4-BE49-F238E27FC236}">
                  <a16:creationId xmlns:a16="http://schemas.microsoft.com/office/drawing/2014/main" id="{D406B154-09A7-23D1-4B32-E75368D43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4" y="2487"/>
              <a:ext cx="621" cy="13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Rectangle 161">
              <a:extLst>
                <a:ext uri="{FF2B5EF4-FFF2-40B4-BE49-F238E27FC236}">
                  <a16:creationId xmlns:a16="http://schemas.microsoft.com/office/drawing/2014/main" id="{350A3A08-52F8-51E3-FB64-08CBBB4B2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2964"/>
              <a:ext cx="9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4" name="Rectangle 162">
              <a:extLst>
                <a:ext uri="{FF2B5EF4-FFF2-40B4-BE49-F238E27FC236}">
                  <a16:creationId xmlns:a16="http://schemas.microsoft.com/office/drawing/2014/main" id="{E864FF6C-FFA6-B7F7-747F-A2EC76D56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" y="2957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5" name="Rectangle 163">
              <a:extLst>
                <a:ext uri="{FF2B5EF4-FFF2-40B4-BE49-F238E27FC236}">
                  <a16:creationId xmlns:a16="http://schemas.microsoft.com/office/drawing/2014/main" id="{01B4C933-1D7C-C110-A512-65B31AD86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3158"/>
              <a:ext cx="1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6" name="Rectangle 164">
              <a:extLst>
                <a:ext uri="{FF2B5EF4-FFF2-40B4-BE49-F238E27FC236}">
                  <a16:creationId xmlns:a16="http://schemas.microsoft.com/office/drawing/2014/main" id="{C7684686-171E-AE0F-23EB-2C1C22679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3228"/>
              <a:ext cx="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7" name="Rectangle 165">
              <a:extLst>
                <a:ext uri="{FF2B5EF4-FFF2-40B4-BE49-F238E27FC236}">
                  <a16:creationId xmlns:a16="http://schemas.microsoft.com/office/drawing/2014/main" id="{7A761C15-62F9-2A44-3EFE-5E5FBB5A4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2334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8" name="Rectangle 166">
              <a:extLst>
                <a:ext uri="{FF2B5EF4-FFF2-40B4-BE49-F238E27FC236}">
                  <a16:creationId xmlns:a16="http://schemas.microsoft.com/office/drawing/2014/main" id="{21D4AC54-2F11-7CF5-908F-179A5886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" y="1677"/>
              <a:ext cx="1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r>
                <a:rPr lang="en-US" altLang="zh-CN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9" name="Rectangle 167">
              <a:extLst>
                <a:ext uri="{FF2B5EF4-FFF2-40B4-BE49-F238E27FC236}">
                  <a16:creationId xmlns:a16="http://schemas.microsoft.com/office/drawing/2014/main" id="{4FC4DEC2-8797-1092-423C-38DF73D65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" y="2661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0" name="Rectangle 168">
              <a:extLst>
                <a:ext uri="{FF2B5EF4-FFF2-40B4-BE49-F238E27FC236}">
                  <a16:creationId xmlns:a16="http://schemas.microsoft.com/office/drawing/2014/main" id="{AA74DBAB-D586-4F7C-A48E-5607574C5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" y="2502"/>
              <a:ext cx="1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C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1" name="Rectangle 170">
              <a:extLst>
                <a:ext uri="{FF2B5EF4-FFF2-40B4-BE49-F238E27FC236}">
                  <a16:creationId xmlns:a16="http://schemas.microsoft.com/office/drawing/2014/main" id="{E2B1EE39-5268-81E7-FFCC-D46E99E50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1915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2" name="Rectangle 171">
              <a:extLst>
                <a:ext uri="{FF2B5EF4-FFF2-40B4-BE49-F238E27FC236}">
                  <a16:creationId xmlns:a16="http://schemas.microsoft.com/office/drawing/2014/main" id="{1FFCAE58-4748-0921-B2E5-12ED494B3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1617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3" name="Rectangle 172">
              <a:extLst>
                <a:ext uri="{FF2B5EF4-FFF2-40B4-BE49-F238E27FC236}">
                  <a16:creationId xmlns:a16="http://schemas.microsoft.com/office/drawing/2014/main" id="{1A1008EB-E339-3750-83DC-06784AD99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2" y="2011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4" name="Freeform 173">
              <a:extLst>
                <a:ext uri="{FF2B5EF4-FFF2-40B4-BE49-F238E27FC236}">
                  <a16:creationId xmlns:a16="http://schemas.microsoft.com/office/drawing/2014/main" id="{BB1D78EB-8D60-F9A6-3B68-8B0DDF537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2213"/>
              <a:ext cx="164" cy="163"/>
            </a:xfrm>
            <a:custGeom>
              <a:avLst/>
              <a:gdLst>
                <a:gd name="T0" fmla="*/ 0 w 600"/>
                <a:gd name="T1" fmla="*/ 0 h 599"/>
                <a:gd name="T2" fmla="*/ 599 w 600"/>
                <a:gd name="T3" fmla="*/ 599 h 599"/>
                <a:gd name="T4" fmla="*/ 600 w 600"/>
                <a:gd name="T5" fmla="*/ 599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0" h="599">
                  <a:moveTo>
                    <a:pt x="0" y="0"/>
                  </a:moveTo>
                  <a:lnTo>
                    <a:pt x="599" y="599"/>
                  </a:lnTo>
                  <a:lnTo>
                    <a:pt x="600" y="59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74">
              <a:extLst>
                <a:ext uri="{FF2B5EF4-FFF2-40B4-BE49-F238E27FC236}">
                  <a16:creationId xmlns:a16="http://schemas.microsoft.com/office/drawing/2014/main" id="{D0F96AA1-4507-2543-7166-F82C29449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2388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D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6" name="Rectangle 175">
              <a:extLst>
                <a:ext uri="{FF2B5EF4-FFF2-40B4-BE49-F238E27FC236}">
                  <a16:creationId xmlns:a16="http://schemas.microsoft.com/office/drawing/2014/main" id="{150DE398-11C6-591F-A172-15B3895BB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" y="1687"/>
              <a:ext cx="9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7" name="Rectangle 176">
              <a:extLst>
                <a:ext uri="{FF2B5EF4-FFF2-40B4-BE49-F238E27FC236}">
                  <a16:creationId xmlns:a16="http://schemas.microsoft.com/office/drawing/2014/main" id="{C7337CF3-77BF-C5C5-F1BE-967D4448C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2073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B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8" name="Line 177">
              <a:extLst>
                <a:ext uri="{FF2B5EF4-FFF2-40B4-BE49-F238E27FC236}">
                  <a16:creationId xmlns:a16="http://schemas.microsoft.com/office/drawing/2014/main" id="{712AAB0C-9838-2A68-4722-9FEAEACC3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7" y="2236"/>
              <a:ext cx="0" cy="7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178">
              <a:extLst>
                <a:ext uri="{FF2B5EF4-FFF2-40B4-BE49-F238E27FC236}">
                  <a16:creationId xmlns:a16="http://schemas.microsoft.com/office/drawing/2014/main" id="{D86AEF45-CDEE-9CB1-23D1-545B45BD8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2214"/>
              <a:ext cx="169" cy="1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179">
              <a:extLst>
                <a:ext uri="{FF2B5EF4-FFF2-40B4-BE49-F238E27FC236}">
                  <a16:creationId xmlns:a16="http://schemas.microsoft.com/office/drawing/2014/main" id="{36AB2DFE-F846-DD7C-FCB7-C9FEBC02DB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5" y="2376"/>
              <a:ext cx="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Text Box 180">
              <a:extLst>
                <a:ext uri="{FF2B5EF4-FFF2-40B4-BE49-F238E27FC236}">
                  <a16:creationId xmlns:a16="http://schemas.microsoft.com/office/drawing/2014/main" id="{E903E168-1A7E-28C2-11D7-143A4ED9F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6" y="1634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endParaRPr lang="en-US" altLang="en-US" i="0">
                <a:latin typeface="Times New Roman" charset="0"/>
              </a:endParaRPr>
            </a:p>
          </p:txBody>
        </p:sp>
        <p:sp>
          <p:nvSpPr>
            <p:cNvPr id="42" name="Text Box 181">
              <a:extLst>
                <a:ext uri="{FF2B5EF4-FFF2-40B4-BE49-F238E27FC236}">
                  <a16:creationId xmlns:a16="http://schemas.microsoft.com/office/drawing/2014/main" id="{C6DC2CD8-DCE9-B202-4B1A-8E2C61F84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2004"/>
              <a:ext cx="1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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43" name="Text Box 182">
              <a:extLst>
                <a:ext uri="{FF2B5EF4-FFF2-40B4-BE49-F238E27FC236}">
                  <a16:creationId xmlns:a16="http://schemas.microsoft.com/office/drawing/2014/main" id="{8B8D7BF6-F51C-1CA1-F139-7D1C1D643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8" y="1642"/>
              <a:ext cx="1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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44" name="Text Box 183">
              <a:extLst>
                <a:ext uri="{FF2B5EF4-FFF2-40B4-BE49-F238E27FC236}">
                  <a16:creationId xmlns:a16="http://schemas.microsoft.com/office/drawing/2014/main" id="{B2948CD2-D338-606C-1997-64463A7D7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" y="1900"/>
              <a:ext cx="1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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45" name="Line 184">
              <a:extLst>
                <a:ext uri="{FF2B5EF4-FFF2-40B4-BE49-F238E27FC236}">
                  <a16:creationId xmlns:a16="http://schemas.microsoft.com/office/drawing/2014/main" id="{75FC83FD-3F16-62FA-C01F-C5D7BC6AD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5" y="1922"/>
              <a:ext cx="0" cy="8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" name="Line 185">
              <a:extLst>
                <a:ext uri="{FF2B5EF4-FFF2-40B4-BE49-F238E27FC236}">
                  <a16:creationId xmlns:a16="http://schemas.microsoft.com/office/drawing/2014/main" id="{294E5FE9-6C94-18AA-DA2F-539D0F407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5" y="2718"/>
              <a:ext cx="300" cy="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186">
              <a:extLst>
                <a:ext uri="{FF2B5EF4-FFF2-40B4-BE49-F238E27FC236}">
                  <a16:creationId xmlns:a16="http://schemas.microsoft.com/office/drawing/2014/main" id="{A5F730F3-7517-9DDA-7EFC-DC60D6703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" y="2159"/>
              <a:ext cx="0" cy="5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187">
              <a:extLst>
                <a:ext uri="{FF2B5EF4-FFF2-40B4-BE49-F238E27FC236}">
                  <a16:creationId xmlns:a16="http://schemas.microsoft.com/office/drawing/2014/main" id="{63C33007-8DFA-622C-8CE3-F0ADF5ED3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" y="2711"/>
              <a:ext cx="462" cy="4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188">
              <a:extLst>
                <a:ext uri="{FF2B5EF4-FFF2-40B4-BE49-F238E27FC236}">
                  <a16:creationId xmlns:a16="http://schemas.microsoft.com/office/drawing/2014/main" id="{A4C98806-7BA5-82CB-B693-992430CE6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2208"/>
              <a:ext cx="0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189">
              <a:extLst>
                <a:ext uri="{FF2B5EF4-FFF2-40B4-BE49-F238E27FC236}">
                  <a16:creationId xmlns:a16="http://schemas.microsoft.com/office/drawing/2014/main" id="{FFD720DD-F518-84A2-D19C-93E7FCA38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26" y="2718"/>
              <a:ext cx="183" cy="1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190">
              <a:extLst>
                <a:ext uri="{FF2B5EF4-FFF2-40B4-BE49-F238E27FC236}">
                  <a16:creationId xmlns:a16="http://schemas.microsoft.com/office/drawing/2014/main" id="{938E404A-5F9F-C423-9F8E-B843154C5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4" y="2691"/>
              <a:ext cx="0" cy="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" name="Group 191">
            <a:extLst>
              <a:ext uri="{FF2B5EF4-FFF2-40B4-BE49-F238E27FC236}">
                <a16:creationId xmlns:a16="http://schemas.microsoft.com/office/drawing/2014/main" id="{9865225A-BBF1-1AD2-8DB0-13057FC496A9}"/>
              </a:ext>
            </a:extLst>
          </p:cNvPr>
          <p:cNvGrpSpPr>
            <a:grpSpLocks/>
          </p:cNvGrpSpPr>
          <p:nvPr/>
        </p:nvGrpSpPr>
        <p:grpSpPr bwMode="auto">
          <a:xfrm>
            <a:off x="6439811" y="2925933"/>
            <a:ext cx="2389187" cy="2695575"/>
            <a:chOff x="3423" y="1131"/>
            <a:chExt cx="1362" cy="1538"/>
          </a:xfrm>
        </p:grpSpPr>
        <p:sp>
          <p:nvSpPr>
            <p:cNvPr id="53" name="Rectangle 192">
              <a:extLst>
                <a:ext uri="{FF2B5EF4-FFF2-40B4-BE49-F238E27FC236}">
                  <a16:creationId xmlns:a16="http://schemas.microsoft.com/office/drawing/2014/main" id="{75B54D61-E50B-5C66-730C-DEEAEE68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2083"/>
              <a:ext cx="68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4" name="Rectangle 193">
              <a:extLst>
                <a:ext uri="{FF2B5EF4-FFF2-40B4-BE49-F238E27FC236}">
                  <a16:creationId xmlns:a16="http://schemas.microsoft.com/office/drawing/2014/main" id="{4E31122B-9A7D-C0F7-3C7B-AC865938E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367"/>
              <a:ext cx="7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5" name="Rectangle 194">
              <a:extLst>
                <a:ext uri="{FF2B5EF4-FFF2-40B4-BE49-F238E27FC236}">
                  <a16:creationId xmlns:a16="http://schemas.microsoft.com/office/drawing/2014/main" id="{61892F1D-F514-E159-F434-74C4E4587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9" y="2461"/>
              <a:ext cx="91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6" name="Rectangle 195">
              <a:extLst>
                <a:ext uri="{FF2B5EF4-FFF2-40B4-BE49-F238E27FC236}">
                  <a16:creationId xmlns:a16="http://schemas.microsoft.com/office/drawing/2014/main" id="{D44A2A9B-4EC5-121D-B3F3-9867ABB9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2249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7" name="Rectangle 196">
              <a:extLst>
                <a:ext uri="{FF2B5EF4-FFF2-40B4-BE49-F238E27FC236}">
                  <a16:creationId xmlns:a16="http://schemas.microsoft.com/office/drawing/2014/main" id="{B4BD2EF4-A8EE-13EF-940B-1FF35A085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1371"/>
              <a:ext cx="120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r>
                <a:rPr lang="en-US" altLang="zh-CN">
                  <a:solidFill>
                    <a:srgbClr val="000000"/>
                  </a:solidFill>
                  <a:sym typeface="Symbol" charset="2"/>
                </a:rPr>
                <a:t>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8" name="Rectangle 197">
              <a:extLst>
                <a:ext uri="{FF2B5EF4-FFF2-40B4-BE49-F238E27FC236}">
                  <a16:creationId xmlns:a16="http://schemas.microsoft.com/office/drawing/2014/main" id="{B647EC2D-0B10-FB1F-A798-3F1BC957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1183"/>
              <a:ext cx="9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9" name="Rectangle 198">
              <a:extLst>
                <a:ext uri="{FF2B5EF4-FFF2-40B4-BE49-F238E27FC236}">
                  <a16:creationId xmlns:a16="http://schemas.microsoft.com/office/drawing/2014/main" id="{62E735BE-3721-32A6-4B08-F89BB7925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7" y="1471"/>
              <a:ext cx="68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60" name="Rectangle 199">
              <a:extLst>
                <a:ext uri="{FF2B5EF4-FFF2-40B4-BE49-F238E27FC236}">
                  <a16:creationId xmlns:a16="http://schemas.microsoft.com/office/drawing/2014/main" id="{A27086E2-F8C8-F97D-1375-203A8225B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6" y="1176"/>
              <a:ext cx="8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61" name="Rectangle 200">
              <a:extLst>
                <a:ext uri="{FF2B5EF4-FFF2-40B4-BE49-F238E27FC236}">
                  <a16:creationId xmlns:a16="http://schemas.microsoft.com/office/drawing/2014/main" id="{01340521-F502-35C5-45CF-AABF47471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1911"/>
              <a:ext cx="87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62" name="Rectangle 201">
              <a:extLst>
                <a:ext uri="{FF2B5EF4-FFF2-40B4-BE49-F238E27FC236}">
                  <a16:creationId xmlns:a16="http://schemas.microsoft.com/office/drawing/2014/main" id="{4C5BCEFE-D79E-A10C-E576-9BA0F201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" y="1898"/>
              <a:ext cx="87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63" name="Text Box 202">
              <a:extLst>
                <a:ext uri="{FF2B5EF4-FFF2-40B4-BE49-F238E27FC236}">
                  <a16:creationId xmlns:a16="http://schemas.microsoft.com/office/drawing/2014/main" id="{D12B8D69-175B-B2D7-B6FD-5272CE650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5" y="1370"/>
              <a:ext cx="21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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26688" name="Text Box 203">
              <a:extLst>
                <a:ext uri="{FF2B5EF4-FFF2-40B4-BE49-F238E27FC236}">
                  <a16:creationId xmlns:a16="http://schemas.microsoft.com/office/drawing/2014/main" id="{440759AB-BD0E-8E2F-E204-2BF9C8046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1454"/>
              <a:ext cx="17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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26690" name="Text Box 204">
              <a:extLst>
                <a:ext uri="{FF2B5EF4-FFF2-40B4-BE49-F238E27FC236}">
                  <a16:creationId xmlns:a16="http://schemas.microsoft.com/office/drawing/2014/main" id="{B690E10B-A81D-27B3-AC25-931B46616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1131"/>
              <a:ext cx="17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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26692" name="Text Box 205">
              <a:extLst>
                <a:ext uri="{FF2B5EF4-FFF2-40B4-BE49-F238E27FC236}">
                  <a16:creationId xmlns:a16="http://schemas.microsoft.com/office/drawing/2014/main" id="{F5C0FCD3-45A9-F43D-CBB7-2F8E8E5BD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132"/>
              <a:ext cx="17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i="0">
                  <a:latin typeface="Times New Roman" charset="0"/>
                  <a:sym typeface="Symbol" charset="2"/>
                </a:rPr>
                <a:t>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26693" name="Line 206">
              <a:extLst>
                <a:ext uri="{FF2B5EF4-FFF2-40B4-BE49-F238E27FC236}">
                  <a16:creationId xmlns:a16="http://schemas.microsoft.com/office/drawing/2014/main" id="{E64EBBB6-F102-48AC-5EE9-2472FD276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" y="2036"/>
              <a:ext cx="110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94" name="Line 207">
              <a:extLst>
                <a:ext uri="{FF2B5EF4-FFF2-40B4-BE49-F238E27FC236}">
                  <a16:creationId xmlns:a16="http://schemas.microsoft.com/office/drawing/2014/main" id="{86CEF5DF-9A6F-E811-0606-67B758EB9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1562"/>
              <a:ext cx="0" cy="8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96" name="Line 208">
              <a:extLst>
                <a:ext uri="{FF2B5EF4-FFF2-40B4-BE49-F238E27FC236}">
                  <a16:creationId xmlns:a16="http://schemas.microsoft.com/office/drawing/2014/main" id="{96480CC6-C115-2444-46E8-988CFB993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5" y="1600"/>
              <a:ext cx="0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97" name="Line 209">
              <a:extLst>
                <a:ext uri="{FF2B5EF4-FFF2-40B4-BE49-F238E27FC236}">
                  <a16:creationId xmlns:a16="http://schemas.microsoft.com/office/drawing/2014/main" id="{65669B03-793C-B1AD-2236-BC1BBAC5B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4" y="1318"/>
              <a:ext cx="0" cy="12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98" name="Line 210">
              <a:extLst>
                <a:ext uri="{FF2B5EF4-FFF2-40B4-BE49-F238E27FC236}">
                  <a16:creationId xmlns:a16="http://schemas.microsoft.com/office/drawing/2014/main" id="{89D5ADED-1E7A-A6BA-8693-AF030B5CE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" y="1338"/>
              <a:ext cx="0" cy="10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99" name="Line 211">
              <a:extLst>
                <a:ext uri="{FF2B5EF4-FFF2-40B4-BE49-F238E27FC236}">
                  <a16:creationId xmlns:a16="http://schemas.microsoft.com/office/drawing/2014/main" id="{E9CA73D3-A924-37F1-8F95-A6F754BFC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6" y="1318"/>
              <a:ext cx="442" cy="25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700" name="Line 212">
              <a:extLst>
                <a:ext uri="{FF2B5EF4-FFF2-40B4-BE49-F238E27FC236}">
                  <a16:creationId xmlns:a16="http://schemas.microsoft.com/office/drawing/2014/main" id="{83D1C2A2-97D8-7201-9BE0-94A7864602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5" y="1338"/>
              <a:ext cx="473" cy="2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701" name="Line 213">
              <a:extLst>
                <a:ext uri="{FF2B5EF4-FFF2-40B4-BE49-F238E27FC236}">
                  <a16:creationId xmlns:a16="http://schemas.microsoft.com/office/drawing/2014/main" id="{310BC8F6-BD2E-FB38-98DD-FCDACB40C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38" y="2206"/>
              <a:ext cx="480" cy="1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702" name="Line 214">
              <a:extLst>
                <a:ext uri="{FF2B5EF4-FFF2-40B4-BE49-F238E27FC236}">
                  <a16:creationId xmlns:a16="http://schemas.microsoft.com/office/drawing/2014/main" id="{EAE7A681-FCAE-5888-2B58-AF4D75CBA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2445"/>
              <a:ext cx="461" cy="1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D32B67-E385-564A-5070-48E393BE8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01642" y="3381622"/>
            <a:ext cx="1462230" cy="246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53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utoUpdateAnimBg="0"/>
      <p:bldP spid="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942030" y="658728"/>
            <a:ext cx="6320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4.3.1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判断图中两条直线是否平行。</a:t>
            </a:r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5734431" y="3070856"/>
            <a:ext cx="572096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</a:rPr>
              <a:t>        </a:t>
            </a:r>
            <a:r>
              <a:rPr lang="zh-CN" altLang="en-US" sz="2400" b="1" dirty="0">
                <a:solidFill>
                  <a:schemeClr val="tx2"/>
                </a:solidFill>
              </a:rPr>
              <a:t>对于</a:t>
            </a:r>
            <a:r>
              <a:rPr lang="zh-CN" altLang="en-US" sz="2400" b="1" dirty="0">
                <a:solidFill>
                  <a:srgbClr val="C00000"/>
                </a:solidFill>
              </a:rPr>
              <a:t>一般位置直线</a:t>
            </a:r>
            <a:r>
              <a:rPr lang="zh-CN" altLang="en-US" sz="2400" b="1" dirty="0">
                <a:solidFill>
                  <a:schemeClr val="tx2"/>
                </a:solidFill>
              </a:rPr>
              <a:t>，只要有两个同名投影互相平行，空间两直线就平行。</a:t>
            </a: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2499642" y="5276041"/>
            <a:ext cx="16562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600" b="1" dirty="0">
                <a:solidFill>
                  <a:srgbClr val="C00000"/>
                </a:solidFill>
              </a:rPr>
              <a:t>AB//CD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222C33-D33B-4639-A528-BD8FF124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502DD-68A2-4F2A-B136-492AEB5D6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CBD6-7312-EC4F-A49B-F2F3FFE8DDD3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B9CDE-6E52-40CF-A82E-59C23DBB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grpSp>
        <p:nvGrpSpPr>
          <p:cNvPr id="5" name="Group 311">
            <a:extLst>
              <a:ext uri="{FF2B5EF4-FFF2-40B4-BE49-F238E27FC236}">
                <a16:creationId xmlns:a16="http://schemas.microsoft.com/office/drawing/2014/main" id="{53C29010-05D2-F7DD-5929-3DFEC541511B}"/>
              </a:ext>
            </a:extLst>
          </p:cNvPr>
          <p:cNvGrpSpPr>
            <a:grpSpLocks/>
          </p:cNvGrpSpPr>
          <p:nvPr/>
        </p:nvGrpSpPr>
        <p:grpSpPr bwMode="auto">
          <a:xfrm>
            <a:off x="1801340" y="1773425"/>
            <a:ext cx="3676650" cy="2767013"/>
            <a:chOff x="531" y="464"/>
            <a:chExt cx="2316" cy="1743"/>
          </a:xfrm>
        </p:grpSpPr>
        <p:sp>
          <p:nvSpPr>
            <p:cNvPr id="6" name="Line 202">
              <a:extLst>
                <a:ext uri="{FF2B5EF4-FFF2-40B4-BE49-F238E27FC236}">
                  <a16:creationId xmlns:a16="http://schemas.microsoft.com/office/drawing/2014/main" id="{3B271F47-5D2E-3BBA-C3C2-FE74AE35D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881"/>
              <a:ext cx="103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Line 203">
              <a:extLst>
                <a:ext uri="{FF2B5EF4-FFF2-40B4-BE49-F238E27FC236}">
                  <a16:creationId xmlns:a16="http://schemas.microsoft.com/office/drawing/2014/main" id="{B8501813-2A83-B07E-2C52-2F0821737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" y="682"/>
              <a:ext cx="132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204">
              <a:extLst>
                <a:ext uri="{FF2B5EF4-FFF2-40B4-BE49-F238E27FC236}">
                  <a16:creationId xmlns:a16="http://schemas.microsoft.com/office/drawing/2014/main" id="{B12DFCDF-1E5E-3B44-91EB-EB6D61DF6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" y="1364"/>
              <a:ext cx="10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Line 205">
              <a:extLst>
                <a:ext uri="{FF2B5EF4-FFF2-40B4-BE49-F238E27FC236}">
                  <a16:creationId xmlns:a16="http://schemas.microsoft.com/office/drawing/2014/main" id="{6E0CB9CA-9804-E41A-1C3D-EEE1669E0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" y="1159"/>
              <a:ext cx="1341" cy="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206">
              <a:extLst>
                <a:ext uri="{FF2B5EF4-FFF2-40B4-BE49-F238E27FC236}">
                  <a16:creationId xmlns:a16="http://schemas.microsoft.com/office/drawing/2014/main" id="{B137F7FD-80A4-F85C-875E-5CF1234B7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1441"/>
              <a:ext cx="766" cy="7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207">
              <a:extLst>
                <a:ext uri="{FF2B5EF4-FFF2-40B4-BE49-F238E27FC236}">
                  <a16:creationId xmlns:a16="http://schemas.microsoft.com/office/drawing/2014/main" id="{C0CE5C54-D02D-1FFD-CE11-CF864446A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" y="1706"/>
              <a:ext cx="10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208">
              <a:extLst>
                <a:ext uri="{FF2B5EF4-FFF2-40B4-BE49-F238E27FC236}">
                  <a16:creationId xmlns:a16="http://schemas.microsoft.com/office/drawing/2014/main" id="{27ED54C9-E593-3AA5-5DED-E32D74065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2178"/>
              <a:ext cx="10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209">
              <a:extLst>
                <a:ext uri="{FF2B5EF4-FFF2-40B4-BE49-F238E27FC236}">
                  <a16:creationId xmlns:a16="http://schemas.microsoft.com/office/drawing/2014/main" id="{651E8C9B-1606-F0A4-5403-D07CB07A0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" y="1641"/>
              <a:ext cx="133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210">
              <a:extLst>
                <a:ext uri="{FF2B5EF4-FFF2-40B4-BE49-F238E27FC236}">
                  <a16:creationId xmlns:a16="http://schemas.microsoft.com/office/drawing/2014/main" id="{CA25F281-E9F1-FD56-8B03-CE97C04B5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" y="2130"/>
              <a:ext cx="13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211">
              <a:extLst>
                <a:ext uri="{FF2B5EF4-FFF2-40B4-BE49-F238E27FC236}">
                  <a16:creationId xmlns:a16="http://schemas.microsoft.com/office/drawing/2014/main" id="{760FAD22-52F2-F721-66AA-68B41D354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2" y="1164"/>
              <a:ext cx="0" cy="4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212">
              <a:extLst>
                <a:ext uri="{FF2B5EF4-FFF2-40B4-BE49-F238E27FC236}">
                  <a16:creationId xmlns:a16="http://schemas.microsoft.com/office/drawing/2014/main" id="{CCDC9F57-0C75-61B0-888D-FBC5367FF1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0" y="670"/>
              <a:ext cx="0" cy="14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213">
              <a:extLst>
                <a:ext uri="{FF2B5EF4-FFF2-40B4-BE49-F238E27FC236}">
                  <a16:creationId xmlns:a16="http://schemas.microsoft.com/office/drawing/2014/main" id="{160C278F-02C1-7201-A95B-C817743D3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2" y="1364"/>
              <a:ext cx="0" cy="3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Freeform 214">
              <a:extLst>
                <a:ext uri="{FF2B5EF4-FFF2-40B4-BE49-F238E27FC236}">
                  <a16:creationId xmlns:a16="http://schemas.microsoft.com/office/drawing/2014/main" id="{B386ED8A-6995-1A8A-1BE2-5802909A2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864"/>
              <a:ext cx="1" cy="1318"/>
            </a:xfrm>
            <a:custGeom>
              <a:avLst/>
              <a:gdLst>
                <a:gd name="T0" fmla="*/ 0 w 1"/>
                <a:gd name="T1" fmla="*/ 1318 h 1318"/>
                <a:gd name="T2" fmla="*/ 0 w 1"/>
                <a:gd name="T3" fmla="*/ 0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318">
                  <a:moveTo>
                    <a:pt x="0" y="1318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215">
              <a:extLst>
                <a:ext uri="{FF2B5EF4-FFF2-40B4-BE49-F238E27FC236}">
                  <a16:creationId xmlns:a16="http://schemas.microsoft.com/office/drawing/2014/main" id="{37ECC95B-1E04-2B05-B346-2689CDD31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2" y="676"/>
              <a:ext cx="486" cy="48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216">
              <a:extLst>
                <a:ext uri="{FF2B5EF4-FFF2-40B4-BE49-F238E27FC236}">
                  <a16:creationId xmlns:a16="http://schemas.microsoft.com/office/drawing/2014/main" id="{6561CA69-7A95-A458-76BE-5E3BE07577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2" y="869"/>
              <a:ext cx="483" cy="49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Text Box 217">
              <a:extLst>
                <a:ext uri="{FF2B5EF4-FFF2-40B4-BE49-F238E27FC236}">
                  <a16:creationId xmlns:a16="http://schemas.microsoft.com/office/drawing/2014/main" id="{4843F75E-A397-BA4A-ECF6-C32EDD401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" y="949"/>
              <a:ext cx="2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2" name="Text Box 218">
              <a:extLst>
                <a:ext uri="{FF2B5EF4-FFF2-40B4-BE49-F238E27FC236}">
                  <a16:creationId xmlns:a16="http://schemas.microsoft.com/office/drawing/2014/main" id="{F0388535-73F0-44EE-1746-EFA28E9A7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9" y="464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3" name="Text Box 219">
              <a:extLst>
                <a:ext uri="{FF2B5EF4-FFF2-40B4-BE49-F238E27FC236}">
                  <a16:creationId xmlns:a16="http://schemas.microsoft.com/office/drawing/2014/main" id="{1EE792F2-191A-0662-214E-D73B495E0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2" y="1208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sym typeface="EuroRoman" charset="0"/>
                </a:rPr>
                <a:t>c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</a:t>
              </a:r>
            </a:p>
          </p:txBody>
        </p:sp>
        <p:sp>
          <p:nvSpPr>
            <p:cNvPr id="24" name="Text Box 220">
              <a:extLst>
                <a:ext uri="{FF2B5EF4-FFF2-40B4-BE49-F238E27FC236}">
                  <a16:creationId xmlns:a16="http://schemas.microsoft.com/office/drawing/2014/main" id="{5DF4F983-E55C-22DA-623F-5719BAB8A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8" y="741"/>
              <a:ext cx="46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d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</a:t>
              </a:r>
            </a:p>
          </p:txBody>
        </p:sp>
      </p:grpSp>
      <p:grpSp>
        <p:nvGrpSpPr>
          <p:cNvPr id="25" name="Group 312">
            <a:extLst>
              <a:ext uri="{FF2B5EF4-FFF2-40B4-BE49-F238E27FC236}">
                <a16:creationId xmlns:a16="http://schemas.microsoft.com/office/drawing/2014/main" id="{E7E45133-890B-BD82-DDDE-5C523E92C186}"/>
              </a:ext>
            </a:extLst>
          </p:cNvPr>
          <p:cNvGrpSpPr>
            <a:grpSpLocks/>
          </p:cNvGrpSpPr>
          <p:nvPr/>
        </p:nvGrpSpPr>
        <p:grpSpPr bwMode="auto">
          <a:xfrm>
            <a:off x="1467965" y="1638488"/>
            <a:ext cx="3586162" cy="3203575"/>
            <a:chOff x="321" y="379"/>
            <a:chExt cx="2259" cy="2018"/>
          </a:xfrm>
        </p:grpSpPr>
        <p:sp>
          <p:nvSpPr>
            <p:cNvPr id="26" name="Text Box 88">
              <a:extLst>
                <a:ext uri="{FF2B5EF4-FFF2-40B4-BE49-F238E27FC236}">
                  <a16:creationId xmlns:a16="http://schemas.microsoft.com/office/drawing/2014/main" id="{803FEC01-77BF-05D6-D97D-2D89FD5B5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" y="379"/>
              <a:ext cx="3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800" b="1" i="0">
                  <a:latin typeface="Times New Roman" charset="0"/>
                </a:rPr>
                <a:t>①</a:t>
              </a:r>
            </a:p>
          </p:txBody>
        </p:sp>
        <p:sp>
          <p:nvSpPr>
            <p:cNvPr id="27" name="Line 309">
              <a:extLst>
                <a:ext uri="{FF2B5EF4-FFF2-40B4-BE49-F238E27FC236}">
                  <a16:creationId xmlns:a16="http://schemas.microsoft.com/office/drawing/2014/main" id="{8A280248-690C-1DE5-C907-171F70991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1" y="680"/>
              <a:ext cx="0" cy="14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Line 299">
              <a:extLst>
                <a:ext uri="{FF2B5EF4-FFF2-40B4-BE49-F238E27FC236}">
                  <a16:creationId xmlns:a16="http://schemas.microsoft.com/office/drawing/2014/main" id="{03A8B073-7D3F-F36F-DC75-71EE6F95E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869"/>
              <a:ext cx="0" cy="13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Freeform 292">
              <a:extLst>
                <a:ext uri="{FF2B5EF4-FFF2-40B4-BE49-F238E27FC236}">
                  <a16:creationId xmlns:a16="http://schemas.microsoft.com/office/drawing/2014/main" id="{9B1CDD71-606B-16A1-8DC4-8912377A8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1692"/>
              <a:ext cx="485" cy="486"/>
            </a:xfrm>
            <a:custGeom>
              <a:avLst/>
              <a:gdLst>
                <a:gd name="T0" fmla="*/ 0 w 485"/>
                <a:gd name="T1" fmla="*/ 0 h 486"/>
                <a:gd name="T2" fmla="*/ 485 w 485"/>
                <a:gd name="T3" fmla="*/ 486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5" h="486">
                  <a:moveTo>
                    <a:pt x="0" y="0"/>
                  </a:moveTo>
                  <a:lnTo>
                    <a:pt x="485" y="486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93">
              <a:extLst>
                <a:ext uri="{FF2B5EF4-FFF2-40B4-BE49-F238E27FC236}">
                  <a16:creationId xmlns:a16="http://schemas.microsoft.com/office/drawing/2014/main" id="{1E7B346D-8B4B-2FB5-678C-85A3C9499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" y="1441"/>
              <a:ext cx="22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294">
              <a:extLst>
                <a:ext uri="{FF2B5EF4-FFF2-40B4-BE49-F238E27FC236}">
                  <a16:creationId xmlns:a16="http://schemas.microsoft.com/office/drawing/2014/main" id="{EF3C0235-A008-FF86-BAC0-F5C3E81EE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" y="667"/>
              <a:ext cx="492" cy="49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Freeform 295">
              <a:extLst>
                <a:ext uri="{FF2B5EF4-FFF2-40B4-BE49-F238E27FC236}">
                  <a16:creationId xmlns:a16="http://schemas.microsoft.com/office/drawing/2014/main" id="{1D2F9B95-52B5-EFF6-35CF-0B7AC5CF7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" y="871"/>
              <a:ext cx="496" cy="494"/>
            </a:xfrm>
            <a:custGeom>
              <a:avLst/>
              <a:gdLst>
                <a:gd name="T0" fmla="*/ 0 w 487"/>
                <a:gd name="T1" fmla="*/ 477 h 477"/>
                <a:gd name="T2" fmla="*/ 487 w 487"/>
                <a:gd name="T3" fmla="*/ 0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7" h="477">
                  <a:moveTo>
                    <a:pt x="0" y="477"/>
                  </a:moveTo>
                  <a:lnTo>
                    <a:pt x="487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Line 296">
              <a:extLst>
                <a:ext uri="{FF2B5EF4-FFF2-40B4-BE49-F238E27FC236}">
                  <a16:creationId xmlns:a16="http://schemas.microsoft.com/office/drawing/2014/main" id="{3543A58D-E492-AB3C-4069-E1F5D1D41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" y="1159"/>
              <a:ext cx="0" cy="4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" name="Line 297">
              <a:extLst>
                <a:ext uri="{FF2B5EF4-FFF2-40B4-BE49-F238E27FC236}">
                  <a16:creationId xmlns:a16="http://schemas.microsoft.com/office/drawing/2014/main" id="{4D84BFF5-F083-4B00-4774-9E64B2685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" y="1364"/>
              <a:ext cx="0" cy="3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5" name="Line 298">
              <a:extLst>
                <a:ext uri="{FF2B5EF4-FFF2-40B4-BE49-F238E27FC236}">
                  <a16:creationId xmlns:a16="http://schemas.microsoft.com/office/drawing/2014/main" id="{0F37AD66-C088-69F4-06A3-8FB5BD188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" y="1632"/>
              <a:ext cx="500" cy="49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Text Box 300">
              <a:extLst>
                <a:ext uri="{FF2B5EF4-FFF2-40B4-BE49-F238E27FC236}">
                  <a16:creationId xmlns:a16="http://schemas.microsoft.com/office/drawing/2014/main" id="{570CE5FB-F2DA-EC4D-E9D6-D1EB078FC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" y="1565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 i="1"/>
                <a:t>a</a:t>
              </a:r>
              <a:endParaRPr lang="en-US" altLang="zh-CN" i="1">
                <a:latin typeface="Times New Roman" charset="0"/>
              </a:endParaRPr>
            </a:p>
          </p:txBody>
        </p:sp>
        <p:sp>
          <p:nvSpPr>
            <p:cNvPr id="37" name="Text Box 301">
              <a:extLst>
                <a:ext uri="{FF2B5EF4-FFF2-40B4-BE49-F238E27FC236}">
                  <a16:creationId xmlns:a16="http://schemas.microsoft.com/office/drawing/2014/main" id="{D057C0C0-F4B0-771F-93B4-A062CCD22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7" y="2072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i="0">
                <a:latin typeface="Times New Roman" charset="0"/>
              </a:endParaRPr>
            </a:p>
          </p:txBody>
        </p:sp>
        <p:sp>
          <p:nvSpPr>
            <p:cNvPr id="38" name="Text Box 302">
              <a:extLst>
                <a:ext uri="{FF2B5EF4-FFF2-40B4-BE49-F238E27FC236}">
                  <a16:creationId xmlns:a16="http://schemas.microsoft.com/office/drawing/2014/main" id="{55C6EBE0-1398-EBA8-36BF-DB1C6C8A5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160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c</a:t>
              </a:r>
              <a:endParaRPr lang="en-US" altLang="zh-CN" sz="2000" i="0">
                <a:latin typeface="Times New Roman" charset="0"/>
              </a:endParaRPr>
            </a:p>
          </p:txBody>
        </p:sp>
        <p:sp>
          <p:nvSpPr>
            <p:cNvPr id="39" name="Text Box 303">
              <a:extLst>
                <a:ext uri="{FF2B5EF4-FFF2-40B4-BE49-F238E27FC236}">
                  <a16:creationId xmlns:a16="http://schemas.microsoft.com/office/drawing/2014/main" id="{3D071DBA-1FE6-99BF-2954-2DE85787F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2109"/>
              <a:ext cx="2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d</a:t>
              </a:r>
              <a:endParaRPr lang="en-US" altLang="zh-CN" sz="2000" i="0">
                <a:latin typeface="Times New Roman" charset="0"/>
              </a:endParaRPr>
            </a:p>
          </p:txBody>
        </p:sp>
        <p:sp>
          <p:nvSpPr>
            <p:cNvPr id="40" name="Text Box 304">
              <a:extLst>
                <a:ext uri="{FF2B5EF4-FFF2-40B4-BE49-F238E27FC236}">
                  <a16:creationId xmlns:a16="http://schemas.microsoft.com/office/drawing/2014/main" id="{3CB7AE85-6751-9D90-C7CF-B3C3043EB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" y="1164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Italic" charset="0"/>
                  <a:sym typeface="EuroRoman" charset="0"/>
                </a:rPr>
                <a:t>c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1" name="Text Box 305">
              <a:extLst>
                <a:ext uri="{FF2B5EF4-FFF2-40B4-BE49-F238E27FC236}">
                  <a16:creationId xmlns:a16="http://schemas.microsoft.com/office/drawing/2014/main" id="{6F7648BF-DAA8-9F6F-8629-9DC688BD3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" y="1003"/>
              <a:ext cx="2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>
                  <a:sym typeface="EuroRoman" charset="0"/>
                </a:rPr>
                <a:t>a</a:t>
              </a:r>
              <a:r>
                <a:rPr lang="en-US" altLang="zh-CN" b="1" i="1" dirty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2" name="Text Box 306">
              <a:extLst>
                <a:ext uri="{FF2B5EF4-FFF2-40B4-BE49-F238E27FC236}">
                  <a16:creationId xmlns:a16="http://schemas.microsoft.com/office/drawing/2014/main" id="{BF49C22F-87C0-D5E9-34F4-73E0FAEC8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" y="448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3" name="Text Box 307">
              <a:extLst>
                <a:ext uri="{FF2B5EF4-FFF2-40B4-BE49-F238E27FC236}">
                  <a16:creationId xmlns:a16="http://schemas.microsoft.com/office/drawing/2014/main" id="{6DEF792E-8E60-D6D7-F167-C18891214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8" y="638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>
                  <a:sym typeface="EuroRoman" charset="0"/>
                </a:rPr>
                <a:t>d</a:t>
              </a:r>
              <a:r>
                <a:rPr lang="en-US" altLang="zh-CN" b="1" i="0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44" name="Line 308">
              <a:extLst>
                <a:ext uri="{FF2B5EF4-FFF2-40B4-BE49-F238E27FC236}">
                  <a16:creationId xmlns:a16="http://schemas.microsoft.com/office/drawing/2014/main" id="{8A730C29-11F1-D142-0DA3-02FCE9FF2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562"/>
              <a:ext cx="0" cy="17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174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" fill="hold"/>
                                        <p:tgtEl>
                                          <p:spTgt spid="7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" fill="hold"/>
                                        <p:tgtEl>
                                          <p:spTgt spid="7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7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" grpId="0" build="p" autoUpdateAnimBg="0"/>
      <p:bldP spid="718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9" name="Text Box 39"/>
          <p:cNvSpPr txBox="1">
            <a:spLocks noChangeArrowheads="1"/>
          </p:cNvSpPr>
          <p:nvPr/>
        </p:nvSpPr>
        <p:spPr bwMode="auto">
          <a:xfrm>
            <a:off x="848785" y="415486"/>
            <a:ext cx="6320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4.3.2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判断图中两条直线是否平行。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45893E-D0AD-4854-AAD1-9ADBBBA0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45B15-3876-4A56-98C8-3A0C2E56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762C-F872-2642-BB33-1390536E0BD9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14117-5739-4F4C-8D1C-36977998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DECC34BC-1BAC-DB7D-AAD4-38366E308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8926" y="1707193"/>
            <a:ext cx="0" cy="28829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BB38A2F-FB02-20BD-F485-124F4FB772C3}"/>
              </a:ext>
            </a:extLst>
          </p:cNvPr>
          <p:cNvSpPr>
            <a:spLocks/>
          </p:cNvSpPr>
          <p:nvPr/>
        </p:nvSpPr>
        <p:spPr bwMode="auto">
          <a:xfrm>
            <a:off x="3318538" y="3697918"/>
            <a:ext cx="1120775" cy="1588"/>
          </a:xfrm>
          <a:custGeom>
            <a:avLst/>
            <a:gdLst>
              <a:gd name="T0" fmla="*/ 0 w 706"/>
              <a:gd name="T1" fmla="*/ 0 h 1"/>
              <a:gd name="T2" fmla="*/ 706 w 70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06" h="1">
                <a:moveTo>
                  <a:pt x="0" y="0"/>
                </a:moveTo>
                <a:lnTo>
                  <a:pt x="706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A080ABA3-564F-F17A-415C-86C1D559C849}"/>
              </a:ext>
            </a:extLst>
          </p:cNvPr>
          <p:cNvSpPr>
            <a:spLocks/>
          </p:cNvSpPr>
          <p:nvPr/>
        </p:nvSpPr>
        <p:spPr bwMode="auto">
          <a:xfrm>
            <a:off x="3320126" y="4366256"/>
            <a:ext cx="1771650" cy="1587"/>
          </a:xfrm>
          <a:custGeom>
            <a:avLst/>
            <a:gdLst>
              <a:gd name="T0" fmla="*/ 0 w 1116"/>
              <a:gd name="T1" fmla="*/ 0 h 1"/>
              <a:gd name="T2" fmla="*/ 1116 w 111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16" h="1">
                <a:moveTo>
                  <a:pt x="0" y="0"/>
                </a:moveTo>
                <a:lnTo>
                  <a:pt x="1116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7AB1328-DC2B-BF2B-CA9A-2E09C9FCC748}"/>
              </a:ext>
            </a:extLst>
          </p:cNvPr>
          <p:cNvSpPr>
            <a:spLocks/>
          </p:cNvSpPr>
          <p:nvPr/>
        </p:nvSpPr>
        <p:spPr bwMode="auto">
          <a:xfrm>
            <a:off x="3296313" y="2891468"/>
            <a:ext cx="1165225" cy="1588"/>
          </a:xfrm>
          <a:custGeom>
            <a:avLst/>
            <a:gdLst>
              <a:gd name="T0" fmla="*/ 0 w 734"/>
              <a:gd name="T1" fmla="*/ 0 h 1"/>
              <a:gd name="T2" fmla="*/ 734 w 734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34" h="1">
                <a:moveTo>
                  <a:pt x="0" y="0"/>
                </a:moveTo>
                <a:lnTo>
                  <a:pt x="734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76F8E04F-8AC0-411B-811F-B877FF722701}"/>
              </a:ext>
            </a:extLst>
          </p:cNvPr>
          <p:cNvSpPr>
            <a:spLocks/>
          </p:cNvSpPr>
          <p:nvPr/>
        </p:nvSpPr>
        <p:spPr bwMode="auto">
          <a:xfrm>
            <a:off x="4439313" y="2891468"/>
            <a:ext cx="1588" cy="806450"/>
          </a:xfrm>
          <a:custGeom>
            <a:avLst/>
            <a:gdLst>
              <a:gd name="T0" fmla="*/ 0 w 1"/>
              <a:gd name="T1" fmla="*/ 0 h 508"/>
              <a:gd name="T2" fmla="*/ 0 w 1"/>
              <a:gd name="T3" fmla="*/ 508 h 50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654BBD51-9A20-4895-1F14-1DDFF9862480}"/>
              </a:ext>
            </a:extLst>
          </p:cNvPr>
          <p:cNvSpPr>
            <a:spLocks/>
          </p:cNvSpPr>
          <p:nvPr/>
        </p:nvSpPr>
        <p:spPr bwMode="auto">
          <a:xfrm>
            <a:off x="3297901" y="2215193"/>
            <a:ext cx="1793875" cy="1588"/>
          </a:xfrm>
          <a:custGeom>
            <a:avLst/>
            <a:gdLst>
              <a:gd name="T0" fmla="*/ 0 w 1130"/>
              <a:gd name="T1" fmla="*/ 0 h 1"/>
              <a:gd name="T2" fmla="*/ 1130 w 113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30" h="1">
                <a:moveTo>
                  <a:pt x="0" y="0"/>
                </a:moveTo>
                <a:lnTo>
                  <a:pt x="1130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DAA48FCB-3C37-7968-1D62-C56947A53C96}"/>
              </a:ext>
            </a:extLst>
          </p:cNvPr>
          <p:cNvSpPr>
            <a:spLocks/>
          </p:cNvSpPr>
          <p:nvPr/>
        </p:nvSpPr>
        <p:spPr bwMode="auto">
          <a:xfrm>
            <a:off x="5088601" y="2218368"/>
            <a:ext cx="1587" cy="2128838"/>
          </a:xfrm>
          <a:custGeom>
            <a:avLst/>
            <a:gdLst>
              <a:gd name="T0" fmla="*/ 0 w 1"/>
              <a:gd name="T1" fmla="*/ 1341 h 1341"/>
              <a:gd name="T2" fmla="*/ 0 w 1"/>
              <a:gd name="T3" fmla="*/ 0 h 134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341">
                <a:moveTo>
                  <a:pt x="0" y="1341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1619E27-2921-35B0-C40E-28683148FD4A}"/>
              </a:ext>
            </a:extLst>
          </p:cNvPr>
          <p:cNvSpPr>
            <a:spLocks/>
          </p:cNvSpPr>
          <p:nvPr/>
        </p:nvSpPr>
        <p:spPr bwMode="auto">
          <a:xfrm>
            <a:off x="4437726" y="2218368"/>
            <a:ext cx="650875" cy="684213"/>
          </a:xfrm>
          <a:custGeom>
            <a:avLst/>
            <a:gdLst>
              <a:gd name="T0" fmla="*/ 0 w 410"/>
              <a:gd name="T1" fmla="*/ 431 h 431"/>
              <a:gd name="T2" fmla="*/ 410 w 410"/>
              <a:gd name="T3" fmla="*/ 0 h 43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10" h="431">
                <a:moveTo>
                  <a:pt x="0" y="431"/>
                </a:moveTo>
                <a:lnTo>
                  <a:pt x="410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404D6AE8-39AB-002A-A2DC-B6A3147A9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963" y="2772406"/>
            <a:ext cx="671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b="1"/>
              <a:t>b</a:t>
            </a:r>
            <a:r>
              <a:rPr lang="en-US" altLang="zh-CN" b="1">
                <a:sym typeface="Symbol" charset="2"/>
              </a:rPr>
              <a:t></a:t>
            </a: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469F794E-9401-1A59-9586-1B9DEA3B6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63" y="2758118"/>
            <a:ext cx="2070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B740BB94-9388-EAD1-9F10-70AA07D08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63" y="1831018"/>
            <a:ext cx="13604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FE22E8A4-9C38-BFA2-185C-8829BD1F8201}"/>
              </a:ext>
            </a:extLst>
          </p:cNvPr>
          <p:cNvSpPr>
            <a:spLocks/>
          </p:cNvSpPr>
          <p:nvPr/>
        </p:nvSpPr>
        <p:spPr bwMode="auto">
          <a:xfrm>
            <a:off x="2802601" y="3407406"/>
            <a:ext cx="1344612" cy="1587"/>
          </a:xfrm>
          <a:custGeom>
            <a:avLst/>
            <a:gdLst>
              <a:gd name="T0" fmla="*/ 0 w 847"/>
              <a:gd name="T1" fmla="*/ 0 h 1"/>
              <a:gd name="T2" fmla="*/ 847 w 847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47" h="1">
                <a:moveTo>
                  <a:pt x="0" y="0"/>
                </a:moveTo>
                <a:lnTo>
                  <a:pt x="847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0501D23E-5176-0133-50F3-394BBE0857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5626" y="1831018"/>
            <a:ext cx="0" cy="1565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7F3D17A7-5B7C-6A00-0232-E86D3EF85214}"/>
              </a:ext>
            </a:extLst>
          </p:cNvPr>
          <p:cNvSpPr>
            <a:spLocks/>
          </p:cNvSpPr>
          <p:nvPr/>
        </p:nvSpPr>
        <p:spPr bwMode="auto">
          <a:xfrm>
            <a:off x="2805776" y="4120193"/>
            <a:ext cx="2038350" cy="1588"/>
          </a:xfrm>
          <a:custGeom>
            <a:avLst/>
            <a:gdLst>
              <a:gd name="T0" fmla="*/ 0 w 1284"/>
              <a:gd name="T1" fmla="*/ 0 h 1"/>
              <a:gd name="T2" fmla="*/ 1284 w 1284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84" h="1">
                <a:moveTo>
                  <a:pt x="0" y="0"/>
                </a:moveTo>
                <a:lnTo>
                  <a:pt x="1284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2E992CCC-D0D9-DA35-396A-0417F8BCF7DF}"/>
              </a:ext>
            </a:extLst>
          </p:cNvPr>
          <p:cNvSpPr>
            <a:spLocks/>
          </p:cNvSpPr>
          <p:nvPr/>
        </p:nvSpPr>
        <p:spPr bwMode="auto">
          <a:xfrm>
            <a:off x="4844126" y="2731131"/>
            <a:ext cx="1587" cy="1389062"/>
          </a:xfrm>
          <a:custGeom>
            <a:avLst/>
            <a:gdLst>
              <a:gd name="T0" fmla="*/ 0 w 1"/>
              <a:gd name="T1" fmla="*/ 875 h 875"/>
              <a:gd name="T2" fmla="*/ 0 w 1"/>
              <a:gd name="T3" fmla="*/ 0 h 87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875">
                <a:moveTo>
                  <a:pt x="0" y="875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F3A5813D-5DB8-5ECA-BBC3-4C10EAAB65A6}"/>
              </a:ext>
            </a:extLst>
          </p:cNvPr>
          <p:cNvSpPr>
            <a:spLocks/>
          </p:cNvSpPr>
          <p:nvPr/>
        </p:nvSpPr>
        <p:spPr bwMode="auto">
          <a:xfrm>
            <a:off x="4147213" y="1838956"/>
            <a:ext cx="717550" cy="917575"/>
          </a:xfrm>
          <a:custGeom>
            <a:avLst/>
            <a:gdLst>
              <a:gd name="T0" fmla="*/ 0 w 452"/>
              <a:gd name="T1" fmla="*/ 0 h 578"/>
              <a:gd name="T2" fmla="*/ 452 w 452"/>
              <a:gd name="T3" fmla="*/ 578 h 5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2" h="578">
                <a:moveTo>
                  <a:pt x="0" y="0"/>
                </a:moveTo>
                <a:lnTo>
                  <a:pt x="452" y="578"/>
                </a:lnTo>
              </a:path>
            </a:pathLst>
          </a:custGeom>
          <a:noFill/>
          <a:ln w="381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73D2DE95-5403-9005-BB6F-7BAA7E294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4113" y="2569206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b="1"/>
              <a:t>d</a:t>
            </a:r>
            <a:r>
              <a:rPr lang="en-US" altLang="zh-CN" b="1">
                <a:sym typeface="Symbol" charset="2"/>
              </a:rPr>
              <a:t>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D8374D0A-222C-CE88-0CE8-8830140CB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988" y="1551618"/>
            <a:ext cx="655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b="1"/>
              <a:t>c</a:t>
            </a:r>
            <a:r>
              <a:rPr lang="en-US" altLang="zh-CN" b="1">
                <a:sym typeface="Symbol" charset="2"/>
              </a:rPr>
              <a:t>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020ED74C-72AF-E7A8-6E4C-95801595B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163" y="1905631"/>
            <a:ext cx="461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/>
              <a:t>a</a:t>
            </a:r>
            <a:r>
              <a:rPr lang="en-US" altLang="zh-CN" b="1">
                <a:sym typeface="Symbol" charset="2"/>
              </a:rPr>
              <a:t>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51F00726-60DB-B890-6E0E-D71E24B48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788" y="3108956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/>
              <a:t>c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A675C961-7F76-1439-FA67-9A15DB319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3301" y="3705856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29E443ED-73B7-54B5-2F23-33FD833A5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7801" y="3148643"/>
            <a:ext cx="29257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A231A7AC-C8F1-58BA-F7FA-F34834B4D7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63" y="1831018"/>
            <a:ext cx="0" cy="927100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5B09B2AD-AE9F-C3E8-A1D5-25C637ADA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63" y="2758118"/>
            <a:ext cx="0" cy="638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06A280B7-A788-B078-6840-4F6F19568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363" y="3396293"/>
            <a:ext cx="0" cy="720725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D8A9166B-6C56-6F7E-4704-8547D0379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3301" y="2223131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CE736B82-1C08-CDF0-B7AB-1E706D320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3301" y="2902581"/>
            <a:ext cx="0" cy="7826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8AC2359F-66A9-5352-1E1C-8117875A8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676" y="3461381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/>
              <a:t>b</a:t>
            </a:r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83E7F74F-1FA1-3010-CF1D-F59639241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151" y="407415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/>
              <a:t>a</a:t>
            </a:r>
          </a:p>
        </p:txBody>
      </p:sp>
      <p:sp>
        <p:nvSpPr>
          <p:cNvPr id="34" name="Text Box 31">
            <a:extLst>
              <a:ext uri="{FF2B5EF4-FFF2-40B4-BE49-F238E27FC236}">
                <a16:creationId xmlns:a16="http://schemas.microsoft.com/office/drawing/2014/main" id="{ADD8705E-3FCD-CC33-E35B-07D45A646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676" y="3909056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/>
              <a:t>d</a:t>
            </a:r>
          </a:p>
        </p:txBody>
      </p:sp>
      <p:sp>
        <p:nvSpPr>
          <p:cNvPr id="35" name="Text Box 32">
            <a:extLst>
              <a:ext uri="{FF2B5EF4-FFF2-40B4-BE49-F238E27FC236}">
                <a16:creationId xmlns:a16="http://schemas.microsoft.com/office/drawing/2014/main" id="{2C040DFF-78C5-069F-804D-DABB5A47B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701" y="2394581"/>
            <a:ext cx="6572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b="1">
                <a:sym typeface="EuroRoman" charset="0"/>
              </a:rPr>
              <a:t>d</a:t>
            </a:r>
            <a:r>
              <a:rPr lang="en-US" altLang="zh-CN" b="1">
                <a:sym typeface="Symbol" charset="2"/>
              </a:rPr>
              <a:t></a:t>
            </a:r>
            <a:endParaRPr lang="en-US" altLang="zh-CN" b="1">
              <a:sym typeface="UniversalMath1 BT" charset="0"/>
            </a:endParaRPr>
          </a:p>
          <a:p>
            <a:pPr algn="ctr"/>
            <a:endParaRPr lang="en-US" altLang="zh-CN" sz="2000" b="1"/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373B695E-62B3-A6C2-BEF5-9F5B88C7B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426" y="2715256"/>
            <a:ext cx="430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/>
              <a:t>b</a:t>
            </a:r>
            <a:r>
              <a:rPr lang="en-US" altLang="zh-CN" b="1">
                <a:sym typeface="Symbol" charset="2"/>
              </a:rPr>
              <a:t></a:t>
            </a:r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AD5359BA-FF01-40DB-73DE-E5CBAA487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526" y="1988181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 i="1">
                <a:sym typeface="EuroRoman" charset="0"/>
              </a:rPr>
              <a:t>a</a:t>
            </a:r>
            <a:r>
              <a:rPr lang="en-US" altLang="zh-CN" b="1">
                <a:sym typeface="Symbol" charset="2"/>
              </a:rPr>
              <a:t></a:t>
            </a:r>
          </a:p>
        </p:txBody>
      </p:sp>
      <p:sp>
        <p:nvSpPr>
          <p:cNvPr id="38" name="Text Box 35">
            <a:extLst>
              <a:ext uri="{FF2B5EF4-FFF2-40B4-BE49-F238E27FC236}">
                <a16:creationId xmlns:a16="http://schemas.microsoft.com/office/drawing/2014/main" id="{BE6C4EBC-DA53-B905-5940-9C0F7F499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2088" y="1530981"/>
            <a:ext cx="395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b="1">
                <a:sym typeface="EuroRoman" charset="0"/>
              </a:rPr>
              <a:t>c</a:t>
            </a:r>
            <a:r>
              <a:rPr lang="en-US" altLang="zh-CN" b="1">
                <a:sym typeface="Symbol" charset="2"/>
              </a:rPr>
              <a:t>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E4390204-2A5E-E51A-4224-0A6853F82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8225" y="2409999"/>
            <a:ext cx="555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b="1" dirty="0"/>
              <a:t>        </a:t>
            </a:r>
            <a:r>
              <a:rPr lang="zh-CN" altLang="en-US" sz="2400" b="1" dirty="0"/>
              <a:t>对于</a:t>
            </a:r>
            <a:r>
              <a:rPr lang="zh-CN" altLang="en-US" sz="2400" b="1" dirty="0">
                <a:solidFill>
                  <a:srgbClr val="C00000"/>
                </a:solidFill>
              </a:rPr>
              <a:t>特殊位置直线</a:t>
            </a:r>
            <a:r>
              <a:rPr lang="zh-CN" altLang="en-US" sz="2400" b="1" dirty="0"/>
              <a:t>，只有两个同名投影互相平行，空间直线不一定平行。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37B7A2B0-FD9C-CFBE-1889-4FA6D4AAD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613" y="4230672"/>
            <a:ext cx="4879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/>
              <a:t>求出侧面投影后可知：</a:t>
            </a:r>
            <a:endParaRPr lang="zh-CN" altLang="en-US" sz="2400" b="1" dirty="0">
              <a:solidFill>
                <a:srgbClr val="FF9933"/>
              </a:solidFill>
            </a:endParaRP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6A720B62-D328-10A3-8ABC-FEAEDE3C7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1676" y="4849182"/>
            <a:ext cx="28167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AB</a:t>
            </a:r>
            <a:r>
              <a:rPr lang="zh-CN" altLang="en-US" sz="2800" b="1" dirty="0">
                <a:solidFill>
                  <a:srgbClr val="C00000"/>
                </a:solidFill>
              </a:rPr>
              <a:t>与</a:t>
            </a:r>
            <a:r>
              <a:rPr lang="en-US" altLang="zh-CN" sz="2800" b="1" dirty="0">
                <a:solidFill>
                  <a:srgbClr val="C00000"/>
                </a:solidFill>
              </a:rPr>
              <a:t>CD</a:t>
            </a:r>
            <a:r>
              <a:rPr lang="zh-CN" altLang="en-US" sz="2800" b="1" dirty="0">
                <a:solidFill>
                  <a:srgbClr val="C00000"/>
                </a:solidFill>
              </a:rPr>
              <a:t>不平行。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A5B26B45-055D-7D5C-7ED8-135754850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4576" y="1108706"/>
            <a:ext cx="593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/>
              <a:t>②</a:t>
            </a:r>
          </a:p>
        </p:txBody>
      </p:sp>
      <p:sp>
        <p:nvSpPr>
          <p:cNvPr id="43" name="Line 41">
            <a:extLst>
              <a:ext uri="{FF2B5EF4-FFF2-40B4-BE49-F238E27FC236}">
                <a16:creationId xmlns:a16="http://schemas.microsoft.com/office/drawing/2014/main" id="{BAB9C470-4D2F-646B-4562-4C59E7AA3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8926" y="3148643"/>
            <a:ext cx="1300162" cy="1300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DEC10A9F-87FB-9985-421B-DA3340F83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038" y="5090156"/>
            <a:ext cx="233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solidFill>
                  <a:srgbClr val="333399"/>
                </a:solidFill>
              </a:rPr>
              <a:t>求出侧面投影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D1D9B795-2B5A-D403-731F-1CF470EA87E9}"/>
              </a:ext>
            </a:extLst>
          </p:cNvPr>
          <p:cNvGrpSpPr/>
          <p:nvPr/>
        </p:nvGrpSpPr>
        <p:grpSpPr>
          <a:xfrm>
            <a:off x="696788" y="4256902"/>
            <a:ext cx="2577301" cy="2115323"/>
            <a:chOff x="727613" y="4230671"/>
            <a:chExt cx="2577301" cy="2115323"/>
          </a:xfrm>
        </p:grpSpPr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216401C0-202A-C5BC-F6AB-C0A6AF3AB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0889" y="4387018"/>
              <a:ext cx="17240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/>
                <a:t>如何判断？</a:t>
              </a:r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A7B49FEB-F979-CF01-A309-062B1A114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7613" y="4230671"/>
              <a:ext cx="899012" cy="21153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987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6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1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65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15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3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48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3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78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93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75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45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195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345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495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75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61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75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3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uild="p" autoUpdateAnimBg="0" advAuto="100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build="p" autoUpdateAnimBg="0" advAuto="1000"/>
      <p:bldP spid="22" grpId="0" build="p" autoUpdateAnimBg="0" advAuto="1000"/>
      <p:bldP spid="23" grpId="0" build="p" autoUpdateAnimBg="0" advAuto="1000"/>
      <p:bldP spid="39" grpId="0" build="p" autoUpdateAnimBg="0"/>
      <p:bldP spid="40" grpId="0" build="p" autoUpdateAnimBg="0"/>
      <p:bldP spid="41" grpId="0" build="p" autoUpdateAnimBg="0"/>
      <p:bldP spid="43" grpId="0" animBg="1"/>
      <p:bldP spid="4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>
            <a:extLst>
              <a:ext uri="{FF2B5EF4-FFF2-40B4-BE49-F238E27FC236}">
                <a16:creationId xmlns:a16="http://schemas.microsoft.com/office/drawing/2014/main" id="{F5C8F243-F291-46BC-AEC6-328A06D4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 </a:t>
            </a:r>
            <a:r>
              <a:rPr lang="zh-CN" altLang="en-US" dirty="0"/>
              <a:t>两直线的相对位置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6D076-FA90-4AC6-AC90-6A8B0F894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A9B7-B0F9-C44F-BDE3-74649402961A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0C5EC-B103-47C3-B812-3679D8B0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0A19B2-6030-4764-8C58-B5FB1B58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25</a:t>
            </a:fld>
            <a:endParaRPr lang="en-US"/>
          </a:p>
        </p:txBody>
      </p:sp>
      <p:sp>
        <p:nvSpPr>
          <p:cNvPr id="8195" name="文本占位符 8194">
            <a:extLst>
              <a:ext uri="{FF2B5EF4-FFF2-40B4-BE49-F238E27FC236}">
                <a16:creationId xmlns:a16="http://schemas.microsoft.com/office/drawing/2014/main" id="{682564E2-DBB8-74F2-2A2E-39FDDBF920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b="1" dirty="0">
                <a:latin typeface="黑体" charset="-122"/>
                <a:ea typeface="黑体" charset="-122"/>
              </a:rPr>
              <a:t>⒉ </a:t>
            </a:r>
            <a:r>
              <a:rPr lang="zh-CN" altLang="en-US" sz="2800" b="1" dirty="0">
                <a:latin typeface="黑体" charset="-122"/>
                <a:ea typeface="黑体" charset="-122"/>
              </a:rPr>
              <a:t>两直线相交</a:t>
            </a:r>
            <a:endParaRPr lang="zh-CN" altLang="en-US" sz="2800" b="1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A62A952-A22C-DF74-EDCF-81EA586642D1}"/>
              </a:ext>
            </a:extLst>
          </p:cNvPr>
          <p:cNvGrpSpPr>
            <a:grpSpLocks/>
          </p:cNvGrpSpPr>
          <p:nvPr/>
        </p:nvGrpSpPr>
        <p:grpSpPr bwMode="auto">
          <a:xfrm>
            <a:off x="2015274" y="1637349"/>
            <a:ext cx="5541963" cy="3476625"/>
            <a:chOff x="621" y="409"/>
            <a:chExt cx="3491" cy="219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A1976E3-F2DB-A9F4-6B1B-53A248BB5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" y="443"/>
              <a:ext cx="2151" cy="116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A383A19D-A3F6-6434-AFC1-859BF9119AE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58" y="1608"/>
              <a:ext cx="2897" cy="961"/>
            </a:xfrm>
            <a:prstGeom prst="parallelogram">
              <a:avLst>
                <a:gd name="adj" fmla="val 75364"/>
              </a:avLst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7E190A6B-6E22-D2FB-E755-DF3C3AA5E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" y="683"/>
              <a:ext cx="1453" cy="527"/>
            </a:xfrm>
            <a:custGeom>
              <a:avLst/>
              <a:gdLst>
                <a:gd name="T0" fmla="*/ 0 w 2097"/>
                <a:gd name="T1" fmla="*/ 834 h 834"/>
                <a:gd name="T2" fmla="*/ 2097 w 2097"/>
                <a:gd name="T3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97" h="834">
                  <a:moveTo>
                    <a:pt x="0" y="834"/>
                  </a:moveTo>
                  <a:lnTo>
                    <a:pt x="2097" y="0"/>
                  </a:ln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475A3A9E-D015-5812-3E0B-A18392FC9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605"/>
              <a:ext cx="1023" cy="604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6FD42205-AD9D-9039-9B17-BF4EE6FB9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4" y="1209"/>
              <a:ext cx="279" cy="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90873287-D562-D30C-6B40-D364D9E5E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605"/>
              <a:ext cx="661" cy="6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11112889-8A88-4AC3-61C1-DB55D72D3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2" y="1209"/>
              <a:ext cx="641" cy="255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E6542AC-4ADD-99EB-B734-AD97F4086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1209"/>
              <a:ext cx="3" cy="1008"/>
            </a:xfrm>
            <a:custGeom>
              <a:avLst/>
              <a:gdLst>
                <a:gd name="T0" fmla="*/ 0 w 4"/>
                <a:gd name="T1" fmla="*/ 0 h 1594"/>
                <a:gd name="T2" fmla="*/ 4 w 4"/>
                <a:gd name="T3" fmla="*/ 1594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1594">
                  <a:moveTo>
                    <a:pt x="0" y="0"/>
                  </a:moveTo>
                  <a:lnTo>
                    <a:pt x="4" y="1594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6262E01-6AF7-AD4E-FC11-F295B234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" y="1464"/>
              <a:ext cx="1" cy="261"/>
            </a:xfrm>
            <a:custGeom>
              <a:avLst/>
              <a:gdLst>
                <a:gd name="T0" fmla="*/ 0 w 1"/>
                <a:gd name="T1" fmla="*/ 0 h 413"/>
                <a:gd name="T2" fmla="*/ 0 w 1"/>
                <a:gd name="T3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13">
                  <a:moveTo>
                    <a:pt x="0" y="0"/>
                  </a:moveTo>
                  <a:lnTo>
                    <a:pt x="0" y="413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0B037A3C-0B63-AA11-53DE-62723284E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82" y="1727"/>
              <a:ext cx="641" cy="489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0436F2A8-48E4-2AD1-147A-9BDC8327E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893"/>
              <a:ext cx="2" cy="716"/>
            </a:xfrm>
            <a:custGeom>
              <a:avLst/>
              <a:gdLst>
                <a:gd name="T0" fmla="*/ 2 w 2"/>
                <a:gd name="T1" fmla="*/ 0 h 716"/>
                <a:gd name="T2" fmla="*/ 0 w 2"/>
                <a:gd name="T3" fmla="*/ 71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" h="716">
                  <a:moveTo>
                    <a:pt x="2" y="0"/>
                  </a:moveTo>
                  <a:lnTo>
                    <a:pt x="0" y="71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DBD6AD70-6DE7-AD19-D624-FBC0CAD33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609"/>
              <a:ext cx="492" cy="333"/>
            </a:xfrm>
            <a:custGeom>
              <a:avLst/>
              <a:gdLst>
                <a:gd name="T0" fmla="*/ 0 w 492"/>
                <a:gd name="T1" fmla="*/ 0 h 333"/>
                <a:gd name="T2" fmla="*/ 492 w 492"/>
                <a:gd name="T3" fmla="*/ 333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2" h="333">
                  <a:moveTo>
                    <a:pt x="0" y="0"/>
                  </a:moveTo>
                  <a:lnTo>
                    <a:pt x="492" y="3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C14B9B43-573A-0AE3-A261-8A4615CFD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" y="2546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B37C53FC-684E-7489-83EF-1C6507DDC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1369"/>
              <a:ext cx="1" cy="572"/>
            </a:xfrm>
            <a:custGeom>
              <a:avLst/>
              <a:gdLst>
                <a:gd name="T0" fmla="*/ 0 w 1"/>
                <a:gd name="T1" fmla="*/ 0 h 572"/>
                <a:gd name="T2" fmla="*/ 1 w 1"/>
                <a:gd name="T3" fmla="*/ 572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72">
                  <a:moveTo>
                    <a:pt x="0" y="0"/>
                  </a:moveTo>
                  <a:lnTo>
                    <a:pt x="1" y="57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ADBC746-FC2D-B37C-AEBD-348516FA0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9" y="2230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57B5E9B5-4357-73AA-5E88-38E80980C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896"/>
              <a:ext cx="538" cy="476"/>
            </a:xfrm>
            <a:custGeom>
              <a:avLst/>
              <a:gdLst>
                <a:gd name="T0" fmla="*/ 0 w 778"/>
                <a:gd name="T1" fmla="*/ 0 h 753"/>
                <a:gd name="T2" fmla="*/ 778 w 778"/>
                <a:gd name="T3" fmla="*/ 753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8" h="753">
                  <a:moveTo>
                    <a:pt x="0" y="0"/>
                  </a:moveTo>
                  <a:lnTo>
                    <a:pt x="778" y="753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CFF5848F-B617-8FFE-71E9-5B8DBC176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727"/>
              <a:ext cx="1681" cy="360"/>
            </a:xfrm>
            <a:custGeom>
              <a:avLst/>
              <a:gdLst>
                <a:gd name="T0" fmla="*/ 0 w 2428"/>
                <a:gd name="T1" fmla="*/ 0 h 569"/>
                <a:gd name="T2" fmla="*/ 2428 w 2428"/>
                <a:gd name="T3" fmla="*/ 56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28" h="569">
                  <a:moveTo>
                    <a:pt x="0" y="0"/>
                  </a:moveTo>
                  <a:lnTo>
                    <a:pt x="2428" y="569"/>
                  </a:ln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AB14B29D-B642-C359-E6A4-4B0DBBAAB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7" y="1435"/>
              <a:ext cx="0" cy="2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0FA57A11-510F-46D8-C724-F6D6214030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1" y="1209"/>
              <a:ext cx="346" cy="2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0A531639-C388-98AA-0404-E0E2C1D66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315"/>
              <a:ext cx="1672" cy="120"/>
            </a:xfrm>
            <a:custGeom>
              <a:avLst/>
              <a:gdLst>
                <a:gd name="T0" fmla="*/ 0 w 2415"/>
                <a:gd name="T1" fmla="*/ 190 h 190"/>
                <a:gd name="T2" fmla="*/ 2415 w 2415"/>
                <a:gd name="T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15" h="190">
                  <a:moveTo>
                    <a:pt x="0" y="190"/>
                  </a:moveTo>
                  <a:lnTo>
                    <a:pt x="2415" y="0"/>
                  </a:lnTo>
                </a:path>
              </a:pathLst>
            </a:custGeom>
            <a:noFill/>
            <a:ln w="38100" cap="flat" cmpd="sng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92CAAEC3-6D89-298F-5421-2733E9C8C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310"/>
              <a:ext cx="0" cy="777"/>
            </a:xfrm>
            <a:custGeom>
              <a:avLst/>
              <a:gdLst>
                <a:gd name="T0" fmla="*/ 0 w 1"/>
                <a:gd name="T1" fmla="*/ 0 h 1228"/>
                <a:gd name="T2" fmla="*/ 1 w 1"/>
                <a:gd name="T3" fmla="*/ 1228 h 1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28">
                  <a:moveTo>
                    <a:pt x="0" y="0"/>
                  </a:moveTo>
                  <a:lnTo>
                    <a:pt x="1" y="1228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A6E6B2E1-0416-64E2-3824-5E7D1ECF8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" y="677"/>
              <a:ext cx="560" cy="621"/>
            </a:xfrm>
            <a:custGeom>
              <a:avLst/>
              <a:gdLst>
                <a:gd name="T0" fmla="*/ 809 w 809"/>
                <a:gd name="T1" fmla="*/ 981 h 981"/>
                <a:gd name="T2" fmla="*/ 0 w 809"/>
                <a:gd name="T3" fmla="*/ 0 h 9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09" h="981">
                  <a:moveTo>
                    <a:pt x="809" y="98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1A1F9AE4-1BBC-EF77-626F-3AB8EA081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3" y="2311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H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42D930B3-660E-EDE9-A0AC-0547CD2CE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" y="40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V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37BAD4C-0EF6-37A0-CA76-8570830FD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" y="1319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A</a:t>
              </a: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BAB0235E-0D0B-C862-5238-837EDC8DEC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9" y="116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F657ED56-AB76-4791-6DB1-3EE4795F9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9" y="1115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C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2DC1D6ED-5796-4890-E7D7-56E4F37C7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" y="132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D</a:t>
              </a: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8DF9F606-27E8-3650-88D2-28C49AF7C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" y="1327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K</a:t>
              </a: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8EE56A39-ABA1-623D-E9B8-D39688AC3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/>
                <a:t>a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51FDD1C3-5122-1F03-A796-F442382B3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5" y="198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45C36679-65A7-852C-3522-79DAE1475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8" y="209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c</a:t>
              </a:r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D7874EB6-935D-FBE3-88B1-07F370B33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6" y="157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d</a:t>
              </a:r>
            </a:p>
          </p:txBody>
        </p:sp>
        <p:sp>
          <p:nvSpPr>
            <p:cNvPr id="39" name="Text Box 36">
              <a:extLst>
                <a:ext uri="{FF2B5EF4-FFF2-40B4-BE49-F238E27FC236}">
                  <a16:creationId xmlns:a16="http://schemas.microsoft.com/office/drawing/2014/main" id="{E6F97B9F-CA8B-FEA0-8172-D2DB3B9EE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" y="188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k</a:t>
              </a:r>
            </a:p>
          </p:txBody>
        </p:sp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3B7F2732-CA2F-05BB-B3D3-05519D673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" y="1007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sym typeface="EuroRoman" charset="0"/>
                </a:rPr>
                <a:t>a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41" name="Text Box 38">
              <a:extLst>
                <a:ext uri="{FF2B5EF4-FFF2-40B4-BE49-F238E27FC236}">
                  <a16:creationId xmlns:a16="http://schemas.microsoft.com/office/drawing/2014/main" id="{79BE2230-A180-BA9A-AAFD-8C0EA455C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8" y="490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DA4579AC-3273-278F-0F35-75F922972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443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c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32EC144C-8BEB-B647-776C-69346FDB2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3" y="648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k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E0D419C6-68A7-F6A5-1CBB-98C3B8A23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1007"/>
              <a:ext cx="3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d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</p:grpSp>
      <p:grpSp>
        <p:nvGrpSpPr>
          <p:cNvPr id="45" name="Group 42">
            <a:extLst>
              <a:ext uri="{FF2B5EF4-FFF2-40B4-BE49-F238E27FC236}">
                <a16:creationId xmlns:a16="http://schemas.microsoft.com/office/drawing/2014/main" id="{39FD8C1B-3A1F-8A3A-6F06-7E675E610C4E}"/>
              </a:ext>
            </a:extLst>
          </p:cNvPr>
          <p:cNvGrpSpPr>
            <a:grpSpLocks/>
          </p:cNvGrpSpPr>
          <p:nvPr/>
        </p:nvGrpSpPr>
        <p:grpSpPr bwMode="auto">
          <a:xfrm>
            <a:off x="6744437" y="2335849"/>
            <a:ext cx="3070225" cy="3236913"/>
            <a:chOff x="3308" y="611"/>
            <a:chExt cx="1934" cy="2039"/>
          </a:xfrm>
        </p:grpSpPr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DED7C3FD-15F4-0894-630E-E17AA9BFD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8" y="1745"/>
              <a:ext cx="19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6B003A0C-FBE7-59D6-BD85-10C9482F5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3" y="766"/>
              <a:ext cx="1197" cy="69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9AC45E8B-A842-7847-60FB-5FF5F42BD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5" y="971"/>
              <a:ext cx="745" cy="43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EC4D9937-6848-161E-D0D8-67377E6D12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5" y="991"/>
              <a:ext cx="0" cy="15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C2A9F198-37D8-3E08-DB2B-D1088F193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1401"/>
              <a:ext cx="0" cy="7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B819EC55-3073-860B-DAB2-50D83BBE3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5" y="2158"/>
              <a:ext cx="745" cy="35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5697F97E-B40C-8540-7619-CEC4EFD4A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1142"/>
              <a:ext cx="1" cy="1220"/>
            </a:xfrm>
            <a:custGeom>
              <a:avLst/>
              <a:gdLst>
                <a:gd name="T0" fmla="*/ 0 w 1"/>
                <a:gd name="T1" fmla="*/ 0 h 1220"/>
                <a:gd name="T2" fmla="*/ 0 w 1"/>
                <a:gd name="T3" fmla="*/ 1220 h 1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20">
                  <a:moveTo>
                    <a:pt x="0" y="0"/>
                  </a:moveTo>
                  <a:lnTo>
                    <a:pt x="0" y="122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8A2F4D1D-C8A7-762D-991D-3E67AD746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1457"/>
              <a:ext cx="0" cy="7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71B79D5D-4190-1432-EFF1-7E0F20642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2235"/>
              <a:ext cx="1197" cy="276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6C76FDDA-2659-9E28-3F86-CD1791B685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0" y="784"/>
              <a:ext cx="0" cy="17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Text Box 53">
              <a:extLst>
                <a:ext uri="{FF2B5EF4-FFF2-40B4-BE49-F238E27FC236}">
                  <a16:creationId xmlns:a16="http://schemas.microsoft.com/office/drawing/2014/main" id="{513CAE3D-2C26-A081-A7C7-86C0029A4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9" y="20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/>
                <a:t>a</a:t>
              </a:r>
            </a:p>
          </p:txBody>
        </p:sp>
        <p:sp>
          <p:nvSpPr>
            <p:cNvPr id="57" name="Text Box 54">
              <a:extLst>
                <a:ext uri="{FF2B5EF4-FFF2-40B4-BE49-F238E27FC236}">
                  <a16:creationId xmlns:a16="http://schemas.microsoft.com/office/drawing/2014/main" id="{3A2F2490-E3A6-B3CE-4334-F6E0B80A2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8" y="23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</a:p>
          </p:txBody>
        </p:sp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79433DDE-7453-324F-D44B-5801A64FC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236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c</a:t>
              </a:r>
            </a:p>
          </p:txBody>
        </p:sp>
        <p:sp>
          <p:nvSpPr>
            <p:cNvPr id="59" name="Text Box 56">
              <a:extLst>
                <a:ext uri="{FF2B5EF4-FFF2-40B4-BE49-F238E27FC236}">
                  <a16:creationId xmlns:a16="http://schemas.microsoft.com/office/drawing/2014/main" id="{4CF0007E-A038-F0B7-BA6A-4DA1BCAE9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" y="20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/>
                <a:t>d</a:t>
              </a:r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42B17EE5-29DF-F6A9-D953-0BF677DFC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1" y="611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61" name="Text Box 58">
              <a:extLst>
                <a:ext uri="{FF2B5EF4-FFF2-40B4-BE49-F238E27FC236}">
                  <a16:creationId xmlns:a16="http://schemas.microsoft.com/office/drawing/2014/main" id="{AC08FBCB-C167-B546-45E7-C80C022A4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1241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>
                  <a:sym typeface="EuroRoman" charset="0"/>
                </a:rPr>
                <a:t>a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62" name="Text Box 59">
              <a:extLst>
                <a:ext uri="{FF2B5EF4-FFF2-40B4-BE49-F238E27FC236}">
                  <a16:creationId xmlns:a16="http://schemas.microsoft.com/office/drawing/2014/main" id="{4A550EDC-9F03-EA70-8F19-84A468CF6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794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c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63" name="Text Box 60">
              <a:extLst>
                <a:ext uri="{FF2B5EF4-FFF2-40B4-BE49-F238E27FC236}">
                  <a16:creationId xmlns:a16="http://schemas.microsoft.com/office/drawing/2014/main" id="{3559779A-5E68-48D3-05BB-243187FD6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4" y="1190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d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8192" name="Text Box 61">
              <a:extLst>
                <a:ext uri="{FF2B5EF4-FFF2-40B4-BE49-F238E27FC236}">
                  <a16:creationId xmlns:a16="http://schemas.microsoft.com/office/drawing/2014/main" id="{320A582E-C291-1D5D-5E8E-D67699383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5" y="2317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k</a:t>
              </a:r>
            </a:p>
          </p:txBody>
        </p:sp>
        <p:sp>
          <p:nvSpPr>
            <p:cNvPr id="8193" name="Text Box 62">
              <a:extLst>
                <a:ext uri="{FF2B5EF4-FFF2-40B4-BE49-F238E27FC236}">
                  <a16:creationId xmlns:a16="http://schemas.microsoft.com/office/drawing/2014/main" id="{87ACE5D0-FA8A-5ADF-F562-9559562CD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7" y="871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k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</p:grpSp>
      <p:sp>
        <p:nvSpPr>
          <p:cNvPr id="8264" name="Text Box 64">
            <a:extLst>
              <a:ext uri="{FF2B5EF4-FFF2-40B4-BE49-F238E27FC236}">
                <a16:creationId xmlns:a16="http://schemas.microsoft.com/office/drawing/2014/main" id="{195FDF51-3504-B38D-BFA9-7CAF366E9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39" y="4887939"/>
            <a:ext cx="22365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003399"/>
                </a:solidFill>
              </a:rPr>
              <a:t>判别方法：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265" name="Text Box 65">
            <a:extLst>
              <a:ext uri="{FF2B5EF4-FFF2-40B4-BE49-F238E27FC236}">
                <a16:creationId xmlns:a16="http://schemas.microsoft.com/office/drawing/2014/main" id="{285D5FF3-9C34-C375-6F9B-B0F68C93B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485195"/>
            <a:ext cx="108334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800" b="1" dirty="0"/>
              <a:t>        </a:t>
            </a:r>
            <a:r>
              <a:rPr lang="zh-CN" altLang="en-US" sz="2800" b="1" dirty="0"/>
              <a:t>若空间两直线相交，</a:t>
            </a:r>
            <a:r>
              <a:rPr lang="zh-CN" altLang="en-US" sz="2800" b="1" dirty="0">
                <a:solidFill>
                  <a:srgbClr val="C00000"/>
                </a:solidFill>
              </a:rPr>
              <a:t>则其同名投影必相交，且交点的投影必符合空间一点的投影规律。</a:t>
            </a:r>
          </a:p>
        </p:txBody>
      </p:sp>
      <p:sp>
        <p:nvSpPr>
          <p:cNvPr id="8266" name="AutoShape 66">
            <a:extLst>
              <a:ext uri="{FF2B5EF4-FFF2-40B4-BE49-F238E27FC236}">
                <a16:creationId xmlns:a16="http://schemas.microsoft.com/office/drawing/2014/main" id="{BF117F98-8B1F-5FF9-256D-7E8EFC8D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024" y="1059499"/>
            <a:ext cx="3068638" cy="1412875"/>
          </a:xfrm>
          <a:prstGeom prst="cloudCallout">
            <a:avLst>
              <a:gd name="adj1" fmla="val -4060"/>
              <a:gd name="adj2" fmla="val 70676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/>
              <a:t>交点是两直线的共有点</a:t>
            </a:r>
          </a:p>
        </p:txBody>
      </p:sp>
      <p:sp>
        <p:nvSpPr>
          <p:cNvPr id="8267" name="Rectangle 67">
            <a:extLst>
              <a:ext uri="{FF2B5EF4-FFF2-40B4-BE49-F238E27FC236}">
                <a16:creationId xmlns:a16="http://schemas.microsoft.com/office/drawing/2014/main" id="{9388B5A4-E76C-B880-CDD5-8F3877FB8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0474" y="3191512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/>
              <a:t>x</a:t>
            </a:r>
          </a:p>
        </p:txBody>
      </p:sp>
      <p:sp>
        <p:nvSpPr>
          <p:cNvPr id="8268" name="Rectangle 68">
            <a:extLst>
              <a:ext uri="{FF2B5EF4-FFF2-40B4-BE49-F238E27FC236}">
                <a16:creationId xmlns:a16="http://schemas.microsoft.com/office/drawing/2014/main" id="{085F097E-3CDB-E883-3242-F10E100E8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874" y="3801112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/>
              <a:t>x</a:t>
            </a:r>
          </a:p>
        </p:txBody>
      </p:sp>
      <p:sp>
        <p:nvSpPr>
          <p:cNvPr id="8269" name="Rectangle 69">
            <a:extLst>
              <a:ext uri="{FF2B5EF4-FFF2-40B4-BE49-F238E27FC236}">
                <a16:creationId xmlns:a16="http://schemas.microsoft.com/office/drawing/2014/main" id="{6AAAEE3D-7740-BA8C-6E0D-4EAC473B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124" y="3115312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/>
              <a:t>o</a:t>
            </a:r>
          </a:p>
        </p:txBody>
      </p:sp>
      <p:sp>
        <p:nvSpPr>
          <p:cNvPr id="8270" name="Rectangle 70">
            <a:extLst>
              <a:ext uri="{FF2B5EF4-FFF2-40B4-BE49-F238E27FC236}">
                <a16:creationId xmlns:a16="http://schemas.microsoft.com/office/drawing/2014/main" id="{EC8409DA-EAFC-1F53-3A0A-594BA2284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1324" y="3801112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2422409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8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8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8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4" grpId="0" autoUpdateAnimBg="0"/>
      <p:bldP spid="8265" grpId="0" build="p" autoUpdateAnimBg="0"/>
      <p:bldP spid="8266" grpId="0" animBg="1" autoUpdateAnimBg="0"/>
      <p:bldP spid="8267" grpId="0"/>
      <p:bldP spid="8268" grpId="0"/>
      <p:bldP spid="8269" grpId="0"/>
      <p:bldP spid="827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1065068" y="712515"/>
            <a:ext cx="57823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4.4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过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作水平线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CD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相交。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98164-7101-4F64-BF2D-FCE707DE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86C29-1B77-4803-838E-FA2B65E7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450-AB2D-4444-A8D5-9E2BC45761E7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7AB9A-A868-47E9-AAAC-3AE68E16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99F1C7C8-61BD-ED86-2920-B10F39981F85}"/>
              </a:ext>
            </a:extLst>
          </p:cNvPr>
          <p:cNvSpPr>
            <a:spLocks/>
          </p:cNvSpPr>
          <p:nvPr/>
        </p:nvSpPr>
        <p:spPr bwMode="auto">
          <a:xfrm>
            <a:off x="4074851" y="4057982"/>
            <a:ext cx="2173288" cy="915987"/>
          </a:xfrm>
          <a:custGeom>
            <a:avLst/>
            <a:gdLst>
              <a:gd name="T0" fmla="*/ 0 w 1369"/>
              <a:gd name="T1" fmla="*/ 577 h 577"/>
              <a:gd name="T2" fmla="*/ 1369 w 1369"/>
              <a:gd name="T3" fmla="*/ 0 h 57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69" h="577">
                <a:moveTo>
                  <a:pt x="0" y="577"/>
                </a:moveTo>
                <a:lnTo>
                  <a:pt x="1369" y="0"/>
                </a:lnTo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E31ACBA1-2A39-723B-236A-317C7E0746AE}"/>
              </a:ext>
            </a:extLst>
          </p:cNvPr>
          <p:cNvGrpSpPr>
            <a:grpSpLocks/>
          </p:cNvGrpSpPr>
          <p:nvPr/>
        </p:nvGrpSpPr>
        <p:grpSpPr bwMode="auto">
          <a:xfrm>
            <a:off x="2849301" y="1124282"/>
            <a:ext cx="4808538" cy="4075112"/>
            <a:chOff x="934" y="955"/>
            <a:chExt cx="3029" cy="2567"/>
          </a:xfrm>
        </p:grpSpPr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44769296-14B5-AA11-655A-7A3A3B890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9" y="3304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000" b="1"/>
                <a:t>●</a:t>
              </a:r>
              <a:endParaRPr lang="en-US" altLang="zh-CN" sz="2000" b="1"/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7E37AC9D-2108-CE71-41C8-CD3FF1E14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2" y="146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000" b="1"/>
                <a:t>●</a:t>
              </a:r>
              <a:endParaRPr lang="en-US" altLang="zh-CN" sz="1000" b="1">
                <a:solidFill>
                  <a:srgbClr val="0000FF"/>
                </a:solidFill>
              </a:endParaRPr>
            </a:p>
          </p:txBody>
        </p: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FF174630-A856-A365-E0F6-36F56A786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4" y="955"/>
              <a:ext cx="3029" cy="2567"/>
              <a:chOff x="934" y="955"/>
              <a:chExt cx="3029" cy="2567"/>
            </a:xfrm>
          </p:grpSpPr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3210D80E-E63E-8961-3959-5731BC1B9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1136"/>
                <a:ext cx="0" cy="21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id="{CE379C7F-073D-8A3D-D3EA-7008F36AF3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5" y="3234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/>
                  <a:t>c</a:t>
                </a:r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id="{DCF6C5F5-02C8-B21D-EBB3-081D25345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4" y="2325"/>
                <a:ext cx="30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6D547606-2DCB-289D-8508-8F264AA60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3" y="1113"/>
                <a:ext cx="1875" cy="856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F4DFB3D8-695C-EF2C-BE98-2BFB92FE9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3" y="1969"/>
                <a:ext cx="0" cy="9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74942133-8553-53D6-695F-7E8666CA75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3" y="2931"/>
                <a:ext cx="1875" cy="342"/>
              </a:xfrm>
              <a:prstGeom prst="line">
                <a:avLst/>
              </a:prstGeom>
              <a:noFill/>
              <a:ln w="38100">
                <a:solidFill>
                  <a:srgbClr val="8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CB4818E4-1708-E257-7A78-DFF5EDD5D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3" y="274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/>
                  <a:t>a</a:t>
                </a:r>
              </a:p>
            </p:txBody>
          </p:sp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C77D59CA-91EB-EBFF-A96A-12BE1D3C0A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6" y="3105"/>
                <a:ext cx="3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b="1"/>
                  <a:t>b</a:t>
                </a:r>
              </a:p>
            </p:txBody>
          </p:sp>
          <p:sp>
            <p:nvSpPr>
              <p:cNvPr id="18" name="Text Box 15">
                <a:extLst>
                  <a:ext uri="{FF2B5EF4-FFF2-40B4-BE49-F238E27FC236}">
                    <a16:creationId xmlns:a16="http://schemas.microsoft.com/office/drawing/2014/main" id="{342CB01D-7733-C953-4114-746006EE9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7" y="955"/>
                <a:ext cx="27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>
                    <a:sym typeface="EuroRoman" charset="0"/>
                  </a:rPr>
                  <a:t>b</a:t>
                </a:r>
                <a:r>
                  <a:rPr lang="en-US" altLang="zh-CN" b="1">
                    <a:sym typeface="Symbol" charset="2"/>
                  </a:rPr>
                  <a:t></a:t>
                </a:r>
              </a:p>
            </p:txBody>
          </p:sp>
          <p:sp>
            <p:nvSpPr>
              <p:cNvPr id="19" name="Text Box 16">
                <a:extLst>
                  <a:ext uri="{FF2B5EF4-FFF2-40B4-BE49-F238E27FC236}">
                    <a16:creationId xmlns:a16="http://schemas.microsoft.com/office/drawing/2014/main" id="{085E7147-35B1-46B7-44D0-E25D9AFC76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9" y="1735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>
                    <a:sym typeface="EuroRoman" charset="0"/>
                  </a:rPr>
                  <a:t>a</a:t>
                </a:r>
                <a:r>
                  <a:rPr lang="en-US" altLang="zh-CN" b="1">
                    <a:sym typeface="Symbol" charset="2"/>
                  </a:rPr>
                  <a:t></a:t>
                </a:r>
              </a:p>
            </p:txBody>
          </p:sp>
          <p:sp>
            <p:nvSpPr>
              <p:cNvPr id="20" name="Text Box 17">
                <a:extLst>
                  <a:ext uri="{FF2B5EF4-FFF2-40B4-BE49-F238E27FC236}">
                    <a16:creationId xmlns:a16="http://schemas.microsoft.com/office/drawing/2014/main" id="{09319D07-F104-F2C1-AEAD-06B495DE7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" y="1358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>
                    <a:sym typeface="EuroRoman" charset="0"/>
                  </a:rPr>
                  <a:t>c</a:t>
                </a:r>
                <a:r>
                  <a:rPr lang="en-US" altLang="zh-CN" b="1">
                    <a:sym typeface="Symbol" charset="2"/>
                  </a:rPr>
                  <a:t></a:t>
                </a:r>
              </a:p>
            </p:txBody>
          </p:sp>
          <p:sp>
            <p:nvSpPr>
              <p:cNvPr id="21" name="Line 18">
                <a:extLst>
                  <a:ext uri="{FF2B5EF4-FFF2-40B4-BE49-F238E27FC236}">
                    <a16:creationId xmlns:a16="http://schemas.microsoft.com/office/drawing/2014/main" id="{5F6DA98E-FDA9-04CD-39AA-56F218C96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0" y="1543"/>
                <a:ext cx="0" cy="18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2" name="Line 19">
            <a:extLst>
              <a:ext uri="{FF2B5EF4-FFF2-40B4-BE49-F238E27FC236}">
                <a16:creationId xmlns:a16="http://schemas.microsoft.com/office/drawing/2014/main" id="{EE666E23-2FB1-1BD7-8C13-D19F3BBF68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5326" y="4057982"/>
            <a:ext cx="2182813" cy="9159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26FD569F-DBEE-A99C-DEE9-796AD5429AFF}"/>
              </a:ext>
            </a:extLst>
          </p:cNvPr>
          <p:cNvGrpSpPr>
            <a:grpSpLocks/>
          </p:cNvGrpSpPr>
          <p:nvPr/>
        </p:nvGrpSpPr>
        <p:grpSpPr bwMode="auto">
          <a:xfrm>
            <a:off x="4065326" y="1664032"/>
            <a:ext cx="2540000" cy="517525"/>
            <a:chOff x="1700" y="1295"/>
            <a:chExt cx="1600" cy="326"/>
          </a:xfrm>
        </p:grpSpPr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FC384335-02B7-66D6-46AE-E5ED09AFE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9" y="1333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d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CD4B3C65-34DE-76A9-E913-ECF931413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295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>
                  <a:sym typeface="EuroRoman" charset="0"/>
                </a:rPr>
                <a:t>k</a:t>
              </a:r>
              <a:r>
                <a:rPr lang="en-US" altLang="zh-CN" b="1">
                  <a:sym typeface="Symbol" charset="2"/>
                </a:rPr>
                <a:t></a:t>
              </a: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F5851AA7-1051-7480-105A-BAA22A387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543"/>
              <a:ext cx="137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7" name="Group 24">
            <a:extLst>
              <a:ext uri="{FF2B5EF4-FFF2-40B4-BE49-F238E27FC236}">
                <a16:creationId xmlns:a16="http://schemas.microsoft.com/office/drawing/2014/main" id="{03991161-51D1-1EE6-0E21-E314AADD515D}"/>
              </a:ext>
            </a:extLst>
          </p:cNvPr>
          <p:cNvGrpSpPr>
            <a:grpSpLocks/>
          </p:cNvGrpSpPr>
          <p:nvPr/>
        </p:nvGrpSpPr>
        <p:grpSpPr bwMode="auto">
          <a:xfrm>
            <a:off x="5017826" y="2057732"/>
            <a:ext cx="354013" cy="2878137"/>
            <a:chOff x="2300" y="1543"/>
            <a:chExt cx="223" cy="1813"/>
          </a:xfrm>
        </p:grpSpPr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55170445-E284-092D-8B0F-346837162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0" y="3068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k</a:t>
              </a: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DB04C279-BB55-31E6-77E3-7F50E2419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4" y="1543"/>
              <a:ext cx="0" cy="1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30480A18-6A8F-AF95-0633-C47D709A1BE5}"/>
              </a:ext>
            </a:extLst>
          </p:cNvPr>
          <p:cNvGrpSpPr>
            <a:grpSpLocks/>
          </p:cNvGrpSpPr>
          <p:nvPr/>
        </p:nvGrpSpPr>
        <p:grpSpPr bwMode="auto">
          <a:xfrm>
            <a:off x="6138601" y="2057732"/>
            <a:ext cx="336550" cy="2390775"/>
            <a:chOff x="3006" y="1543"/>
            <a:chExt cx="212" cy="1506"/>
          </a:xfrm>
        </p:grpSpPr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68428B62-0AA8-52A8-6D66-932B6B68C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6" y="276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1"/>
                <a:t>d</a:t>
              </a: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24398CAA-4151-C3AE-8C43-1FA57447D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1543"/>
              <a:ext cx="0" cy="1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3" name="AutoShape 31">
            <a:extLst>
              <a:ext uri="{FF2B5EF4-FFF2-40B4-BE49-F238E27FC236}">
                <a16:creationId xmlns:a16="http://schemas.microsoft.com/office/drawing/2014/main" id="{2C7DED79-4326-BE47-C51D-041C9AA09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7889" y="4869194"/>
            <a:ext cx="3476625" cy="706438"/>
          </a:xfrm>
          <a:prstGeom prst="wedgeEllipseCallout">
            <a:avLst>
              <a:gd name="adj1" fmla="val -52102"/>
              <a:gd name="adj2" fmla="val -257639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/>
              <a:t>先作正面投影</a:t>
            </a: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3570C47C-DD6B-F83E-AE0D-0718A9382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826" y="2932444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/>
              <a:t>o</a:t>
            </a: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6C476D97-3556-9652-797F-16B168110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576" y="2932444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/>
              <a:t>x</a:t>
            </a:r>
          </a:p>
        </p:txBody>
      </p:sp>
      <p:sp>
        <p:nvSpPr>
          <p:cNvPr id="36" name="Text Box 35">
            <a:extLst>
              <a:ext uri="{FF2B5EF4-FFF2-40B4-BE49-F238E27FC236}">
                <a16:creationId xmlns:a16="http://schemas.microsoft.com/office/drawing/2014/main" id="{E1534308-C781-B98F-CC97-AF3044E10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975" y="5828044"/>
            <a:ext cx="77472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思考：如果给出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CD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的长度，解题过程有何变化？</a:t>
            </a:r>
          </a:p>
        </p:txBody>
      </p:sp>
    </p:spTree>
    <p:extLst>
      <p:ext uri="{BB962C8B-B14F-4D97-AF65-F5344CB8AC3E}">
        <p14:creationId xmlns:p14="http://schemas.microsoft.com/office/powerpoint/2010/main" val="166487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33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28" name="Title 94527">
            <a:extLst>
              <a:ext uri="{FF2B5EF4-FFF2-40B4-BE49-F238E27FC236}">
                <a16:creationId xmlns:a16="http://schemas.microsoft.com/office/drawing/2014/main" id="{0A14D687-DF00-19E2-C529-410C0461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 </a:t>
            </a:r>
            <a:r>
              <a:rPr lang="zh-CN" altLang="en-US" dirty="0"/>
              <a:t>两直线的相对位置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EDF79-B661-4E87-ADF0-B653AD8D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0ECF-2198-D244-AE95-1C6E76CA261C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411BF-70A3-42D3-B286-07723BA0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183F5D-3B12-4302-BDDC-E95EEB88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27</a:t>
            </a:fld>
            <a:endParaRPr lang="en-US"/>
          </a:p>
        </p:txBody>
      </p:sp>
      <p:sp>
        <p:nvSpPr>
          <p:cNvPr id="94529" name="Text Placeholder 94528">
            <a:extLst>
              <a:ext uri="{FF2B5EF4-FFF2-40B4-BE49-F238E27FC236}">
                <a16:creationId xmlns:a16="http://schemas.microsoft.com/office/drawing/2014/main" id="{1BAD65A7-7D72-CEA0-2112-0A8A67BB83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⒊ 两直线交叉</a:t>
            </a:r>
          </a:p>
        </p:txBody>
      </p:sp>
      <p:grpSp>
        <p:nvGrpSpPr>
          <p:cNvPr id="5" name="Group 459">
            <a:extLst>
              <a:ext uri="{FF2B5EF4-FFF2-40B4-BE49-F238E27FC236}">
                <a16:creationId xmlns:a16="http://schemas.microsoft.com/office/drawing/2014/main" id="{A8244E3A-A844-5167-15E6-BB860C63C1B2}"/>
              </a:ext>
            </a:extLst>
          </p:cNvPr>
          <p:cNvGrpSpPr>
            <a:grpSpLocks/>
          </p:cNvGrpSpPr>
          <p:nvPr/>
        </p:nvGrpSpPr>
        <p:grpSpPr bwMode="auto">
          <a:xfrm>
            <a:off x="3109465" y="1600354"/>
            <a:ext cx="3421063" cy="3062287"/>
            <a:chOff x="862" y="407"/>
            <a:chExt cx="2155" cy="1929"/>
          </a:xfrm>
        </p:grpSpPr>
        <p:sp>
          <p:nvSpPr>
            <p:cNvPr id="6" name="AutoShape 460">
              <a:extLst>
                <a:ext uri="{FF2B5EF4-FFF2-40B4-BE49-F238E27FC236}">
                  <a16:creationId xmlns:a16="http://schemas.microsoft.com/office/drawing/2014/main" id="{8F3E895C-5A53-429E-1343-B7618529F5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62" y="1553"/>
              <a:ext cx="2155" cy="783"/>
            </a:xfrm>
            <a:prstGeom prst="parallelogram">
              <a:avLst>
                <a:gd name="adj" fmla="val 9974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" name="Rectangle 461">
              <a:extLst>
                <a:ext uri="{FF2B5EF4-FFF2-40B4-BE49-F238E27FC236}">
                  <a16:creationId xmlns:a16="http://schemas.microsoft.com/office/drawing/2014/main" id="{D9DA78EA-0FA6-4711-D947-20B2A467E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" y="477"/>
              <a:ext cx="1377" cy="108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Line 462">
              <a:extLst>
                <a:ext uri="{FF2B5EF4-FFF2-40B4-BE49-F238E27FC236}">
                  <a16:creationId xmlns:a16="http://schemas.microsoft.com/office/drawing/2014/main" id="{E2B02655-050A-7CBE-C1F7-9E3FB9913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02"/>
              <a:ext cx="0" cy="5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" name="Line 463">
              <a:extLst>
                <a:ext uri="{FF2B5EF4-FFF2-40B4-BE49-F238E27FC236}">
                  <a16:creationId xmlns:a16="http://schemas.microsoft.com/office/drawing/2014/main" id="{23183B17-F069-307C-D66E-12D3153E5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7" y="1009"/>
              <a:ext cx="298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Line 464">
              <a:extLst>
                <a:ext uri="{FF2B5EF4-FFF2-40B4-BE49-F238E27FC236}">
                  <a16:creationId xmlns:a16="http://schemas.microsoft.com/office/drawing/2014/main" id="{706FE7F2-6CB0-CDF9-F4D7-F7C4B6E53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105"/>
              <a:ext cx="0" cy="6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" name="Line 465">
              <a:extLst>
                <a:ext uri="{FF2B5EF4-FFF2-40B4-BE49-F238E27FC236}">
                  <a16:creationId xmlns:a16="http://schemas.microsoft.com/office/drawing/2014/main" id="{83B15420-2473-1DC1-2D29-1091829B6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1917"/>
              <a:ext cx="0" cy="1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Line 466">
              <a:extLst>
                <a:ext uri="{FF2B5EF4-FFF2-40B4-BE49-F238E27FC236}">
                  <a16:creationId xmlns:a16="http://schemas.microsoft.com/office/drawing/2014/main" id="{298AEE35-5EE3-45AE-8CEE-E08D250C2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601"/>
              <a:ext cx="504" cy="5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" name="Line 467">
              <a:extLst>
                <a:ext uri="{FF2B5EF4-FFF2-40B4-BE49-F238E27FC236}">
                  <a16:creationId xmlns:a16="http://schemas.microsoft.com/office/drawing/2014/main" id="{5D1C4F19-3C57-D909-07D6-D2FB8C77D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" y="1187"/>
              <a:ext cx="130" cy="1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468">
              <a:extLst>
                <a:ext uri="{FF2B5EF4-FFF2-40B4-BE49-F238E27FC236}">
                  <a16:creationId xmlns:a16="http://schemas.microsoft.com/office/drawing/2014/main" id="{3EEB8927-E40A-883A-CCA5-C386B5C36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1" y="1672"/>
              <a:ext cx="1324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469">
              <a:extLst>
                <a:ext uri="{FF2B5EF4-FFF2-40B4-BE49-F238E27FC236}">
                  <a16:creationId xmlns:a16="http://schemas.microsoft.com/office/drawing/2014/main" id="{31620B81-9080-A7A7-D1A6-3FE9F6A20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8" y="904"/>
              <a:ext cx="989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470">
              <a:extLst>
                <a:ext uri="{FF2B5EF4-FFF2-40B4-BE49-F238E27FC236}">
                  <a16:creationId xmlns:a16="http://schemas.microsoft.com/office/drawing/2014/main" id="{E597132F-0BDF-5D19-E3E5-23A091CDD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3" y="1845"/>
              <a:ext cx="797" cy="18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471">
              <a:extLst>
                <a:ext uri="{FF2B5EF4-FFF2-40B4-BE49-F238E27FC236}">
                  <a16:creationId xmlns:a16="http://schemas.microsoft.com/office/drawing/2014/main" id="{9D5BF36E-A030-C384-3763-74F14E225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8" y="1307"/>
              <a:ext cx="807" cy="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472">
              <a:extLst>
                <a:ext uri="{FF2B5EF4-FFF2-40B4-BE49-F238E27FC236}">
                  <a16:creationId xmlns:a16="http://schemas.microsoft.com/office/drawing/2014/main" id="{F90CA4C9-ED8F-6072-7AEC-B5A20FC16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5" y="1096"/>
              <a:ext cx="1325" cy="2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473">
              <a:extLst>
                <a:ext uri="{FF2B5EF4-FFF2-40B4-BE49-F238E27FC236}">
                  <a16:creationId xmlns:a16="http://schemas.microsoft.com/office/drawing/2014/main" id="{A8C76B5E-BC63-BC86-B797-AC7E3A3E14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601"/>
              <a:ext cx="960" cy="5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474">
              <a:extLst>
                <a:ext uri="{FF2B5EF4-FFF2-40B4-BE49-F238E27FC236}">
                  <a16:creationId xmlns:a16="http://schemas.microsoft.com/office/drawing/2014/main" id="{38098A0A-E35B-06C4-895F-160AADEC2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904"/>
              <a:ext cx="470" cy="4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Line 475">
              <a:extLst>
                <a:ext uri="{FF2B5EF4-FFF2-40B4-BE49-F238E27FC236}">
                  <a16:creationId xmlns:a16="http://schemas.microsoft.com/office/drawing/2014/main" id="{C7457221-BC56-6B24-12FD-A13962664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3" y="1384"/>
              <a:ext cx="0" cy="6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476">
              <a:extLst>
                <a:ext uri="{FF2B5EF4-FFF2-40B4-BE49-F238E27FC236}">
                  <a16:creationId xmlns:a16="http://schemas.microsoft.com/office/drawing/2014/main" id="{4F14F0D9-D18C-A2FD-CD43-426B7655D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5" y="1311"/>
              <a:ext cx="0" cy="3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Rectangle 477">
              <a:extLst>
                <a:ext uri="{FF2B5EF4-FFF2-40B4-BE49-F238E27FC236}">
                  <a16:creationId xmlns:a16="http://schemas.microsoft.com/office/drawing/2014/main" id="{76DC121A-D135-11B4-5226-C2F29B14E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556"/>
              <a:ext cx="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b="1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4" name="Rectangle 478">
              <a:extLst>
                <a:ext uri="{FF2B5EF4-FFF2-40B4-BE49-F238E27FC236}">
                  <a16:creationId xmlns:a16="http://schemas.microsoft.com/office/drawing/2014/main" id="{AECABE40-6154-210D-A79B-735187281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947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5" name="Rectangle 479">
              <a:extLst>
                <a:ext uri="{FF2B5EF4-FFF2-40B4-BE49-F238E27FC236}">
                  <a16:creationId xmlns:a16="http://schemas.microsoft.com/office/drawing/2014/main" id="{72E7FE8C-7B5F-0CBA-95C4-B282AF820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760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6" name="Rectangle 480">
              <a:extLst>
                <a:ext uri="{FF2B5EF4-FFF2-40B4-BE49-F238E27FC236}">
                  <a16:creationId xmlns:a16="http://schemas.microsoft.com/office/drawing/2014/main" id="{C641C1A6-E64A-9F53-9D8C-C1E21BB5F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" y="1275"/>
              <a:ext cx="1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7" name="Rectangle 481">
              <a:extLst>
                <a:ext uri="{FF2B5EF4-FFF2-40B4-BE49-F238E27FC236}">
                  <a16:creationId xmlns:a16="http://schemas.microsoft.com/office/drawing/2014/main" id="{6D76517D-D785-CB42-9ABC-DEA31ECD9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027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b="1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8" name="Rectangle 482">
              <a:extLst>
                <a:ext uri="{FF2B5EF4-FFF2-40B4-BE49-F238E27FC236}">
                  <a16:creationId xmlns:a16="http://schemas.microsoft.com/office/drawing/2014/main" id="{83B34977-3579-E822-E00E-F15A0441B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1334"/>
              <a:ext cx="12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C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29" name="Rectangle 483">
              <a:extLst>
                <a:ext uri="{FF2B5EF4-FFF2-40B4-BE49-F238E27FC236}">
                  <a16:creationId xmlns:a16="http://schemas.microsoft.com/office/drawing/2014/main" id="{038C2CC9-A7E1-5934-3924-B0EA69244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" y="48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V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0" name="Rectangle 484">
              <a:extLst>
                <a:ext uri="{FF2B5EF4-FFF2-40B4-BE49-F238E27FC236}">
                  <a16:creationId xmlns:a16="http://schemas.microsoft.com/office/drawing/2014/main" id="{7A0F7980-2965-A01F-85F4-8886F2F1F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2030"/>
              <a:ext cx="9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1" name="Rectangle 485">
              <a:extLst>
                <a:ext uri="{FF2B5EF4-FFF2-40B4-BE49-F238E27FC236}">
                  <a16:creationId xmlns:a16="http://schemas.microsoft.com/office/drawing/2014/main" id="{76759CAA-CDF0-F3D8-6AC0-377357B42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5" y="21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H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2" name="Rectangle 486">
              <a:extLst>
                <a:ext uri="{FF2B5EF4-FFF2-40B4-BE49-F238E27FC236}">
                  <a16:creationId xmlns:a16="http://schemas.microsoft.com/office/drawing/2014/main" id="{A85C04DD-493B-B00A-9BD7-B28FE9ED2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1" y="1707"/>
              <a:ext cx="1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3" name="Rectangle 487">
              <a:extLst>
                <a:ext uri="{FF2B5EF4-FFF2-40B4-BE49-F238E27FC236}">
                  <a16:creationId xmlns:a16="http://schemas.microsoft.com/office/drawing/2014/main" id="{758B9601-15E6-8602-E297-50EB91162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798"/>
              <a:ext cx="1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4" name="Rectangle 488">
              <a:extLst>
                <a:ext uri="{FF2B5EF4-FFF2-40B4-BE49-F238E27FC236}">
                  <a16:creationId xmlns:a16="http://schemas.microsoft.com/office/drawing/2014/main" id="{34F04A51-4873-207F-F6DF-DCC753C10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3" y="1288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D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5" name="Rectangle 489">
              <a:extLst>
                <a:ext uri="{FF2B5EF4-FFF2-40B4-BE49-F238E27FC236}">
                  <a16:creationId xmlns:a16="http://schemas.microsoft.com/office/drawing/2014/main" id="{733F8943-8CAE-1909-A5EC-0F6AD64C2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985"/>
              <a:ext cx="12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>
                  <a:solidFill>
                    <a:srgbClr val="000000"/>
                  </a:solidFill>
                </a:rPr>
                <a:t>B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6" name="Rectangle 490">
              <a:extLst>
                <a:ext uri="{FF2B5EF4-FFF2-40B4-BE49-F238E27FC236}">
                  <a16:creationId xmlns:a16="http://schemas.microsoft.com/office/drawing/2014/main" id="{69C7B1C6-5DEE-F39E-0B59-159F58FED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7" y="466"/>
              <a:ext cx="9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37" name="Text Box 491">
              <a:extLst>
                <a:ext uri="{FF2B5EF4-FFF2-40B4-BE49-F238E27FC236}">
                  <a16:creationId xmlns:a16="http://schemas.microsoft.com/office/drawing/2014/main" id="{B145E773-A3D5-7E86-4726-25DC83EC5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7" y="761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  <p:sp>
          <p:nvSpPr>
            <p:cNvPr id="38" name="Text Box 492">
              <a:extLst>
                <a:ext uri="{FF2B5EF4-FFF2-40B4-BE49-F238E27FC236}">
                  <a16:creationId xmlns:a16="http://schemas.microsoft.com/office/drawing/2014/main" id="{E6DF44CF-40B1-588E-299D-63FA11509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" y="761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 dirty="0">
                  <a:latin typeface="Times New Roman" charset="0"/>
                </a:rPr>
                <a:t>′</a:t>
              </a:r>
            </a:p>
          </p:txBody>
        </p:sp>
        <p:sp>
          <p:nvSpPr>
            <p:cNvPr id="39" name="Text Box 493">
              <a:extLst>
                <a:ext uri="{FF2B5EF4-FFF2-40B4-BE49-F238E27FC236}">
                  <a16:creationId xmlns:a16="http://schemas.microsoft.com/office/drawing/2014/main" id="{FA48678B-8750-9F62-9BB5-5D06405C8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9" y="407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  <p:sp>
          <p:nvSpPr>
            <p:cNvPr id="40" name="Text Box 494">
              <a:extLst>
                <a:ext uri="{FF2B5EF4-FFF2-40B4-BE49-F238E27FC236}">
                  <a16:creationId xmlns:a16="http://schemas.microsoft.com/office/drawing/2014/main" id="{90FD7357-D38A-DE95-04D7-68D7A7FEC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" y="1022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</p:grpSp>
      <p:grpSp>
        <p:nvGrpSpPr>
          <p:cNvPr id="41" name="Group 224">
            <a:extLst>
              <a:ext uri="{FF2B5EF4-FFF2-40B4-BE49-F238E27FC236}">
                <a16:creationId xmlns:a16="http://schemas.microsoft.com/office/drawing/2014/main" id="{9BC41158-B247-7745-2B7E-A6E497B276EF}"/>
              </a:ext>
            </a:extLst>
          </p:cNvPr>
          <p:cNvGrpSpPr>
            <a:grpSpLocks/>
          </p:cNvGrpSpPr>
          <p:nvPr/>
        </p:nvGrpSpPr>
        <p:grpSpPr bwMode="auto">
          <a:xfrm>
            <a:off x="6919465" y="1714654"/>
            <a:ext cx="2563813" cy="3036887"/>
            <a:chOff x="3535" y="985"/>
            <a:chExt cx="1615" cy="1913"/>
          </a:xfrm>
        </p:grpSpPr>
        <p:sp>
          <p:nvSpPr>
            <p:cNvPr id="42" name="Line 225">
              <a:extLst>
                <a:ext uri="{FF2B5EF4-FFF2-40B4-BE49-F238E27FC236}">
                  <a16:creationId xmlns:a16="http://schemas.microsoft.com/office/drawing/2014/main" id="{3D80FF1D-93CC-6786-457E-0E81334E8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714"/>
              <a:ext cx="0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3" name="Rectangle 226">
              <a:extLst>
                <a:ext uri="{FF2B5EF4-FFF2-40B4-BE49-F238E27FC236}">
                  <a16:creationId xmlns:a16="http://schemas.microsoft.com/office/drawing/2014/main" id="{BAD2053A-3F3E-1786-F460-447037267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613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44" name="Rectangle 227">
              <a:extLst>
                <a:ext uri="{FF2B5EF4-FFF2-40B4-BE49-F238E27FC236}">
                  <a16:creationId xmlns:a16="http://schemas.microsoft.com/office/drawing/2014/main" id="{E658E5A7-E298-C40E-1751-1A05C55E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046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endParaRPr lang="en-US" altLang="zh-CN" b="1" i="1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45" name="Rectangle 228">
              <a:extLst>
                <a:ext uri="{FF2B5EF4-FFF2-40B4-BE49-F238E27FC236}">
                  <a16:creationId xmlns:a16="http://schemas.microsoft.com/office/drawing/2014/main" id="{4E60050B-F50E-C737-F2A5-EE534C491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" y="1314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c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46" name="Rectangle 229">
              <a:extLst>
                <a:ext uri="{FF2B5EF4-FFF2-40B4-BE49-F238E27FC236}">
                  <a16:creationId xmlns:a16="http://schemas.microsoft.com/office/drawing/2014/main" id="{48D4F54D-D75D-C5F8-EF62-E1F9A3C9B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1655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</a:rPr>
                <a:t>a</a:t>
              </a:r>
              <a:endParaRPr lang="en-US" altLang="zh-CN" b="1" i="1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47" name="Rectangle 230">
              <a:extLst>
                <a:ext uri="{FF2B5EF4-FFF2-40B4-BE49-F238E27FC236}">
                  <a16:creationId xmlns:a16="http://schemas.microsoft.com/office/drawing/2014/main" id="{3E2876A8-7B6C-FF95-36D0-A6C7F373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" y="2668"/>
              <a:ext cx="9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48" name="Rectangle 231">
              <a:extLst>
                <a:ext uri="{FF2B5EF4-FFF2-40B4-BE49-F238E27FC236}">
                  <a16:creationId xmlns:a16="http://schemas.microsoft.com/office/drawing/2014/main" id="{294491D7-CB74-82DA-53D5-9CDBE6FF1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" y="2266"/>
              <a:ext cx="1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49" name="Rectangle 232">
              <a:extLst>
                <a:ext uri="{FF2B5EF4-FFF2-40B4-BE49-F238E27FC236}">
                  <a16:creationId xmlns:a16="http://schemas.microsoft.com/office/drawing/2014/main" id="{2D58CB00-5728-849E-9AF7-540C14DBE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1464"/>
              <a:ext cx="1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d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0" name="Rectangle 233">
              <a:extLst>
                <a:ext uri="{FF2B5EF4-FFF2-40B4-BE49-F238E27FC236}">
                  <a16:creationId xmlns:a16="http://schemas.microsoft.com/office/drawing/2014/main" id="{71A504C5-F9B7-B563-446A-D4BB1D66D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1024"/>
              <a:ext cx="13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>
                  <a:solidFill>
                    <a:srgbClr val="000000"/>
                  </a:solidFill>
                </a:rPr>
                <a:t>b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1" name="Rectangle 234">
              <a:extLst>
                <a:ext uri="{FF2B5EF4-FFF2-40B4-BE49-F238E27FC236}">
                  <a16:creationId xmlns:a16="http://schemas.microsoft.com/office/drawing/2014/main" id="{62808485-DE38-C90A-9274-0C45DE755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" y="186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O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2" name="Rectangle 235">
              <a:extLst>
                <a:ext uri="{FF2B5EF4-FFF2-40B4-BE49-F238E27FC236}">
                  <a16:creationId xmlns:a16="http://schemas.microsoft.com/office/drawing/2014/main" id="{7667D4BF-DF92-FC10-C33E-A76649B14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1876"/>
              <a:ext cx="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b="1" i="0">
                  <a:solidFill>
                    <a:srgbClr val="000000"/>
                  </a:solidFill>
                  <a:latin typeface="宋体" charset="-122"/>
                </a:rPr>
                <a:t>X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53" name="Text Box 236">
              <a:extLst>
                <a:ext uri="{FF2B5EF4-FFF2-40B4-BE49-F238E27FC236}">
                  <a16:creationId xmlns:a16="http://schemas.microsoft.com/office/drawing/2014/main" id="{1FB43F88-AADC-6B3E-7AB2-C599D3B42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" y="1432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  <p:sp>
          <p:nvSpPr>
            <p:cNvPr id="54" name="Text Box 237">
              <a:extLst>
                <a:ext uri="{FF2B5EF4-FFF2-40B4-BE49-F238E27FC236}">
                  <a16:creationId xmlns:a16="http://schemas.microsoft.com/office/drawing/2014/main" id="{6FECB3D7-A349-8D26-70BA-AF5701867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5" y="985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 dirty="0">
                  <a:latin typeface="Times New Roman" charset="0"/>
                </a:rPr>
                <a:t>′</a:t>
              </a:r>
            </a:p>
          </p:txBody>
        </p:sp>
        <p:sp>
          <p:nvSpPr>
            <p:cNvPr id="55" name="Line 238">
              <a:extLst>
                <a:ext uri="{FF2B5EF4-FFF2-40B4-BE49-F238E27FC236}">
                  <a16:creationId xmlns:a16="http://schemas.microsoft.com/office/drawing/2014/main" id="{D4FD6EFA-47D9-336A-402C-E8B04ACEF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2" y="1131"/>
              <a:ext cx="956" cy="5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" name="Line 239">
              <a:extLst>
                <a:ext uri="{FF2B5EF4-FFF2-40B4-BE49-F238E27FC236}">
                  <a16:creationId xmlns:a16="http://schemas.microsoft.com/office/drawing/2014/main" id="{EA082B69-8111-820B-DA93-1C2A880B0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1434"/>
              <a:ext cx="984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7" name="Line 240">
              <a:extLst>
                <a:ext uri="{FF2B5EF4-FFF2-40B4-BE49-F238E27FC236}">
                  <a16:creationId xmlns:a16="http://schemas.microsoft.com/office/drawing/2014/main" id="{28A81F94-987D-46AC-8C2B-C5754CAC6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8" y="1997"/>
              <a:ext cx="13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" name="Line 241">
              <a:extLst>
                <a:ext uri="{FF2B5EF4-FFF2-40B4-BE49-F238E27FC236}">
                  <a16:creationId xmlns:a16="http://schemas.microsoft.com/office/drawing/2014/main" id="{097AE683-5804-0F14-0901-5141AD3B2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4" y="1445"/>
              <a:ext cx="0" cy="1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9" name="Line 242">
              <a:extLst>
                <a:ext uri="{FF2B5EF4-FFF2-40B4-BE49-F238E27FC236}">
                  <a16:creationId xmlns:a16="http://schemas.microsoft.com/office/drawing/2014/main" id="{3CFD2F1F-768F-1B16-2F82-2E3AF6606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2" y="1133"/>
              <a:ext cx="0" cy="15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0" name="Line 243">
              <a:extLst>
                <a:ext uri="{FF2B5EF4-FFF2-40B4-BE49-F238E27FC236}">
                  <a16:creationId xmlns:a16="http://schemas.microsoft.com/office/drawing/2014/main" id="{2EC954E0-E7F6-1115-5FFA-5E4149334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4" y="1541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244">
              <a:extLst>
                <a:ext uri="{FF2B5EF4-FFF2-40B4-BE49-F238E27FC236}">
                  <a16:creationId xmlns:a16="http://schemas.microsoft.com/office/drawing/2014/main" id="{E7908ED6-5C4A-0DB5-EDBA-316839FA3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0" y="2390"/>
              <a:ext cx="984" cy="26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245">
              <a:extLst>
                <a:ext uri="{FF2B5EF4-FFF2-40B4-BE49-F238E27FC236}">
                  <a16:creationId xmlns:a16="http://schemas.microsoft.com/office/drawing/2014/main" id="{4F22F3F7-41D4-38B9-793E-2B75A844E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184"/>
              <a:ext cx="955" cy="5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Text Box 246">
              <a:extLst>
                <a:ext uri="{FF2B5EF4-FFF2-40B4-BE49-F238E27FC236}">
                  <a16:creationId xmlns:a16="http://schemas.microsoft.com/office/drawing/2014/main" id="{CD1FF4AB-D54B-416D-26AF-5537D938B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5" y="1614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 dirty="0">
                  <a:latin typeface="Times New Roman" charset="0"/>
                </a:rPr>
                <a:t>′</a:t>
              </a:r>
            </a:p>
          </p:txBody>
        </p:sp>
        <p:sp>
          <p:nvSpPr>
            <p:cNvPr id="94532" name="Text Box 247">
              <a:extLst>
                <a:ext uri="{FF2B5EF4-FFF2-40B4-BE49-F238E27FC236}">
                  <a16:creationId xmlns:a16="http://schemas.microsoft.com/office/drawing/2014/main" id="{A500C741-61AF-F66D-DF8D-E2AF3C7CA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" y="1288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 dirty="0">
                  <a:latin typeface="Times New Roman" charset="0"/>
                </a:rPr>
                <a:t>′</a:t>
              </a:r>
            </a:p>
          </p:txBody>
        </p:sp>
      </p:grpSp>
      <p:sp>
        <p:nvSpPr>
          <p:cNvPr id="94533" name="Rectangle 122">
            <a:extLst>
              <a:ext uri="{FF2B5EF4-FFF2-40B4-BE49-F238E27FC236}">
                <a16:creationId xmlns:a16="http://schemas.microsoft.com/office/drawing/2014/main" id="{5A093F70-4566-DA4F-106E-BECC4D9E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87" y="4353778"/>
            <a:ext cx="50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000" b="1" i="0">
                <a:solidFill>
                  <a:srgbClr val="000000"/>
                </a:solidFill>
                <a:latin typeface="宋体" charset="-122"/>
              </a:rPr>
              <a:t>1(2)</a:t>
            </a:r>
            <a:endParaRPr lang="en-US" altLang="zh-CN" sz="2000" b="1" i="0">
              <a:solidFill>
                <a:srgbClr val="FF3300"/>
              </a:solidFill>
              <a:latin typeface="Times New Roman" charset="0"/>
            </a:endParaRPr>
          </a:p>
        </p:txBody>
      </p:sp>
      <p:sp>
        <p:nvSpPr>
          <p:cNvPr id="94534" name="Text Box 205">
            <a:extLst>
              <a:ext uri="{FF2B5EF4-FFF2-40B4-BE49-F238E27FC236}">
                <a16:creationId xmlns:a16="http://schemas.microsoft.com/office/drawing/2014/main" id="{24B4FDA3-3C51-A991-B8B8-D08056888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078" y="4033991"/>
            <a:ext cx="287337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800" b="1" i="0">
                <a:solidFill>
                  <a:schemeClr val="tx2"/>
                </a:solidFill>
                <a:latin typeface="Times New Roman" charset="0"/>
              </a:rPr>
              <a:t>●</a:t>
            </a:r>
          </a:p>
        </p:txBody>
      </p:sp>
      <p:sp>
        <p:nvSpPr>
          <p:cNvPr id="94535" name="Line 253">
            <a:extLst>
              <a:ext uri="{FF2B5EF4-FFF2-40B4-BE49-F238E27FC236}">
                <a16:creationId xmlns:a16="http://schemas.microsoft.com/office/drawing/2014/main" id="{8EB59AF9-CCE1-5474-E625-D07DC0F972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9953" y="2284566"/>
            <a:ext cx="0" cy="18589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94536" name="Group 517">
            <a:extLst>
              <a:ext uri="{FF2B5EF4-FFF2-40B4-BE49-F238E27FC236}">
                <a16:creationId xmlns:a16="http://schemas.microsoft.com/office/drawing/2014/main" id="{E381F2D6-4B3B-8357-FE3C-9FD23197E46D}"/>
              </a:ext>
            </a:extLst>
          </p:cNvPr>
          <p:cNvGrpSpPr>
            <a:grpSpLocks/>
          </p:cNvGrpSpPr>
          <p:nvPr/>
        </p:nvGrpSpPr>
        <p:grpSpPr bwMode="auto">
          <a:xfrm>
            <a:off x="8137078" y="2409979"/>
            <a:ext cx="549275" cy="463550"/>
            <a:chOff x="4029" y="917"/>
            <a:chExt cx="346" cy="292"/>
          </a:xfrm>
        </p:grpSpPr>
        <p:sp>
          <p:nvSpPr>
            <p:cNvPr id="94537" name="Rectangle 139">
              <a:extLst>
                <a:ext uri="{FF2B5EF4-FFF2-40B4-BE49-F238E27FC236}">
                  <a16:creationId xmlns:a16="http://schemas.microsoft.com/office/drawing/2014/main" id="{24A1030E-4F71-EE34-7F18-02D4A17E3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4" y="98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2</a:t>
              </a:r>
              <a:endParaRPr lang="en-US" altLang="zh-CN" sz="20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38" name="Text Box 249">
              <a:extLst>
                <a:ext uri="{FF2B5EF4-FFF2-40B4-BE49-F238E27FC236}">
                  <a16:creationId xmlns:a16="http://schemas.microsoft.com/office/drawing/2014/main" id="{AB123F7A-4C2C-58A2-6F20-52E6147EE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9" y="917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39" name="Text Box 256">
              <a:extLst>
                <a:ext uri="{FF2B5EF4-FFF2-40B4-BE49-F238E27FC236}">
                  <a16:creationId xmlns:a16="http://schemas.microsoft.com/office/drawing/2014/main" id="{0F687838-6746-9996-657B-4718EDA92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9" y="959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</p:grpSp>
      <p:grpSp>
        <p:nvGrpSpPr>
          <p:cNvPr id="94540" name="Group 549">
            <a:extLst>
              <a:ext uri="{FF2B5EF4-FFF2-40B4-BE49-F238E27FC236}">
                <a16:creationId xmlns:a16="http://schemas.microsoft.com/office/drawing/2014/main" id="{5F969018-A6D2-1D8E-DECB-F07730C4687F}"/>
              </a:ext>
            </a:extLst>
          </p:cNvPr>
          <p:cNvGrpSpPr>
            <a:grpSpLocks/>
          </p:cNvGrpSpPr>
          <p:nvPr/>
        </p:nvGrpSpPr>
        <p:grpSpPr bwMode="auto">
          <a:xfrm>
            <a:off x="8135490" y="1832129"/>
            <a:ext cx="496888" cy="555625"/>
            <a:chOff x="4028" y="553"/>
            <a:chExt cx="313" cy="350"/>
          </a:xfrm>
        </p:grpSpPr>
        <p:sp>
          <p:nvSpPr>
            <p:cNvPr id="94541" name="Rectangle 145">
              <a:extLst>
                <a:ext uri="{FF2B5EF4-FFF2-40B4-BE49-F238E27FC236}">
                  <a16:creationId xmlns:a16="http://schemas.microsoft.com/office/drawing/2014/main" id="{3936812A-1ACF-A57C-EB74-1321816DD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59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1</a:t>
              </a:r>
              <a:endParaRPr lang="en-US" altLang="zh-CN" sz="20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42" name="Text Box 196">
              <a:extLst>
                <a:ext uri="{FF2B5EF4-FFF2-40B4-BE49-F238E27FC236}">
                  <a16:creationId xmlns:a16="http://schemas.microsoft.com/office/drawing/2014/main" id="{E578B9F1-06FB-2583-3EA5-CCA8DDAE0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8" y="768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43" name="Text Box 257">
              <a:extLst>
                <a:ext uri="{FF2B5EF4-FFF2-40B4-BE49-F238E27FC236}">
                  <a16:creationId xmlns:a16="http://schemas.microsoft.com/office/drawing/2014/main" id="{35F9529C-6483-B07E-A5F2-92D334581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5" y="553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</p:grpSp>
      <p:sp>
        <p:nvSpPr>
          <p:cNvPr id="94544" name="Text Box 262">
            <a:extLst>
              <a:ext uri="{FF2B5EF4-FFF2-40B4-BE49-F238E27FC236}">
                <a16:creationId xmlns:a16="http://schemas.microsoft.com/office/drawing/2014/main" id="{71ACBC2E-9F16-237B-9787-C0AC03DFE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38" y="4530342"/>
            <a:ext cx="1735137" cy="523220"/>
          </a:xfrm>
          <a:prstGeom prst="rect">
            <a:avLst/>
          </a:prstGeom>
          <a:ln>
            <a:solidFill>
              <a:schemeClr val="bg1"/>
            </a:solidFill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b="1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投影特性</a:t>
            </a:r>
            <a:r>
              <a:rPr lang="zh-CN" altLang="en-US" sz="2400" b="1" i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545" name="Text Box 263">
            <a:extLst>
              <a:ext uri="{FF2B5EF4-FFF2-40B4-BE49-F238E27FC236}">
                <a16:creationId xmlns:a16="http://schemas.microsoft.com/office/drawing/2014/main" id="{BF7F3AEF-6813-A18B-2C4C-5D9EEDA06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38" y="5093683"/>
            <a:ext cx="108925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同名投影可能相交，但 </a:t>
            </a:r>
            <a:r>
              <a:rPr lang="zh-CN" altLang="en-US" sz="24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“交点”不符合空间一个点的投影规律。</a:t>
            </a:r>
          </a:p>
        </p:txBody>
      </p:sp>
      <p:sp>
        <p:nvSpPr>
          <p:cNvPr id="94546" name="Text Box 264">
            <a:extLst>
              <a:ext uri="{FF2B5EF4-FFF2-40B4-BE49-F238E27FC236}">
                <a16:creationId xmlns:a16="http://schemas.microsoft.com/office/drawing/2014/main" id="{99B07BC2-D610-8281-044F-CE8C3296A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538" y="5635590"/>
            <a:ext cx="100082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en-US" altLang="zh-CN" sz="2400" i="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400" i="0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交点”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是两直线上的一 对</a:t>
            </a:r>
            <a:r>
              <a:rPr lang="zh-CN" altLang="en-US" sz="2400" i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重影点的投影</a:t>
            </a:r>
            <a:r>
              <a:rPr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，用其可帮助判断两直线的空间位置。</a:t>
            </a:r>
          </a:p>
        </p:txBody>
      </p:sp>
      <p:grpSp>
        <p:nvGrpSpPr>
          <p:cNvPr id="94547" name="Group 304">
            <a:extLst>
              <a:ext uri="{FF2B5EF4-FFF2-40B4-BE49-F238E27FC236}">
                <a16:creationId xmlns:a16="http://schemas.microsoft.com/office/drawing/2014/main" id="{0466C1A1-DB16-4EDE-9A1D-100379ADF373}"/>
              </a:ext>
            </a:extLst>
          </p:cNvPr>
          <p:cNvGrpSpPr>
            <a:grpSpLocks/>
          </p:cNvGrpSpPr>
          <p:nvPr/>
        </p:nvGrpSpPr>
        <p:grpSpPr bwMode="auto">
          <a:xfrm>
            <a:off x="4187379" y="1828954"/>
            <a:ext cx="1131887" cy="2551112"/>
            <a:chOff x="1550" y="547"/>
            <a:chExt cx="713" cy="1607"/>
          </a:xfrm>
        </p:grpSpPr>
        <p:sp>
          <p:nvSpPr>
            <p:cNvPr id="94548" name="Line 305">
              <a:extLst>
                <a:ext uri="{FF2B5EF4-FFF2-40B4-BE49-F238E27FC236}">
                  <a16:creationId xmlns:a16="http://schemas.microsoft.com/office/drawing/2014/main" id="{E6807C16-DD71-AB22-13A8-B3305972E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798"/>
              <a:ext cx="0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4549" name="Line 306">
              <a:extLst>
                <a:ext uri="{FF2B5EF4-FFF2-40B4-BE49-F238E27FC236}">
                  <a16:creationId xmlns:a16="http://schemas.microsoft.com/office/drawing/2014/main" id="{85F8D384-1F3D-FE2E-369C-F9E547366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4" y="1552"/>
              <a:ext cx="365" cy="3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94550" name="Group 307">
              <a:extLst>
                <a:ext uri="{FF2B5EF4-FFF2-40B4-BE49-F238E27FC236}">
                  <a16:creationId xmlns:a16="http://schemas.microsoft.com/office/drawing/2014/main" id="{9A473694-A497-F94E-E5CB-5AF9677D5F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547"/>
              <a:ext cx="713" cy="1607"/>
              <a:chOff x="1550" y="547"/>
              <a:chExt cx="713" cy="1607"/>
            </a:xfrm>
          </p:grpSpPr>
          <p:sp>
            <p:nvSpPr>
              <p:cNvPr id="94551" name="Line 308">
                <a:extLst>
                  <a:ext uri="{FF2B5EF4-FFF2-40B4-BE49-F238E27FC236}">
                    <a16:creationId xmlns:a16="http://schemas.microsoft.com/office/drawing/2014/main" id="{5B0D3465-242E-28EE-9FFD-347754025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3" y="1120"/>
                <a:ext cx="211" cy="2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4552" name="Line 309">
                <a:extLst>
                  <a:ext uri="{FF2B5EF4-FFF2-40B4-BE49-F238E27FC236}">
                    <a16:creationId xmlns:a16="http://schemas.microsoft.com/office/drawing/2014/main" id="{16ADDB85-F671-EB6D-8427-5028D5F57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1158"/>
                <a:ext cx="0" cy="7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4553" name="Rectangle 310">
                <a:extLst>
                  <a:ext uri="{FF2B5EF4-FFF2-40B4-BE49-F238E27FC236}">
                    <a16:creationId xmlns:a16="http://schemas.microsoft.com/office/drawing/2014/main" id="{2E225E83-4B39-4D42-C809-B14DA5540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989"/>
                <a:ext cx="21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b="1" i="0" dirty="0">
                    <a:solidFill>
                      <a:srgbClr val="000000"/>
                    </a:solidFill>
                    <a:latin typeface="宋体" charset="-122"/>
                  </a:rPr>
                  <a:t>2</a:t>
                </a:r>
                <a:endParaRPr lang="en-US" altLang="zh-CN" sz="2000" b="1" i="0" dirty="0">
                  <a:solidFill>
                    <a:srgbClr val="FF3300"/>
                  </a:solidFill>
                  <a:latin typeface="Times New Roman" charset="0"/>
                </a:endParaRPr>
              </a:p>
            </p:txBody>
          </p:sp>
          <p:sp>
            <p:nvSpPr>
              <p:cNvPr id="94554" name="Line 311">
                <a:extLst>
                  <a:ext uri="{FF2B5EF4-FFF2-40B4-BE49-F238E27FC236}">
                    <a16:creationId xmlns:a16="http://schemas.microsoft.com/office/drawing/2014/main" id="{2DD77D6C-36ED-4130-A3C1-BA4904DAC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9" y="798"/>
                <a:ext cx="379" cy="3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4555" name="Rectangle 312">
                <a:extLst>
                  <a:ext uri="{FF2B5EF4-FFF2-40B4-BE49-F238E27FC236}">
                    <a16:creationId xmlns:a16="http://schemas.microsoft.com/office/drawing/2014/main" id="{C91C4B5A-0D1D-83BF-A214-1F21B90FC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" y="588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b="1" i="0">
                    <a:solidFill>
                      <a:srgbClr val="000000"/>
                    </a:solidFill>
                    <a:latin typeface="宋体" charset="-122"/>
                  </a:rPr>
                  <a:t>1</a:t>
                </a:r>
                <a:endParaRPr lang="en-US" altLang="zh-CN" sz="2000" b="1" i="0">
                  <a:solidFill>
                    <a:srgbClr val="FF3300"/>
                  </a:solidFill>
                  <a:latin typeface="Times New Roman" charset="0"/>
                </a:endParaRPr>
              </a:p>
            </p:txBody>
          </p:sp>
          <p:sp>
            <p:nvSpPr>
              <p:cNvPr id="94556" name="Rectangle 313">
                <a:extLst>
                  <a:ext uri="{FF2B5EF4-FFF2-40B4-BE49-F238E27FC236}">
                    <a16:creationId xmlns:a16="http://schemas.microsoft.com/office/drawing/2014/main" id="{C9ECB92D-877E-A810-E5C8-93279CE98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3" y="1962"/>
                <a:ext cx="32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2000" b="1" i="0">
                    <a:solidFill>
                      <a:srgbClr val="000000"/>
                    </a:solidFill>
                    <a:latin typeface="宋体" charset="-122"/>
                  </a:rPr>
                  <a:t>1(2)</a:t>
                </a:r>
                <a:endParaRPr lang="en-US" altLang="zh-CN" sz="2000" b="1" i="0">
                  <a:solidFill>
                    <a:srgbClr val="FF3300"/>
                  </a:solidFill>
                  <a:latin typeface="Times New Roman" charset="0"/>
                </a:endParaRPr>
              </a:p>
            </p:txBody>
          </p:sp>
          <p:sp>
            <p:nvSpPr>
              <p:cNvPr id="94557" name="Rectangle 314">
                <a:extLst>
                  <a:ext uri="{FF2B5EF4-FFF2-40B4-BE49-F238E27FC236}">
                    <a16:creationId xmlns:a16="http://schemas.microsoft.com/office/drawing/2014/main" id="{63BF77B5-C5A3-D95F-8096-E7FAC3B65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7" y="1323"/>
                <a:ext cx="1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b="1" i="0">
                    <a:solidFill>
                      <a:srgbClr val="000000"/>
                    </a:solidFill>
                    <a:latin typeface="宋体" charset="-122"/>
                  </a:rPr>
                  <a:t>Ⅱ</a:t>
                </a:r>
                <a:endParaRPr lang="en-US" altLang="zh-CN" sz="1800" b="1" i="0">
                  <a:solidFill>
                    <a:srgbClr val="FF3300"/>
                  </a:solidFill>
                  <a:latin typeface="Times New Roman" charset="0"/>
                </a:endParaRPr>
              </a:p>
            </p:txBody>
          </p:sp>
          <p:sp>
            <p:nvSpPr>
              <p:cNvPr id="94558" name="Rectangle 315">
                <a:extLst>
                  <a:ext uri="{FF2B5EF4-FFF2-40B4-BE49-F238E27FC236}">
                    <a16:creationId xmlns:a16="http://schemas.microsoft.com/office/drawing/2014/main" id="{EE2EE953-580A-1649-4ECF-0DF856613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" y="983"/>
                <a:ext cx="14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lang="en-US" altLang="zh-CN" sz="1800" b="1" i="0">
                    <a:solidFill>
                      <a:srgbClr val="000000"/>
                    </a:solidFill>
                    <a:latin typeface="宋体" charset="-122"/>
                  </a:rPr>
                  <a:t>Ⅰ</a:t>
                </a:r>
                <a:endParaRPr lang="en-US" altLang="zh-CN" sz="1800" b="1" i="0">
                  <a:solidFill>
                    <a:srgbClr val="FF3300"/>
                  </a:solidFill>
                  <a:latin typeface="Times New Roman" charset="0"/>
                </a:endParaRPr>
              </a:p>
            </p:txBody>
          </p:sp>
          <p:sp>
            <p:nvSpPr>
              <p:cNvPr id="94559" name="Text Box 316">
                <a:extLst>
                  <a:ext uri="{FF2B5EF4-FFF2-40B4-BE49-F238E27FC236}">
                    <a16:creationId xmlns:a16="http://schemas.microsoft.com/office/drawing/2014/main" id="{474F367D-93F0-8975-F48F-BBD1A12ED0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7" y="547"/>
                <a:ext cx="18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sz="2000" b="1" i="0">
                    <a:latin typeface="Times New Roman" charset="0"/>
                  </a:rPr>
                  <a:t>′</a:t>
                </a:r>
              </a:p>
            </p:txBody>
          </p:sp>
          <p:sp>
            <p:nvSpPr>
              <p:cNvPr id="94560" name="Text Box 317">
                <a:extLst>
                  <a:ext uri="{FF2B5EF4-FFF2-40B4-BE49-F238E27FC236}">
                    <a16:creationId xmlns:a16="http://schemas.microsoft.com/office/drawing/2014/main" id="{607B4B13-8860-3DDB-C18C-E2C888736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5" y="934"/>
                <a:ext cx="18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sz="2000" b="1" i="0" dirty="0">
                    <a:latin typeface="Times New Roman" charset="0"/>
                  </a:rPr>
                  <a:t>′</a:t>
                </a:r>
              </a:p>
            </p:txBody>
          </p:sp>
          <p:sp>
            <p:nvSpPr>
              <p:cNvPr id="94561" name="Text Box 318">
                <a:extLst>
                  <a:ext uri="{FF2B5EF4-FFF2-40B4-BE49-F238E27FC236}">
                    <a16:creationId xmlns:a16="http://schemas.microsoft.com/office/drawing/2014/main" id="{C9755A28-FE25-BDF0-B1D0-E65330D07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2" y="892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800" b="1" i="0" dirty="0">
                    <a:solidFill>
                      <a:schemeClr val="tx2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94562" name="Text Box 319">
                <a:extLst>
                  <a:ext uri="{FF2B5EF4-FFF2-40B4-BE49-F238E27FC236}">
                    <a16:creationId xmlns:a16="http://schemas.microsoft.com/office/drawing/2014/main" id="{515C433F-F935-2F38-30F2-90D37E4590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8" y="733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sz="800" b="1" i="0">
                    <a:solidFill>
                      <a:schemeClr val="tx2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94563" name="Text Box 320">
                <a:extLst>
                  <a:ext uri="{FF2B5EF4-FFF2-40B4-BE49-F238E27FC236}">
                    <a16:creationId xmlns:a16="http://schemas.microsoft.com/office/drawing/2014/main" id="{B13B5E6F-AA4D-9B15-0460-D90E857B24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1851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800" b="1" i="0">
                    <a:solidFill>
                      <a:schemeClr val="tx2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94564" name="Text Box 321">
                <a:extLst>
                  <a:ext uri="{FF2B5EF4-FFF2-40B4-BE49-F238E27FC236}">
                    <a16:creationId xmlns:a16="http://schemas.microsoft.com/office/drawing/2014/main" id="{EA3153DD-C4DB-4DCB-C1E7-C3B067A81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098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800" b="1" i="0">
                    <a:solidFill>
                      <a:schemeClr val="tx2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94565" name="Text Box 322">
                <a:extLst>
                  <a:ext uri="{FF2B5EF4-FFF2-40B4-BE49-F238E27FC236}">
                    <a16:creationId xmlns:a16="http://schemas.microsoft.com/office/drawing/2014/main" id="{C752F9D9-C2D1-1D0D-5AA8-06CA40431D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1270"/>
                <a:ext cx="181" cy="1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800" b="1" i="0">
                    <a:solidFill>
                      <a:schemeClr val="tx2"/>
                    </a:solidFill>
                    <a:latin typeface="Times New Roman" charset="0"/>
                  </a:rPr>
                  <a:t>●</a:t>
                </a:r>
              </a:p>
            </p:txBody>
          </p:sp>
          <p:sp>
            <p:nvSpPr>
              <p:cNvPr id="94566" name="Line 323">
                <a:extLst>
                  <a:ext uri="{FF2B5EF4-FFF2-40B4-BE49-F238E27FC236}">
                    <a16:creationId xmlns:a16="http://schemas.microsoft.com/office/drawing/2014/main" id="{40F430D6-C29D-4047-ECFF-5E61751F0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4" y="966"/>
                <a:ext cx="72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94567" name="Group 496">
            <a:extLst>
              <a:ext uri="{FF2B5EF4-FFF2-40B4-BE49-F238E27FC236}">
                <a16:creationId xmlns:a16="http://schemas.microsoft.com/office/drawing/2014/main" id="{780B5AC8-51B0-F84A-412F-279C967567B8}"/>
              </a:ext>
            </a:extLst>
          </p:cNvPr>
          <p:cNvGrpSpPr>
            <a:grpSpLocks/>
          </p:cNvGrpSpPr>
          <p:nvPr/>
        </p:nvGrpSpPr>
        <p:grpSpPr bwMode="auto">
          <a:xfrm>
            <a:off x="3788912" y="2009929"/>
            <a:ext cx="1179513" cy="2365375"/>
            <a:chOff x="36" y="607"/>
            <a:chExt cx="743" cy="1490"/>
          </a:xfrm>
        </p:grpSpPr>
        <p:sp>
          <p:nvSpPr>
            <p:cNvPr id="94568" name="Line 497">
              <a:extLst>
                <a:ext uri="{FF2B5EF4-FFF2-40B4-BE49-F238E27FC236}">
                  <a16:creationId xmlns:a16="http://schemas.microsoft.com/office/drawing/2014/main" id="{E1365A56-6092-DB99-A04A-3956825E5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" y="1156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4569" name="Line 498">
              <a:extLst>
                <a:ext uri="{FF2B5EF4-FFF2-40B4-BE49-F238E27FC236}">
                  <a16:creationId xmlns:a16="http://schemas.microsoft.com/office/drawing/2014/main" id="{36D2B2C2-C1BD-F2DE-8704-E1CD08B6C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" y="1295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4570" name="Line 499">
              <a:extLst>
                <a:ext uri="{FF2B5EF4-FFF2-40B4-BE49-F238E27FC236}">
                  <a16:creationId xmlns:a16="http://schemas.microsoft.com/office/drawing/2014/main" id="{38A07AC6-951D-B7D1-DE9C-743CAA74F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" y="1060"/>
              <a:ext cx="220" cy="2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4571" name="Text Box 500">
              <a:extLst>
                <a:ext uri="{FF2B5EF4-FFF2-40B4-BE49-F238E27FC236}">
                  <a16:creationId xmlns:a16="http://schemas.microsoft.com/office/drawing/2014/main" id="{1C023B2A-B500-F8F8-31D7-8D7B18E80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607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  <p:sp>
          <p:nvSpPr>
            <p:cNvPr id="94572" name="Line 501">
              <a:extLst>
                <a:ext uri="{FF2B5EF4-FFF2-40B4-BE49-F238E27FC236}">
                  <a16:creationId xmlns:a16="http://schemas.microsoft.com/office/drawing/2014/main" id="{446397EF-C308-08B5-C48F-03C79C484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873"/>
              <a:ext cx="86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4573" name="Text Box 502">
              <a:extLst>
                <a:ext uri="{FF2B5EF4-FFF2-40B4-BE49-F238E27FC236}">
                  <a16:creationId xmlns:a16="http://schemas.microsoft.com/office/drawing/2014/main" id="{2BC00499-34F3-93C3-817A-4313AA3CF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" y="607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  <p:sp>
          <p:nvSpPr>
            <p:cNvPr id="94574" name="Rectangle 503">
              <a:extLst>
                <a:ext uri="{FF2B5EF4-FFF2-40B4-BE49-F238E27FC236}">
                  <a16:creationId xmlns:a16="http://schemas.microsoft.com/office/drawing/2014/main" id="{15908A25-2C26-644D-774C-AA276456C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" y="963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b="1" i="0">
                  <a:solidFill>
                    <a:srgbClr val="000000"/>
                  </a:solidFill>
                  <a:latin typeface="宋体" charset="-122"/>
                </a:rPr>
                <a:t>Ⅳ</a:t>
              </a:r>
              <a:endParaRPr lang="en-US" altLang="zh-CN" sz="18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75" name="Rectangle 504">
              <a:extLst>
                <a:ext uri="{FF2B5EF4-FFF2-40B4-BE49-F238E27FC236}">
                  <a16:creationId xmlns:a16="http://schemas.microsoft.com/office/drawing/2014/main" id="{D637D8B2-0D84-3CD9-F622-D4DD5F0F1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" y="160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4</a:t>
              </a:r>
              <a:endParaRPr lang="en-US" altLang="zh-CN" sz="20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76" name="Rectangle 505">
              <a:extLst>
                <a:ext uri="{FF2B5EF4-FFF2-40B4-BE49-F238E27FC236}">
                  <a16:creationId xmlns:a16="http://schemas.microsoft.com/office/drawing/2014/main" id="{C274573B-2ACE-9BE0-4921-3363D015E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" y="638"/>
              <a:ext cx="32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 dirty="0">
                  <a:solidFill>
                    <a:srgbClr val="000000"/>
                  </a:solidFill>
                  <a:latin typeface="宋体" charset="-122"/>
                </a:rPr>
                <a:t>3(4)</a:t>
              </a:r>
              <a:endParaRPr lang="en-US" altLang="zh-CN" sz="2000" b="1" i="0" dirty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77" name="Rectangle 506">
              <a:extLst>
                <a:ext uri="{FF2B5EF4-FFF2-40B4-BE49-F238E27FC236}">
                  <a16:creationId xmlns:a16="http://schemas.microsoft.com/office/drawing/2014/main" id="{CA8493B2-98AB-E892-4FC6-4A8E3F290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90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3</a:t>
              </a:r>
              <a:endParaRPr lang="en-US" altLang="zh-CN" sz="20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78" name="Rectangle 507">
              <a:extLst>
                <a:ext uri="{FF2B5EF4-FFF2-40B4-BE49-F238E27FC236}">
                  <a16:creationId xmlns:a16="http://schemas.microsoft.com/office/drawing/2014/main" id="{14D64FD5-0B9D-E94D-917B-25C70148F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1283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1800" b="1" i="0">
                  <a:solidFill>
                    <a:srgbClr val="000000"/>
                  </a:solidFill>
                  <a:latin typeface="宋体" charset="-122"/>
                </a:rPr>
                <a:t>Ⅲ</a:t>
              </a:r>
              <a:endParaRPr lang="en-US" altLang="zh-CN" sz="18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79" name="Line 508">
              <a:extLst>
                <a:ext uri="{FF2B5EF4-FFF2-40B4-BE49-F238E27FC236}">
                  <a16:creationId xmlns:a16="http://schemas.microsoft.com/office/drawing/2014/main" id="{7FB5123A-026B-AF7B-8D89-DFE98D9FD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" y="1487"/>
              <a:ext cx="418" cy="4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4580" name="Line 509">
              <a:extLst>
                <a:ext uri="{FF2B5EF4-FFF2-40B4-BE49-F238E27FC236}">
                  <a16:creationId xmlns:a16="http://schemas.microsoft.com/office/drawing/2014/main" id="{88C694A6-23AB-E874-2D6B-6969980D4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" y="877"/>
              <a:ext cx="0" cy="6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4581" name="Text Box 510">
              <a:extLst>
                <a:ext uri="{FF2B5EF4-FFF2-40B4-BE49-F238E27FC236}">
                  <a16:creationId xmlns:a16="http://schemas.microsoft.com/office/drawing/2014/main" id="{A04E45B9-1D94-54CE-05B2-1377C1A58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" y="1225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82" name="Text Box 511">
              <a:extLst>
                <a:ext uri="{FF2B5EF4-FFF2-40B4-BE49-F238E27FC236}">
                  <a16:creationId xmlns:a16="http://schemas.microsoft.com/office/drawing/2014/main" id="{4C31562E-3F3D-3CE0-7246-BCD5115F8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" y="1095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83" name="Text Box 512">
              <a:extLst>
                <a:ext uri="{FF2B5EF4-FFF2-40B4-BE49-F238E27FC236}">
                  <a16:creationId xmlns:a16="http://schemas.microsoft.com/office/drawing/2014/main" id="{9515A6B7-6BFF-71FC-769A-4FAF09DC0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" y="1839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84" name="Text Box 513">
              <a:extLst>
                <a:ext uri="{FF2B5EF4-FFF2-40B4-BE49-F238E27FC236}">
                  <a16:creationId xmlns:a16="http://schemas.microsoft.com/office/drawing/2014/main" id="{C2FBC587-9A19-47C3-BD03-F9800540A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700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85" name="Text Box 514">
              <a:extLst>
                <a:ext uri="{FF2B5EF4-FFF2-40B4-BE49-F238E27FC236}">
                  <a16:creationId xmlns:a16="http://schemas.microsoft.com/office/drawing/2014/main" id="{C2E0BF63-53A1-C410-D9A0-C7EB0BA0E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" y="813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94586" name="Group 539">
            <a:extLst>
              <a:ext uri="{FF2B5EF4-FFF2-40B4-BE49-F238E27FC236}">
                <a16:creationId xmlns:a16="http://schemas.microsoft.com/office/drawing/2014/main" id="{1C760AE3-F2BC-D6B2-CC32-1CE44773100F}"/>
              </a:ext>
            </a:extLst>
          </p:cNvPr>
          <p:cNvGrpSpPr>
            <a:grpSpLocks/>
          </p:cNvGrpSpPr>
          <p:nvPr/>
        </p:nvGrpSpPr>
        <p:grpSpPr bwMode="auto">
          <a:xfrm>
            <a:off x="7544940" y="2021041"/>
            <a:ext cx="635000" cy="2563813"/>
            <a:chOff x="3656" y="672"/>
            <a:chExt cx="400" cy="1615"/>
          </a:xfrm>
        </p:grpSpPr>
        <p:sp>
          <p:nvSpPr>
            <p:cNvPr id="94587" name="Text Box 540">
              <a:extLst>
                <a:ext uri="{FF2B5EF4-FFF2-40B4-BE49-F238E27FC236}">
                  <a16:creationId xmlns:a16="http://schemas.microsoft.com/office/drawing/2014/main" id="{FCDE4C12-EFC5-85D5-4AFA-B40584058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" y="898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4588" name="Rectangle 541">
              <a:extLst>
                <a:ext uri="{FF2B5EF4-FFF2-40B4-BE49-F238E27FC236}">
                  <a16:creationId xmlns:a16="http://schemas.microsoft.com/office/drawing/2014/main" id="{59737806-BA54-E658-59EC-D35481069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719"/>
              <a:ext cx="4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3(4 )</a:t>
              </a:r>
              <a:endParaRPr lang="en-US" altLang="zh-CN" sz="20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89" name="Rectangle 542">
              <a:extLst>
                <a:ext uri="{FF2B5EF4-FFF2-40B4-BE49-F238E27FC236}">
                  <a16:creationId xmlns:a16="http://schemas.microsoft.com/office/drawing/2014/main" id="{AC24451A-C53D-2427-ABA9-749B87E4F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095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3</a:t>
              </a:r>
              <a:endParaRPr lang="en-US" altLang="zh-CN" sz="2000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90" name="Rectangle 543">
              <a:extLst>
                <a:ext uri="{FF2B5EF4-FFF2-40B4-BE49-F238E27FC236}">
                  <a16:creationId xmlns:a16="http://schemas.microsoft.com/office/drawing/2014/main" id="{61EF6D0A-8B66-C722-86CF-6B0E01423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1726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zh-CN" sz="2000" b="1" i="0">
                  <a:solidFill>
                    <a:srgbClr val="000000"/>
                  </a:solidFill>
                  <a:latin typeface="宋体" charset="-122"/>
                </a:rPr>
                <a:t>4</a:t>
              </a:r>
              <a:endParaRPr lang="en-US" altLang="zh-CN" b="1" i="0">
                <a:solidFill>
                  <a:srgbClr val="FF3300"/>
                </a:solidFill>
                <a:latin typeface="Times New Roman" charset="0"/>
              </a:endParaRPr>
            </a:p>
          </p:txBody>
        </p:sp>
        <p:sp>
          <p:nvSpPr>
            <p:cNvPr id="94591" name="Line 544">
              <a:extLst>
                <a:ext uri="{FF2B5EF4-FFF2-40B4-BE49-F238E27FC236}">
                  <a16:creationId xmlns:a16="http://schemas.microsoft.com/office/drawing/2014/main" id="{D7B04B68-DA21-7073-50ED-86BFDFE6D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968"/>
              <a:ext cx="0" cy="11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Text Box 545">
              <a:extLst>
                <a:ext uri="{FF2B5EF4-FFF2-40B4-BE49-F238E27FC236}">
                  <a16:creationId xmlns:a16="http://schemas.microsoft.com/office/drawing/2014/main" id="{67DC3030-4881-3FC8-9074-E404E73BC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" y="1819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65" name="Text Box 546">
              <a:extLst>
                <a:ext uri="{FF2B5EF4-FFF2-40B4-BE49-F238E27FC236}">
                  <a16:creationId xmlns:a16="http://schemas.microsoft.com/office/drawing/2014/main" id="{ED776B24-71A8-8D1E-ED7A-1BDB80B8C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" y="1992"/>
              <a:ext cx="1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800" b="1" i="0">
                  <a:solidFill>
                    <a:schemeClr val="tx2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66" name="Text Box 547">
              <a:extLst>
                <a:ext uri="{FF2B5EF4-FFF2-40B4-BE49-F238E27FC236}">
                  <a16:creationId xmlns:a16="http://schemas.microsoft.com/office/drawing/2014/main" id="{2AB90FD1-7D99-8232-8D2E-78EADEEBD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7" y="672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 dirty="0">
                  <a:latin typeface="Times New Roman" charset="0"/>
                </a:rPr>
                <a:t>′</a:t>
              </a:r>
            </a:p>
          </p:txBody>
        </p:sp>
        <p:sp>
          <p:nvSpPr>
            <p:cNvPr id="67" name="Text Box 548">
              <a:extLst>
                <a:ext uri="{FF2B5EF4-FFF2-40B4-BE49-F238E27FC236}">
                  <a16:creationId xmlns:a16="http://schemas.microsoft.com/office/drawing/2014/main" id="{1D4F6C82-9622-95F8-C792-637623CF3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3" y="674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2000" b="1" i="0">
                  <a:latin typeface="Times New Roman" charset="0"/>
                </a:rPr>
                <a:t>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25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9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9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33" grpId="0" autoUpdateAnimBg="0"/>
      <p:bldP spid="94534" grpId="0" autoUpdateAnimBg="0"/>
      <p:bldP spid="94535" grpId="0" animBg="1"/>
      <p:bldP spid="94544" grpId="0" animBg="1" autoUpdateAnimBg="0"/>
      <p:bldP spid="94545" grpId="0" autoUpdateAnimBg="0"/>
      <p:bldP spid="9454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4052888" y="2931597"/>
            <a:ext cx="2503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b="1">
                <a:latin typeface="Times New Roman" charset="0"/>
              </a:rPr>
              <a:t>′</a:t>
            </a:r>
          </a:p>
        </p:txBody>
      </p:sp>
      <p:sp>
        <p:nvSpPr>
          <p:cNvPr id="92163" name="Line 3"/>
          <p:cNvSpPr>
            <a:spLocks noChangeShapeType="1"/>
          </p:cNvSpPr>
          <p:nvPr/>
        </p:nvSpPr>
        <p:spPr bwMode="auto">
          <a:xfrm>
            <a:off x="2724150" y="3790950"/>
            <a:ext cx="4076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164" name="Line 4"/>
          <p:cNvSpPr>
            <a:spLocks noChangeShapeType="1"/>
          </p:cNvSpPr>
          <p:nvPr/>
        </p:nvSpPr>
        <p:spPr bwMode="auto">
          <a:xfrm>
            <a:off x="3962400" y="1428750"/>
            <a:ext cx="0" cy="16383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3962400" y="3067050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166" name="Line 6"/>
          <p:cNvSpPr>
            <a:spLocks noChangeShapeType="1"/>
          </p:cNvSpPr>
          <p:nvPr/>
        </p:nvSpPr>
        <p:spPr bwMode="auto">
          <a:xfrm>
            <a:off x="3962400" y="4210050"/>
            <a:ext cx="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167" name="Line 7"/>
          <p:cNvSpPr>
            <a:spLocks noChangeShapeType="1"/>
          </p:cNvSpPr>
          <p:nvPr/>
        </p:nvSpPr>
        <p:spPr bwMode="auto">
          <a:xfrm flipV="1">
            <a:off x="3276600" y="1790700"/>
            <a:ext cx="1390650" cy="9715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3276600" y="4210051"/>
            <a:ext cx="1390650" cy="8032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 flipV="1">
            <a:off x="3276600" y="2762250"/>
            <a:ext cx="0" cy="144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 flipV="1">
            <a:off x="4667250" y="1790701"/>
            <a:ext cx="0" cy="3222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805625" y="495628"/>
            <a:ext cx="59618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4.5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判断直线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CD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的相对位置。</a:t>
            </a:r>
          </a:p>
        </p:txBody>
      </p:sp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3921125" y="1148834"/>
            <a:ext cx="282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c</a:t>
            </a:r>
            <a:endParaRPr lang="en-US" altLang="zh-CN" b="1">
              <a:latin typeface="Times New Roman" charset="0"/>
            </a:endParaRPr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4052888" y="1148834"/>
            <a:ext cx="2503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b="1">
                <a:latin typeface="Times New Roman" charset="0"/>
              </a:rPr>
              <a:t>′</a:t>
            </a:r>
          </a:p>
        </p:txBody>
      </p:sp>
      <p:grpSp>
        <p:nvGrpSpPr>
          <p:cNvPr id="92174" name="Group 14"/>
          <p:cNvGrpSpPr>
            <a:grpSpLocks/>
          </p:cNvGrpSpPr>
          <p:nvPr/>
        </p:nvGrpSpPr>
        <p:grpSpPr bwMode="auto">
          <a:xfrm>
            <a:off x="2822159" y="2622554"/>
            <a:ext cx="346075" cy="369888"/>
            <a:chOff x="756" y="1652"/>
            <a:chExt cx="218" cy="233"/>
          </a:xfrm>
        </p:grpSpPr>
        <p:sp>
          <p:nvSpPr>
            <p:cNvPr id="92175" name="Text Box 15"/>
            <p:cNvSpPr txBox="1">
              <a:spLocks noChangeArrowheads="1"/>
            </p:cNvSpPr>
            <p:nvPr/>
          </p:nvSpPr>
          <p:spPr bwMode="auto">
            <a:xfrm>
              <a:off x="816" y="1652"/>
              <a:ext cx="1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 i="1">
                  <a:latin typeface="Times New Roman" charset="0"/>
                </a:rPr>
                <a:t>′</a:t>
              </a:r>
            </a:p>
          </p:txBody>
        </p:sp>
        <p:sp>
          <p:nvSpPr>
            <p:cNvPr id="92176" name="Text Box 16"/>
            <p:cNvSpPr txBox="1">
              <a:spLocks noChangeArrowheads="1"/>
            </p:cNvSpPr>
            <p:nvPr/>
          </p:nvSpPr>
          <p:spPr bwMode="auto">
            <a:xfrm>
              <a:off x="756" y="1652"/>
              <a:ext cx="19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 dirty="0"/>
                <a:t>a</a:t>
              </a:r>
              <a:endParaRPr lang="en-US" altLang="zh-CN" b="1" i="1" dirty="0">
                <a:latin typeface="Times New Roman" charset="0"/>
              </a:endParaRPr>
            </a:p>
          </p:txBody>
        </p:sp>
      </p:grpSp>
      <p:grpSp>
        <p:nvGrpSpPr>
          <p:cNvPr id="92177" name="Group 17"/>
          <p:cNvGrpSpPr>
            <a:grpSpLocks/>
          </p:cNvGrpSpPr>
          <p:nvPr/>
        </p:nvGrpSpPr>
        <p:grpSpPr bwMode="auto">
          <a:xfrm>
            <a:off x="4633912" y="1492252"/>
            <a:ext cx="344487" cy="407988"/>
            <a:chOff x="1947" y="964"/>
            <a:chExt cx="217" cy="257"/>
          </a:xfrm>
        </p:grpSpPr>
        <p:sp>
          <p:nvSpPr>
            <p:cNvPr id="92178" name="Text Box 18"/>
            <p:cNvSpPr txBox="1">
              <a:spLocks noChangeArrowheads="1"/>
            </p:cNvSpPr>
            <p:nvPr/>
          </p:nvSpPr>
          <p:spPr bwMode="auto">
            <a:xfrm>
              <a:off x="2006" y="964"/>
              <a:ext cx="15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b="1">
                  <a:latin typeface="Times New Roman" charset="0"/>
                </a:rPr>
                <a:t>′</a:t>
              </a:r>
            </a:p>
          </p:txBody>
        </p:sp>
        <p:sp>
          <p:nvSpPr>
            <p:cNvPr id="92179" name="Text Box 19"/>
            <p:cNvSpPr txBox="1">
              <a:spLocks noChangeArrowheads="1"/>
            </p:cNvSpPr>
            <p:nvPr/>
          </p:nvSpPr>
          <p:spPr bwMode="auto">
            <a:xfrm>
              <a:off x="1947" y="988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</p:grpSp>
      <p:sp>
        <p:nvSpPr>
          <p:cNvPr id="92180" name="Text Box 20"/>
          <p:cNvSpPr txBox="1">
            <a:spLocks noChangeArrowheads="1"/>
          </p:cNvSpPr>
          <p:nvPr/>
        </p:nvSpPr>
        <p:spPr bwMode="auto">
          <a:xfrm>
            <a:off x="3908425" y="2931597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d</a:t>
            </a:r>
            <a:endParaRPr lang="en-US" altLang="zh-CN" b="1">
              <a:latin typeface="Times New Roman" charset="0"/>
            </a:endParaRPr>
          </a:p>
        </p:txBody>
      </p:sp>
      <p:sp>
        <p:nvSpPr>
          <p:cNvPr id="92181" name="Text Box 21"/>
          <p:cNvSpPr txBox="1">
            <a:spLocks noChangeArrowheads="1"/>
          </p:cNvSpPr>
          <p:nvPr/>
        </p:nvSpPr>
        <p:spPr bwMode="auto">
          <a:xfrm>
            <a:off x="2945983" y="4025384"/>
            <a:ext cx="3032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i="1"/>
              <a:t>a</a:t>
            </a:r>
            <a:endParaRPr lang="en-US" altLang="zh-CN" sz="2800" b="1" i="1">
              <a:latin typeface="Times New Roman" charset="0"/>
            </a:endParaRPr>
          </a:p>
        </p:txBody>
      </p:sp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4635500" y="4866759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b</a:t>
            </a:r>
            <a:endParaRPr lang="en-US" altLang="zh-CN" sz="2800" b="1">
              <a:latin typeface="Times New Roman" charset="0"/>
            </a:endParaRPr>
          </a:p>
        </p:txBody>
      </p:sp>
      <p:sp>
        <p:nvSpPr>
          <p:cNvPr id="92183" name="Text Box 23"/>
          <p:cNvSpPr txBox="1">
            <a:spLocks noChangeArrowheads="1"/>
          </p:cNvSpPr>
          <p:nvPr/>
        </p:nvSpPr>
        <p:spPr bwMode="auto">
          <a:xfrm>
            <a:off x="3921125" y="5301734"/>
            <a:ext cx="2824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c</a:t>
            </a:r>
            <a:endParaRPr lang="en-US" altLang="zh-CN" sz="2800" b="1">
              <a:latin typeface="Times New Roman" charset="0"/>
            </a:endParaRPr>
          </a:p>
        </p:txBody>
      </p:sp>
      <p:sp>
        <p:nvSpPr>
          <p:cNvPr id="92184" name="Text Box 24"/>
          <p:cNvSpPr txBox="1">
            <a:spLocks noChangeArrowheads="1"/>
          </p:cNvSpPr>
          <p:nvPr/>
        </p:nvSpPr>
        <p:spPr bwMode="auto">
          <a:xfrm>
            <a:off x="3956050" y="3977759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/>
              <a:t>d</a:t>
            </a:r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7593014" y="923459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latin typeface="Times New Roman" charset="0"/>
              </a:rPr>
              <a:t>相交吗？</a:t>
            </a:r>
          </a:p>
        </p:txBody>
      </p:sp>
      <p:sp>
        <p:nvSpPr>
          <p:cNvPr id="92186" name="Text Box 26"/>
          <p:cNvSpPr txBox="1">
            <a:spLocks noChangeArrowheads="1"/>
          </p:cNvSpPr>
          <p:nvPr/>
        </p:nvSpPr>
        <p:spPr bwMode="auto">
          <a:xfrm>
            <a:off x="7578726" y="1520359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Times New Roman" charset="0"/>
              </a:rPr>
              <a:t>不相交！</a:t>
            </a:r>
          </a:p>
        </p:txBody>
      </p:sp>
      <p:sp>
        <p:nvSpPr>
          <p:cNvPr id="92187" name="Text Box 27"/>
          <p:cNvSpPr txBox="1">
            <a:spLocks noChangeArrowheads="1"/>
          </p:cNvSpPr>
          <p:nvPr/>
        </p:nvSpPr>
        <p:spPr bwMode="auto">
          <a:xfrm>
            <a:off x="7585076" y="2131546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latin typeface="Times New Roman" charset="0"/>
              </a:rPr>
              <a:t>为什么？</a:t>
            </a:r>
          </a:p>
        </p:txBody>
      </p:sp>
      <p:sp>
        <p:nvSpPr>
          <p:cNvPr id="92188" name="Text Box 28"/>
          <p:cNvSpPr txBox="1">
            <a:spLocks noChangeArrowheads="1"/>
          </p:cNvSpPr>
          <p:nvPr/>
        </p:nvSpPr>
        <p:spPr bwMode="auto">
          <a:xfrm>
            <a:off x="6767513" y="3052754"/>
            <a:ext cx="347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800" b="1" dirty="0">
                <a:solidFill>
                  <a:srgbClr val="FF3300"/>
                </a:solidFill>
                <a:latin typeface="宋体" charset="-122"/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latin typeface="宋体" charset="-122"/>
              </a:rPr>
              <a:t>交点不符合空间一个点的投影特性。</a:t>
            </a:r>
          </a:p>
        </p:txBody>
      </p:sp>
      <p:sp>
        <p:nvSpPr>
          <p:cNvPr id="92189" name="Text Box 29"/>
          <p:cNvSpPr txBox="1">
            <a:spLocks noChangeArrowheads="1"/>
          </p:cNvSpPr>
          <p:nvPr/>
        </p:nvSpPr>
        <p:spPr bwMode="auto">
          <a:xfrm>
            <a:off x="7265989" y="4365159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latin typeface="Times New Roman" charset="0"/>
              </a:rPr>
              <a:t>判断方法？</a:t>
            </a:r>
          </a:p>
        </p:txBody>
      </p:sp>
      <p:sp>
        <p:nvSpPr>
          <p:cNvPr id="92190" name="Text Box 30"/>
          <p:cNvSpPr txBox="1">
            <a:spLocks noChangeArrowheads="1"/>
          </p:cNvSpPr>
          <p:nvPr/>
        </p:nvSpPr>
        <p:spPr bwMode="auto">
          <a:xfrm>
            <a:off x="6726239" y="4911259"/>
            <a:ext cx="27879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800" b="1" dirty="0">
                <a:solidFill>
                  <a:srgbClr val="FF3300"/>
                </a:solidFill>
                <a:latin typeface="Times New Roman" charset="0"/>
              </a:rPr>
              <a:t>⒈ </a:t>
            </a:r>
            <a:r>
              <a:rPr lang="zh-CN" altLang="en-US" sz="2800" b="1" dirty="0">
                <a:solidFill>
                  <a:srgbClr val="FF3300"/>
                </a:solidFill>
                <a:latin typeface="Times New Roman" charset="0"/>
              </a:rPr>
              <a:t>应用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charset="0"/>
              </a:rPr>
              <a:t>定比定理</a:t>
            </a:r>
          </a:p>
        </p:txBody>
      </p:sp>
      <p:sp>
        <p:nvSpPr>
          <p:cNvPr id="92191" name="Text Box 31"/>
          <p:cNvSpPr txBox="1">
            <a:spLocks noChangeArrowheads="1"/>
          </p:cNvSpPr>
          <p:nvPr/>
        </p:nvSpPr>
        <p:spPr bwMode="auto">
          <a:xfrm>
            <a:off x="6724651" y="5524034"/>
            <a:ext cx="27879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FF3300"/>
                </a:solidFill>
                <a:latin typeface="Times New Roman" charset="0"/>
              </a:rPr>
              <a:t>⒉ </a:t>
            </a:r>
            <a:r>
              <a:rPr lang="zh-CN" altLang="en-US" sz="2800" b="1" dirty="0">
                <a:solidFill>
                  <a:srgbClr val="FF3300"/>
                </a:solidFill>
                <a:latin typeface="Times New Roman" charset="0"/>
              </a:rPr>
              <a:t>利用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charset="0"/>
              </a:rPr>
              <a:t>侧面投影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B1CC15-6622-44B2-99D5-759F964D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05D4E-B56D-4A18-BC8A-820343BE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36DB-0F8A-4C4E-A3F6-6EF63495351B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03EF7-2C5F-4E63-BE56-EF55E60F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2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92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92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5" grpId="0" autoUpdateAnimBg="0"/>
      <p:bldP spid="92186" grpId="0" autoUpdateAnimBg="0"/>
      <p:bldP spid="92187" grpId="0" autoUpdateAnimBg="0"/>
      <p:bldP spid="92188" grpId="0" autoUpdateAnimBg="0"/>
      <p:bldP spid="92189" grpId="0" autoUpdateAnimBg="0"/>
      <p:bldP spid="92190" grpId="0" autoUpdateAnimBg="0"/>
      <p:bldP spid="9219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838200" y="1392349"/>
            <a:ext cx="10716176" cy="83099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定理：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若一角的投影为直角，而且空间被投影的角至少有一边平行于该投影面，则空间角必为直角。</a:t>
            </a: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 rot="2586274">
            <a:off x="7239000" y="4625027"/>
            <a:ext cx="381000" cy="304800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838200" y="3888162"/>
            <a:ext cx="4724400" cy="1524000"/>
            <a:chOff x="0" y="2208"/>
            <a:chExt cx="2976" cy="960"/>
          </a:xfrm>
        </p:grpSpPr>
        <p:sp>
          <p:nvSpPr>
            <p:cNvPr id="20484" name="Freeform 4"/>
            <p:cNvSpPr>
              <a:spLocks/>
            </p:cNvSpPr>
            <p:nvPr/>
          </p:nvSpPr>
          <p:spPr bwMode="auto">
            <a:xfrm>
              <a:off x="0" y="2208"/>
              <a:ext cx="2976" cy="960"/>
            </a:xfrm>
            <a:custGeom>
              <a:avLst/>
              <a:gdLst>
                <a:gd name="T0" fmla="*/ 0 w 2976"/>
                <a:gd name="T1" fmla="*/ 0 h 960"/>
                <a:gd name="T2" fmla="*/ 960 w 2976"/>
                <a:gd name="T3" fmla="*/ 960 h 960"/>
                <a:gd name="T4" fmla="*/ 2976 w 2976"/>
                <a:gd name="T5" fmla="*/ 960 h 960"/>
                <a:gd name="T6" fmla="*/ 2016 w 2976"/>
                <a:gd name="T7" fmla="*/ 0 h 960"/>
                <a:gd name="T8" fmla="*/ 0 w 2976"/>
                <a:gd name="T9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76" h="960">
                  <a:moveTo>
                    <a:pt x="0" y="0"/>
                  </a:moveTo>
                  <a:lnTo>
                    <a:pt x="960" y="960"/>
                  </a:lnTo>
                  <a:lnTo>
                    <a:pt x="2976" y="960"/>
                  </a:lnTo>
                  <a:lnTo>
                    <a:pt x="20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5" name="Text Box 5"/>
            <p:cNvSpPr txBox="1">
              <a:spLocks noChangeArrowheads="1"/>
            </p:cNvSpPr>
            <p:nvPr/>
          </p:nvSpPr>
          <p:spPr bwMode="auto">
            <a:xfrm rot="-2765853">
              <a:off x="807" y="2793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H</a:t>
              </a:r>
            </a:p>
          </p:txBody>
        </p:sp>
      </p:grp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1525023" y="5851457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</a:t>
            </a:r>
            <a:r>
              <a:rPr lang="zh-CN" altLang="en-US" sz="2800" dirty="0">
                <a:solidFill>
                  <a:srgbClr val="C00000"/>
                </a:solidFill>
              </a:rPr>
              <a:t>特性</a:t>
            </a:r>
            <a:r>
              <a:rPr lang="en-US" altLang="zh-CN" sz="2800" dirty="0">
                <a:solidFill>
                  <a:srgbClr val="C00000"/>
                </a:solidFill>
              </a:rPr>
              <a:t>:  </a:t>
            </a:r>
            <a:r>
              <a:rPr lang="en-US" altLang="zh-CN" sz="2800" i="1" dirty="0" err="1">
                <a:solidFill>
                  <a:srgbClr val="C00000"/>
                </a:solidFill>
              </a:rPr>
              <a:t>a</a:t>
            </a:r>
            <a:r>
              <a:rPr lang="en-US" altLang="zh-CN" sz="2800" dirty="0" err="1">
                <a:solidFill>
                  <a:srgbClr val="C00000"/>
                </a:solidFill>
              </a:rPr>
              <a:t>‘</a:t>
            </a:r>
            <a:r>
              <a:rPr lang="en-US" altLang="zh-CN" sz="2800" i="1" dirty="0" err="1">
                <a:solidFill>
                  <a:srgbClr val="C00000"/>
                </a:solidFill>
              </a:rPr>
              <a:t>b</a:t>
            </a:r>
            <a:r>
              <a:rPr lang="en-US" altLang="zh-CN" sz="2800" dirty="0" err="1">
                <a:solidFill>
                  <a:srgbClr val="C00000"/>
                </a:solidFill>
              </a:rPr>
              <a:t>’∥</a:t>
            </a:r>
            <a:r>
              <a:rPr lang="en-US" altLang="zh-CN" sz="2800" i="1" dirty="0" err="1">
                <a:solidFill>
                  <a:srgbClr val="C00000"/>
                </a:solidFill>
              </a:rPr>
              <a:t>H</a:t>
            </a:r>
            <a:r>
              <a:rPr lang="zh-CN" altLang="en-US" sz="2800" i="1" dirty="0">
                <a:solidFill>
                  <a:srgbClr val="C00000"/>
                </a:solidFill>
              </a:rPr>
              <a:t>面</a:t>
            </a:r>
            <a:r>
              <a:rPr lang="en-US" altLang="zh-CN" sz="2800" dirty="0">
                <a:solidFill>
                  <a:srgbClr val="C00000"/>
                </a:solidFill>
              </a:rPr>
              <a:t>,  ∠</a:t>
            </a:r>
            <a:r>
              <a:rPr lang="en-US" altLang="zh-CN" sz="2800" i="1" dirty="0">
                <a:solidFill>
                  <a:srgbClr val="C00000"/>
                </a:solidFill>
              </a:rPr>
              <a:t>BAC</a:t>
            </a:r>
            <a:r>
              <a:rPr lang="zh-CN" altLang="en-US" sz="2800" dirty="0">
                <a:solidFill>
                  <a:srgbClr val="C00000"/>
                </a:solidFill>
              </a:rPr>
              <a:t>＝</a:t>
            </a:r>
            <a:r>
              <a:rPr lang="en-US" altLang="zh-CN" sz="2800" dirty="0">
                <a:solidFill>
                  <a:srgbClr val="C00000"/>
                </a:solidFill>
              </a:rPr>
              <a:t>90°</a:t>
            </a:r>
          </a:p>
        </p:txBody>
      </p:sp>
      <p:grpSp>
        <p:nvGrpSpPr>
          <p:cNvPr id="20491" name="Group 11"/>
          <p:cNvGrpSpPr>
            <a:grpSpLocks/>
          </p:cNvGrpSpPr>
          <p:nvPr/>
        </p:nvGrpSpPr>
        <p:grpSpPr bwMode="auto">
          <a:xfrm>
            <a:off x="2286000" y="2287962"/>
            <a:ext cx="2895600" cy="1722438"/>
            <a:chOff x="912" y="1200"/>
            <a:chExt cx="1824" cy="1085"/>
          </a:xfrm>
        </p:grpSpPr>
        <p:sp>
          <p:nvSpPr>
            <p:cNvPr id="20492" name="Text Box 12"/>
            <p:cNvSpPr txBox="1">
              <a:spLocks noChangeArrowheads="1"/>
            </p:cNvSpPr>
            <p:nvPr/>
          </p:nvSpPr>
          <p:spPr bwMode="auto">
            <a:xfrm>
              <a:off x="1632" y="1200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A</a:t>
              </a:r>
            </a:p>
          </p:txBody>
        </p:sp>
        <p:sp>
          <p:nvSpPr>
            <p:cNvPr id="20493" name="Text Box 13"/>
            <p:cNvSpPr txBox="1">
              <a:spLocks noChangeArrowheads="1"/>
            </p:cNvSpPr>
            <p:nvPr/>
          </p:nvSpPr>
          <p:spPr bwMode="auto">
            <a:xfrm>
              <a:off x="2352" y="1440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B</a:t>
              </a:r>
            </a:p>
          </p:txBody>
        </p:sp>
        <p:sp>
          <p:nvSpPr>
            <p:cNvPr id="20494" name="Text Box 14"/>
            <p:cNvSpPr txBox="1">
              <a:spLocks noChangeArrowheads="1"/>
            </p:cNvSpPr>
            <p:nvPr/>
          </p:nvSpPr>
          <p:spPr bwMode="auto">
            <a:xfrm>
              <a:off x="912" y="1920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C</a:t>
              </a:r>
            </a:p>
          </p:txBody>
        </p:sp>
      </p:grpSp>
      <p:grpSp>
        <p:nvGrpSpPr>
          <p:cNvPr id="20495" name="Group 15"/>
          <p:cNvGrpSpPr>
            <a:grpSpLocks/>
          </p:cNvGrpSpPr>
          <p:nvPr/>
        </p:nvGrpSpPr>
        <p:grpSpPr bwMode="auto">
          <a:xfrm>
            <a:off x="5410200" y="2720027"/>
            <a:ext cx="4495800" cy="2819400"/>
            <a:chOff x="2784" y="1248"/>
            <a:chExt cx="2832" cy="1776"/>
          </a:xfrm>
        </p:grpSpPr>
        <p:sp>
          <p:nvSpPr>
            <p:cNvPr id="20496" name="Text Box 16"/>
            <p:cNvSpPr txBox="1">
              <a:spLocks noChangeArrowheads="1"/>
            </p:cNvSpPr>
            <p:nvPr/>
          </p:nvSpPr>
          <p:spPr bwMode="auto">
            <a:xfrm>
              <a:off x="2784" y="187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x</a:t>
              </a:r>
            </a:p>
          </p:txBody>
        </p:sp>
        <p:sp>
          <p:nvSpPr>
            <p:cNvPr id="20497" name="Text Box 17"/>
            <p:cNvSpPr txBox="1">
              <a:spLocks noChangeArrowheads="1"/>
            </p:cNvSpPr>
            <p:nvPr/>
          </p:nvSpPr>
          <p:spPr bwMode="auto">
            <a:xfrm>
              <a:off x="5232" y="187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o</a:t>
              </a:r>
            </a:p>
          </p:txBody>
        </p:sp>
        <p:grpSp>
          <p:nvGrpSpPr>
            <p:cNvPr id="20498" name="Group 18"/>
            <p:cNvGrpSpPr>
              <a:grpSpLocks/>
            </p:cNvGrpSpPr>
            <p:nvPr/>
          </p:nvGrpSpPr>
          <p:grpSpPr bwMode="auto">
            <a:xfrm>
              <a:off x="2928" y="1248"/>
              <a:ext cx="2448" cy="1776"/>
              <a:chOff x="2928" y="1248"/>
              <a:chExt cx="2448" cy="1776"/>
            </a:xfrm>
          </p:grpSpPr>
          <p:sp>
            <p:nvSpPr>
              <p:cNvPr id="20499" name="Line 19"/>
              <p:cNvSpPr>
                <a:spLocks noChangeShapeType="1"/>
              </p:cNvSpPr>
              <p:nvPr/>
            </p:nvSpPr>
            <p:spPr bwMode="auto">
              <a:xfrm>
                <a:off x="4032" y="1248"/>
                <a:ext cx="720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0" name="Line 20"/>
              <p:cNvSpPr>
                <a:spLocks noChangeShapeType="1"/>
              </p:cNvSpPr>
              <p:nvPr/>
            </p:nvSpPr>
            <p:spPr bwMode="auto">
              <a:xfrm flipH="1" flipV="1">
                <a:off x="4032" y="2400"/>
                <a:ext cx="720" cy="62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1" name="Line 21"/>
              <p:cNvSpPr>
                <a:spLocks noChangeShapeType="1"/>
              </p:cNvSpPr>
              <p:nvPr/>
            </p:nvSpPr>
            <p:spPr bwMode="auto">
              <a:xfrm flipH="1">
                <a:off x="3408" y="1248"/>
                <a:ext cx="624" cy="52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2" name="Line 22"/>
              <p:cNvSpPr>
                <a:spLocks noChangeShapeType="1"/>
              </p:cNvSpPr>
              <p:nvPr/>
            </p:nvSpPr>
            <p:spPr bwMode="auto">
              <a:xfrm flipH="1">
                <a:off x="3408" y="2400"/>
                <a:ext cx="624" cy="62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3" name="Line 23"/>
              <p:cNvSpPr>
                <a:spLocks noChangeShapeType="1"/>
              </p:cNvSpPr>
              <p:nvPr/>
            </p:nvSpPr>
            <p:spPr bwMode="auto">
              <a:xfrm>
                <a:off x="2928" y="2208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4" name="Line 24"/>
              <p:cNvSpPr>
                <a:spLocks noChangeShapeType="1"/>
              </p:cNvSpPr>
              <p:nvPr/>
            </p:nvSpPr>
            <p:spPr bwMode="auto">
              <a:xfrm>
                <a:off x="3408" y="1776"/>
                <a:ext cx="0" cy="12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5" name="Line 25"/>
              <p:cNvSpPr>
                <a:spLocks noChangeShapeType="1"/>
              </p:cNvSpPr>
              <p:nvPr/>
            </p:nvSpPr>
            <p:spPr bwMode="auto">
              <a:xfrm>
                <a:off x="4032" y="1248"/>
                <a:ext cx="0" cy="11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6" name="Line 26"/>
              <p:cNvSpPr>
                <a:spLocks noChangeShapeType="1"/>
              </p:cNvSpPr>
              <p:nvPr/>
            </p:nvSpPr>
            <p:spPr bwMode="auto">
              <a:xfrm>
                <a:off x="4752" y="1248"/>
                <a:ext cx="0" cy="17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0507" name="Group 27"/>
          <p:cNvGrpSpPr>
            <a:grpSpLocks/>
          </p:cNvGrpSpPr>
          <p:nvPr/>
        </p:nvGrpSpPr>
        <p:grpSpPr bwMode="auto">
          <a:xfrm>
            <a:off x="5943600" y="2262827"/>
            <a:ext cx="3352800" cy="3551238"/>
            <a:chOff x="3120" y="960"/>
            <a:chExt cx="2112" cy="2237"/>
          </a:xfrm>
        </p:grpSpPr>
        <p:sp>
          <p:nvSpPr>
            <p:cNvPr id="20508" name="Text Box 28"/>
            <p:cNvSpPr txBox="1">
              <a:spLocks noChangeArrowheads="1"/>
            </p:cNvSpPr>
            <p:nvPr/>
          </p:nvSpPr>
          <p:spPr bwMode="auto">
            <a:xfrm>
              <a:off x="4848" y="2784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b</a:t>
              </a:r>
            </a:p>
          </p:txBody>
        </p:sp>
        <p:sp>
          <p:nvSpPr>
            <p:cNvPr id="20509" name="Text Box 29"/>
            <p:cNvSpPr txBox="1">
              <a:spLocks noChangeArrowheads="1"/>
            </p:cNvSpPr>
            <p:nvPr/>
          </p:nvSpPr>
          <p:spPr bwMode="auto">
            <a:xfrm>
              <a:off x="3168" y="283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c</a:t>
              </a:r>
            </a:p>
          </p:txBody>
        </p:sp>
        <p:sp>
          <p:nvSpPr>
            <p:cNvPr id="20510" name="Text Box 30"/>
            <p:cNvSpPr txBox="1">
              <a:spLocks noChangeArrowheads="1"/>
            </p:cNvSpPr>
            <p:nvPr/>
          </p:nvSpPr>
          <p:spPr bwMode="auto">
            <a:xfrm>
              <a:off x="3744" y="211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a</a:t>
              </a:r>
            </a:p>
          </p:txBody>
        </p:sp>
        <p:grpSp>
          <p:nvGrpSpPr>
            <p:cNvPr id="20511" name="Group 31"/>
            <p:cNvGrpSpPr>
              <a:grpSpLocks/>
            </p:cNvGrpSpPr>
            <p:nvPr/>
          </p:nvGrpSpPr>
          <p:grpSpPr bwMode="auto">
            <a:xfrm>
              <a:off x="3120" y="1584"/>
              <a:ext cx="384" cy="365"/>
              <a:chOff x="2976" y="1440"/>
              <a:chExt cx="384" cy="365"/>
            </a:xfrm>
          </p:grpSpPr>
          <p:sp>
            <p:nvSpPr>
              <p:cNvPr id="20512" name="Text Box 32"/>
              <p:cNvSpPr txBox="1">
                <a:spLocks noChangeArrowheads="1"/>
              </p:cNvSpPr>
              <p:nvPr/>
            </p:nvSpPr>
            <p:spPr bwMode="auto">
              <a:xfrm>
                <a:off x="2976" y="1440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/>
                  <a:t>c</a:t>
                </a:r>
              </a:p>
            </p:txBody>
          </p:sp>
          <p:sp>
            <p:nvSpPr>
              <p:cNvPr id="20513" name="Line 33"/>
              <p:cNvSpPr>
                <a:spLocks noChangeShapeType="1"/>
              </p:cNvSpPr>
              <p:nvPr/>
            </p:nvSpPr>
            <p:spPr bwMode="auto">
              <a:xfrm flipH="1">
                <a:off x="3168" y="153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14" name="Group 34"/>
            <p:cNvGrpSpPr>
              <a:grpSpLocks/>
            </p:cNvGrpSpPr>
            <p:nvPr/>
          </p:nvGrpSpPr>
          <p:grpSpPr bwMode="auto">
            <a:xfrm>
              <a:off x="3696" y="960"/>
              <a:ext cx="384" cy="365"/>
              <a:chOff x="3552" y="912"/>
              <a:chExt cx="384" cy="365"/>
            </a:xfrm>
          </p:grpSpPr>
          <p:sp>
            <p:nvSpPr>
              <p:cNvPr id="20515" name="Text Box 35"/>
              <p:cNvSpPr txBox="1">
                <a:spLocks noChangeArrowheads="1"/>
              </p:cNvSpPr>
              <p:nvPr/>
            </p:nvSpPr>
            <p:spPr bwMode="auto">
              <a:xfrm>
                <a:off x="3552" y="912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i="1"/>
                  <a:t>a</a:t>
                </a:r>
              </a:p>
            </p:txBody>
          </p:sp>
          <p:sp>
            <p:nvSpPr>
              <p:cNvPr id="20516" name="Line 36"/>
              <p:cNvSpPr>
                <a:spLocks noChangeShapeType="1"/>
              </p:cNvSpPr>
              <p:nvPr/>
            </p:nvSpPr>
            <p:spPr bwMode="auto">
              <a:xfrm flipH="1">
                <a:off x="3744" y="1008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17" name="Group 37"/>
            <p:cNvGrpSpPr>
              <a:grpSpLocks/>
            </p:cNvGrpSpPr>
            <p:nvPr/>
          </p:nvGrpSpPr>
          <p:grpSpPr bwMode="auto">
            <a:xfrm>
              <a:off x="4848" y="960"/>
              <a:ext cx="384" cy="365"/>
              <a:chOff x="4992" y="1008"/>
              <a:chExt cx="384" cy="365"/>
            </a:xfrm>
          </p:grpSpPr>
          <p:sp>
            <p:nvSpPr>
              <p:cNvPr id="20518" name="Text Box 38"/>
              <p:cNvSpPr txBox="1">
                <a:spLocks noChangeArrowheads="1"/>
              </p:cNvSpPr>
              <p:nvPr/>
            </p:nvSpPr>
            <p:spPr bwMode="auto">
              <a:xfrm>
                <a:off x="4992" y="1008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/>
                  <a:t>b</a:t>
                </a:r>
              </a:p>
            </p:txBody>
          </p:sp>
          <p:sp>
            <p:nvSpPr>
              <p:cNvPr id="20519" name="Line 39"/>
              <p:cNvSpPr>
                <a:spLocks noChangeShapeType="1"/>
              </p:cNvSpPr>
              <p:nvPr/>
            </p:nvSpPr>
            <p:spPr bwMode="auto">
              <a:xfrm flipH="1">
                <a:off x="5184" y="1056"/>
                <a:ext cx="48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0520" name="AutoShape 40"/>
          <p:cNvSpPr>
            <a:spLocks noChangeArrowheads="1"/>
          </p:cNvSpPr>
          <p:nvPr/>
        </p:nvSpPr>
        <p:spPr bwMode="auto">
          <a:xfrm rot="1016654">
            <a:off x="3041650" y="4300912"/>
            <a:ext cx="990600" cy="381000"/>
          </a:xfrm>
          <a:prstGeom prst="parallelogram">
            <a:avLst>
              <a:gd name="adj" fmla="val 143602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521" name="Group 41"/>
          <p:cNvGrpSpPr>
            <a:grpSpLocks/>
          </p:cNvGrpSpPr>
          <p:nvPr/>
        </p:nvGrpSpPr>
        <p:grpSpPr bwMode="auto">
          <a:xfrm>
            <a:off x="1905000" y="2821362"/>
            <a:ext cx="2667000" cy="2057400"/>
            <a:chOff x="672" y="1536"/>
            <a:chExt cx="1680" cy="1296"/>
          </a:xfrm>
        </p:grpSpPr>
        <p:sp>
          <p:nvSpPr>
            <p:cNvPr id="20522" name="Freeform 42"/>
            <p:cNvSpPr>
              <a:spLocks/>
            </p:cNvSpPr>
            <p:nvPr/>
          </p:nvSpPr>
          <p:spPr bwMode="auto">
            <a:xfrm>
              <a:off x="1776" y="1536"/>
              <a:ext cx="576" cy="1152"/>
            </a:xfrm>
            <a:custGeom>
              <a:avLst/>
              <a:gdLst>
                <a:gd name="T0" fmla="*/ 576 w 576"/>
                <a:gd name="T1" fmla="*/ 192 h 1152"/>
                <a:gd name="T2" fmla="*/ 576 w 576"/>
                <a:gd name="T3" fmla="*/ 1152 h 1152"/>
                <a:gd name="T4" fmla="*/ 0 w 576"/>
                <a:gd name="T5" fmla="*/ 960 h 1152"/>
                <a:gd name="T6" fmla="*/ 0 w 576"/>
                <a:gd name="T7" fmla="*/ 0 h 1152"/>
                <a:gd name="T8" fmla="*/ 576 w 576"/>
                <a:gd name="T9" fmla="*/ 19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" h="1152">
                  <a:moveTo>
                    <a:pt x="576" y="192"/>
                  </a:moveTo>
                  <a:lnTo>
                    <a:pt x="576" y="1152"/>
                  </a:lnTo>
                  <a:lnTo>
                    <a:pt x="0" y="960"/>
                  </a:lnTo>
                  <a:lnTo>
                    <a:pt x="0" y="0"/>
                  </a:lnTo>
                  <a:lnTo>
                    <a:pt x="576" y="192"/>
                  </a:lnTo>
                  <a:close/>
                </a:path>
              </a:pathLst>
            </a:custGeom>
            <a:solidFill>
              <a:srgbClr val="FFCC00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Freeform 43"/>
            <p:cNvSpPr>
              <a:spLocks/>
            </p:cNvSpPr>
            <p:nvPr/>
          </p:nvSpPr>
          <p:spPr bwMode="auto">
            <a:xfrm>
              <a:off x="1152" y="1536"/>
              <a:ext cx="624" cy="1152"/>
            </a:xfrm>
            <a:custGeom>
              <a:avLst/>
              <a:gdLst>
                <a:gd name="T0" fmla="*/ 624 w 624"/>
                <a:gd name="T1" fmla="*/ 0 h 1152"/>
                <a:gd name="T2" fmla="*/ 624 w 624"/>
                <a:gd name="T3" fmla="*/ 960 h 1152"/>
                <a:gd name="T4" fmla="*/ 0 w 624"/>
                <a:gd name="T5" fmla="*/ 1152 h 1152"/>
                <a:gd name="T6" fmla="*/ 0 w 624"/>
                <a:gd name="T7" fmla="*/ 720 h 1152"/>
                <a:gd name="T8" fmla="*/ 624 w 624"/>
                <a:gd name="T9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1152">
                  <a:moveTo>
                    <a:pt x="624" y="0"/>
                  </a:moveTo>
                  <a:lnTo>
                    <a:pt x="624" y="960"/>
                  </a:lnTo>
                  <a:lnTo>
                    <a:pt x="0" y="1152"/>
                  </a:lnTo>
                  <a:lnTo>
                    <a:pt x="0" y="720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F99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Line 44"/>
            <p:cNvSpPr>
              <a:spLocks noChangeShapeType="1"/>
            </p:cNvSpPr>
            <p:nvPr/>
          </p:nvSpPr>
          <p:spPr bwMode="auto">
            <a:xfrm flipH="1">
              <a:off x="672" y="2256"/>
              <a:ext cx="48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Line 45"/>
            <p:cNvSpPr>
              <a:spLocks noChangeShapeType="1"/>
            </p:cNvSpPr>
            <p:nvPr/>
          </p:nvSpPr>
          <p:spPr bwMode="auto">
            <a:xfrm flipV="1">
              <a:off x="672" y="2688"/>
              <a:ext cx="48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526" name="Group 46"/>
          <p:cNvGrpSpPr>
            <a:grpSpLocks/>
          </p:cNvGrpSpPr>
          <p:nvPr/>
        </p:nvGrpSpPr>
        <p:grpSpPr bwMode="auto">
          <a:xfrm>
            <a:off x="2667000" y="2821362"/>
            <a:ext cx="1905000" cy="1143000"/>
            <a:chOff x="1152" y="1536"/>
            <a:chExt cx="1200" cy="720"/>
          </a:xfrm>
        </p:grpSpPr>
        <p:sp>
          <p:nvSpPr>
            <p:cNvPr id="20527" name="AutoShape 47"/>
            <p:cNvSpPr>
              <a:spLocks noChangeArrowheads="1"/>
            </p:cNvSpPr>
            <p:nvPr/>
          </p:nvSpPr>
          <p:spPr bwMode="auto">
            <a:xfrm rot="953427">
              <a:off x="1672" y="1542"/>
              <a:ext cx="247" cy="144"/>
            </a:xfrm>
            <a:prstGeom prst="parallelogram">
              <a:avLst>
                <a:gd name="adj" fmla="val 5486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8" name="Line 48"/>
            <p:cNvSpPr>
              <a:spLocks noChangeShapeType="1"/>
            </p:cNvSpPr>
            <p:nvPr/>
          </p:nvSpPr>
          <p:spPr bwMode="auto">
            <a:xfrm flipH="1">
              <a:off x="1152" y="1536"/>
              <a:ext cx="624" cy="720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9" name="Line 49"/>
            <p:cNvSpPr>
              <a:spLocks noChangeShapeType="1"/>
            </p:cNvSpPr>
            <p:nvPr/>
          </p:nvSpPr>
          <p:spPr bwMode="auto">
            <a:xfrm>
              <a:off x="1776" y="1536"/>
              <a:ext cx="576" cy="192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530" name="Group 50"/>
          <p:cNvGrpSpPr>
            <a:grpSpLocks/>
          </p:cNvGrpSpPr>
          <p:nvPr/>
        </p:nvGrpSpPr>
        <p:grpSpPr bwMode="auto">
          <a:xfrm>
            <a:off x="2514600" y="4375526"/>
            <a:ext cx="2590800" cy="884237"/>
            <a:chOff x="1056" y="2448"/>
            <a:chExt cx="1632" cy="557"/>
          </a:xfrm>
        </p:grpSpPr>
        <p:sp>
          <p:nvSpPr>
            <p:cNvPr id="20531" name="Text Box 51"/>
            <p:cNvSpPr txBox="1">
              <a:spLocks noChangeArrowheads="1"/>
            </p:cNvSpPr>
            <p:nvPr/>
          </p:nvSpPr>
          <p:spPr bwMode="auto">
            <a:xfrm>
              <a:off x="1056" y="259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c</a:t>
              </a:r>
            </a:p>
          </p:txBody>
        </p:sp>
        <p:sp>
          <p:nvSpPr>
            <p:cNvPr id="20532" name="Text Box 52"/>
            <p:cNvSpPr txBox="1">
              <a:spLocks noChangeArrowheads="1"/>
            </p:cNvSpPr>
            <p:nvPr/>
          </p:nvSpPr>
          <p:spPr bwMode="auto">
            <a:xfrm>
              <a:off x="1680" y="2448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a</a:t>
              </a:r>
            </a:p>
          </p:txBody>
        </p:sp>
        <p:sp>
          <p:nvSpPr>
            <p:cNvPr id="20533" name="Text Box 53"/>
            <p:cNvSpPr txBox="1">
              <a:spLocks noChangeArrowheads="1"/>
            </p:cNvSpPr>
            <p:nvPr/>
          </p:nvSpPr>
          <p:spPr bwMode="auto">
            <a:xfrm>
              <a:off x="2304" y="2640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b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AA35F30-527F-73CE-400F-188EF7EF7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304060" y="2438949"/>
            <a:ext cx="1474202" cy="3120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BEF2FB-2795-34D4-F89F-93CF57BB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 </a:t>
            </a:r>
            <a:r>
              <a:rPr lang="zh-CN" altLang="en-US" dirty="0"/>
              <a:t>两直线的相对位置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27A6D-128E-A4BF-9D0F-02E363A59C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b="1" dirty="0">
                <a:latin typeface="黑体" charset="-122"/>
                <a:ea typeface="黑体" charset="-122"/>
              </a:rPr>
              <a:t>⒋ </a:t>
            </a:r>
            <a:r>
              <a:rPr lang="zh-CN" altLang="en-US" sz="2800" b="1" dirty="0">
                <a:latin typeface="黑体" charset="-122"/>
                <a:ea typeface="黑体" charset="-122"/>
              </a:rPr>
              <a:t>两直线垂直相交（或垂直交叉）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57E96-34E5-CA51-3CF7-B6D865825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69BD6-931C-2446-8EBA-76B10A2910C4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A0670-CE1F-40A6-FADF-9558F806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B7299-F1F3-5907-3B32-5519CC23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026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uiExpand="1" build="p" autoUpdateAnimBg="0"/>
      <p:bldP spid="51" grpId="1" uiExpand="1" build="allAtOnce" animBg="1"/>
      <p:bldP spid="20482" grpId="0" animBg="1"/>
      <p:bldP spid="20488" grpId="0" autoUpdateAnimBg="0"/>
      <p:bldP spid="205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52">
            <a:extLst>
              <a:ext uri="{FF2B5EF4-FFF2-40B4-BE49-F238E27FC236}">
                <a16:creationId xmlns:a16="http://schemas.microsoft.com/office/drawing/2014/main" id="{0F937102-639F-681F-691F-150D926D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2.3.4 </a:t>
            </a:r>
            <a:r>
              <a:rPr lang="zh-CN" altLang="en-US" dirty="0"/>
              <a:t>两直线的相对位置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50D3E-4410-4275-95DD-1755361D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F466-3576-9847-9817-79369BA89C1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EDE50-54D0-447F-9629-41CEA695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BBF2B2-988A-4C9B-9F09-05BB6466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30</a:t>
            </a:fld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067C3B9-7998-463D-0D76-5F95DD7234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800" b="1" dirty="0">
                <a:latin typeface="黑体" charset="-122"/>
                <a:ea typeface="黑体" charset="-122"/>
              </a:rPr>
              <a:t>⒋ </a:t>
            </a:r>
            <a:r>
              <a:rPr lang="zh-CN" altLang="en-US" sz="2800" b="1" dirty="0">
                <a:latin typeface="黑体" charset="-122"/>
                <a:ea typeface="黑体" charset="-122"/>
              </a:rPr>
              <a:t>两直线垂直相交（或垂直交叉）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F0DC27C-3277-FF6F-028C-EEDD582D2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009" y="1421908"/>
            <a:ext cx="9699730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定理：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若直角有一边平行于投影面，则它在该面上的投影仍为直角。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9B665995-84DA-BBA4-7F0E-E97FC6E3B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290" y="2300219"/>
            <a:ext cx="31085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设  直角边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//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H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面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因  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⊥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AB</a:t>
            </a:r>
          </a:p>
          <a:p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   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⊥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Bb</a:t>
            </a:r>
            <a:endParaRPr lang="en-US" altLang="zh-CN" sz="2400" i="1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  <a:p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所以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 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⊥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ABba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平面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00EF6C40-DF91-C4BC-785C-D3EEB05B7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3858" y="5187811"/>
            <a:ext cx="3449637" cy="1168539"/>
          </a:xfrm>
          <a:prstGeom prst="wedgeEllipseCallout">
            <a:avLst>
              <a:gd name="adj1" fmla="val -108491"/>
              <a:gd name="adj2" fmla="val -6819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/>
              <a:t>直线在</a:t>
            </a:r>
            <a:r>
              <a:rPr lang="en-US" altLang="zh-CN" sz="2400" b="1" dirty="0"/>
              <a:t>H</a:t>
            </a:r>
            <a:r>
              <a:rPr lang="zh-CN" altLang="en-US" sz="2400" b="1" dirty="0"/>
              <a:t>面上的投影互相垂直</a:t>
            </a:r>
            <a:endParaRPr lang="zh-CN" altLang="en-US" sz="2800" b="1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DC2FA91-B312-A585-E229-0BA2E8E72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403" y="4782760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即 ∠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abc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为直角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8E87E9A-B415-3C35-2819-3ED3CC05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403" y="4331059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因此 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⊥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ab</a:t>
            </a:r>
            <a:endParaRPr lang="en-US" altLang="zh-CN" sz="2400" i="1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9DFC093B-CF0D-6534-4EE7-9235D6A4C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290" y="3881769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故 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⊥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ABba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平面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E4B60437-D47C-FB8C-2AF9-BE1A96481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720" y="3034003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∥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bc</a:t>
            </a:r>
            <a:endParaRPr lang="en-US" altLang="zh-CN" sz="2400" i="1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C7BDAC-26A4-F9E2-D05B-BD70872E2D20}"/>
              </a:ext>
            </a:extLst>
          </p:cNvPr>
          <p:cNvGrpSpPr>
            <a:grpSpLocks/>
          </p:cNvGrpSpPr>
          <p:nvPr/>
        </p:nvGrpSpPr>
        <p:grpSpPr bwMode="auto">
          <a:xfrm>
            <a:off x="1944355" y="1904931"/>
            <a:ext cx="3151188" cy="2282825"/>
            <a:chOff x="357" y="1373"/>
            <a:chExt cx="1985" cy="1438"/>
          </a:xfrm>
        </p:grpSpPr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C906FFC2-610B-E3C1-1FE4-01A5A2CDC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" y="2101"/>
              <a:ext cx="1985" cy="648"/>
            </a:xfrm>
            <a:prstGeom prst="parallelogram">
              <a:avLst>
                <a:gd name="adj" fmla="val 76582"/>
              </a:avLst>
            </a:prstGeom>
            <a:solidFill>
              <a:srgbClr val="00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9DFA21AF-E7C1-8AC8-5AB2-A6061E213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5" y="1595"/>
              <a:ext cx="338" cy="33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5BDC52AC-FDAC-24E7-B47F-BAE674AF3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1595"/>
              <a:ext cx="609" cy="18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52BF3300-B19D-DDD2-E338-C59E4E294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7" y="2276"/>
              <a:ext cx="609" cy="181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4DCBD8DA-01B2-8117-FEA5-5982C7FF7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1776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F3A0E408-CBB7-5C5A-638F-22F275D52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1595"/>
              <a:ext cx="0" cy="6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4E1B6428-9E7E-3ED7-8E57-5E182083B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" y="1932"/>
              <a:ext cx="0" cy="5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40C17EA-6E31-5C34-B4F0-A6A81B1729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5" y="2274"/>
              <a:ext cx="338" cy="196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1201537F-4E29-A6BA-9B9E-C0335FF76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78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A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AE10442B-67C8-C667-3D80-478197FCB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1373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82EA96C8-6E2C-B676-C8A6-12E2DB4B17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5" y="159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C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8D623E25-E11F-7437-3462-998B4DF98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" y="228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 i="1"/>
                <a:t>a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30E51A21-6C21-A712-1326-3515AE6C5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2" y="203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b</a:t>
              </a: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4DCEE9DF-9CCF-96B0-A9A8-4F424DC2E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9" y="230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c</a:t>
              </a:r>
            </a:p>
          </p:txBody>
        </p:sp>
        <p:sp>
          <p:nvSpPr>
            <p:cNvPr id="27" name="Text Box 26">
              <a:extLst>
                <a:ext uri="{FF2B5EF4-FFF2-40B4-BE49-F238E27FC236}">
                  <a16:creationId xmlns:a16="http://schemas.microsoft.com/office/drawing/2014/main" id="{B83A00E4-3900-4E76-E9C3-E5278CB38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5" y="2523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1"/>
                <a:t>H</a:t>
              </a: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1690738-A1E8-901D-343A-59C49737F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" y="1658"/>
              <a:ext cx="94" cy="29"/>
            </a:xfrm>
            <a:custGeom>
              <a:avLst/>
              <a:gdLst>
                <a:gd name="T0" fmla="*/ 0 w 94"/>
                <a:gd name="T1" fmla="*/ 0 h 29"/>
                <a:gd name="T2" fmla="*/ 94 w 94"/>
                <a:gd name="T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4" h="29">
                  <a:moveTo>
                    <a:pt x="0" y="0"/>
                  </a:moveTo>
                  <a:lnTo>
                    <a:pt x="94" y="29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34C63B49-3BFC-B3A8-C13D-FBDC801D1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7" y="1622"/>
              <a:ext cx="66" cy="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DED00F41-175A-0D68-D5F2-7D654F08C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" y="2327"/>
              <a:ext cx="124" cy="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CCE297C2-2021-96E3-5E06-2F374B8B4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4" y="2306"/>
              <a:ext cx="80" cy="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DC03EC3-D648-C80E-63B4-0B3EF5593766}"/>
              </a:ext>
            </a:extLst>
          </p:cNvPr>
          <p:cNvGrpSpPr>
            <a:grpSpLocks/>
          </p:cNvGrpSpPr>
          <p:nvPr/>
        </p:nvGrpSpPr>
        <p:grpSpPr bwMode="auto">
          <a:xfrm>
            <a:off x="2122155" y="4032181"/>
            <a:ext cx="2197100" cy="2197100"/>
            <a:chOff x="400" y="2732"/>
            <a:chExt cx="1384" cy="1384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BABA9BA-0CD8-3CCC-722B-1305021F1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981"/>
              <a:ext cx="1" cy="991"/>
            </a:xfrm>
            <a:custGeom>
              <a:avLst/>
              <a:gdLst>
                <a:gd name="T0" fmla="*/ 0 w 1"/>
                <a:gd name="T1" fmla="*/ 0 h 991"/>
                <a:gd name="T2" fmla="*/ 0 w 1"/>
                <a:gd name="T3" fmla="*/ 991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91">
                  <a:moveTo>
                    <a:pt x="0" y="0"/>
                  </a:moveTo>
                  <a:lnTo>
                    <a:pt x="0" y="991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C9C1506-2021-F061-5C18-CFBAFFBDFE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" y="2732"/>
              <a:ext cx="1384" cy="1384"/>
              <a:chOff x="624" y="2886"/>
              <a:chExt cx="1384" cy="1384"/>
            </a:xfrm>
          </p:grpSpPr>
          <p:sp>
            <p:nvSpPr>
              <p:cNvPr id="37" name="Line 34">
                <a:extLst>
                  <a:ext uri="{FF2B5EF4-FFF2-40B4-BE49-F238E27FC236}">
                    <a16:creationId xmlns:a16="http://schemas.microsoft.com/office/drawing/2014/main" id="{C72F8B36-CD82-BA23-D4DE-496AD5AB4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3530"/>
                <a:ext cx="131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" name="Freeform 35">
                <a:extLst>
                  <a:ext uri="{FF2B5EF4-FFF2-40B4-BE49-F238E27FC236}">
                    <a16:creationId xmlns:a16="http://schemas.microsoft.com/office/drawing/2014/main" id="{86404697-9FC4-8651-9679-F5ED8DAC3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7" y="3127"/>
                <a:ext cx="650" cy="8"/>
              </a:xfrm>
              <a:custGeom>
                <a:avLst/>
                <a:gdLst>
                  <a:gd name="T0" fmla="*/ 0 w 650"/>
                  <a:gd name="T1" fmla="*/ 8 h 8"/>
                  <a:gd name="T2" fmla="*/ 650 w 650"/>
                  <a:gd name="T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50" h="8">
                    <a:moveTo>
                      <a:pt x="0" y="8"/>
                    </a:moveTo>
                    <a:lnTo>
                      <a:pt x="650" y="0"/>
                    </a:lnTo>
                  </a:path>
                </a:pathLst>
              </a:custGeom>
              <a:noFill/>
              <a:ln w="38100" cap="flat" cmpd="sng">
                <a:solidFill>
                  <a:srgbClr val="00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" name="Line 36">
                <a:extLst>
                  <a:ext uri="{FF2B5EF4-FFF2-40B4-BE49-F238E27FC236}">
                    <a16:creationId xmlns:a16="http://schemas.microsoft.com/office/drawing/2014/main" id="{4C2F4D56-2ABD-20B7-13C2-86866173F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3" y="3135"/>
                <a:ext cx="0" cy="5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" name="Freeform 37">
                <a:extLst>
                  <a:ext uri="{FF2B5EF4-FFF2-40B4-BE49-F238E27FC236}">
                    <a16:creationId xmlns:a16="http://schemas.microsoft.com/office/drawing/2014/main" id="{50226673-DF6B-2629-3DDF-272C26627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4" y="3725"/>
                <a:ext cx="656" cy="414"/>
              </a:xfrm>
              <a:custGeom>
                <a:avLst/>
                <a:gdLst>
                  <a:gd name="T0" fmla="*/ 656 w 656"/>
                  <a:gd name="T1" fmla="*/ 414 h 414"/>
                  <a:gd name="T2" fmla="*/ 0 w 656"/>
                  <a:gd name="T3" fmla="*/ 0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56" h="414">
                    <a:moveTo>
                      <a:pt x="656" y="41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33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1" name="Freeform 38">
                <a:extLst>
                  <a:ext uri="{FF2B5EF4-FFF2-40B4-BE49-F238E27FC236}">
                    <a16:creationId xmlns:a16="http://schemas.microsoft.com/office/drawing/2014/main" id="{CEBA3714-53D4-5669-3DD8-EC7912371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724"/>
                <a:ext cx="316" cy="273"/>
              </a:xfrm>
              <a:custGeom>
                <a:avLst/>
                <a:gdLst>
                  <a:gd name="T0" fmla="*/ 316 w 316"/>
                  <a:gd name="T1" fmla="*/ 0 h 273"/>
                  <a:gd name="T2" fmla="*/ 0 w 316"/>
                  <a:gd name="T3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16" h="273">
                    <a:moveTo>
                      <a:pt x="316" y="0"/>
                    </a:moveTo>
                    <a:lnTo>
                      <a:pt x="0" y="273"/>
                    </a:lnTo>
                  </a:path>
                </a:pathLst>
              </a:custGeom>
              <a:noFill/>
              <a:ln w="38100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2" name="Line 39">
                <a:extLst>
                  <a:ext uri="{FF2B5EF4-FFF2-40B4-BE49-F238E27FC236}">
                    <a16:creationId xmlns:a16="http://schemas.microsoft.com/office/drawing/2014/main" id="{D707D26C-5FB9-1C3D-0AAB-34F31BE1EE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7" y="3291"/>
                <a:ext cx="0" cy="7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" name="Line 40">
                <a:extLst>
                  <a:ext uri="{FF2B5EF4-FFF2-40B4-BE49-F238E27FC236}">
                    <a16:creationId xmlns:a16="http://schemas.microsoft.com/office/drawing/2014/main" id="{87830EA6-D6EB-9666-6AF1-BC0C8EABA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17" y="3135"/>
                <a:ext cx="310" cy="169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" name="Text Box 41">
                <a:extLst>
                  <a:ext uri="{FF2B5EF4-FFF2-40B4-BE49-F238E27FC236}">
                    <a16:creationId xmlns:a16="http://schemas.microsoft.com/office/drawing/2014/main" id="{AF291F32-7863-1DD6-58F4-8034F2CAA9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7" y="3135"/>
                <a:ext cx="2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>
                    <a:sym typeface="EuroRoman" charset="0"/>
                  </a:rPr>
                  <a:t>a</a:t>
                </a:r>
                <a:r>
                  <a:rPr lang="en-US" altLang="zh-CN" b="1">
                    <a:sym typeface="Symbol" charset="2"/>
                  </a:rPr>
                  <a:t></a:t>
                </a:r>
              </a:p>
            </p:txBody>
          </p:sp>
          <p:sp>
            <p:nvSpPr>
              <p:cNvPr id="45" name="Text Box 42">
                <a:extLst>
                  <a:ext uri="{FF2B5EF4-FFF2-40B4-BE49-F238E27FC236}">
                    <a16:creationId xmlns:a16="http://schemas.microsoft.com/office/drawing/2014/main" id="{C7280DFF-5181-3991-96E6-75F04A807F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59" y="3003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>
                    <a:sym typeface="EuroRoman" charset="0"/>
                  </a:rPr>
                  <a:t>c</a:t>
                </a:r>
                <a:r>
                  <a:rPr lang="en-US" altLang="zh-CN" b="1">
                    <a:sym typeface="Symbol" charset="2"/>
                  </a:rPr>
                  <a:t></a:t>
                </a:r>
              </a:p>
            </p:txBody>
          </p:sp>
          <p:sp>
            <p:nvSpPr>
              <p:cNvPr id="46" name="Text Box 43">
                <a:extLst>
                  <a:ext uri="{FF2B5EF4-FFF2-40B4-BE49-F238E27FC236}">
                    <a16:creationId xmlns:a16="http://schemas.microsoft.com/office/drawing/2014/main" id="{61C24C5E-BB2B-84F7-27AF-75F2FFB60B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6" y="2886"/>
                <a:ext cx="27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>
                    <a:sym typeface="EuroRoman" charset="0"/>
                  </a:rPr>
                  <a:t>b</a:t>
                </a:r>
                <a:r>
                  <a:rPr lang="en-US" altLang="zh-CN" b="1">
                    <a:sym typeface="Symbol" charset="2"/>
                  </a:rPr>
                  <a:t></a:t>
                </a:r>
              </a:p>
            </p:txBody>
          </p:sp>
          <p:sp>
            <p:nvSpPr>
              <p:cNvPr id="47" name="Text Box 44">
                <a:extLst>
                  <a:ext uri="{FF2B5EF4-FFF2-40B4-BE49-F238E27FC236}">
                    <a16:creationId xmlns:a16="http://schemas.microsoft.com/office/drawing/2014/main" id="{BD92C03D-6405-E74F-50CB-F4F87EFB60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" y="386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 i="1"/>
                  <a:t>a</a:t>
                </a:r>
              </a:p>
            </p:txBody>
          </p:sp>
          <p:sp>
            <p:nvSpPr>
              <p:cNvPr id="48" name="Text Box 45">
                <a:extLst>
                  <a:ext uri="{FF2B5EF4-FFF2-40B4-BE49-F238E27FC236}">
                    <a16:creationId xmlns:a16="http://schemas.microsoft.com/office/drawing/2014/main" id="{94E23E05-C8E0-CDEB-723F-BE2CA94493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" y="352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/>
                  <a:t>b</a:t>
                </a:r>
              </a:p>
            </p:txBody>
          </p:sp>
          <p:sp>
            <p:nvSpPr>
              <p:cNvPr id="49" name="Text Box 46">
                <a:extLst>
                  <a:ext uri="{FF2B5EF4-FFF2-40B4-BE49-F238E27FC236}">
                    <a16:creationId xmlns:a16="http://schemas.microsoft.com/office/drawing/2014/main" id="{4E93E3D7-0D67-B6F6-C474-B20FAA6EA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0" y="3982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1"/>
                  <a:t>c</a:t>
                </a:r>
              </a:p>
            </p:txBody>
          </p:sp>
        </p:grpSp>
        <p:sp>
          <p:nvSpPr>
            <p:cNvPr id="35" name="Arc 47">
              <a:extLst>
                <a:ext uri="{FF2B5EF4-FFF2-40B4-BE49-F238E27FC236}">
                  <a16:creationId xmlns:a16="http://schemas.microsoft.com/office/drawing/2014/main" id="{E17A4529-D15C-0458-970A-DDD179A9B412}"/>
                </a:ext>
              </a:extLst>
            </p:cNvPr>
            <p:cNvSpPr>
              <a:spLocks/>
            </p:cNvSpPr>
            <p:nvPr/>
          </p:nvSpPr>
          <p:spPr bwMode="auto">
            <a:xfrm rot="1379810" flipV="1">
              <a:off x="878" y="3545"/>
              <a:ext cx="121" cy="130"/>
            </a:xfrm>
            <a:custGeom>
              <a:avLst/>
              <a:gdLst>
                <a:gd name="G0" fmla="+- 7024 0 0"/>
                <a:gd name="G1" fmla="+- 21600 0 0"/>
                <a:gd name="G2" fmla="+- 21600 0 0"/>
                <a:gd name="T0" fmla="*/ 0 w 25408"/>
                <a:gd name="T1" fmla="*/ 1174 h 21600"/>
                <a:gd name="T2" fmla="*/ 25408 w 25408"/>
                <a:gd name="T3" fmla="*/ 10260 h 21600"/>
                <a:gd name="T4" fmla="*/ 7024 w 2540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408" h="21600" fill="none" extrusionOk="0">
                  <a:moveTo>
                    <a:pt x="-1" y="1173"/>
                  </a:moveTo>
                  <a:cubicBezTo>
                    <a:pt x="2260" y="396"/>
                    <a:pt x="4633" y="-1"/>
                    <a:pt x="7024" y="-1"/>
                  </a:cubicBezTo>
                  <a:cubicBezTo>
                    <a:pt x="14516" y="-1"/>
                    <a:pt x="21474" y="3882"/>
                    <a:pt x="25407" y="10260"/>
                  </a:cubicBezTo>
                </a:path>
                <a:path w="25408" h="21600" stroke="0" extrusionOk="0">
                  <a:moveTo>
                    <a:pt x="-1" y="1173"/>
                  </a:moveTo>
                  <a:cubicBezTo>
                    <a:pt x="2260" y="396"/>
                    <a:pt x="4633" y="-1"/>
                    <a:pt x="7024" y="-1"/>
                  </a:cubicBezTo>
                  <a:cubicBezTo>
                    <a:pt x="14516" y="-1"/>
                    <a:pt x="21474" y="3882"/>
                    <a:pt x="25407" y="10260"/>
                  </a:cubicBezTo>
                  <a:lnTo>
                    <a:pt x="7024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" name="Text Box 48">
              <a:extLst>
                <a:ext uri="{FF2B5EF4-FFF2-40B4-BE49-F238E27FC236}">
                  <a16:creationId xmlns:a16="http://schemas.microsoft.com/office/drawing/2014/main" id="{23295B22-9D04-263A-B815-B13C9C7AE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504"/>
              <a:ext cx="1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400" b="1"/>
                <a:t>.</a:t>
              </a:r>
            </a:p>
          </p:txBody>
        </p:sp>
      </p:grpSp>
      <p:sp>
        <p:nvSpPr>
          <p:cNvPr id="50" name="Text Box 49">
            <a:extLst>
              <a:ext uri="{FF2B5EF4-FFF2-40B4-BE49-F238E27FC236}">
                <a16:creationId xmlns:a16="http://schemas.microsoft.com/office/drawing/2014/main" id="{4CCE8690-1C47-EC76-0663-2EF74A72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127" y="1888166"/>
            <a:ext cx="1098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证明：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DengXian" charset="-122"/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F2CC3FBE-6FBE-9F50-39D6-88FFF591F5A1}"/>
              </a:ext>
            </a:extLst>
          </p:cNvPr>
          <p:cNvSpPr>
            <a:spLocks/>
          </p:cNvSpPr>
          <p:nvPr/>
        </p:nvSpPr>
        <p:spPr bwMode="auto">
          <a:xfrm>
            <a:off x="2641268" y="2277994"/>
            <a:ext cx="528637" cy="1335087"/>
          </a:xfrm>
          <a:custGeom>
            <a:avLst/>
            <a:gdLst>
              <a:gd name="T0" fmla="*/ 0 w 333"/>
              <a:gd name="T1" fmla="*/ 323 h 841"/>
              <a:gd name="T2" fmla="*/ 333 w 333"/>
              <a:gd name="T3" fmla="*/ 0 h 841"/>
              <a:gd name="T4" fmla="*/ 333 w 333"/>
              <a:gd name="T5" fmla="*/ 647 h 841"/>
              <a:gd name="T6" fmla="*/ 0 w 333"/>
              <a:gd name="T7" fmla="*/ 841 h 841"/>
              <a:gd name="T8" fmla="*/ 0 w 333"/>
              <a:gd name="T9" fmla="*/ 323 h 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3" h="841">
                <a:moveTo>
                  <a:pt x="0" y="323"/>
                </a:moveTo>
                <a:lnTo>
                  <a:pt x="333" y="0"/>
                </a:lnTo>
                <a:lnTo>
                  <a:pt x="333" y="647"/>
                </a:lnTo>
                <a:lnTo>
                  <a:pt x="0" y="841"/>
                </a:lnTo>
                <a:lnTo>
                  <a:pt x="0" y="323"/>
                </a:lnTo>
                <a:close/>
              </a:path>
            </a:pathLst>
          </a:cu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E4B439-64E8-03AA-2571-12FAA15FF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888" y="4714059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i="1"/>
              <a:t>x</a:t>
            </a: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72C8B4B4-AB83-0477-BAA8-2D55D9767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600921" y="2850384"/>
            <a:ext cx="1735453" cy="35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1386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25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5" grpId="1" build="allAtOnce" animBg="1"/>
      <p:bldP spid="6" grpId="0" build="p" autoUpdateAnimBg="0"/>
      <p:bldP spid="7" grpId="0" animBg="1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  <p:bldP spid="50" grpId="0" autoUpdateAnimBg="0"/>
      <p:bldP spid="51" grpId="0" animBg="1"/>
      <p:bldP spid="5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51709" y="585788"/>
            <a:ext cx="7162800" cy="685800"/>
          </a:xfrm>
          <a:noFill/>
          <a:ln w="9525" cap="flat">
            <a:solidFill>
              <a:schemeClr val="bg1"/>
            </a:solidFill>
            <a:prstDash val="dash"/>
            <a:miter lim="800000"/>
            <a:headEnd/>
            <a:tailEnd/>
          </a:ln>
        </p:spPr>
        <p:txBody>
          <a:bodyPr>
            <a:noAutofit/>
          </a:bodyPr>
          <a:lstStyle/>
          <a:p>
            <a:pPr marL="0"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4.6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cs typeface="+mn-cs"/>
                <a:sym typeface="Wingdings" panose="05000000000000000000" pitchFamily="2" charset="2"/>
              </a:rPr>
              <a:t>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过点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作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EF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线段的交叉垂线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  <a:cs typeface="+mn-cs"/>
              </a:rPr>
              <a:t>AB</a:t>
            </a:r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5241926" y="4541838"/>
            <a:ext cx="1698625" cy="519112"/>
            <a:chOff x="2342" y="2861"/>
            <a:chExt cx="1070" cy="327"/>
          </a:xfrm>
        </p:grpSpPr>
        <p:sp>
          <p:nvSpPr>
            <p:cNvPr id="22532" name="Text Box 4"/>
            <p:cNvSpPr txBox="1">
              <a:spLocks noChangeArrowheads="1"/>
            </p:cNvSpPr>
            <p:nvPr/>
          </p:nvSpPr>
          <p:spPr bwMode="auto">
            <a:xfrm>
              <a:off x="2342" y="2861"/>
              <a:ext cx="4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b</a:t>
              </a:r>
              <a:endParaRPr lang="en-US" altLang="zh-CN"/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 flipH="1">
              <a:off x="2579" y="3086"/>
              <a:ext cx="833" cy="0"/>
            </a:xfrm>
            <a:prstGeom prst="line">
              <a:avLst/>
            </a:prstGeom>
            <a:noFill/>
            <a:ln w="76200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4" name="Line 6"/>
          <p:cNvSpPr>
            <a:spLocks noChangeShapeType="1"/>
          </p:cNvSpPr>
          <p:nvPr/>
        </p:nvSpPr>
        <p:spPr bwMode="auto">
          <a:xfrm>
            <a:off x="5618163" y="1590675"/>
            <a:ext cx="0" cy="330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5257800" y="1143001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/>
              <a:t>b′</a:t>
            </a:r>
            <a:endParaRPr lang="en-US" altLang="zh-CN" b="1"/>
          </a:p>
        </p:txBody>
      </p:sp>
      <p:sp>
        <p:nvSpPr>
          <p:cNvPr id="22536" name="Line 8"/>
          <p:cNvSpPr>
            <a:spLocks noChangeShapeType="1"/>
          </p:cNvSpPr>
          <p:nvPr/>
        </p:nvSpPr>
        <p:spPr bwMode="auto">
          <a:xfrm rot="5400000" flipH="1">
            <a:off x="5364957" y="1859757"/>
            <a:ext cx="1881188" cy="1343025"/>
          </a:xfrm>
          <a:prstGeom prst="line">
            <a:avLst/>
          </a:prstGeom>
          <a:noFill/>
          <a:ln w="76200">
            <a:solidFill>
              <a:srgbClr val="FF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37" name="Group 9"/>
          <p:cNvGrpSpPr>
            <a:grpSpLocks/>
          </p:cNvGrpSpPr>
          <p:nvPr/>
        </p:nvGrpSpPr>
        <p:grpSpPr bwMode="auto">
          <a:xfrm>
            <a:off x="5867401" y="2362200"/>
            <a:ext cx="320675" cy="211138"/>
            <a:chOff x="2736" y="1488"/>
            <a:chExt cx="202" cy="133"/>
          </a:xfrm>
        </p:grpSpPr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>
              <a:off x="2736" y="1488"/>
              <a:ext cx="91" cy="1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 flipV="1">
              <a:off x="2827" y="1536"/>
              <a:ext cx="111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6934200" y="3429000"/>
            <a:ext cx="0" cy="1447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44" name="Group 16"/>
          <p:cNvGrpSpPr>
            <a:grpSpLocks/>
          </p:cNvGrpSpPr>
          <p:nvPr/>
        </p:nvGrpSpPr>
        <p:grpSpPr bwMode="auto">
          <a:xfrm>
            <a:off x="3352800" y="1143000"/>
            <a:ext cx="4572000" cy="5456238"/>
            <a:chOff x="1152" y="720"/>
            <a:chExt cx="2880" cy="3437"/>
          </a:xfrm>
        </p:grpSpPr>
        <p:sp>
          <p:nvSpPr>
            <p:cNvPr id="22545" name="Line 17"/>
            <p:cNvSpPr>
              <a:spLocks noChangeShapeType="1"/>
            </p:cNvSpPr>
            <p:nvPr/>
          </p:nvSpPr>
          <p:spPr bwMode="auto">
            <a:xfrm>
              <a:off x="1344" y="2496"/>
              <a:ext cx="244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6" name="Line 18"/>
            <p:cNvSpPr>
              <a:spLocks noChangeShapeType="1"/>
            </p:cNvSpPr>
            <p:nvPr/>
          </p:nvSpPr>
          <p:spPr bwMode="auto">
            <a:xfrm flipV="1">
              <a:off x="1632" y="1104"/>
              <a:ext cx="1680" cy="1056"/>
            </a:xfrm>
            <a:prstGeom prst="line">
              <a:avLst/>
            </a:prstGeom>
            <a:noFill/>
            <a:ln w="76200">
              <a:solidFill>
                <a:srgbClr val="8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7" name="Line 19"/>
            <p:cNvSpPr>
              <a:spLocks noChangeShapeType="1"/>
            </p:cNvSpPr>
            <p:nvPr/>
          </p:nvSpPr>
          <p:spPr bwMode="auto">
            <a:xfrm>
              <a:off x="1632" y="2784"/>
              <a:ext cx="1680" cy="1152"/>
            </a:xfrm>
            <a:prstGeom prst="line">
              <a:avLst/>
            </a:prstGeom>
            <a:noFill/>
            <a:ln w="76200">
              <a:solidFill>
                <a:srgbClr val="8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8" name="Oval 20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9" name="Oval 21"/>
            <p:cNvSpPr>
              <a:spLocks noChangeArrowheads="1"/>
            </p:cNvSpPr>
            <p:nvPr/>
          </p:nvSpPr>
          <p:spPr bwMode="auto">
            <a:xfrm>
              <a:off x="3360" y="2112"/>
              <a:ext cx="96" cy="96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0" name="Text Box 22"/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x</a:t>
              </a:r>
            </a:p>
          </p:txBody>
        </p:sp>
        <p:sp>
          <p:nvSpPr>
            <p:cNvPr id="22551" name="Text Box 23"/>
            <p:cNvSpPr txBox="1">
              <a:spLocks noChangeArrowheads="1"/>
            </p:cNvSpPr>
            <p:nvPr/>
          </p:nvSpPr>
          <p:spPr bwMode="auto">
            <a:xfrm>
              <a:off x="3744" y="2208"/>
              <a:ext cx="2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o</a:t>
              </a:r>
            </a:p>
          </p:txBody>
        </p:sp>
        <p:sp>
          <p:nvSpPr>
            <p:cNvPr id="22552" name="Text Box 24"/>
            <p:cNvSpPr txBox="1">
              <a:spLocks noChangeArrowheads="1"/>
            </p:cNvSpPr>
            <p:nvPr/>
          </p:nvSpPr>
          <p:spPr bwMode="auto">
            <a:xfrm>
              <a:off x="1344" y="1824"/>
              <a:ext cx="7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e′</a:t>
              </a:r>
            </a:p>
          </p:txBody>
        </p:sp>
        <p:sp>
          <p:nvSpPr>
            <p:cNvPr id="22553" name="Text Box 25"/>
            <p:cNvSpPr txBox="1">
              <a:spLocks noChangeArrowheads="1"/>
            </p:cNvSpPr>
            <p:nvPr/>
          </p:nvSpPr>
          <p:spPr bwMode="auto">
            <a:xfrm>
              <a:off x="3072" y="720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f′</a:t>
              </a:r>
            </a:p>
          </p:txBody>
        </p:sp>
        <p:sp>
          <p:nvSpPr>
            <p:cNvPr id="22554" name="Text Box 26"/>
            <p:cNvSpPr txBox="1">
              <a:spLocks noChangeArrowheads="1"/>
            </p:cNvSpPr>
            <p:nvPr/>
          </p:nvSpPr>
          <p:spPr bwMode="auto">
            <a:xfrm>
              <a:off x="3456" y="2016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a</a:t>
              </a:r>
              <a:r>
                <a:rPr lang="en-US" altLang="zh-CN" sz="3200" b="1"/>
                <a:t>′</a:t>
              </a:r>
            </a:p>
          </p:txBody>
        </p:sp>
        <p:sp>
          <p:nvSpPr>
            <p:cNvPr id="22555" name="Text Box 27"/>
            <p:cNvSpPr txBox="1">
              <a:spLocks noChangeArrowheads="1"/>
            </p:cNvSpPr>
            <p:nvPr/>
          </p:nvSpPr>
          <p:spPr bwMode="auto">
            <a:xfrm>
              <a:off x="1344" y="259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e</a:t>
              </a:r>
            </a:p>
          </p:txBody>
        </p:sp>
        <p:sp>
          <p:nvSpPr>
            <p:cNvPr id="22556" name="Text Box 28"/>
            <p:cNvSpPr txBox="1">
              <a:spLocks noChangeArrowheads="1"/>
            </p:cNvSpPr>
            <p:nvPr/>
          </p:nvSpPr>
          <p:spPr bwMode="auto">
            <a:xfrm>
              <a:off x="3360" y="379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/>
                <a:t>f</a:t>
              </a:r>
            </a:p>
          </p:txBody>
        </p:sp>
        <p:sp>
          <p:nvSpPr>
            <p:cNvPr id="22557" name="Text Box 29"/>
            <p:cNvSpPr txBox="1">
              <a:spLocks noChangeArrowheads="1"/>
            </p:cNvSpPr>
            <p:nvPr/>
          </p:nvSpPr>
          <p:spPr bwMode="auto">
            <a:xfrm>
              <a:off x="3456" y="2928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/>
                <a:t>a</a:t>
              </a:r>
            </a:p>
          </p:txBody>
        </p:sp>
        <p:sp>
          <p:nvSpPr>
            <p:cNvPr id="22558" name="Line 30"/>
            <p:cNvSpPr>
              <a:spLocks noChangeShapeType="1"/>
            </p:cNvSpPr>
            <p:nvPr/>
          </p:nvSpPr>
          <p:spPr bwMode="auto">
            <a:xfrm>
              <a:off x="1632" y="2160"/>
              <a:ext cx="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9" name="Line 31"/>
            <p:cNvSpPr>
              <a:spLocks noChangeShapeType="1"/>
            </p:cNvSpPr>
            <p:nvPr/>
          </p:nvSpPr>
          <p:spPr bwMode="auto">
            <a:xfrm flipH="1">
              <a:off x="3312" y="1104"/>
              <a:ext cx="0" cy="28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22873E-8361-405A-9C1B-85089C38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17C53-7FA4-4923-8D0D-A6B88D6E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957B1-63CF-734F-BFC7-522355216082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5B1A5-EF01-4328-8B67-59993A43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6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nimBg="1"/>
      <p:bldP spid="22535" grpId="0" autoUpdateAnimBg="0"/>
      <p:bldP spid="225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9" name="Line 97"/>
          <p:cNvSpPr>
            <a:spLocks noChangeShapeType="1"/>
          </p:cNvSpPr>
          <p:nvPr/>
        </p:nvSpPr>
        <p:spPr bwMode="auto">
          <a:xfrm>
            <a:off x="8267700" y="4155041"/>
            <a:ext cx="1371600" cy="114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96556" y="686355"/>
            <a:ext cx="9584144" cy="914400"/>
          </a:xfrm>
          <a:noFill/>
        </p:spPr>
        <p:txBody>
          <a:bodyPr anchor="ctr">
            <a:normAutofit/>
          </a:bodyPr>
          <a:lstStyle/>
          <a:p>
            <a:pPr algn="l" defTabSz="457200"/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4.7</a:t>
            </a:r>
            <a:r>
              <a:rPr lang="zh-CN" alt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 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以最短线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KM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连接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AB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，确定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M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点，并求出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KM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  <a:cs typeface="+mn-cs"/>
              </a:rPr>
              <a:t>实长。</a:t>
            </a:r>
          </a:p>
        </p:txBody>
      </p:sp>
      <p:sp>
        <p:nvSpPr>
          <p:cNvPr id="23555" name="Line 3"/>
          <p:cNvSpPr>
            <a:spLocks noChangeShapeType="1"/>
          </p:cNvSpPr>
          <p:nvPr/>
        </p:nvSpPr>
        <p:spPr bwMode="auto">
          <a:xfrm flipV="1">
            <a:off x="5753100" y="3240641"/>
            <a:ext cx="0" cy="1219200"/>
          </a:xfrm>
          <a:prstGeom prst="line">
            <a:avLst/>
          </a:prstGeom>
          <a:noFill/>
          <a:ln w="1270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 flipH="1" flipV="1">
            <a:off x="5067300" y="1945241"/>
            <a:ext cx="685800" cy="129540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V="1">
            <a:off x="5067300" y="4459841"/>
            <a:ext cx="685800" cy="762000"/>
          </a:xfrm>
          <a:prstGeom prst="line">
            <a:avLst/>
          </a:prstGeom>
          <a:noFill/>
          <a:ln w="38100">
            <a:solidFill>
              <a:srgbClr val="FF66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58" name="Group 6"/>
          <p:cNvGrpSpPr>
            <a:grpSpLocks/>
          </p:cNvGrpSpPr>
          <p:nvPr/>
        </p:nvGrpSpPr>
        <p:grpSpPr bwMode="auto">
          <a:xfrm>
            <a:off x="5651500" y="4578825"/>
            <a:ext cx="304800" cy="152400"/>
            <a:chOff x="2544" y="3168"/>
            <a:chExt cx="192" cy="96"/>
          </a:xfrm>
        </p:grpSpPr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2544" y="3168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 flipV="1">
              <a:off x="2640" y="3168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7886700" y="3240641"/>
            <a:ext cx="381000" cy="0"/>
          </a:xfrm>
          <a:prstGeom prst="line">
            <a:avLst/>
          </a:prstGeom>
          <a:noFill/>
          <a:ln w="12700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V="1">
            <a:off x="7886700" y="5144055"/>
            <a:ext cx="1555829" cy="77787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63" name="Group 11"/>
          <p:cNvGrpSpPr>
            <a:grpSpLocks/>
          </p:cNvGrpSpPr>
          <p:nvPr/>
        </p:nvGrpSpPr>
        <p:grpSpPr bwMode="auto">
          <a:xfrm>
            <a:off x="2247900" y="1716642"/>
            <a:ext cx="7696200" cy="3902075"/>
            <a:chOff x="384" y="1392"/>
            <a:chExt cx="4848" cy="2458"/>
          </a:xfrm>
        </p:grpSpPr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>
              <a:off x="672" y="2352"/>
              <a:ext cx="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4176" y="2352"/>
              <a:ext cx="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66" name="Group 14"/>
            <p:cNvGrpSpPr>
              <a:grpSpLocks/>
            </p:cNvGrpSpPr>
            <p:nvPr/>
          </p:nvGrpSpPr>
          <p:grpSpPr bwMode="auto">
            <a:xfrm>
              <a:off x="384" y="1392"/>
              <a:ext cx="4848" cy="2458"/>
              <a:chOff x="384" y="1392"/>
              <a:chExt cx="4848" cy="2458"/>
            </a:xfrm>
          </p:grpSpPr>
          <p:sp>
            <p:nvSpPr>
              <p:cNvPr id="23567" name="Line 15"/>
              <p:cNvSpPr>
                <a:spLocks noChangeShapeType="1"/>
              </p:cNvSpPr>
              <p:nvPr/>
            </p:nvSpPr>
            <p:spPr bwMode="auto">
              <a:xfrm>
                <a:off x="384" y="2736"/>
                <a:ext cx="12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8" name="Line 16"/>
              <p:cNvSpPr>
                <a:spLocks noChangeShapeType="1"/>
              </p:cNvSpPr>
              <p:nvPr/>
            </p:nvSpPr>
            <p:spPr bwMode="auto">
              <a:xfrm>
                <a:off x="672" y="2352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9" name="Line 17"/>
              <p:cNvSpPr>
                <a:spLocks noChangeShapeType="1"/>
              </p:cNvSpPr>
              <p:nvPr/>
            </p:nvSpPr>
            <p:spPr bwMode="auto">
              <a:xfrm>
                <a:off x="672" y="2928"/>
                <a:ext cx="864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0" name="Line 18"/>
              <p:cNvSpPr>
                <a:spLocks noChangeShapeType="1"/>
              </p:cNvSpPr>
              <p:nvPr/>
            </p:nvSpPr>
            <p:spPr bwMode="auto">
              <a:xfrm>
                <a:off x="1536" y="2352"/>
                <a:ext cx="0" cy="12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1" name="Line 19"/>
              <p:cNvSpPr>
                <a:spLocks noChangeShapeType="1"/>
              </p:cNvSpPr>
              <p:nvPr/>
            </p:nvSpPr>
            <p:spPr bwMode="auto">
              <a:xfrm>
                <a:off x="432" y="1536"/>
                <a:ext cx="0" cy="20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2" name="Oval 20"/>
              <p:cNvSpPr>
                <a:spLocks noChangeArrowheads="1"/>
              </p:cNvSpPr>
              <p:nvPr/>
            </p:nvSpPr>
            <p:spPr bwMode="auto">
              <a:xfrm>
                <a:off x="384" y="3552"/>
                <a:ext cx="96" cy="9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3" name="Oval 21"/>
              <p:cNvSpPr>
                <a:spLocks noChangeArrowheads="1"/>
              </p:cNvSpPr>
              <p:nvPr/>
            </p:nvSpPr>
            <p:spPr bwMode="auto">
              <a:xfrm>
                <a:off x="384" y="1488"/>
                <a:ext cx="96" cy="96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4" name="Line 22"/>
              <p:cNvSpPr>
                <a:spLocks noChangeShapeType="1"/>
              </p:cNvSpPr>
              <p:nvPr/>
            </p:nvSpPr>
            <p:spPr bwMode="auto">
              <a:xfrm>
                <a:off x="3888" y="2736"/>
                <a:ext cx="12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5" name="Line 23"/>
              <p:cNvSpPr>
                <a:spLocks noChangeShapeType="1"/>
              </p:cNvSpPr>
              <p:nvPr/>
            </p:nvSpPr>
            <p:spPr bwMode="auto">
              <a:xfrm>
                <a:off x="4176" y="2352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6" name="Line 24"/>
              <p:cNvSpPr>
                <a:spLocks noChangeShapeType="1"/>
              </p:cNvSpPr>
              <p:nvPr/>
            </p:nvSpPr>
            <p:spPr bwMode="auto">
              <a:xfrm>
                <a:off x="4176" y="2928"/>
                <a:ext cx="864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7" name="Line 25"/>
              <p:cNvSpPr>
                <a:spLocks noChangeShapeType="1"/>
              </p:cNvSpPr>
              <p:nvPr/>
            </p:nvSpPr>
            <p:spPr bwMode="auto">
              <a:xfrm>
                <a:off x="5040" y="2352"/>
                <a:ext cx="0" cy="12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8" name="Line 26"/>
              <p:cNvSpPr>
                <a:spLocks noChangeShapeType="1"/>
              </p:cNvSpPr>
              <p:nvPr/>
            </p:nvSpPr>
            <p:spPr bwMode="auto">
              <a:xfrm>
                <a:off x="3936" y="1536"/>
                <a:ext cx="0" cy="20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9" name="Oval 27"/>
              <p:cNvSpPr>
                <a:spLocks noChangeArrowheads="1"/>
              </p:cNvSpPr>
              <p:nvPr/>
            </p:nvSpPr>
            <p:spPr bwMode="auto">
              <a:xfrm>
                <a:off x="3911" y="3551"/>
                <a:ext cx="73" cy="73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0" name="Oval 28"/>
              <p:cNvSpPr>
                <a:spLocks noChangeArrowheads="1"/>
              </p:cNvSpPr>
              <p:nvPr/>
            </p:nvSpPr>
            <p:spPr bwMode="auto">
              <a:xfrm>
                <a:off x="3899" y="1511"/>
                <a:ext cx="73" cy="71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1" name="Line 29"/>
              <p:cNvSpPr>
                <a:spLocks noChangeShapeType="1"/>
              </p:cNvSpPr>
              <p:nvPr/>
            </p:nvSpPr>
            <p:spPr bwMode="auto">
              <a:xfrm>
                <a:off x="2112" y="2736"/>
                <a:ext cx="12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2" name="Line 30"/>
              <p:cNvSpPr>
                <a:spLocks noChangeShapeType="1"/>
              </p:cNvSpPr>
              <p:nvPr/>
            </p:nvSpPr>
            <p:spPr bwMode="auto">
              <a:xfrm>
                <a:off x="2400" y="2352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3" name="Line 31"/>
              <p:cNvSpPr>
                <a:spLocks noChangeShapeType="1"/>
              </p:cNvSpPr>
              <p:nvPr/>
            </p:nvSpPr>
            <p:spPr bwMode="auto">
              <a:xfrm>
                <a:off x="2400" y="2928"/>
                <a:ext cx="864" cy="72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4" name="Line 32"/>
              <p:cNvSpPr>
                <a:spLocks noChangeShapeType="1"/>
              </p:cNvSpPr>
              <p:nvPr/>
            </p:nvSpPr>
            <p:spPr bwMode="auto">
              <a:xfrm>
                <a:off x="2400" y="2352"/>
                <a:ext cx="0" cy="5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5" name="Line 33"/>
              <p:cNvSpPr>
                <a:spLocks noChangeShapeType="1"/>
              </p:cNvSpPr>
              <p:nvPr/>
            </p:nvSpPr>
            <p:spPr bwMode="auto">
              <a:xfrm>
                <a:off x="3264" y="2352"/>
                <a:ext cx="0" cy="12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6" name="Line 34"/>
              <p:cNvSpPr>
                <a:spLocks noChangeShapeType="1"/>
              </p:cNvSpPr>
              <p:nvPr/>
            </p:nvSpPr>
            <p:spPr bwMode="auto">
              <a:xfrm>
                <a:off x="2160" y="1536"/>
                <a:ext cx="0" cy="20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Oval 35"/>
              <p:cNvSpPr>
                <a:spLocks noChangeArrowheads="1"/>
              </p:cNvSpPr>
              <p:nvPr/>
            </p:nvSpPr>
            <p:spPr bwMode="auto">
              <a:xfrm>
                <a:off x="2128" y="3576"/>
                <a:ext cx="64" cy="62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Oval 36"/>
              <p:cNvSpPr>
                <a:spLocks noChangeArrowheads="1"/>
              </p:cNvSpPr>
              <p:nvPr/>
            </p:nvSpPr>
            <p:spPr bwMode="auto">
              <a:xfrm>
                <a:off x="2137" y="1512"/>
                <a:ext cx="63" cy="65"/>
              </a:xfrm>
              <a:prstGeom prst="ellipse">
                <a:avLst/>
              </a:prstGeom>
              <a:solidFill>
                <a:srgbClr val="CC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Text Box 37"/>
              <p:cNvSpPr txBox="1">
                <a:spLocks noChangeArrowheads="1"/>
              </p:cNvSpPr>
              <p:nvPr/>
            </p:nvSpPr>
            <p:spPr bwMode="auto">
              <a:xfrm>
                <a:off x="522" y="2143"/>
                <a:ext cx="27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a'</a:t>
                </a:r>
                <a:endParaRPr lang="en-US" altLang="zh-CN" i="1" dirty="0"/>
              </a:p>
            </p:txBody>
          </p:sp>
          <p:sp>
            <p:nvSpPr>
              <p:cNvPr id="23591" name="Text Box 39"/>
              <p:cNvSpPr txBox="1">
                <a:spLocks noChangeArrowheads="1"/>
              </p:cNvSpPr>
              <p:nvPr/>
            </p:nvSpPr>
            <p:spPr bwMode="auto">
              <a:xfrm>
                <a:off x="1440" y="2112"/>
                <a:ext cx="25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b'</a:t>
                </a:r>
              </a:p>
            </p:txBody>
          </p:sp>
          <p:sp>
            <p:nvSpPr>
              <p:cNvPr id="23593" name="Text Box 41"/>
              <p:cNvSpPr txBox="1">
                <a:spLocks noChangeArrowheads="1"/>
              </p:cNvSpPr>
              <p:nvPr/>
            </p:nvSpPr>
            <p:spPr bwMode="auto">
              <a:xfrm>
                <a:off x="497" y="2803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/>
                  <a:t>a</a:t>
                </a:r>
              </a:p>
            </p:txBody>
          </p:sp>
          <p:sp>
            <p:nvSpPr>
              <p:cNvPr id="23594" name="Text Box 42"/>
              <p:cNvSpPr txBox="1">
                <a:spLocks noChangeArrowheads="1"/>
              </p:cNvSpPr>
              <p:nvPr/>
            </p:nvSpPr>
            <p:spPr bwMode="auto">
              <a:xfrm>
                <a:off x="3120" y="360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/>
                  <a:t>b</a:t>
                </a:r>
              </a:p>
            </p:txBody>
          </p:sp>
          <p:sp>
            <p:nvSpPr>
              <p:cNvPr id="23595" name="Text Box 43"/>
              <p:cNvSpPr txBox="1">
                <a:spLocks noChangeArrowheads="1"/>
              </p:cNvSpPr>
              <p:nvPr/>
            </p:nvSpPr>
            <p:spPr bwMode="auto">
              <a:xfrm>
                <a:off x="480" y="1392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k'</a:t>
                </a:r>
              </a:p>
            </p:txBody>
          </p:sp>
          <p:sp>
            <p:nvSpPr>
              <p:cNvPr id="23597" name="Text Box 45"/>
              <p:cNvSpPr txBox="1">
                <a:spLocks noChangeArrowheads="1"/>
              </p:cNvSpPr>
              <p:nvPr/>
            </p:nvSpPr>
            <p:spPr bwMode="auto">
              <a:xfrm>
                <a:off x="432" y="360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/>
                  <a:t>k</a:t>
                </a:r>
              </a:p>
            </p:txBody>
          </p:sp>
          <p:sp>
            <p:nvSpPr>
              <p:cNvPr id="23598" name="Text Box 46"/>
              <p:cNvSpPr txBox="1">
                <a:spLocks noChangeArrowheads="1"/>
              </p:cNvSpPr>
              <p:nvPr/>
            </p:nvSpPr>
            <p:spPr bwMode="auto">
              <a:xfrm>
                <a:off x="2232" y="2151"/>
                <a:ext cx="27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a’</a:t>
                </a:r>
                <a:endParaRPr lang="en-US" altLang="zh-CN" i="1" dirty="0"/>
              </a:p>
            </p:txBody>
          </p:sp>
          <p:sp>
            <p:nvSpPr>
              <p:cNvPr id="23600" name="Text Box 48"/>
              <p:cNvSpPr txBox="1">
                <a:spLocks noChangeArrowheads="1"/>
              </p:cNvSpPr>
              <p:nvPr/>
            </p:nvSpPr>
            <p:spPr bwMode="auto">
              <a:xfrm>
                <a:off x="3168" y="2112"/>
                <a:ext cx="28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b’</a:t>
                </a:r>
              </a:p>
            </p:txBody>
          </p:sp>
          <p:sp>
            <p:nvSpPr>
              <p:cNvPr id="23602" name="Text Box 50"/>
              <p:cNvSpPr txBox="1">
                <a:spLocks noChangeArrowheads="1"/>
              </p:cNvSpPr>
              <p:nvPr/>
            </p:nvSpPr>
            <p:spPr bwMode="auto">
              <a:xfrm>
                <a:off x="2208" y="2784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a</a:t>
                </a:r>
              </a:p>
            </p:txBody>
          </p:sp>
          <p:sp>
            <p:nvSpPr>
              <p:cNvPr id="23603" name="Text Box 51"/>
              <p:cNvSpPr txBox="1">
                <a:spLocks noChangeArrowheads="1"/>
              </p:cNvSpPr>
              <p:nvPr/>
            </p:nvSpPr>
            <p:spPr bwMode="auto">
              <a:xfrm>
                <a:off x="1392" y="360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b</a:t>
                </a:r>
              </a:p>
            </p:txBody>
          </p:sp>
          <p:sp>
            <p:nvSpPr>
              <p:cNvPr id="23604" name="Text Box 52"/>
              <p:cNvSpPr txBox="1">
                <a:spLocks noChangeArrowheads="1"/>
              </p:cNvSpPr>
              <p:nvPr/>
            </p:nvSpPr>
            <p:spPr bwMode="auto">
              <a:xfrm>
                <a:off x="2208" y="1392"/>
                <a:ext cx="28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k’</a:t>
                </a:r>
              </a:p>
            </p:txBody>
          </p:sp>
          <p:sp>
            <p:nvSpPr>
              <p:cNvPr id="23606" name="Text Box 54"/>
              <p:cNvSpPr txBox="1">
                <a:spLocks noChangeArrowheads="1"/>
              </p:cNvSpPr>
              <p:nvPr/>
            </p:nvSpPr>
            <p:spPr bwMode="auto">
              <a:xfrm>
                <a:off x="2160" y="360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/>
                  <a:t>k</a:t>
                </a:r>
              </a:p>
            </p:txBody>
          </p:sp>
          <p:sp>
            <p:nvSpPr>
              <p:cNvPr id="23607" name="Text Box 55"/>
              <p:cNvSpPr txBox="1">
                <a:spLocks noChangeArrowheads="1"/>
              </p:cNvSpPr>
              <p:nvPr/>
            </p:nvSpPr>
            <p:spPr bwMode="auto">
              <a:xfrm>
                <a:off x="4026" y="2143"/>
                <a:ext cx="24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a'</a:t>
                </a:r>
                <a:endParaRPr lang="en-US" altLang="zh-CN" i="1" dirty="0"/>
              </a:p>
            </p:txBody>
          </p:sp>
          <p:sp>
            <p:nvSpPr>
              <p:cNvPr id="23609" name="Text Box 57"/>
              <p:cNvSpPr txBox="1">
                <a:spLocks noChangeArrowheads="1"/>
              </p:cNvSpPr>
              <p:nvPr/>
            </p:nvSpPr>
            <p:spPr bwMode="auto">
              <a:xfrm>
                <a:off x="4944" y="2112"/>
                <a:ext cx="28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b’</a:t>
                </a:r>
              </a:p>
            </p:txBody>
          </p:sp>
          <p:sp>
            <p:nvSpPr>
              <p:cNvPr id="23611" name="Text Box 59"/>
              <p:cNvSpPr txBox="1">
                <a:spLocks noChangeArrowheads="1"/>
              </p:cNvSpPr>
              <p:nvPr/>
            </p:nvSpPr>
            <p:spPr bwMode="auto">
              <a:xfrm>
                <a:off x="3986" y="2815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a</a:t>
                </a:r>
              </a:p>
            </p:txBody>
          </p:sp>
          <p:sp>
            <p:nvSpPr>
              <p:cNvPr id="23612" name="Text Box 60"/>
              <p:cNvSpPr txBox="1">
                <a:spLocks noChangeArrowheads="1"/>
              </p:cNvSpPr>
              <p:nvPr/>
            </p:nvSpPr>
            <p:spPr bwMode="auto">
              <a:xfrm>
                <a:off x="4944" y="360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b</a:t>
                </a:r>
              </a:p>
            </p:txBody>
          </p:sp>
          <p:sp>
            <p:nvSpPr>
              <p:cNvPr id="23613" name="Text Box 61"/>
              <p:cNvSpPr txBox="1">
                <a:spLocks noChangeArrowheads="1"/>
              </p:cNvSpPr>
              <p:nvPr/>
            </p:nvSpPr>
            <p:spPr bwMode="auto">
              <a:xfrm>
                <a:off x="3984" y="1392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k’</a:t>
                </a:r>
              </a:p>
            </p:txBody>
          </p:sp>
          <p:sp>
            <p:nvSpPr>
              <p:cNvPr id="23615" name="Text Box 63"/>
              <p:cNvSpPr txBox="1">
                <a:spLocks noChangeArrowheads="1"/>
              </p:cNvSpPr>
              <p:nvPr/>
            </p:nvSpPr>
            <p:spPr bwMode="auto">
              <a:xfrm>
                <a:off x="3936" y="360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k</a:t>
                </a:r>
              </a:p>
            </p:txBody>
          </p:sp>
        </p:grpSp>
      </p:grpSp>
      <p:sp>
        <p:nvSpPr>
          <p:cNvPr id="23616" name="Oval 64"/>
          <p:cNvSpPr>
            <a:spLocks noChangeArrowheads="1"/>
          </p:cNvSpPr>
          <p:nvPr/>
        </p:nvSpPr>
        <p:spPr bwMode="auto">
          <a:xfrm>
            <a:off x="5715596" y="4393246"/>
            <a:ext cx="101203" cy="101443"/>
          </a:xfrm>
          <a:prstGeom prst="ellipse">
            <a:avLst/>
          </a:prstGeom>
          <a:solidFill>
            <a:srgbClr val="CC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619" name="Group 67"/>
          <p:cNvGrpSpPr>
            <a:grpSpLocks/>
          </p:cNvGrpSpPr>
          <p:nvPr/>
        </p:nvGrpSpPr>
        <p:grpSpPr bwMode="auto">
          <a:xfrm>
            <a:off x="5649917" y="2899330"/>
            <a:ext cx="484188" cy="1652588"/>
            <a:chOff x="2527" y="2137"/>
            <a:chExt cx="305" cy="1041"/>
          </a:xfrm>
        </p:grpSpPr>
        <p:sp>
          <p:nvSpPr>
            <p:cNvPr id="23620" name="Text Box 68"/>
            <p:cNvSpPr txBox="1">
              <a:spLocks noChangeArrowheads="1"/>
            </p:cNvSpPr>
            <p:nvPr/>
          </p:nvSpPr>
          <p:spPr bwMode="auto">
            <a:xfrm>
              <a:off x="2527" y="2137"/>
              <a:ext cx="30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/>
                <a:t>m'</a:t>
              </a:r>
            </a:p>
          </p:txBody>
        </p:sp>
        <p:sp>
          <p:nvSpPr>
            <p:cNvPr id="23621" name="Text Box 69"/>
            <p:cNvSpPr txBox="1">
              <a:spLocks noChangeArrowheads="1"/>
            </p:cNvSpPr>
            <p:nvPr/>
          </p:nvSpPr>
          <p:spPr bwMode="auto">
            <a:xfrm>
              <a:off x="2592" y="29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/>
                <a:t>m</a:t>
              </a:r>
            </a:p>
          </p:txBody>
        </p:sp>
      </p:grpSp>
      <p:sp>
        <p:nvSpPr>
          <p:cNvPr id="23622" name="Text Box 70"/>
          <p:cNvSpPr txBox="1">
            <a:spLocks noChangeArrowheads="1"/>
          </p:cNvSpPr>
          <p:nvPr/>
        </p:nvSpPr>
        <p:spPr bwMode="auto">
          <a:xfrm>
            <a:off x="9110885" y="5071138"/>
            <a:ext cx="533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 dirty="0"/>
              <a:t>m</a:t>
            </a:r>
            <a:r>
              <a:rPr lang="en-US" altLang="zh-CN" sz="1400" i="1" baseline="-25000" dirty="0"/>
              <a:t>0</a:t>
            </a:r>
            <a:endParaRPr lang="en-US" altLang="zh-CN" i="1" baseline="-25000" dirty="0"/>
          </a:p>
        </p:txBody>
      </p:sp>
      <p:grpSp>
        <p:nvGrpSpPr>
          <p:cNvPr id="23623" name="Group 71"/>
          <p:cNvGrpSpPr>
            <a:grpSpLocks/>
          </p:cNvGrpSpPr>
          <p:nvPr/>
        </p:nvGrpSpPr>
        <p:grpSpPr bwMode="auto">
          <a:xfrm>
            <a:off x="8590889" y="5188263"/>
            <a:ext cx="685800" cy="711200"/>
            <a:chOff x="4464" y="3552"/>
            <a:chExt cx="432" cy="448"/>
          </a:xfrm>
        </p:grpSpPr>
        <p:sp>
          <p:nvSpPr>
            <p:cNvPr id="23624" name="Text Box 72"/>
            <p:cNvSpPr txBox="1">
              <a:spLocks noChangeArrowheads="1"/>
            </p:cNvSpPr>
            <p:nvPr/>
          </p:nvSpPr>
          <p:spPr bwMode="auto">
            <a:xfrm>
              <a:off x="4464" y="3744"/>
              <a:ext cx="432" cy="25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/>
                <a:t>L</a:t>
              </a:r>
              <a:r>
                <a:rPr lang="en-US" altLang="zh-CN" sz="1400" dirty="0"/>
                <a:t>KM</a:t>
              </a:r>
              <a:r>
                <a:rPr lang="en-US" altLang="zh-CN" sz="1400" baseline="-25000" dirty="0"/>
                <a:t>0</a:t>
              </a:r>
              <a:endParaRPr lang="en-US" altLang="zh-CN" sz="2000" baseline="-25000" dirty="0"/>
            </a:p>
          </p:txBody>
        </p:sp>
        <p:sp>
          <p:nvSpPr>
            <p:cNvPr id="23625" name="Line 73"/>
            <p:cNvSpPr>
              <a:spLocks noChangeShapeType="1"/>
            </p:cNvSpPr>
            <p:nvPr/>
          </p:nvSpPr>
          <p:spPr bwMode="auto">
            <a:xfrm flipH="1" flipV="1">
              <a:off x="4560" y="3552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626" name="Oval 74"/>
          <p:cNvSpPr>
            <a:spLocks noChangeArrowheads="1"/>
          </p:cNvSpPr>
          <p:nvPr/>
        </p:nvSpPr>
        <p:spPr bwMode="auto">
          <a:xfrm>
            <a:off x="8523006" y="4383641"/>
            <a:ext cx="125694" cy="111047"/>
          </a:xfrm>
          <a:prstGeom prst="ellipse">
            <a:avLst/>
          </a:prstGeom>
          <a:solidFill>
            <a:srgbClr val="CC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627" name="Group 75"/>
          <p:cNvGrpSpPr>
            <a:grpSpLocks/>
          </p:cNvGrpSpPr>
          <p:nvPr/>
        </p:nvGrpSpPr>
        <p:grpSpPr bwMode="auto">
          <a:xfrm>
            <a:off x="7886703" y="1945241"/>
            <a:ext cx="1169988" cy="3276600"/>
            <a:chOff x="3936" y="1536"/>
            <a:chExt cx="737" cy="2064"/>
          </a:xfrm>
        </p:grpSpPr>
        <p:sp>
          <p:nvSpPr>
            <p:cNvPr id="23628" name="Line 76"/>
            <p:cNvSpPr>
              <a:spLocks noChangeShapeType="1"/>
            </p:cNvSpPr>
            <p:nvPr/>
          </p:nvSpPr>
          <p:spPr bwMode="auto">
            <a:xfrm flipV="1">
              <a:off x="4368" y="2352"/>
              <a:ext cx="0" cy="768"/>
            </a:xfrm>
            <a:prstGeom prst="line">
              <a:avLst/>
            </a:prstGeom>
            <a:noFill/>
            <a:ln w="12700">
              <a:solidFill>
                <a:srgbClr val="FF66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9" name="Line 77"/>
            <p:cNvSpPr>
              <a:spLocks noChangeShapeType="1"/>
            </p:cNvSpPr>
            <p:nvPr/>
          </p:nvSpPr>
          <p:spPr bwMode="auto">
            <a:xfrm flipH="1" flipV="1">
              <a:off x="3936" y="1536"/>
              <a:ext cx="432" cy="816"/>
            </a:xfrm>
            <a:prstGeom prst="line">
              <a:avLst/>
            </a:prstGeom>
            <a:noFill/>
            <a:ln w="38100">
              <a:solidFill>
                <a:srgbClr val="FF66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0" name="Line 78"/>
            <p:cNvSpPr>
              <a:spLocks noChangeShapeType="1"/>
            </p:cNvSpPr>
            <p:nvPr/>
          </p:nvSpPr>
          <p:spPr bwMode="auto">
            <a:xfrm flipV="1">
              <a:off x="3936" y="3120"/>
              <a:ext cx="432" cy="480"/>
            </a:xfrm>
            <a:prstGeom prst="line">
              <a:avLst/>
            </a:prstGeom>
            <a:noFill/>
            <a:ln w="38100">
              <a:solidFill>
                <a:srgbClr val="FF66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631" name="Group 79"/>
            <p:cNvGrpSpPr>
              <a:grpSpLocks/>
            </p:cNvGrpSpPr>
            <p:nvPr/>
          </p:nvGrpSpPr>
          <p:grpSpPr bwMode="auto">
            <a:xfrm>
              <a:off x="4368" y="2112"/>
              <a:ext cx="305" cy="1066"/>
              <a:chOff x="4368" y="2112"/>
              <a:chExt cx="305" cy="1066"/>
            </a:xfrm>
          </p:grpSpPr>
          <p:sp>
            <p:nvSpPr>
              <p:cNvPr id="23632" name="Text Box 80"/>
              <p:cNvSpPr txBox="1">
                <a:spLocks noChangeArrowheads="1"/>
              </p:cNvSpPr>
              <p:nvPr/>
            </p:nvSpPr>
            <p:spPr bwMode="auto">
              <a:xfrm>
                <a:off x="4368" y="2112"/>
                <a:ext cx="30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m'</a:t>
                </a:r>
              </a:p>
            </p:txBody>
          </p:sp>
          <p:sp>
            <p:nvSpPr>
              <p:cNvPr id="23634" name="Text Box 82"/>
              <p:cNvSpPr txBox="1">
                <a:spLocks noChangeArrowheads="1"/>
              </p:cNvSpPr>
              <p:nvPr/>
            </p:nvSpPr>
            <p:spPr bwMode="auto">
              <a:xfrm>
                <a:off x="4368" y="292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i="1" dirty="0"/>
                  <a:t>m</a:t>
                </a:r>
              </a:p>
            </p:txBody>
          </p:sp>
        </p:grpSp>
      </p:grpSp>
      <p:grpSp>
        <p:nvGrpSpPr>
          <p:cNvPr id="23635" name="Group 83"/>
          <p:cNvGrpSpPr>
            <a:grpSpLocks/>
          </p:cNvGrpSpPr>
          <p:nvPr/>
        </p:nvGrpSpPr>
        <p:grpSpPr bwMode="auto">
          <a:xfrm>
            <a:off x="7810500" y="1945242"/>
            <a:ext cx="1632022" cy="3198813"/>
            <a:chOff x="3888" y="1536"/>
            <a:chExt cx="1056" cy="2016"/>
          </a:xfrm>
        </p:grpSpPr>
        <p:grpSp>
          <p:nvGrpSpPr>
            <p:cNvPr id="23636" name="Group 84"/>
            <p:cNvGrpSpPr>
              <a:grpSpLocks/>
            </p:cNvGrpSpPr>
            <p:nvPr/>
          </p:nvGrpSpPr>
          <p:grpSpPr bwMode="auto">
            <a:xfrm>
              <a:off x="3888" y="1968"/>
              <a:ext cx="749" cy="1343"/>
              <a:chOff x="3888" y="1968"/>
              <a:chExt cx="749" cy="1343"/>
            </a:xfrm>
          </p:grpSpPr>
          <p:sp>
            <p:nvSpPr>
              <p:cNvPr id="23638" name="AutoShape 86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84" cy="71"/>
              </a:xfrm>
              <a:prstGeom prst="smileyFace">
                <a:avLst>
                  <a:gd name="adj" fmla="val 4653"/>
                </a:avLst>
              </a:prstGeom>
              <a:solidFill>
                <a:srgbClr val="FFFFFF"/>
              </a:solidFill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3637" name="AutoShape 85"/>
              <p:cNvSpPr>
                <a:spLocks noChangeArrowheads="1"/>
              </p:cNvSpPr>
              <p:nvPr/>
            </p:nvSpPr>
            <p:spPr bwMode="auto">
              <a:xfrm>
                <a:off x="4552" y="3225"/>
                <a:ext cx="85" cy="86"/>
              </a:xfrm>
              <a:prstGeom prst="smileyFace">
                <a:avLst>
                  <a:gd name="adj" fmla="val 4653"/>
                </a:avLst>
              </a:prstGeom>
              <a:solidFill>
                <a:srgbClr val="FFFFFF"/>
              </a:solidFill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639" name="Line 87"/>
            <p:cNvSpPr>
              <a:spLocks noChangeShapeType="1"/>
            </p:cNvSpPr>
            <p:nvPr/>
          </p:nvSpPr>
          <p:spPr bwMode="auto">
            <a:xfrm>
              <a:off x="3936" y="1536"/>
              <a:ext cx="0" cy="816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640" name="Line 88"/>
            <p:cNvSpPr>
              <a:spLocks noChangeShapeType="1"/>
            </p:cNvSpPr>
            <p:nvPr/>
          </p:nvSpPr>
          <p:spPr bwMode="auto">
            <a:xfrm>
              <a:off x="4368" y="3072"/>
              <a:ext cx="576" cy="48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3641" name="Text Box 89"/>
          <p:cNvSpPr txBox="1">
            <a:spLocks noChangeArrowheads="1"/>
          </p:cNvSpPr>
          <p:nvPr/>
        </p:nvSpPr>
        <p:spPr bwMode="auto">
          <a:xfrm>
            <a:off x="1943100" y="3621642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X</a:t>
            </a:r>
          </a:p>
        </p:txBody>
      </p:sp>
      <p:sp>
        <p:nvSpPr>
          <p:cNvPr id="23642" name="Text Box 90"/>
          <p:cNvSpPr txBox="1">
            <a:spLocks noChangeArrowheads="1"/>
          </p:cNvSpPr>
          <p:nvPr/>
        </p:nvSpPr>
        <p:spPr bwMode="auto">
          <a:xfrm>
            <a:off x="4686300" y="3697842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X</a:t>
            </a:r>
          </a:p>
        </p:txBody>
      </p:sp>
      <p:sp>
        <p:nvSpPr>
          <p:cNvPr id="23643" name="Text Box 91"/>
          <p:cNvSpPr txBox="1">
            <a:spLocks noChangeArrowheads="1"/>
          </p:cNvSpPr>
          <p:nvPr/>
        </p:nvSpPr>
        <p:spPr bwMode="auto">
          <a:xfrm>
            <a:off x="7505700" y="3697842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/>
              <a:t>X</a:t>
            </a:r>
          </a:p>
        </p:txBody>
      </p:sp>
      <p:sp>
        <p:nvSpPr>
          <p:cNvPr id="23644" name="Line 92"/>
          <p:cNvSpPr>
            <a:spLocks noChangeShapeType="1"/>
          </p:cNvSpPr>
          <p:nvPr/>
        </p:nvSpPr>
        <p:spPr bwMode="auto">
          <a:xfrm>
            <a:off x="2705100" y="3240641"/>
            <a:ext cx="1371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45" name="Line 93"/>
          <p:cNvSpPr>
            <a:spLocks noChangeShapeType="1"/>
          </p:cNvSpPr>
          <p:nvPr/>
        </p:nvSpPr>
        <p:spPr bwMode="auto">
          <a:xfrm>
            <a:off x="2705100" y="4155041"/>
            <a:ext cx="1371600" cy="114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46" name="Line 94"/>
          <p:cNvSpPr>
            <a:spLocks noChangeShapeType="1"/>
          </p:cNvSpPr>
          <p:nvPr/>
        </p:nvSpPr>
        <p:spPr bwMode="auto">
          <a:xfrm>
            <a:off x="5448300" y="3240641"/>
            <a:ext cx="1371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47" name="Line 95"/>
          <p:cNvSpPr>
            <a:spLocks noChangeShapeType="1"/>
          </p:cNvSpPr>
          <p:nvPr/>
        </p:nvSpPr>
        <p:spPr bwMode="auto">
          <a:xfrm>
            <a:off x="5448300" y="4155041"/>
            <a:ext cx="1371600" cy="114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648" name="Line 96"/>
          <p:cNvSpPr>
            <a:spLocks noChangeShapeType="1"/>
          </p:cNvSpPr>
          <p:nvPr/>
        </p:nvSpPr>
        <p:spPr bwMode="auto">
          <a:xfrm>
            <a:off x="8267700" y="3240641"/>
            <a:ext cx="1371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806E236-3096-CECF-2DB3-468D5DA26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962" y="3429000"/>
            <a:ext cx="1254606" cy="285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0" fill="hold"/>
                                        <p:tgtEl>
                                          <p:spTgt spid="23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0" fill="hold"/>
                                        <p:tgtEl>
                                          <p:spTgt spid="23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/>
      <p:bldP spid="23556" grpId="0" animBg="1"/>
      <p:bldP spid="23557" grpId="0" animBg="1"/>
      <p:bldP spid="23561" grpId="0" animBg="1"/>
      <p:bldP spid="23562" grpId="0" animBg="1"/>
      <p:bldP spid="23616" grpId="0" animBg="1"/>
      <p:bldP spid="23622" grpId="0" autoUpdateAnimBg="0"/>
      <p:bldP spid="236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838200" y="2527922"/>
            <a:ext cx="9945557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800" dirty="0"/>
              <a:t>        ★</a:t>
            </a:r>
            <a:r>
              <a:rPr lang="zh-CN" altLang="en-US" sz="2800" dirty="0"/>
              <a:t>点与直线的投影特性，尤其是</a:t>
            </a:r>
            <a:r>
              <a:rPr lang="zh-CN" altLang="en-US" sz="2800" dirty="0">
                <a:solidFill>
                  <a:srgbClr val="C00000"/>
                </a:solidFill>
              </a:rPr>
              <a:t>特殊位置直线的投影特性、直角三角形法</a:t>
            </a:r>
            <a:r>
              <a:rPr lang="zh-CN" altLang="en-US" sz="2800" dirty="0"/>
              <a:t>。</a:t>
            </a:r>
          </a:p>
          <a:p>
            <a:pPr>
              <a:spcBef>
                <a:spcPts val="600"/>
              </a:spcBef>
            </a:pPr>
            <a:r>
              <a:rPr lang="zh-CN" altLang="en-US" sz="2800" dirty="0"/>
              <a:t>        ★点与直线及两直线的相对位置的判断方法及投影特性。</a:t>
            </a:r>
          </a:p>
          <a:p>
            <a:pPr>
              <a:spcBef>
                <a:spcPts val="600"/>
              </a:spcBef>
            </a:pPr>
            <a:r>
              <a:rPr lang="zh-CN" altLang="en-US" sz="2800" dirty="0"/>
              <a:t>        ★定比定理。</a:t>
            </a:r>
          </a:p>
          <a:p>
            <a:pPr>
              <a:spcBef>
                <a:spcPts val="600"/>
              </a:spcBef>
            </a:pPr>
            <a:r>
              <a:rPr lang="zh-CN" altLang="en-US" sz="2800" dirty="0"/>
              <a:t>        ★</a:t>
            </a:r>
            <a:r>
              <a:rPr lang="zh-CN" altLang="en-US" sz="2800" b="1" dirty="0">
                <a:solidFill>
                  <a:srgbClr val="C00000"/>
                </a:solidFill>
              </a:rPr>
              <a:t>直角定理，即两直线垂直时的投影特性。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838200" y="1888577"/>
            <a:ext cx="22365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/>
              <a:t>重点掌握：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69B36-1484-44AF-8752-87CE736C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206"/>
            <a:ext cx="8520112" cy="807691"/>
          </a:xfrm>
        </p:spPr>
        <p:txBody>
          <a:bodyPr>
            <a:normAutofit/>
          </a:bodyPr>
          <a:lstStyle/>
          <a:p>
            <a:r>
              <a:rPr lang="zh-CN" altLang="en-US" b="1" dirty="0"/>
              <a:t>点和直线投影特性小结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EFB14-79D1-4A3C-932F-D6AC9532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66CD-3F12-8B49-B958-886055264721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ED924-DA27-4D26-8007-21F95BCA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C93F0-8E35-410A-8394-762FA3E7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15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311553" y="653608"/>
            <a:ext cx="305724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一、点的投影规律</a:t>
            </a: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2359026" y="1487815"/>
            <a:ext cx="22125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/>
              <a:t>① </a:t>
            </a:r>
            <a:r>
              <a:rPr lang="en-US" altLang="zh-CN" sz="2800" i="1">
                <a:sym typeface="EuroRoman" charset="0"/>
              </a:rPr>
              <a:t>a</a:t>
            </a:r>
            <a:r>
              <a:rPr lang="en-US" altLang="zh-CN" sz="2800">
                <a:sym typeface="Symbol" charset="2"/>
              </a:rPr>
              <a:t></a:t>
            </a:r>
            <a:r>
              <a:rPr lang="en-US" altLang="zh-CN" sz="2800" i="1"/>
              <a:t>a</a:t>
            </a:r>
            <a:r>
              <a:rPr lang="en-US" altLang="zh-CN" sz="2800"/>
              <a:t>⊥OX</a:t>
            </a:r>
            <a:r>
              <a:rPr lang="zh-CN" altLang="zh-CN" sz="2800"/>
              <a:t>轴</a:t>
            </a:r>
            <a:endParaRPr lang="zh-CN" altLang="en-US" sz="2800"/>
          </a:p>
        </p:txBody>
      </p: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2289175" y="3300739"/>
            <a:ext cx="46987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/>
              <a:t>② </a:t>
            </a:r>
            <a:r>
              <a:rPr lang="en-US" altLang="zh-CN" sz="2800" i="1"/>
              <a:t>aa</a:t>
            </a:r>
            <a:r>
              <a:rPr lang="en-US" altLang="zh-CN" sz="2800" baseline="-25000"/>
              <a:t>x</a:t>
            </a:r>
            <a:r>
              <a:rPr lang="en-US" altLang="zh-CN" sz="2800"/>
              <a:t>= </a:t>
            </a:r>
            <a:r>
              <a:rPr lang="en-US" altLang="zh-CN" sz="2800" i="1"/>
              <a:t>a</a:t>
            </a:r>
            <a:r>
              <a:rPr lang="en-US" altLang="zh-CN" sz="2800">
                <a:sym typeface="Symbol" charset="2"/>
              </a:rPr>
              <a:t></a:t>
            </a:r>
            <a:r>
              <a:rPr lang="en-US" altLang="zh-CN" sz="2800" i="1"/>
              <a:t>a</a:t>
            </a:r>
            <a:r>
              <a:rPr lang="en-US" altLang="zh-CN" sz="2800" baseline="-25000"/>
              <a:t>z</a:t>
            </a:r>
            <a:r>
              <a:rPr lang="en-US" altLang="zh-CN" sz="2800"/>
              <a:t>=y=A</a:t>
            </a:r>
            <a:r>
              <a:rPr lang="zh-CN" altLang="zh-CN" sz="2800"/>
              <a:t>到</a:t>
            </a:r>
            <a:r>
              <a:rPr lang="en-US" altLang="zh-CN" sz="2800"/>
              <a:t>V</a:t>
            </a:r>
            <a:r>
              <a:rPr lang="zh-CN" altLang="zh-CN" sz="2800"/>
              <a:t>面的距离</a:t>
            </a:r>
            <a:endParaRPr lang="zh-CN" altLang="en-US" sz="2800"/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2832101" y="4029403"/>
            <a:ext cx="43604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i="1">
                <a:sym typeface="EuroRoman" charset="0"/>
              </a:rPr>
              <a:t>a</a:t>
            </a:r>
            <a:r>
              <a:rPr lang="en-US" altLang="zh-CN" sz="2800">
                <a:sym typeface="Symbol" charset="2"/>
              </a:rPr>
              <a:t></a:t>
            </a:r>
            <a:r>
              <a:rPr lang="en-US" altLang="zh-CN" sz="2800" i="1"/>
              <a:t>a</a:t>
            </a:r>
            <a:r>
              <a:rPr lang="en-US" altLang="zh-CN" sz="2800" baseline="-25000"/>
              <a:t>x</a:t>
            </a:r>
            <a:r>
              <a:rPr lang="en-US" altLang="zh-CN" sz="2800"/>
              <a:t>= </a:t>
            </a:r>
            <a:r>
              <a:rPr lang="en-US" altLang="zh-CN" sz="2800" i="1"/>
              <a:t>a</a:t>
            </a:r>
            <a:r>
              <a:rPr lang="en-US" altLang="zh-CN" sz="2800">
                <a:sym typeface="Symbol" charset="2"/>
              </a:rPr>
              <a:t></a:t>
            </a:r>
            <a:r>
              <a:rPr lang="en-US" altLang="zh-CN" sz="2800" i="1"/>
              <a:t>a</a:t>
            </a:r>
            <a:r>
              <a:rPr lang="en-US" altLang="zh-CN" sz="2800" baseline="-25000"/>
              <a:t>y</a:t>
            </a:r>
            <a:r>
              <a:rPr lang="en-US" altLang="zh-CN" sz="2800"/>
              <a:t>=z=A</a:t>
            </a:r>
            <a:r>
              <a:rPr lang="zh-CN" altLang="zh-CN" sz="2800"/>
              <a:t>到</a:t>
            </a:r>
            <a:r>
              <a:rPr lang="en-US" altLang="zh-CN" sz="2800"/>
              <a:t>H</a:t>
            </a:r>
            <a:r>
              <a:rPr lang="zh-CN" altLang="zh-CN" sz="2800"/>
              <a:t>面的距离</a:t>
            </a:r>
            <a:endParaRPr lang="zh-CN" altLang="en-US" sz="2800"/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2816225" y="4692977"/>
            <a:ext cx="75072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800" i="1"/>
              <a:t>aa</a:t>
            </a:r>
            <a:r>
              <a:rPr lang="en-US" altLang="zh-CN" sz="2800" baseline="-25000"/>
              <a:t>y</a:t>
            </a:r>
            <a:r>
              <a:rPr lang="en-US" altLang="zh-CN" sz="2800"/>
              <a:t>= </a:t>
            </a:r>
            <a:r>
              <a:rPr lang="en-US" altLang="zh-CN" sz="2800" i="1">
                <a:sym typeface="EuroRoman" charset="0"/>
              </a:rPr>
              <a:t>a</a:t>
            </a:r>
            <a:r>
              <a:rPr lang="en-US" altLang="zh-CN" sz="2800">
                <a:sym typeface="Symbol" charset="2"/>
              </a:rPr>
              <a:t></a:t>
            </a:r>
            <a:r>
              <a:rPr lang="en-US" altLang="zh-CN" sz="2800" i="1"/>
              <a:t>a</a:t>
            </a:r>
            <a:r>
              <a:rPr lang="en-US" altLang="zh-CN" sz="2800" baseline="-25000"/>
              <a:t>z</a:t>
            </a:r>
            <a:r>
              <a:rPr lang="en-US" altLang="zh-CN" sz="2800"/>
              <a:t>=x=A</a:t>
            </a:r>
            <a:r>
              <a:rPr lang="zh-CN" altLang="zh-CN" sz="2800"/>
              <a:t>到</a:t>
            </a:r>
            <a:r>
              <a:rPr lang="en-US" altLang="zh-CN" sz="2800"/>
              <a:t>W</a:t>
            </a:r>
            <a:r>
              <a:rPr lang="zh-CN" altLang="zh-CN" sz="2800"/>
              <a:t>面的距离</a:t>
            </a:r>
            <a:endParaRPr lang="zh-CN" altLang="en-US" sz="2800"/>
          </a:p>
        </p:txBody>
      </p:sp>
      <p:sp>
        <p:nvSpPr>
          <p:cNvPr id="15395" name="Text Box 35"/>
          <p:cNvSpPr txBox="1">
            <a:spLocks noChangeArrowheads="1"/>
          </p:cNvSpPr>
          <p:nvPr/>
        </p:nvSpPr>
        <p:spPr bwMode="auto">
          <a:xfrm>
            <a:off x="2774950" y="2008514"/>
            <a:ext cx="3187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zh-CN" sz="2800"/>
              <a:t> </a:t>
            </a:r>
            <a:r>
              <a:rPr lang="en-US" altLang="zh-CN" sz="2800" i="1">
                <a:sym typeface="EuroRoman" charset="0"/>
              </a:rPr>
              <a:t>a</a:t>
            </a:r>
            <a:r>
              <a:rPr lang="en-US" altLang="zh-CN" sz="2800">
                <a:sym typeface="Symbol" charset="2"/>
              </a:rPr>
              <a:t></a:t>
            </a:r>
            <a:r>
              <a:rPr lang="en-US" altLang="zh-CN" sz="2800" i="1"/>
              <a:t>a</a:t>
            </a:r>
            <a:r>
              <a:rPr lang="en-US" altLang="zh-CN" sz="2800">
                <a:sym typeface="Symbol" charset="2"/>
              </a:rPr>
              <a:t></a:t>
            </a:r>
            <a:r>
              <a:rPr lang="en-US" altLang="zh-CN" sz="2800"/>
              <a:t>⊥OZ</a:t>
            </a:r>
            <a:r>
              <a:rPr lang="zh-CN" altLang="zh-CN" sz="2800"/>
              <a:t>轴</a:t>
            </a:r>
            <a:endParaRPr lang="zh-CN" altLang="en-US" sz="2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BA677-30B0-4C57-A831-E8287D47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8DC7-EAB0-FF45-84AF-13C09110CDBE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DEE12A-31D5-4A87-9B7F-232F9C12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A914B-05D4-4E19-A5E4-899CD1D8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3636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5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5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15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5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5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75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utoUpdateAnimBg="0"/>
      <p:bldP spid="15392" grpId="0" autoUpdateAnimBg="0"/>
      <p:bldP spid="15393" grpId="0" autoUpdateAnimBg="0"/>
      <p:bldP spid="15394" grpId="0" autoUpdateAnimBg="0"/>
      <p:bldP spid="1539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669673" y="619115"/>
            <a:ext cx="485261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二、各种位置直线的投影特性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155095" y="1179504"/>
            <a:ext cx="27799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/>
              <a:t>⒈ </a:t>
            </a:r>
            <a:r>
              <a:rPr lang="zh-CN" altLang="en-US" sz="2800" dirty="0">
                <a:solidFill>
                  <a:srgbClr val="002060"/>
                </a:solidFill>
              </a:rPr>
              <a:t>一般位置直线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537684" y="1739893"/>
            <a:ext cx="676433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三个投影与各投影轴都倾斜。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C00000"/>
                </a:solidFill>
              </a:rPr>
              <a:t>利用直角三角形法求投影、实长、倾角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155095" y="2828917"/>
            <a:ext cx="27799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/>
              <a:t>⒉ </a:t>
            </a:r>
            <a:r>
              <a:rPr lang="zh-CN" altLang="en-US" sz="2800" dirty="0">
                <a:solidFill>
                  <a:srgbClr val="002060"/>
                </a:solidFill>
              </a:rPr>
              <a:t>投影面平行线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1540858" y="3484555"/>
            <a:ext cx="94095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在其平行的投影面上的投影反映线段实长及与相应投影面的夹角。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另两个投影平行于相应的投影轴。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155095" y="4497710"/>
            <a:ext cx="27799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/>
              <a:t>⒊ </a:t>
            </a:r>
            <a:r>
              <a:rPr lang="zh-CN" altLang="en-US" sz="2800" dirty="0">
                <a:solidFill>
                  <a:srgbClr val="002060"/>
                </a:solidFill>
              </a:rPr>
              <a:t>投影面垂直线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1537683" y="5133742"/>
            <a:ext cx="7473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在其垂直的投影面上的投影积聚为一点。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另两个投影反映实长且垂直于相应的投影轴。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33299-7B2D-41BB-A0FD-08EB6957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F4DD-0DE6-8247-A302-55E8B819504D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5040B-EA4A-4F54-96F6-81589B66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01539-71C9-434C-90DA-386502C7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3532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75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  <p:bldP spid="16388" grpId="0" autoUpdateAnimBg="0"/>
      <p:bldP spid="16389" grpId="0" build="p" autoUpdateAnimBg="0"/>
      <p:bldP spid="16390" grpId="0" autoUpdateAnimBg="0"/>
      <p:bldP spid="16391" grpId="0" build="p" autoUpdateAnimBg="0"/>
      <p:bldP spid="16392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230812" y="67395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endParaRPr lang="en-US" altLang="en-US" b="1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655119" y="471309"/>
            <a:ext cx="269817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三、直线上的点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248619" y="1027369"/>
            <a:ext cx="48702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</a:rPr>
              <a:t>⒈ </a:t>
            </a:r>
            <a:r>
              <a:rPr lang="zh-CN" altLang="en-US" sz="2400" dirty="0">
                <a:latin typeface="+mn-ea"/>
              </a:rPr>
              <a:t>点的投影在直线的同名投影上。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1248619" y="1535202"/>
            <a:ext cx="10853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⒉ </a:t>
            </a:r>
            <a:r>
              <a:rPr lang="zh-CN" altLang="en-US" sz="2400" dirty="0">
                <a:latin typeface="+mn-ea"/>
              </a:rPr>
              <a:t>点分线段成定比，点的投影必分线段的投影成定比</a:t>
            </a:r>
            <a:r>
              <a:rPr lang="en-US" altLang="zh-CN" sz="2400" dirty="0">
                <a:latin typeface="+mn-ea"/>
              </a:rPr>
              <a:t>——</a:t>
            </a:r>
            <a:r>
              <a:rPr lang="zh-CN" altLang="en-US" sz="2400" b="1" dirty="0">
                <a:latin typeface="+mn-ea"/>
              </a:rPr>
              <a:t>定比定理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50774" y="2370354"/>
            <a:ext cx="377539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四、两直线的相对位置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248619" y="2963278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+mn-ea"/>
              </a:rPr>
              <a:t>⒈ </a:t>
            </a:r>
            <a:r>
              <a:rPr lang="zh-CN" altLang="en-US" sz="2400" b="1" dirty="0">
                <a:latin typeface="+mn-ea"/>
              </a:rPr>
              <a:t>平行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1222588" y="3863192"/>
            <a:ext cx="11929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+mn-ea"/>
              </a:rPr>
              <a:t>⒉ </a:t>
            </a:r>
            <a:r>
              <a:rPr lang="zh-CN" altLang="en-US" sz="2400" b="1">
                <a:latin typeface="+mn-ea"/>
              </a:rPr>
              <a:t>相交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1173368" y="4855954"/>
            <a:ext cx="24080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+mn-ea"/>
              </a:rPr>
              <a:t>⒊ </a:t>
            </a:r>
            <a:r>
              <a:rPr lang="zh-CN" altLang="en-US" sz="2400" b="1">
                <a:latin typeface="+mn-ea"/>
              </a:rPr>
              <a:t>交叉（交错）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1430602" y="3401527"/>
            <a:ext cx="33794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</a:rPr>
              <a:t>     </a:t>
            </a:r>
            <a:r>
              <a:rPr lang="zh-CN" altLang="en-US" sz="2400" dirty="0">
                <a:latin typeface="+mn-ea"/>
              </a:rPr>
              <a:t>同名投影互相平行。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1222588" y="4348001"/>
            <a:ext cx="108530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  </a:t>
            </a:r>
            <a:r>
              <a:rPr lang="zh-CN" altLang="en-US" sz="2400" dirty="0">
                <a:latin typeface="+mn-ea"/>
              </a:rPr>
              <a:t>同名投影相交，交点是两直线的共有点，且</a:t>
            </a:r>
            <a:r>
              <a:rPr lang="zh-CN" altLang="en-US" sz="2400" dirty="0">
                <a:solidFill>
                  <a:srgbClr val="002060"/>
                </a:solidFill>
                <a:latin typeface="+mn-ea"/>
              </a:rPr>
              <a:t>符合空间一个点的投影规律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1198767" y="5353051"/>
            <a:ext cx="972887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        </a:t>
            </a:r>
            <a:r>
              <a:rPr lang="zh-CN" altLang="en-US" sz="2400" dirty="0">
                <a:latin typeface="+mn-ea"/>
              </a:rPr>
              <a:t>同名投影可能相交，但</a:t>
            </a:r>
            <a:r>
              <a:rPr lang="zh-CN" altLang="en-US" sz="2400" dirty="0">
                <a:solidFill>
                  <a:srgbClr val="002060"/>
                </a:solidFill>
                <a:latin typeface="+mn-ea"/>
              </a:rPr>
              <a:t>“交点”不符合空间一个点的投影规律</a:t>
            </a:r>
            <a:r>
              <a:rPr lang="zh-CN" altLang="en-US" sz="2400" dirty="0">
                <a:latin typeface="+mn-ea"/>
              </a:rPr>
              <a:t>。“交点”是两直线上一对重影点的投影。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1A8F5-F215-41DC-8BC3-ED3AC16AD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6AFD3-5961-A144-A198-4F982D79F8F0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620CA-DE1D-40E6-8805-D10A665A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CEB31-EB6A-49E0-A22B-0D37C347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3733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7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7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  <p:bldP spid="17413" grpId="0" autoUpdateAnimBg="0"/>
      <p:bldP spid="17414" grpId="0"/>
      <p:bldP spid="17415" grpId="0" build="p" autoUpdateAnimBg="0"/>
      <p:bldP spid="17416" grpId="0" build="p" autoUpdateAnimBg="0"/>
      <p:bldP spid="17417" grpId="0" build="p" autoUpdateAnimBg="0"/>
      <p:bldP spid="17418" grpId="0" autoUpdateAnimBg="0"/>
      <p:bldP spid="17419" grpId="0" autoUpdateAnimBg="0"/>
      <p:bldP spid="1742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681206" y="718716"/>
            <a:ext cx="559775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</a:rPr>
              <a:t>五、相互垂直的两直线的投影特性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255206" y="1438449"/>
            <a:ext cx="92999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⒈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dirty="0">
                <a:latin typeface="+mn-ea"/>
              </a:rPr>
              <a:t>相互垂直两直线同时平行于某一投影面时，在该投影面上的投影真实反映直角。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255206" y="2634475"/>
            <a:ext cx="9965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⒉ </a:t>
            </a:r>
            <a:r>
              <a:rPr lang="zh-CN" altLang="en-US" sz="2400" b="1" dirty="0">
                <a:latin typeface="+mn-ea"/>
              </a:rPr>
              <a:t>若直角有一边平行于投影面，则它在该面上的投影仍为直角。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1255206" y="4077484"/>
            <a:ext cx="92999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ea"/>
              </a:rPr>
              <a:t>⒊ </a:t>
            </a:r>
            <a:r>
              <a:rPr lang="zh-CN" altLang="en-US" sz="2400" dirty="0">
                <a:latin typeface="+mn-ea"/>
              </a:rPr>
              <a:t>两相互垂直的直线均为一般位置直线时，在三个投影面上的投影都不反映直角。</a:t>
            </a:r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9893736" y="3558133"/>
            <a:ext cx="1558052" cy="519351"/>
          </a:xfrm>
          <a:prstGeom prst="wedgeEllipseCallout">
            <a:avLst>
              <a:gd name="adj1" fmla="val -68370"/>
              <a:gd name="adj2" fmla="val -129745"/>
            </a:avLst>
          </a:prstGeom>
          <a:solidFill>
            <a:srgbClr val="00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b="1"/>
              <a:t>直角定理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1A176-6EA5-4CE1-BF19-11D186A6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0B5DF-93BC-D34F-A6B5-B413E8BB21AC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66118-C06A-4C1E-812D-93A095C40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5675B-0D4C-42DA-98E0-1049323D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30750"/>
      </p:ext>
    </p:extLst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0" grpId="0" autoUpdateAnimBg="0"/>
      <p:bldP spid="19461" grpId="0" autoUpdateAnimBg="0"/>
      <p:bldP spid="19462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792F059-B8D5-4D4F-B855-D092D43E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2.4  </a:t>
            </a:r>
            <a:r>
              <a:rPr lang="zh-CN" altLang="en-US" dirty="0"/>
              <a:t>平面的投影</a:t>
            </a:r>
            <a:r>
              <a:rPr lang="en-US" altLang="zh-CN" dirty="0"/>
              <a:t>(P48)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043354" y="1267425"/>
            <a:ext cx="10105292" cy="485457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用几何元素表示平面</a:t>
            </a:r>
            <a:endParaRPr lang="en-US" altLang="zh-CN" sz="3200" dirty="0"/>
          </a:p>
          <a:p>
            <a:pPr marL="0" indent="0">
              <a:buNone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lang="zh-CN" altLang="en-US" b="1" dirty="0"/>
              <a:t>平面可以由一组几何元素确定，所以可用确定该平面的几何元素的投影表示平面。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确定性</a:t>
            </a:r>
            <a:r>
              <a:rPr lang="zh-CN" altLang="en-US" b="1" dirty="0"/>
              <a:t>：对于同一平面图形而言，无论采用什么表示方式，其</a:t>
            </a:r>
            <a:r>
              <a:rPr lang="zh-CN" altLang="en-US" b="1" u="sng" dirty="0"/>
              <a:t>空间位置是</a:t>
            </a:r>
            <a:r>
              <a:rPr lang="zh-CN" altLang="en-US" u="sng" dirty="0"/>
              <a:t>确定</a:t>
            </a:r>
            <a:r>
              <a:rPr lang="zh-CN" altLang="en-US" b="1" u="sng" dirty="0"/>
              <a:t>的</a:t>
            </a:r>
            <a:r>
              <a:rPr lang="zh-CN" altLang="en-US" b="1" dirty="0"/>
              <a:t>。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92BCE-84C4-4A1F-9E7B-A15E3A09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E66E3-C37F-F843-9214-0FCFC54336DF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310BB-5294-4E2C-8E30-4A0F604B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0BA75-4B87-475D-BD46-50C9D5C0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38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E72FC6-4188-6C32-9884-689000707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523" y="3586383"/>
            <a:ext cx="2041172" cy="25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90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reeform 2"/>
          <p:cNvSpPr>
            <a:spLocks/>
          </p:cNvSpPr>
          <p:nvPr/>
        </p:nvSpPr>
        <p:spPr bwMode="auto">
          <a:xfrm>
            <a:off x="9818689" y="3155951"/>
            <a:ext cx="522287" cy="811213"/>
          </a:xfrm>
          <a:custGeom>
            <a:avLst/>
            <a:gdLst>
              <a:gd name="T0" fmla="*/ 0 w 329"/>
              <a:gd name="T1" fmla="*/ 0 h 511"/>
              <a:gd name="T2" fmla="*/ 329 w 329"/>
              <a:gd name="T3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9" h="511">
                <a:moveTo>
                  <a:pt x="0" y="0"/>
                </a:moveTo>
                <a:lnTo>
                  <a:pt x="329" y="511"/>
                </a:lnTo>
              </a:path>
            </a:pathLst>
          </a:cu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3" name="Line 3"/>
          <p:cNvSpPr>
            <a:spLocks noChangeShapeType="1"/>
          </p:cNvSpPr>
          <p:nvPr/>
        </p:nvSpPr>
        <p:spPr bwMode="auto">
          <a:xfrm>
            <a:off x="5895976" y="3455989"/>
            <a:ext cx="1052513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4" name="Freeform 4"/>
          <p:cNvSpPr>
            <a:spLocks/>
          </p:cNvSpPr>
          <p:nvPr/>
        </p:nvSpPr>
        <p:spPr bwMode="auto">
          <a:xfrm>
            <a:off x="7620001" y="2290763"/>
            <a:ext cx="517525" cy="506412"/>
          </a:xfrm>
          <a:custGeom>
            <a:avLst/>
            <a:gdLst>
              <a:gd name="T0" fmla="*/ 0 w 326"/>
              <a:gd name="T1" fmla="*/ 0 h 319"/>
              <a:gd name="T2" fmla="*/ 326 w 326"/>
              <a:gd name="T3" fmla="*/ 319 h 3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6" h="319">
                <a:moveTo>
                  <a:pt x="0" y="0"/>
                </a:moveTo>
                <a:lnTo>
                  <a:pt x="326" y="319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524000" y="4686187"/>
            <a:ext cx="21507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不在同一直线上的三个点</a:t>
            </a:r>
          </a:p>
          <a:p>
            <a:pPr algn="l" eaLnBrk="1" hangingPunct="1"/>
            <a:endParaRPr lang="zh-CN" altLang="en-US" sz="2400" b="1" dirty="0">
              <a:latin typeface="Times New Roman" charset="0"/>
            </a:endParaRPr>
          </a:p>
        </p:txBody>
      </p:sp>
      <p:sp>
        <p:nvSpPr>
          <p:cNvPr id="97288" name="Freeform 8"/>
          <p:cNvSpPr>
            <a:spLocks/>
          </p:cNvSpPr>
          <p:nvPr/>
        </p:nvSpPr>
        <p:spPr bwMode="auto">
          <a:xfrm>
            <a:off x="3608388" y="3940176"/>
            <a:ext cx="1054100" cy="358775"/>
          </a:xfrm>
          <a:custGeom>
            <a:avLst/>
            <a:gdLst>
              <a:gd name="T0" fmla="*/ 0 w 664"/>
              <a:gd name="T1" fmla="*/ 0 h 226"/>
              <a:gd name="T2" fmla="*/ 664 w 664"/>
              <a:gd name="T3" fmla="*/ 226 h 22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4" h="226">
                <a:moveTo>
                  <a:pt x="0" y="0"/>
                </a:moveTo>
                <a:lnTo>
                  <a:pt x="664" y="226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Freeform 9"/>
          <p:cNvSpPr>
            <a:spLocks/>
          </p:cNvSpPr>
          <p:nvPr/>
        </p:nvSpPr>
        <p:spPr bwMode="auto">
          <a:xfrm>
            <a:off x="3603625" y="1944689"/>
            <a:ext cx="1081088" cy="422275"/>
          </a:xfrm>
          <a:custGeom>
            <a:avLst/>
            <a:gdLst>
              <a:gd name="T0" fmla="*/ 0 w 678"/>
              <a:gd name="T1" fmla="*/ 240 h 240"/>
              <a:gd name="T2" fmla="*/ 678 w 678"/>
              <a:gd name="T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78" h="240">
                <a:moveTo>
                  <a:pt x="0" y="240"/>
                </a:moveTo>
                <a:lnTo>
                  <a:pt x="678" y="0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3563939" y="4724400"/>
            <a:ext cx="15208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直线及线外一点</a:t>
            </a:r>
          </a:p>
        </p:txBody>
      </p:sp>
      <p:grpSp>
        <p:nvGrpSpPr>
          <p:cNvPr id="97291" name="Group 11"/>
          <p:cNvGrpSpPr>
            <a:grpSpLocks/>
          </p:cNvGrpSpPr>
          <p:nvPr/>
        </p:nvGrpSpPr>
        <p:grpSpPr bwMode="auto">
          <a:xfrm>
            <a:off x="4978400" y="1516064"/>
            <a:ext cx="2114550" cy="3040063"/>
            <a:chOff x="2184" y="961"/>
            <a:chExt cx="1332" cy="1915"/>
          </a:xfrm>
        </p:grpSpPr>
        <p:sp>
          <p:nvSpPr>
            <p:cNvPr id="97292" name="Line 12"/>
            <p:cNvSpPr>
              <a:spLocks noChangeShapeType="1"/>
            </p:cNvSpPr>
            <p:nvPr/>
          </p:nvSpPr>
          <p:spPr bwMode="auto">
            <a:xfrm>
              <a:off x="3077" y="1236"/>
              <a:ext cx="0" cy="1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293" name="Freeform 13"/>
            <p:cNvSpPr>
              <a:spLocks/>
            </p:cNvSpPr>
            <p:nvPr/>
          </p:nvSpPr>
          <p:spPr bwMode="auto">
            <a:xfrm>
              <a:off x="2400" y="1236"/>
              <a:ext cx="677" cy="255"/>
            </a:xfrm>
            <a:custGeom>
              <a:avLst/>
              <a:gdLst>
                <a:gd name="T0" fmla="*/ 0 w 677"/>
                <a:gd name="T1" fmla="*/ 255 h 255"/>
                <a:gd name="T2" fmla="*/ 677 w 677"/>
                <a:gd name="T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7" h="255">
                  <a:moveTo>
                    <a:pt x="0" y="255"/>
                  </a:moveTo>
                  <a:lnTo>
                    <a:pt x="67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4" name="Freeform 14"/>
            <p:cNvSpPr>
              <a:spLocks/>
            </p:cNvSpPr>
            <p:nvPr/>
          </p:nvSpPr>
          <p:spPr bwMode="auto">
            <a:xfrm>
              <a:off x="2412" y="2484"/>
              <a:ext cx="684" cy="240"/>
            </a:xfrm>
            <a:custGeom>
              <a:avLst/>
              <a:gdLst>
                <a:gd name="T0" fmla="*/ 0 w 684"/>
                <a:gd name="T1" fmla="*/ 0 h 240"/>
                <a:gd name="T2" fmla="*/ 684 w 684"/>
                <a:gd name="T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4" h="240">
                  <a:moveTo>
                    <a:pt x="0" y="0"/>
                  </a:moveTo>
                  <a:lnTo>
                    <a:pt x="684" y="240"/>
                  </a:lnTo>
                </a:path>
              </a:pathLst>
            </a:custGeom>
            <a:noFill/>
            <a:ln w="38100" cmpd="sng">
              <a:solidFill>
                <a:srgbClr val="00339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5" name="Line 15"/>
            <p:cNvSpPr>
              <a:spLocks noChangeShapeType="1"/>
            </p:cNvSpPr>
            <p:nvPr/>
          </p:nvSpPr>
          <p:spPr bwMode="auto">
            <a:xfrm>
              <a:off x="2412" y="1483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6" name="Text Box 16"/>
            <p:cNvSpPr txBox="1">
              <a:spLocks noChangeArrowheads="1"/>
            </p:cNvSpPr>
            <p:nvPr/>
          </p:nvSpPr>
          <p:spPr bwMode="auto">
            <a:xfrm>
              <a:off x="2184" y="2307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297" name="Text Box 17"/>
            <p:cNvSpPr txBox="1">
              <a:spLocks noChangeArrowheads="1"/>
            </p:cNvSpPr>
            <p:nvPr/>
          </p:nvSpPr>
          <p:spPr bwMode="auto">
            <a:xfrm>
              <a:off x="2748" y="1971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298" name="Text Box 18"/>
            <p:cNvSpPr txBox="1">
              <a:spLocks noChangeArrowheads="1"/>
            </p:cNvSpPr>
            <p:nvPr/>
          </p:nvSpPr>
          <p:spPr bwMode="auto">
            <a:xfrm>
              <a:off x="2988" y="2643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299" name="Text Box 19"/>
            <p:cNvSpPr txBox="1">
              <a:spLocks noChangeArrowheads="1"/>
            </p:cNvSpPr>
            <p:nvPr/>
          </p:nvSpPr>
          <p:spPr bwMode="auto">
            <a:xfrm>
              <a:off x="2184" y="1297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00" name="Text Box 20"/>
            <p:cNvSpPr txBox="1">
              <a:spLocks noChangeArrowheads="1"/>
            </p:cNvSpPr>
            <p:nvPr/>
          </p:nvSpPr>
          <p:spPr bwMode="auto">
            <a:xfrm>
              <a:off x="2748" y="1729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01" name="Text Box 21"/>
            <p:cNvSpPr txBox="1">
              <a:spLocks noChangeArrowheads="1"/>
            </p:cNvSpPr>
            <p:nvPr/>
          </p:nvSpPr>
          <p:spPr bwMode="auto">
            <a:xfrm>
              <a:off x="2988" y="961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02" name="Line 22"/>
            <p:cNvSpPr>
              <a:spLocks noChangeShapeType="1"/>
            </p:cNvSpPr>
            <p:nvPr/>
          </p:nvSpPr>
          <p:spPr bwMode="auto">
            <a:xfrm>
              <a:off x="2268" y="1971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03" name="Line 23"/>
            <p:cNvSpPr>
              <a:spLocks noChangeShapeType="1"/>
            </p:cNvSpPr>
            <p:nvPr/>
          </p:nvSpPr>
          <p:spPr bwMode="auto">
            <a:xfrm>
              <a:off x="2741" y="1802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04" name="Text Box 24"/>
            <p:cNvSpPr txBox="1">
              <a:spLocks noChangeArrowheads="1"/>
            </p:cNvSpPr>
            <p:nvPr/>
          </p:nvSpPr>
          <p:spPr bwMode="auto">
            <a:xfrm>
              <a:off x="2984" y="263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05" name="Text Box 25"/>
            <p:cNvSpPr txBox="1">
              <a:spLocks noChangeArrowheads="1"/>
            </p:cNvSpPr>
            <p:nvPr/>
          </p:nvSpPr>
          <p:spPr bwMode="auto">
            <a:xfrm>
              <a:off x="2980" y="115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6" name="Text Box 26"/>
            <p:cNvSpPr txBox="1">
              <a:spLocks noChangeArrowheads="1"/>
            </p:cNvSpPr>
            <p:nvPr/>
          </p:nvSpPr>
          <p:spPr bwMode="auto">
            <a:xfrm>
              <a:off x="2648" y="208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7" name="Text Box 27"/>
            <p:cNvSpPr txBox="1">
              <a:spLocks noChangeArrowheads="1"/>
            </p:cNvSpPr>
            <p:nvPr/>
          </p:nvSpPr>
          <p:spPr bwMode="auto">
            <a:xfrm>
              <a:off x="2648" y="172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8" name="Text Box 28"/>
            <p:cNvSpPr txBox="1">
              <a:spLocks noChangeArrowheads="1"/>
            </p:cNvSpPr>
            <p:nvPr/>
          </p:nvSpPr>
          <p:spPr bwMode="auto">
            <a:xfrm>
              <a:off x="2308" y="2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09" name="Text Box 29"/>
            <p:cNvSpPr txBox="1">
              <a:spLocks noChangeArrowheads="1"/>
            </p:cNvSpPr>
            <p:nvPr/>
          </p:nvSpPr>
          <p:spPr bwMode="auto">
            <a:xfrm>
              <a:off x="2312" y="1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97310" name="Line 30"/>
          <p:cNvSpPr>
            <a:spLocks noChangeShapeType="1"/>
          </p:cNvSpPr>
          <p:nvPr/>
        </p:nvSpPr>
        <p:spPr bwMode="auto">
          <a:xfrm flipV="1">
            <a:off x="6953250" y="2443163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11" name="Freeform 31"/>
          <p:cNvSpPr>
            <a:spLocks/>
          </p:cNvSpPr>
          <p:nvPr/>
        </p:nvSpPr>
        <p:spPr bwMode="auto">
          <a:xfrm>
            <a:off x="5895976" y="2482851"/>
            <a:ext cx="1052513" cy="377825"/>
          </a:xfrm>
          <a:custGeom>
            <a:avLst/>
            <a:gdLst>
              <a:gd name="T0" fmla="*/ 0 w 663"/>
              <a:gd name="T1" fmla="*/ 226 h 226"/>
              <a:gd name="T2" fmla="*/ 663 w 663"/>
              <a:gd name="T3" fmla="*/ 0 h 22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3" h="226">
                <a:moveTo>
                  <a:pt x="0" y="226"/>
                </a:moveTo>
                <a:lnTo>
                  <a:pt x="663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7312" name="Group 32"/>
          <p:cNvGrpSpPr>
            <a:grpSpLocks/>
          </p:cNvGrpSpPr>
          <p:nvPr/>
        </p:nvGrpSpPr>
        <p:grpSpPr bwMode="auto">
          <a:xfrm>
            <a:off x="6781801" y="3681417"/>
            <a:ext cx="382588" cy="446088"/>
            <a:chOff x="3312" y="2160"/>
            <a:chExt cx="241" cy="281"/>
          </a:xfrm>
        </p:grpSpPr>
        <p:sp>
          <p:nvSpPr>
            <p:cNvPr id="97313" name="Text Box 33"/>
            <p:cNvSpPr txBox="1">
              <a:spLocks noChangeArrowheads="1"/>
            </p:cNvSpPr>
            <p:nvPr/>
          </p:nvSpPr>
          <p:spPr bwMode="auto">
            <a:xfrm>
              <a:off x="3360" y="2208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d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14" name="Text Box 34"/>
            <p:cNvSpPr txBox="1">
              <a:spLocks noChangeArrowheads="1"/>
            </p:cNvSpPr>
            <p:nvPr/>
          </p:nvSpPr>
          <p:spPr bwMode="auto">
            <a:xfrm>
              <a:off x="3312" y="2160"/>
              <a:ext cx="1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</p:grpSp>
      <p:grpSp>
        <p:nvGrpSpPr>
          <p:cNvPr id="97315" name="Group 35"/>
          <p:cNvGrpSpPr>
            <a:grpSpLocks/>
          </p:cNvGrpSpPr>
          <p:nvPr/>
        </p:nvGrpSpPr>
        <p:grpSpPr bwMode="auto">
          <a:xfrm>
            <a:off x="6800851" y="2058989"/>
            <a:ext cx="439738" cy="536575"/>
            <a:chOff x="3324" y="1102"/>
            <a:chExt cx="277" cy="338"/>
          </a:xfrm>
        </p:grpSpPr>
        <p:sp>
          <p:nvSpPr>
            <p:cNvPr id="97316" name="Text Box 36"/>
            <p:cNvSpPr txBox="1">
              <a:spLocks noChangeArrowheads="1"/>
            </p:cNvSpPr>
            <p:nvPr/>
          </p:nvSpPr>
          <p:spPr bwMode="auto">
            <a:xfrm>
              <a:off x="3372" y="1102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d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17" name="Rectangle 37"/>
            <p:cNvSpPr>
              <a:spLocks noChangeArrowheads="1"/>
            </p:cNvSpPr>
            <p:nvPr/>
          </p:nvSpPr>
          <p:spPr bwMode="auto">
            <a:xfrm>
              <a:off x="3324" y="1286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97318" name="Text Box 38"/>
          <p:cNvSpPr txBox="1">
            <a:spLocks noChangeArrowheads="1"/>
          </p:cNvSpPr>
          <p:nvPr/>
        </p:nvSpPr>
        <p:spPr bwMode="auto">
          <a:xfrm>
            <a:off x="5388769" y="4741219"/>
            <a:ext cx="18510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两平行直线</a:t>
            </a:r>
          </a:p>
        </p:txBody>
      </p:sp>
      <p:sp>
        <p:nvSpPr>
          <p:cNvPr id="97319" name="Freeform 39"/>
          <p:cNvSpPr>
            <a:spLocks/>
          </p:cNvSpPr>
          <p:nvPr/>
        </p:nvSpPr>
        <p:spPr bwMode="auto">
          <a:xfrm>
            <a:off x="7599364" y="3357564"/>
            <a:ext cx="554037" cy="492125"/>
          </a:xfrm>
          <a:custGeom>
            <a:avLst/>
            <a:gdLst>
              <a:gd name="T0" fmla="*/ 349 w 349"/>
              <a:gd name="T1" fmla="*/ 0 h 310"/>
              <a:gd name="T2" fmla="*/ 0 w 349"/>
              <a:gd name="T3" fmla="*/ 310 h 3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9" h="310">
                <a:moveTo>
                  <a:pt x="349" y="0"/>
                </a:moveTo>
                <a:lnTo>
                  <a:pt x="0" y="310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7320" name="Group 40"/>
          <p:cNvGrpSpPr>
            <a:grpSpLocks/>
          </p:cNvGrpSpPr>
          <p:nvPr/>
        </p:nvGrpSpPr>
        <p:grpSpPr bwMode="auto">
          <a:xfrm>
            <a:off x="7258050" y="1463676"/>
            <a:ext cx="1671638" cy="3040063"/>
            <a:chOff x="3603" y="913"/>
            <a:chExt cx="1053" cy="1915"/>
          </a:xfrm>
        </p:grpSpPr>
        <p:sp>
          <p:nvSpPr>
            <p:cNvPr id="97321" name="Line 41"/>
            <p:cNvSpPr>
              <a:spLocks noChangeShapeType="1"/>
            </p:cNvSpPr>
            <p:nvPr/>
          </p:nvSpPr>
          <p:spPr bwMode="auto">
            <a:xfrm>
              <a:off x="3831" y="1451"/>
              <a:ext cx="0" cy="99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322" name="Freeform 42"/>
            <p:cNvSpPr>
              <a:spLocks/>
            </p:cNvSpPr>
            <p:nvPr/>
          </p:nvSpPr>
          <p:spPr bwMode="auto">
            <a:xfrm>
              <a:off x="3849" y="1183"/>
              <a:ext cx="655" cy="260"/>
            </a:xfrm>
            <a:custGeom>
              <a:avLst/>
              <a:gdLst>
                <a:gd name="T0" fmla="*/ 0 w 655"/>
                <a:gd name="T1" fmla="*/ 260 h 260"/>
                <a:gd name="T2" fmla="*/ 655 w 655"/>
                <a:gd name="T3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55" h="260">
                  <a:moveTo>
                    <a:pt x="0" y="260"/>
                  </a:moveTo>
                  <a:lnTo>
                    <a:pt x="655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3" name="Freeform 43"/>
            <p:cNvSpPr>
              <a:spLocks/>
            </p:cNvSpPr>
            <p:nvPr/>
          </p:nvSpPr>
          <p:spPr bwMode="auto">
            <a:xfrm>
              <a:off x="3855" y="2439"/>
              <a:ext cx="638" cy="232"/>
            </a:xfrm>
            <a:custGeom>
              <a:avLst/>
              <a:gdLst>
                <a:gd name="T0" fmla="*/ 0 w 638"/>
                <a:gd name="T1" fmla="*/ 0 h 232"/>
                <a:gd name="T2" fmla="*/ 638 w 638"/>
                <a:gd name="T3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8" h="232">
                  <a:moveTo>
                    <a:pt x="0" y="0"/>
                  </a:moveTo>
                  <a:lnTo>
                    <a:pt x="638" y="232"/>
                  </a:lnTo>
                </a:path>
              </a:pathLst>
            </a:custGeom>
            <a:noFill/>
            <a:ln w="38100" cmpd="sng">
              <a:solidFill>
                <a:srgbClr val="00339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4" name="Line 44"/>
            <p:cNvSpPr>
              <a:spLocks noChangeShapeType="1"/>
            </p:cNvSpPr>
            <p:nvPr/>
          </p:nvSpPr>
          <p:spPr bwMode="auto">
            <a:xfrm>
              <a:off x="4508" y="1195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5" name="Text Box 45"/>
            <p:cNvSpPr txBox="1">
              <a:spLocks noChangeArrowheads="1"/>
            </p:cNvSpPr>
            <p:nvPr/>
          </p:nvSpPr>
          <p:spPr bwMode="auto">
            <a:xfrm>
              <a:off x="3603" y="2259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26" name="Text Box 46"/>
            <p:cNvSpPr txBox="1">
              <a:spLocks noChangeArrowheads="1"/>
            </p:cNvSpPr>
            <p:nvPr/>
          </p:nvSpPr>
          <p:spPr bwMode="auto">
            <a:xfrm>
              <a:off x="4185" y="1923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27" name="Text Box 47"/>
            <p:cNvSpPr txBox="1">
              <a:spLocks noChangeArrowheads="1"/>
            </p:cNvSpPr>
            <p:nvPr/>
          </p:nvSpPr>
          <p:spPr bwMode="auto">
            <a:xfrm>
              <a:off x="4425" y="259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28" name="Text Box 48"/>
            <p:cNvSpPr txBox="1">
              <a:spLocks noChangeArrowheads="1"/>
            </p:cNvSpPr>
            <p:nvPr/>
          </p:nvSpPr>
          <p:spPr bwMode="auto">
            <a:xfrm>
              <a:off x="3612" y="1249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29" name="Text Box 49"/>
            <p:cNvSpPr txBox="1">
              <a:spLocks noChangeArrowheads="1"/>
            </p:cNvSpPr>
            <p:nvPr/>
          </p:nvSpPr>
          <p:spPr bwMode="auto">
            <a:xfrm>
              <a:off x="4185" y="1681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30" name="Text Box 50"/>
            <p:cNvSpPr txBox="1">
              <a:spLocks noChangeArrowheads="1"/>
            </p:cNvSpPr>
            <p:nvPr/>
          </p:nvSpPr>
          <p:spPr bwMode="auto">
            <a:xfrm>
              <a:off x="4425" y="913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31" name="Line 51"/>
            <p:cNvSpPr>
              <a:spLocks noChangeShapeType="1"/>
            </p:cNvSpPr>
            <p:nvPr/>
          </p:nvSpPr>
          <p:spPr bwMode="auto">
            <a:xfrm>
              <a:off x="3696" y="1923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32" name="Line 52"/>
            <p:cNvSpPr>
              <a:spLocks noChangeShapeType="1"/>
            </p:cNvSpPr>
            <p:nvPr/>
          </p:nvSpPr>
          <p:spPr bwMode="auto">
            <a:xfrm>
              <a:off x="4169" y="1754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33" name="Text Box 53"/>
            <p:cNvSpPr txBox="1">
              <a:spLocks noChangeArrowheads="1"/>
            </p:cNvSpPr>
            <p:nvPr/>
          </p:nvSpPr>
          <p:spPr bwMode="auto">
            <a:xfrm>
              <a:off x="4406" y="258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34" name="Text Box 54"/>
            <p:cNvSpPr txBox="1">
              <a:spLocks noChangeArrowheads="1"/>
            </p:cNvSpPr>
            <p:nvPr/>
          </p:nvSpPr>
          <p:spPr bwMode="auto">
            <a:xfrm>
              <a:off x="4402" y="1107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5" name="Text Box 55"/>
            <p:cNvSpPr txBox="1">
              <a:spLocks noChangeArrowheads="1"/>
            </p:cNvSpPr>
            <p:nvPr/>
          </p:nvSpPr>
          <p:spPr bwMode="auto">
            <a:xfrm>
              <a:off x="4070" y="2036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6" name="Text Box 56"/>
            <p:cNvSpPr txBox="1">
              <a:spLocks noChangeArrowheads="1"/>
            </p:cNvSpPr>
            <p:nvPr/>
          </p:nvSpPr>
          <p:spPr bwMode="auto">
            <a:xfrm>
              <a:off x="4070" y="167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7" name="Text Box 57"/>
            <p:cNvSpPr txBox="1">
              <a:spLocks noChangeArrowheads="1"/>
            </p:cNvSpPr>
            <p:nvPr/>
          </p:nvSpPr>
          <p:spPr bwMode="auto">
            <a:xfrm>
              <a:off x="3730" y="235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38" name="Text Box 58"/>
            <p:cNvSpPr txBox="1">
              <a:spLocks noChangeArrowheads="1"/>
            </p:cNvSpPr>
            <p:nvPr/>
          </p:nvSpPr>
          <p:spPr bwMode="auto">
            <a:xfrm>
              <a:off x="3734" y="136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sp>
        <p:nvSpPr>
          <p:cNvPr id="97339" name="Text Box 59"/>
          <p:cNvSpPr txBox="1">
            <a:spLocks noChangeArrowheads="1"/>
          </p:cNvSpPr>
          <p:nvPr/>
        </p:nvSpPr>
        <p:spPr bwMode="auto">
          <a:xfrm>
            <a:off x="7270199" y="4804718"/>
            <a:ext cx="1730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zh-CN" altLang="en-US" sz="2400" b="1" dirty="0">
                <a:latin typeface="Times New Roman" charset="0"/>
              </a:rPr>
              <a:t>两相交直线</a:t>
            </a:r>
          </a:p>
        </p:txBody>
      </p:sp>
      <p:sp>
        <p:nvSpPr>
          <p:cNvPr id="97340" name="Freeform 60"/>
          <p:cNvSpPr>
            <a:spLocks/>
          </p:cNvSpPr>
          <p:nvPr/>
        </p:nvSpPr>
        <p:spPr bwMode="auto">
          <a:xfrm>
            <a:off x="9807575" y="1676401"/>
            <a:ext cx="547688" cy="842963"/>
          </a:xfrm>
          <a:custGeom>
            <a:avLst/>
            <a:gdLst>
              <a:gd name="T0" fmla="*/ 0 w 345"/>
              <a:gd name="T1" fmla="*/ 531 h 531"/>
              <a:gd name="T2" fmla="*/ 345 w 345"/>
              <a:gd name="T3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5" h="531">
                <a:moveTo>
                  <a:pt x="0" y="531"/>
                </a:moveTo>
                <a:lnTo>
                  <a:pt x="345" y="0"/>
                </a:lnTo>
              </a:path>
            </a:pathLst>
          </a:cu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41" name="Text Box 61"/>
          <p:cNvSpPr txBox="1">
            <a:spLocks noChangeArrowheads="1"/>
          </p:cNvSpPr>
          <p:nvPr/>
        </p:nvSpPr>
        <p:spPr bwMode="auto">
          <a:xfrm>
            <a:off x="9094995" y="4821238"/>
            <a:ext cx="14188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charset="0"/>
              </a:rPr>
              <a:t>平面图形</a:t>
            </a:r>
          </a:p>
        </p:txBody>
      </p:sp>
      <p:grpSp>
        <p:nvGrpSpPr>
          <p:cNvPr id="97342" name="Group 62"/>
          <p:cNvGrpSpPr>
            <a:grpSpLocks/>
          </p:cNvGrpSpPr>
          <p:nvPr/>
        </p:nvGrpSpPr>
        <p:grpSpPr bwMode="auto">
          <a:xfrm>
            <a:off x="8934450" y="1220789"/>
            <a:ext cx="1657350" cy="3040063"/>
            <a:chOff x="4668" y="769"/>
            <a:chExt cx="1044" cy="1915"/>
          </a:xfrm>
        </p:grpSpPr>
        <p:sp>
          <p:nvSpPr>
            <p:cNvPr id="97343" name="Line 63"/>
            <p:cNvSpPr>
              <a:spLocks noChangeShapeType="1"/>
            </p:cNvSpPr>
            <p:nvPr/>
          </p:nvSpPr>
          <p:spPr bwMode="auto">
            <a:xfrm>
              <a:off x="4886" y="1282"/>
              <a:ext cx="0" cy="10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344" name="Line 64"/>
            <p:cNvSpPr>
              <a:spLocks noChangeShapeType="1"/>
            </p:cNvSpPr>
            <p:nvPr/>
          </p:nvSpPr>
          <p:spPr bwMode="auto">
            <a:xfrm>
              <a:off x="5564" y="1051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5" name="Line 65"/>
            <p:cNvSpPr>
              <a:spLocks noChangeShapeType="1"/>
            </p:cNvSpPr>
            <p:nvPr/>
          </p:nvSpPr>
          <p:spPr bwMode="auto">
            <a:xfrm>
              <a:off x="4882" y="1299"/>
              <a:ext cx="336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6" name="Freeform 66"/>
            <p:cNvSpPr>
              <a:spLocks/>
            </p:cNvSpPr>
            <p:nvPr/>
          </p:nvSpPr>
          <p:spPr bwMode="auto">
            <a:xfrm>
              <a:off x="4886" y="1971"/>
              <a:ext cx="332" cy="327"/>
            </a:xfrm>
            <a:custGeom>
              <a:avLst/>
              <a:gdLst>
                <a:gd name="T0" fmla="*/ 332 w 332"/>
                <a:gd name="T1" fmla="*/ 0 h 327"/>
                <a:gd name="T2" fmla="*/ 0 w 332"/>
                <a:gd name="T3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32" h="327">
                  <a:moveTo>
                    <a:pt x="332" y="0"/>
                  </a:moveTo>
                  <a:lnTo>
                    <a:pt x="0" y="327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7" name="Freeform 67"/>
            <p:cNvSpPr>
              <a:spLocks/>
            </p:cNvSpPr>
            <p:nvPr/>
          </p:nvSpPr>
          <p:spPr bwMode="auto">
            <a:xfrm>
              <a:off x="4886" y="1056"/>
              <a:ext cx="677" cy="226"/>
            </a:xfrm>
            <a:custGeom>
              <a:avLst/>
              <a:gdLst>
                <a:gd name="T0" fmla="*/ 0 w 677"/>
                <a:gd name="T1" fmla="*/ 226 h 226"/>
                <a:gd name="T2" fmla="*/ 677 w 677"/>
                <a:gd name="T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7" h="226">
                  <a:moveTo>
                    <a:pt x="0" y="226"/>
                  </a:moveTo>
                  <a:lnTo>
                    <a:pt x="67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8" name="Freeform 68"/>
            <p:cNvSpPr>
              <a:spLocks/>
            </p:cNvSpPr>
            <p:nvPr/>
          </p:nvSpPr>
          <p:spPr bwMode="auto">
            <a:xfrm>
              <a:off x="4900" y="2298"/>
              <a:ext cx="649" cy="229"/>
            </a:xfrm>
            <a:custGeom>
              <a:avLst/>
              <a:gdLst>
                <a:gd name="T0" fmla="*/ 0 w 649"/>
                <a:gd name="T1" fmla="*/ 0 h 229"/>
                <a:gd name="T2" fmla="*/ 649 w 649"/>
                <a:gd name="T3" fmla="*/ 22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9" h="229">
                  <a:moveTo>
                    <a:pt x="0" y="0"/>
                  </a:moveTo>
                  <a:lnTo>
                    <a:pt x="649" y="229"/>
                  </a:lnTo>
                </a:path>
              </a:pathLst>
            </a:custGeom>
            <a:noFill/>
            <a:ln w="38100" cmpd="sng">
              <a:solidFill>
                <a:srgbClr val="003399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49" name="Text Box 69"/>
            <p:cNvSpPr txBox="1">
              <a:spLocks noChangeArrowheads="1"/>
            </p:cNvSpPr>
            <p:nvPr/>
          </p:nvSpPr>
          <p:spPr bwMode="auto">
            <a:xfrm>
              <a:off x="5481" y="769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50" name="Line 70"/>
            <p:cNvSpPr>
              <a:spLocks noChangeShapeType="1"/>
            </p:cNvSpPr>
            <p:nvPr/>
          </p:nvSpPr>
          <p:spPr bwMode="auto">
            <a:xfrm>
              <a:off x="5216" y="1610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51" name="Text Box 71"/>
            <p:cNvSpPr txBox="1">
              <a:spLocks noChangeArrowheads="1"/>
            </p:cNvSpPr>
            <p:nvPr/>
          </p:nvSpPr>
          <p:spPr bwMode="auto">
            <a:xfrm>
              <a:off x="5462" y="244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2" name="Text Box 72"/>
            <p:cNvSpPr txBox="1">
              <a:spLocks noChangeArrowheads="1"/>
            </p:cNvSpPr>
            <p:nvPr/>
          </p:nvSpPr>
          <p:spPr bwMode="auto">
            <a:xfrm>
              <a:off x="4786" y="221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53" name="Text Box 73"/>
            <p:cNvSpPr txBox="1">
              <a:spLocks noChangeArrowheads="1"/>
            </p:cNvSpPr>
            <p:nvPr/>
          </p:nvSpPr>
          <p:spPr bwMode="auto">
            <a:xfrm>
              <a:off x="4781" y="121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54" name="Text Box 74"/>
            <p:cNvSpPr txBox="1">
              <a:spLocks noChangeArrowheads="1"/>
            </p:cNvSpPr>
            <p:nvPr/>
          </p:nvSpPr>
          <p:spPr bwMode="auto">
            <a:xfrm>
              <a:off x="4668" y="2115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5" name="Text Box 75"/>
            <p:cNvSpPr txBox="1">
              <a:spLocks noChangeArrowheads="1"/>
            </p:cNvSpPr>
            <p:nvPr/>
          </p:nvSpPr>
          <p:spPr bwMode="auto">
            <a:xfrm>
              <a:off x="5241" y="1779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6" name="Text Box 76"/>
            <p:cNvSpPr txBox="1">
              <a:spLocks noChangeArrowheads="1"/>
            </p:cNvSpPr>
            <p:nvPr/>
          </p:nvSpPr>
          <p:spPr bwMode="auto">
            <a:xfrm>
              <a:off x="5481" y="2451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57" name="Text Box 77"/>
            <p:cNvSpPr txBox="1">
              <a:spLocks noChangeArrowheads="1"/>
            </p:cNvSpPr>
            <p:nvPr/>
          </p:nvSpPr>
          <p:spPr bwMode="auto">
            <a:xfrm>
              <a:off x="4668" y="1105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58" name="Text Box 78"/>
            <p:cNvSpPr txBox="1">
              <a:spLocks noChangeArrowheads="1"/>
            </p:cNvSpPr>
            <p:nvPr/>
          </p:nvSpPr>
          <p:spPr bwMode="auto">
            <a:xfrm>
              <a:off x="5241" y="1537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59" name="Line 79"/>
            <p:cNvSpPr>
              <a:spLocks noChangeShapeType="1"/>
            </p:cNvSpPr>
            <p:nvPr/>
          </p:nvSpPr>
          <p:spPr bwMode="auto">
            <a:xfrm>
              <a:off x="4752" y="1779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0" name="Text Box 80"/>
            <p:cNvSpPr txBox="1">
              <a:spLocks noChangeArrowheads="1"/>
            </p:cNvSpPr>
            <p:nvPr/>
          </p:nvSpPr>
          <p:spPr bwMode="auto">
            <a:xfrm>
              <a:off x="5452" y="97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61" name="Text Box 81"/>
            <p:cNvSpPr txBox="1">
              <a:spLocks noChangeArrowheads="1"/>
            </p:cNvSpPr>
            <p:nvPr/>
          </p:nvSpPr>
          <p:spPr bwMode="auto">
            <a:xfrm>
              <a:off x="5120" y="189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62" name="Text Box 82"/>
            <p:cNvSpPr txBox="1">
              <a:spLocks noChangeArrowheads="1"/>
            </p:cNvSpPr>
            <p:nvPr/>
          </p:nvSpPr>
          <p:spPr bwMode="auto">
            <a:xfrm>
              <a:off x="5120" y="151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</p:grpSp>
      <p:grpSp>
        <p:nvGrpSpPr>
          <p:cNvPr id="97363" name="Group 83"/>
          <p:cNvGrpSpPr>
            <a:grpSpLocks/>
          </p:cNvGrpSpPr>
          <p:nvPr/>
        </p:nvGrpSpPr>
        <p:grpSpPr bwMode="auto">
          <a:xfrm>
            <a:off x="1655764" y="1601789"/>
            <a:ext cx="1616075" cy="3040063"/>
            <a:chOff x="83" y="1009"/>
            <a:chExt cx="1018" cy="1915"/>
          </a:xfrm>
        </p:grpSpPr>
        <p:sp>
          <p:nvSpPr>
            <p:cNvPr id="97364" name="Text Box 84"/>
            <p:cNvSpPr txBox="1">
              <a:spLocks noChangeArrowheads="1"/>
            </p:cNvSpPr>
            <p:nvPr/>
          </p:nvSpPr>
          <p:spPr bwMode="auto">
            <a:xfrm>
              <a:off x="887" y="2691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65" name="Line 85"/>
            <p:cNvSpPr>
              <a:spLocks noChangeShapeType="1"/>
            </p:cNvSpPr>
            <p:nvPr/>
          </p:nvSpPr>
          <p:spPr bwMode="auto">
            <a:xfrm>
              <a:off x="311" y="1531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6" name="Line 86"/>
            <p:cNvSpPr>
              <a:spLocks noChangeShapeType="1"/>
            </p:cNvSpPr>
            <p:nvPr/>
          </p:nvSpPr>
          <p:spPr bwMode="auto">
            <a:xfrm>
              <a:off x="641" y="1850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7" name="Line 87"/>
            <p:cNvSpPr>
              <a:spLocks noChangeShapeType="1"/>
            </p:cNvSpPr>
            <p:nvPr/>
          </p:nvSpPr>
          <p:spPr bwMode="auto">
            <a:xfrm>
              <a:off x="970" y="1291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8" name="Line 88"/>
            <p:cNvSpPr>
              <a:spLocks noChangeShapeType="1"/>
            </p:cNvSpPr>
            <p:nvPr/>
          </p:nvSpPr>
          <p:spPr bwMode="auto">
            <a:xfrm>
              <a:off x="167" y="2050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69" name="Text Box 89"/>
            <p:cNvSpPr txBox="1">
              <a:spLocks noChangeArrowheads="1"/>
            </p:cNvSpPr>
            <p:nvPr/>
          </p:nvSpPr>
          <p:spPr bwMode="auto">
            <a:xfrm>
              <a:off x="863" y="268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70" name="Text Box 90"/>
            <p:cNvSpPr txBox="1">
              <a:spLocks noChangeArrowheads="1"/>
            </p:cNvSpPr>
            <p:nvPr/>
          </p:nvSpPr>
          <p:spPr bwMode="auto">
            <a:xfrm>
              <a:off x="871" y="12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1" name="Text Box 91"/>
            <p:cNvSpPr txBox="1">
              <a:spLocks noChangeArrowheads="1"/>
            </p:cNvSpPr>
            <p:nvPr/>
          </p:nvSpPr>
          <p:spPr bwMode="auto">
            <a:xfrm>
              <a:off x="551" y="213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2" name="Text Box 92"/>
            <p:cNvSpPr txBox="1">
              <a:spLocks noChangeArrowheads="1"/>
            </p:cNvSpPr>
            <p:nvPr/>
          </p:nvSpPr>
          <p:spPr bwMode="auto">
            <a:xfrm>
              <a:off x="551" y="1770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3" name="Text Box 93"/>
            <p:cNvSpPr txBox="1">
              <a:spLocks noChangeArrowheads="1"/>
            </p:cNvSpPr>
            <p:nvPr/>
          </p:nvSpPr>
          <p:spPr bwMode="auto">
            <a:xfrm>
              <a:off x="211" y="245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4" name="Text Box 94"/>
            <p:cNvSpPr txBox="1">
              <a:spLocks noChangeArrowheads="1"/>
            </p:cNvSpPr>
            <p:nvPr/>
          </p:nvSpPr>
          <p:spPr bwMode="auto">
            <a:xfrm>
              <a:off x="206" y="1451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75" name="Text Box 95"/>
            <p:cNvSpPr txBox="1">
              <a:spLocks noChangeArrowheads="1"/>
            </p:cNvSpPr>
            <p:nvPr/>
          </p:nvSpPr>
          <p:spPr bwMode="auto">
            <a:xfrm>
              <a:off x="83" y="2355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76" name="Text Box 96"/>
            <p:cNvSpPr txBox="1">
              <a:spLocks noChangeArrowheads="1"/>
            </p:cNvSpPr>
            <p:nvPr/>
          </p:nvSpPr>
          <p:spPr bwMode="auto">
            <a:xfrm>
              <a:off x="647" y="2019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77" name="Text Box 97"/>
            <p:cNvSpPr txBox="1">
              <a:spLocks noChangeArrowheads="1"/>
            </p:cNvSpPr>
            <p:nvPr/>
          </p:nvSpPr>
          <p:spPr bwMode="auto">
            <a:xfrm>
              <a:off x="83" y="1345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  <a:endParaRPr lang="en-US" altLang="zh-CN" b="1">
                <a:latin typeface="Times New Roman" charset="0"/>
                <a:sym typeface="CommercialPi BT" charset="0"/>
              </a:endParaRPr>
            </a:p>
          </p:txBody>
        </p:sp>
        <p:sp>
          <p:nvSpPr>
            <p:cNvPr id="97378" name="Text Box 98"/>
            <p:cNvSpPr txBox="1">
              <a:spLocks noChangeArrowheads="1"/>
            </p:cNvSpPr>
            <p:nvPr/>
          </p:nvSpPr>
          <p:spPr bwMode="auto">
            <a:xfrm>
              <a:off x="647" y="1777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79" name="Text Box 99"/>
            <p:cNvSpPr txBox="1">
              <a:spLocks noChangeArrowheads="1"/>
            </p:cNvSpPr>
            <p:nvPr/>
          </p:nvSpPr>
          <p:spPr bwMode="auto">
            <a:xfrm>
              <a:off x="887" y="1009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grpSp>
        <p:nvGrpSpPr>
          <p:cNvPr id="97380" name="Group 100"/>
          <p:cNvGrpSpPr>
            <a:grpSpLocks/>
          </p:cNvGrpSpPr>
          <p:nvPr/>
        </p:nvGrpSpPr>
        <p:grpSpPr bwMode="auto">
          <a:xfrm>
            <a:off x="3270251" y="1525589"/>
            <a:ext cx="1601788" cy="3040063"/>
            <a:chOff x="1100" y="961"/>
            <a:chExt cx="1009" cy="1915"/>
          </a:xfrm>
        </p:grpSpPr>
        <p:sp>
          <p:nvSpPr>
            <p:cNvPr id="97381" name="Line 101"/>
            <p:cNvSpPr>
              <a:spLocks noChangeShapeType="1"/>
            </p:cNvSpPr>
            <p:nvPr/>
          </p:nvSpPr>
          <p:spPr bwMode="auto">
            <a:xfrm>
              <a:off x="1990" y="1255"/>
              <a:ext cx="0" cy="147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7382" name="Line 102"/>
            <p:cNvSpPr>
              <a:spLocks noChangeShapeType="1"/>
            </p:cNvSpPr>
            <p:nvPr/>
          </p:nvSpPr>
          <p:spPr bwMode="auto">
            <a:xfrm>
              <a:off x="1319" y="1503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83" name="Line 103"/>
            <p:cNvSpPr>
              <a:spLocks noChangeShapeType="1"/>
            </p:cNvSpPr>
            <p:nvPr/>
          </p:nvSpPr>
          <p:spPr bwMode="auto">
            <a:xfrm>
              <a:off x="1175" y="2022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84" name="Text Box 104"/>
            <p:cNvSpPr txBox="1">
              <a:spLocks noChangeArrowheads="1"/>
            </p:cNvSpPr>
            <p:nvPr/>
          </p:nvSpPr>
          <p:spPr bwMode="auto">
            <a:xfrm>
              <a:off x="1655" y="1991"/>
              <a:ext cx="1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85" name="Line 105"/>
            <p:cNvSpPr>
              <a:spLocks noChangeShapeType="1"/>
            </p:cNvSpPr>
            <p:nvPr/>
          </p:nvSpPr>
          <p:spPr bwMode="auto">
            <a:xfrm>
              <a:off x="1661" y="1822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86" name="Text Box 106"/>
            <p:cNvSpPr txBox="1">
              <a:spLocks noChangeArrowheads="1"/>
            </p:cNvSpPr>
            <p:nvPr/>
          </p:nvSpPr>
          <p:spPr bwMode="auto">
            <a:xfrm>
              <a:off x="1895" y="263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87" name="Text Box 107"/>
            <p:cNvSpPr txBox="1">
              <a:spLocks noChangeArrowheads="1"/>
            </p:cNvSpPr>
            <p:nvPr/>
          </p:nvSpPr>
          <p:spPr bwMode="auto">
            <a:xfrm>
              <a:off x="1900" y="1155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88" name="Text Box 108"/>
            <p:cNvSpPr txBox="1">
              <a:spLocks noChangeArrowheads="1"/>
            </p:cNvSpPr>
            <p:nvPr/>
          </p:nvSpPr>
          <p:spPr bwMode="auto">
            <a:xfrm>
              <a:off x="1559" y="2104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89" name="Text Box 109"/>
            <p:cNvSpPr txBox="1">
              <a:spLocks noChangeArrowheads="1"/>
            </p:cNvSpPr>
            <p:nvPr/>
          </p:nvSpPr>
          <p:spPr bwMode="auto">
            <a:xfrm>
              <a:off x="1559" y="1742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90" name="Text Box 110"/>
            <p:cNvSpPr txBox="1">
              <a:spLocks noChangeArrowheads="1"/>
            </p:cNvSpPr>
            <p:nvPr/>
          </p:nvSpPr>
          <p:spPr bwMode="auto">
            <a:xfrm>
              <a:off x="1219" y="2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91" name="Text Box 111"/>
            <p:cNvSpPr txBox="1">
              <a:spLocks noChangeArrowheads="1"/>
            </p:cNvSpPr>
            <p:nvPr/>
          </p:nvSpPr>
          <p:spPr bwMode="auto">
            <a:xfrm>
              <a:off x="1223" y="1403"/>
              <a:ext cx="19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 sz="1000" b="1">
                  <a:solidFill>
                    <a:srgbClr val="FF3300"/>
                  </a:solidFill>
                  <a:latin typeface="Times New Roman" charset="0"/>
                </a:rPr>
                <a:t>●</a:t>
              </a:r>
            </a:p>
          </p:txBody>
        </p:sp>
        <p:sp>
          <p:nvSpPr>
            <p:cNvPr id="97392" name="Text Box 112"/>
            <p:cNvSpPr txBox="1">
              <a:spLocks noChangeArrowheads="1"/>
            </p:cNvSpPr>
            <p:nvPr/>
          </p:nvSpPr>
          <p:spPr bwMode="auto">
            <a:xfrm>
              <a:off x="1100" y="2307"/>
              <a:ext cx="18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93" name="Text Box 113"/>
            <p:cNvSpPr txBox="1">
              <a:spLocks noChangeArrowheads="1"/>
            </p:cNvSpPr>
            <p:nvPr/>
          </p:nvSpPr>
          <p:spPr bwMode="auto">
            <a:xfrm>
              <a:off x="1895" y="2643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endParaRPr lang="en-US" altLang="zh-CN" b="1">
                <a:latin typeface="Times New Roman" charset="0"/>
              </a:endParaRPr>
            </a:p>
          </p:txBody>
        </p:sp>
        <p:sp>
          <p:nvSpPr>
            <p:cNvPr id="97394" name="Text Box 114"/>
            <p:cNvSpPr txBox="1">
              <a:spLocks noChangeArrowheads="1"/>
            </p:cNvSpPr>
            <p:nvPr/>
          </p:nvSpPr>
          <p:spPr bwMode="auto">
            <a:xfrm>
              <a:off x="1100" y="1317"/>
              <a:ext cx="2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a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95" name="Text Box 115"/>
            <p:cNvSpPr txBox="1">
              <a:spLocks noChangeArrowheads="1"/>
            </p:cNvSpPr>
            <p:nvPr/>
          </p:nvSpPr>
          <p:spPr bwMode="auto">
            <a:xfrm>
              <a:off x="1655" y="1749"/>
              <a:ext cx="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b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  <p:sp>
          <p:nvSpPr>
            <p:cNvPr id="97396" name="Text Box 116"/>
            <p:cNvSpPr txBox="1">
              <a:spLocks noChangeArrowheads="1"/>
            </p:cNvSpPr>
            <p:nvPr/>
          </p:nvSpPr>
          <p:spPr bwMode="auto">
            <a:xfrm>
              <a:off x="1895" y="961"/>
              <a:ext cx="21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en-US" altLang="zh-CN"/>
                <a:t>c</a:t>
              </a:r>
              <a:r>
                <a:rPr lang="en-US" altLang="zh-CN" b="1">
                  <a:latin typeface="Times New Roman" charset="0"/>
                  <a:sym typeface="Symbol" charset="2"/>
                </a:rPr>
                <a:t>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7926C5-F5E4-48FA-AE3E-8EE27B50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黑体" panose="02010609060101010101" pitchFamily="49" charset="-122"/>
              </a:rPr>
              <a:t>2.4.1 </a:t>
            </a:r>
            <a:r>
              <a:rPr lang="zh-CN" altLang="en-US" dirty="0">
                <a:latin typeface="黑体" panose="02010609060101010101" pitchFamily="49" charset="-122"/>
              </a:rPr>
              <a:t>平面的表示法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9C050-D7D1-4A7F-A65D-40B3666E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4BF-675A-AF4D-A6A1-50368822D7DC}" type="datetime5">
              <a:rPr lang="en-US" altLang="zh-CN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D0525-5134-4A41-A869-46EC1C41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265F3-9A68-4D55-B7C9-1FD83220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2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7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7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7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7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7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7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9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9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7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7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9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97283" grpId="0" animBg="1"/>
      <p:bldP spid="97284" grpId="0" animBg="1"/>
      <p:bldP spid="97287" grpId="0" build="p" autoUpdateAnimBg="0"/>
      <p:bldP spid="97288" grpId="0" animBg="1"/>
      <p:bldP spid="97289" grpId="0" animBg="1"/>
      <p:bldP spid="97290" grpId="0" autoUpdateAnimBg="0"/>
      <p:bldP spid="97310" grpId="0" animBg="1"/>
      <p:bldP spid="97311" grpId="0" animBg="1"/>
      <p:bldP spid="97318" grpId="0" autoUpdateAnimBg="0"/>
      <p:bldP spid="97319" grpId="0" animBg="1"/>
      <p:bldP spid="97339" grpId="0" autoUpdateAnimBg="0"/>
      <p:bldP spid="97340" grpId="0" animBg="1"/>
      <p:bldP spid="97341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 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5116</TotalTime>
  <Words>2896</Words>
  <Application>Microsoft Macintosh PowerPoint</Application>
  <PresentationFormat>Widescreen</PresentationFormat>
  <Paragraphs>915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DengXian</vt:lpstr>
      <vt:lpstr>EuroRoman</vt:lpstr>
      <vt:lpstr>Italic</vt:lpstr>
      <vt:lpstr>Microsoft YaHei</vt:lpstr>
      <vt:lpstr>黑体</vt:lpstr>
      <vt:lpstr>宋体</vt:lpstr>
      <vt:lpstr>Times</vt:lpstr>
      <vt:lpstr>UniversalMath1 BT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工程制图 第4讲</vt:lpstr>
      <vt:lpstr>作业分组（从第2次作业开始）</vt:lpstr>
      <vt:lpstr>附加分（5分/平时）奖励</vt:lpstr>
      <vt:lpstr>迟交作业（超出2周）</vt:lpstr>
      <vt:lpstr>作业成绩申诉和订正程序</vt:lpstr>
      <vt:lpstr>作业#2</vt:lpstr>
      <vt:lpstr>作业要求</vt:lpstr>
      <vt:lpstr>2.2 点的投影</vt:lpstr>
      <vt:lpstr>重影点标注</vt:lpstr>
      <vt:lpstr>2.3 直线的投影(P37)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2.3.2 一般位置线段的实长求法</vt:lpstr>
      <vt:lpstr>求线段AB实长及其对H面的夹角（P41）</vt:lpstr>
      <vt:lpstr>求线段AB的实长及其对V面的夹角</vt:lpstr>
      <vt:lpstr>2.3.3 直线与点的相对位置（P43）</vt:lpstr>
      <vt:lpstr>PowerPoint Presentation</vt:lpstr>
      <vt:lpstr>PowerPoint Presentation</vt:lpstr>
      <vt:lpstr>2.3.4 两直线的相对位置(P44)</vt:lpstr>
      <vt:lpstr>PowerPoint Presentation</vt:lpstr>
      <vt:lpstr>PowerPoint Presentation</vt:lpstr>
      <vt:lpstr>2.3.4 两直线的相对位置</vt:lpstr>
      <vt:lpstr>PowerPoint Presentation</vt:lpstr>
      <vt:lpstr>2.3.4 两直线的相对位置</vt:lpstr>
      <vt:lpstr>PowerPoint Presentation</vt:lpstr>
      <vt:lpstr>2.3.4 两直线的相对位置</vt:lpstr>
      <vt:lpstr>2.3.4 两直线的相对位置</vt:lpstr>
      <vt:lpstr>PowerPoint Presentation</vt:lpstr>
      <vt:lpstr>例4.7  以最短线KM连接AB，确定M点，并求出KM实长。</vt:lpstr>
      <vt:lpstr>点和直线投影特性小结</vt:lpstr>
      <vt:lpstr>PowerPoint Presentation</vt:lpstr>
      <vt:lpstr>PowerPoint Presentation</vt:lpstr>
      <vt:lpstr>PowerPoint Presentation</vt:lpstr>
      <vt:lpstr>PowerPoint Presentation</vt:lpstr>
      <vt:lpstr>2.4  平面的投影(P48)</vt:lpstr>
      <vt:lpstr>2.4.1 平面的表示法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227</cp:revision>
  <dcterms:created xsi:type="dcterms:W3CDTF">2016-02-16T14:15:02Z</dcterms:created>
  <dcterms:modified xsi:type="dcterms:W3CDTF">2025-09-22T14:04:27Z</dcterms:modified>
</cp:coreProperties>
</file>