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1.xml" ContentType="application/vnd.openxmlformats-officedocument.presentationml.notesSlide+xml"/>
  <Override PartName="/ppt/media/audio1.bin" ContentType="audio/unknown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27"/>
  </p:notesMasterIdLst>
  <p:handoutMasterIdLst>
    <p:handoutMasterId r:id="rId28"/>
  </p:handoutMasterIdLst>
  <p:sldIdLst>
    <p:sldId id="262" r:id="rId2"/>
    <p:sldId id="931" r:id="rId3"/>
    <p:sldId id="889" r:id="rId4"/>
    <p:sldId id="929" r:id="rId5"/>
    <p:sldId id="811" r:id="rId6"/>
    <p:sldId id="808" r:id="rId7"/>
    <p:sldId id="785" r:id="rId8"/>
    <p:sldId id="786" r:id="rId9"/>
    <p:sldId id="922" r:id="rId10"/>
    <p:sldId id="923" r:id="rId11"/>
    <p:sldId id="924" r:id="rId12"/>
    <p:sldId id="925" r:id="rId13"/>
    <p:sldId id="642" r:id="rId14"/>
    <p:sldId id="697" r:id="rId15"/>
    <p:sldId id="804" r:id="rId16"/>
    <p:sldId id="719" r:id="rId17"/>
    <p:sldId id="721" r:id="rId18"/>
    <p:sldId id="722" r:id="rId19"/>
    <p:sldId id="720" r:id="rId20"/>
    <p:sldId id="930" r:id="rId21"/>
    <p:sldId id="805" r:id="rId22"/>
    <p:sldId id="926" r:id="rId23"/>
    <p:sldId id="807" r:id="rId24"/>
    <p:sldId id="890" r:id="rId25"/>
    <p:sldId id="79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军" initials="陈军" lastIdx="1" clrIdx="0">
    <p:extLst>
      <p:ext uri="{19B8F6BF-5375-455C-9EA6-DF929625EA0E}">
        <p15:presenceInfo xmlns:p15="http://schemas.microsoft.com/office/powerpoint/2012/main" userId="S-1-5-21-3571948258-4195890842-387671008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0D9A99-18B6-F948-95BC-F26729BDA0D1}" v="1" dt="2025-09-29T01:35:52.131"/>
    <p1510:client id="{98C14BB2-B2C1-7648-8807-32160FF6EB45}" v="33" dt="2025-09-29T06:31:19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32" autoAdjust="0"/>
    <p:restoredTop sz="93837" autoAdjust="0"/>
  </p:normalViewPr>
  <p:slideViewPr>
    <p:cSldViewPr snapToGrid="0">
      <p:cViewPr varScale="1">
        <p:scale>
          <a:sx n="117" d="100"/>
          <a:sy n="117" d="100"/>
        </p:scale>
        <p:origin x="488" y="184"/>
      </p:cViewPr>
      <p:guideLst/>
    </p:cSldViewPr>
  </p:slideViewPr>
  <p:outlineViewPr>
    <p:cViewPr>
      <p:scale>
        <a:sx n="33" d="100"/>
        <a:sy n="33" d="100"/>
      </p:scale>
      <p:origin x="0" y="-97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11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陈军_工学院" userId="6f7f04a3-a118-4a29-a2ab-4ad1875833df" providerId="ADAL" clId="{31F9BBFB-1BF7-519C-95BD-79C8958F59A6}"/>
    <pc:docChg chg="undo custSel addSld modSld">
      <pc:chgData name="陈军_工学院" userId="6f7f04a3-a118-4a29-a2ab-4ad1875833df" providerId="ADAL" clId="{31F9BBFB-1BF7-519C-95BD-79C8958F59A6}" dt="2025-09-29T08:09:06.929" v="159" actId="20577"/>
      <pc:docMkLst>
        <pc:docMk/>
      </pc:docMkLst>
      <pc:sldChg chg="modSp mod modAnim">
        <pc:chgData name="陈军_工学院" userId="6f7f04a3-a118-4a29-a2ab-4ad1875833df" providerId="ADAL" clId="{31F9BBFB-1BF7-519C-95BD-79C8958F59A6}" dt="2025-09-29T06:32:04.085" v="96" actId="208"/>
        <pc:sldMkLst>
          <pc:docMk/>
          <pc:sldMk cId="2129339375" sldId="642"/>
        </pc:sldMkLst>
        <pc:spChg chg="mod">
          <ac:chgData name="陈军_工学院" userId="6f7f04a3-a118-4a29-a2ab-4ad1875833df" providerId="ADAL" clId="{31F9BBFB-1BF7-519C-95BD-79C8958F59A6}" dt="2025-09-29T06:32:00.455" v="95" actId="208"/>
          <ac:spMkLst>
            <pc:docMk/>
            <pc:sldMk cId="2129339375" sldId="642"/>
            <ac:spMk id="557061" creationId="{00000000-0000-0000-0000-000000000000}"/>
          </ac:spMkLst>
        </pc:spChg>
        <pc:spChg chg="mod">
          <ac:chgData name="陈军_工学院" userId="6f7f04a3-a118-4a29-a2ab-4ad1875833df" providerId="ADAL" clId="{31F9BBFB-1BF7-519C-95BD-79C8958F59A6}" dt="2025-09-29T06:32:04.085" v="96" actId="208"/>
          <ac:spMkLst>
            <pc:docMk/>
            <pc:sldMk cId="2129339375" sldId="642"/>
            <ac:spMk id="557062" creationId="{00000000-0000-0000-0000-000000000000}"/>
          </ac:spMkLst>
        </pc:spChg>
        <pc:spChg chg="mod">
          <ac:chgData name="陈军_工学院" userId="6f7f04a3-a118-4a29-a2ab-4ad1875833df" providerId="ADAL" clId="{31F9BBFB-1BF7-519C-95BD-79C8958F59A6}" dt="2025-09-29T06:31:19.404" v="86" actId="1076"/>
          <ac:spMkLst>
            <pc:docMk/>
            <pc:sldMk cId="2129339375" sldId="642"/>
            <ac:spMk id="557092" creationId="{00000000-0000-0000-0000-000000000000}"/>
          </ac:spMkLst>
        </pc:spChg>
        <pc:spChg chg="mod">
          <ac:chgData name="陈军_工学院" userId="6f7f04a3-a118-4a29-a2ab-4ad1875833df" providerId="ADAL" clId="{31F9BBFB-1BF7-519C-95BD-79C8958F59A6}" dt="2025-09-29T06:31:18.919" v="84" actId="1076"/>
          <ac:spMkLst>
            <pc:docMk/>
            <pc:sldMk cId="2129339375" sldId="642"/>
            <ac:spMk id="557105" creationId="{00000000-0000-0000-0000-000000000000}"/>
          </ac:spMkLst>
        </pc:spChg>
        <pc:grpChg chg="mod">
          <ac:chgData name="陈军_工学院" userId="6f7f04a3-a118-4a29-a2ab-4ad1875833df" providerId="ADAL" clId="{31F9BBFB-1BF7-519C-95BD-79C8958F59A6}" dt="2025-09-29T06:25:43.116" v="61" actId="693"/>
          <ac:grpSpMkLst>
            <pc:docMk/>
            <pc:sldMk cId="2129339375" sldId="642"/>
            <ac:grpSpMk id="557093" creationId="{00000000-0000-0000-0000-000000000000}"/>
          </ac:grpSpMkLst>
        </pc:grpChg>
      </pc:sldChg>
      <pc:sldChg chg="modSp mod">
        <pc:chgData name="陈军_工学院" userId="6f7f04a3-a118-4a29-a2ab-4ad1875833df" providerId="ADAL" clId="{31F9BBFB-1BF7-519C-95BD-79C8958F59A6}" dt="2025-09-29T06:23:11.554" v="53" actId="1038"/>
        <pc:sldMkLst>
          <pc:docMk/>
          <pc:sldMk cId="1485754618" sldId="697"/>
        </pc:sldMkLst>
        <pc:cxnChg chg="mod">
          <ac:chgData name="陈军_工学院" userId="6f7f04a3-a118-4a29-a2ab-4ad1875833df" providerId="ADAL" clId="{31F9BBFB-1BF7-519C-95BD-79C8958F59A6}" dt="2025-09-29T06:23:11.554" v="53" actId="1038"/>
          <ac:cxnSpMkLst>
            <pc:docMk/>
            <pc:sldMk cId="1485754618" sldId="697"/>
            <ac:cxnSpMk id="5" creationId="{00000000-0000-0000-0000-000000000000}"/>
          </ac:cxnSpMkLst>
        </pc:cxnChg>
      </pc:sldChg>
      <pc:sldChg chg="modAnim">
        <pc:chgData name="陈军_工学院" userId="6f7f04a3-a118-4a29-a2ab-4ad1875833df" providerId="ADAL" clId="{31F9BBFB-1BF7-519C-95BD-79C8958F59A6}" dt="2025-09-29T06:20:21.481" v="1"/>
        <pc:sldMkLst>
          <pc:docMk/>
          <pc:sldMk cId="427252891" sldId="786"/>
        </pc:sldMkLst>
      </pc:sldChg>
      <pc:sldChg chg="modSp mod modAnim">
        <pc:chgData name="陈军_工学院" userId="6f7f04a3-a118-4a29-a2ab-4ad1875833df" providerId="ADAL" clId="{31F9BBFB-1BF7-519C-95BD-79C8958F59A6}" dt="2025-09-29T06:31:51.850" v="94" actId="207"/>
        <pc:sldMkLst>
          <pc:docMk/>
          <pc:sldMk cId="1093100778" sldId="925"/>
        </pc:sldMkLst>
        <pc:spChg chg="mod">
          <ac:chgData name="陈军_工学院" userId="6f7f04a3-a118-4a29-a2ab-4ad1875833df" providerId="ADAL" clId="{31F9BBFB-1BF7-519C-95BD-79C8958F59A6}" dt="2025-09-29T06:31:51.850" v="94" actId="207"/>
          <ac:spMkLst>
            <pc:docMk/>
            <pc:sldMk cId="1093100778" sldId="925"/>
            <ac:spMk id="556061" creationId="{00000000-0000-0000-0000-000000000000}"/>
          </ac:spMkLst>
        </pc:spChg>
        <pc:spChg chg="mod">
          <ac:chgData name="陈军_工学院" userId="6f7f04a3-a118-4a29-a2ab-4ad1875833df" providerId="ADAL" clId="{31F9BBFB-1BF7-519C-95BD-79C8958F59A6}" dt="2025-09-29T06:31:21.578" v="91" actId="207"/>
          <ac:spMkLst>
            <pc:docMk/>
            <pc:sldMk cId="1093100778" sldId="925"/>
            <ac:spMk id="556062" creationId="{00000000-0000-0000-0000-000000000000}"/>
          </ac:spMkLst>
        </pc:spChg>
      </pc:sldChg>
      <pc:sldChg chg="addSp modSp new mod modClrScheme chgLayout">
        <pc:chgData name="陈军_工学院" userId="6f7f04a3-a118-4a29-a2ab-4ad1875833df" providerId="ADAL" clId="{31F9BBFB-1BF7-519C-95BD-79C8958F59A6}" dt="2025-09-29T08:09:06.929" v="159" actId="20577"/>
        <pc:sldMkLst>
          <pc:docMk/>
          <pc:sldMk cId="3460156186" sldId="932"/>
        </pc:sldMkLst>
        <pc:spChg chg="mod ord">
          <ac:chgData name="陈军_工学院" userId="6f7f04a3-a118-4a29-a2ab-4ad1875833df" providerId="ADAL" clId="{31F9BBFB-1BF7-519C-95BD-79C8958F59A6}" dt="2025-09-29T08:08:31.659" v="131" actId="700"/>
          <ac:spMkLst>
            <pc:docMk/>
            <pc:sldMk cId="3460156186" sldId="932"/>
            <ac:spMk id="2" creationId="{99B79581-6124-26C9-9FD1-23F52BB86847}"/>
          </ac:spMkLst>
        </pc:spChg>
        <pc:spChg chg="mod ord">
          <ac:chgData name="陈军_工学院" userId="6f7f04a3-a118-4a29-a2ab-4ad1875833df" providerId="ADAL" clId="{31F9BBFB-1BF7-519C-95BD-79C8958F59A6}" dt="2025-09-29T08:08:31.659" v="131" actId="700"/>
          <ac:spMkLst>
            <pc:docMk/>
            <pc:sldMk cId="3460156186" sldId="932"/>
            <ac:spMk id="3" creationId="{E04F96B6-39B8-9CEB-B7A5-F91DCC9F3C99}"/>
          </ac:spMkLst>
        </pc:spChg>
        <pc:spChg chg="mod ord">
          <ac:chgData name="陈军_工学院" userId="6f7f04a3-a118-4a29-a2ab-4ad1875833df" providerId="ADAL" clId="{31F9BBFB-1BF7-519C-95BD-79C8958F59A6}" dt="2025-09-29T08:08:31.659" v="131" actId="700"/>
          <ac:spMkLst>
            <pc:docMk/>
            <pc:sldMk cId="3460156186" sldId="932"/>
            <ac:spMk id="4" creationId="{E76C6052-2A3A-DD90-C42E-013B0182FF8A}"/>
          </ac:spMkLst>
        </pc:spChg>
        <pc:spChg chg="mod ord">
          <ac:chgData name="陈军_工学院" userId="6f7f04a3-a118-4a29-a2ab-4ad1875833df" providerId="ADAL" clId="{31F9BBFB-1BF7-519C-95BD-79C8958F59A6}" dt="2025-09-29T08:08:31.659" v="131" actId="700"/>
          <ac:spMkLst>
            <pc:docMk/>
            <pc:sldMk cId="3460156186" sldId="932"/>
            <ac:spMk id="5" creationId="{EE04D1F5-00B7-919F-0CB4-C2FE249A4ED5}"/>
          </ac:spMkLst>
        </pc:spChg>
        <pc:spChg chg="add mod ord">
          <ac:chgData name="陈军_工学院" userId="6f7f04a3-a118-4a29-a2ab-4ad1875833df" providerId="ADAL" clId="{31F9BBFB-1BF7-519C-95BD-79C8958F59A6}" dt="2025-09-29T08:09:06.929" v="159" actId="20577"/>
          <ac:spMkLst>
            <pc:docMk/>
            <pc:sldMk cId="3460156186" sldId="932"/>
            <ac:spMk id="6" creationId="{2E675D9A-88C7-C155-10B5-67C8E2338AC5}"/>
          </ac:spMkLst>
        </pc:spChg>
      </pc:sldChg>
    </pc:docChg>
  </pc:docChgLst>
  <pc:docChgLst>
    <pc:chgData name="陈军_工学院" userId="6f7f04a3-a118-4a29-a2ab-4ad1875833df" providerId="ADAL" clId="{AEA05182-7CC7-6D45-BFCA-1B29A18D405B}"/>
    <pc:docChg chg="custSel addSld delSld modSld">
      <pc:chgData name="陈军_工学院" userId="6f7f04a3-a118-4a29-a2ab-4ad1875833df" providerId="ADAL" clId="{AEA05182-7CC7-6D45-BFCA-1B29A18D405B}" dt="2024-10-01T08:49:20.223" v="27" actId="2696"/>
      <pc:docMkLst>
        <pc:docMk/>
      </pc:docMkLst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316967007" sldId="289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342865858" sldId="289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2536569588" sldId="639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3528306324" sldId="639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2868802988" sldId="640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3943234156" sldId="640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2129339375" sldId="642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4117626798" sldId="694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4175931038" sldId="694"/>
        </pc:sldMkLst>
      </pc:sldChg>
      <pc:sldChg chg="add del">
        <pc:chgData name="陈军_工学院" userId="6f7f04a3-a118-4a29-a2ab-4ad1875833df" providerId="ADAL" clId="{AEA05182-7CC7-6D45-BFCA-1B29A18D405B}" dt="2024-09-29T13:49:20.049" v="8" actId="2696"/>
        <pc:sldMkLst>
          <pc:docMk/>
          <pc:sldMk cId="731847639" sldId="695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2833871623" sldId="695"/>
        </pc:sldMkLst>
      </pc:sldChg>
      <pc:sldChg chg="add del">
        <pc:chgData name="陈军_工学院" userId="6f7f04a3-a118-4a29-a2ab-4ad1875833df" providerId="ADAL" clId="{AEA05182-7CC7-6D45-BFCA-1B29A18D405B}" dt="2024-09-29T13:49:20.049" v="8" actId="2696"/>
        <pc:sldMkLst>
          <pc:docMk/>
          <pc:sldMk cId="1524422304" sldId="696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2765476352" sldId="696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1485754618" sldId="697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1134258417" sldId="719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268880100" sldId="720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762247412" sldId="721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1352299129" sldId="722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754787780" sldId="737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474468267" sldId="739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3429162586" sldId="739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435564670" sldId="740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4288722959" sldId="740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380797186" sldId="741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914108158" sldId="741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1681293455" sldId="742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3526515635" sldId="742"/>
        </pc:sldMkLst>
      </pc:sldChg>
      <pc:sldChg chg="delSp modSp add mod">
        <pc:chgData name="陈军_工学院" userId="6f7f04a3-a118-4a29-a2ab-4ad1875833df" providerId="ADAL" clId="{AEA05182-7CC7-6D45-BFCA-1B29A18D405B}" dt="2024-09-30T08:09:31.700" v="25" actId="478"/>
        <pc:sldMkLst>
          <pc:docMk/>
          <pc:sldMk cId="3267943201" sldId="763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213355102" sldId="764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1774340171" sldId="764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169008892" sldId="765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3266608996" sldId="765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2209253104" sldId="766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3529404443" sldId="766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1048986242" sldId="767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544693322" sldId="767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823223070" sldId="768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3379195782" sldId="768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346803480" sldId="769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356866085" sldId="770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3368548983" sldId="771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201964687" sldId="772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683529766" sldId="773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234463348" sldId="774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642119531" sldId="775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977153448" sldId="776"/>
        </pc:sldMkLst>
      </pc:sldChg>
      <pc:sldChg chg="modSp add mod">
        <pc:chgData name="陈军_工学院" userId="6f7f04a3-a118-4a29-a2ab-4ad1875833df" providerId="ADAL" clId="{AEA05182-7CC7-6D45-BFCA-1B29A18D405B}" dt="2024-09-29T13:54:49.299" v="16" actId="20577"/>
        <pc:sldMkLst>
          <pc:docMk/>
          <pc:sldMk cId="937059678" sldId="785"/>
        </pc:sldMkLst>
      </pc:sldChg>
      <pc:sldChg chg="add del">
        <pc:chgData name="陈军_工学院" userId="6f7f04a3-a118-4a29-a2ab-4ad1875833df" providerId="ADAL" clId="{AEA05182-7CC7-6D45-BFCA-1B29A18D405B}" dt="2024-09-29T13:47:30.512" v="3" actId="2696"/>
        <pc:sldMkLst>
          <pc:docMk/>
          <pc:sldMk cId="2327632258" sldId="785"/>
        </pc:sldMkLst>
      </pc:sldChg>
      <pc:sldChg chg="modSp add mod">
        <pc:chgData name="陈军_工学院" userId="6f7f04a3-a118-4a29-a2ab-4ad1875833df" providerId="ADAL" clId="{AEA05182-7CC7-6D45-BFCA-1B29A18D405B}" dt="2024-09-29T13:54:54.320" v="18" actId="20577"/>
        <pc:sldMkLst>
          <pc:docMk/>
          <pc:sldMk cId="427252891" sldId="786"/>
        </pc:sldMkLst>
      </pc:sldChg>
      <pc:sldChg chg="add del">
        <pc:chgData name="陈军_工学院" userId="6f7f04a3-a118-4a29-a2ab-4ad1875833df" providerId="ADAL" clId="{AEA05182-7CC7-6D45-BFCA-1B29A18D405B}" dt="2024-09-29T13:47:30.512" v="3" actId="2696"/>
        <pc:sldMkLst>
          <pc:docMk/>
          <pc:sldMk cId="3106862536" sldId="786"/>
        </pc:sldMkLst>
      </pc:sldChg>
      <pc:sldChg chg="del">
        <pc:chgData name="陈军_工学院" userId="6f7f04a3-a118-4a29-a2ab-4ad1875833df" providerId="ADAL" clId="{AEA05182-7CC7-6D45-BFCA-1B29A18D405B}" dt="2024-09-29T13:56:40.800" v="21" actId="2696"/>
        <pc:sldMkLst>
          <pc:docMk/>
          <pc:sldMk cId="4001115535" sldId="797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921102103" sldId="804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970899577" sldId="805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436442041" sldId="806"/>
        </pc:sldMkLst>
      </pc:sldChg>
      <pc:sldChg chg="modSp add mod">
        <pc:chgData name="陈军_工学院" userId="6f7f04a3-a118-4a29-a2ab-4ad1875833df" providerId="ADAL" clId="{AEA05182-7CC7-6D45-BFCA-1B29A18D405B}" dt="2024-09-29T13:50:37.732" v="13" actId="20577"/>
        <pc:sldMkLst>
          <pc:docMk/>
          <pc:sldMk cId="514370993" sldId="808"/>
        </pc:sldMkLst>
      </pc:sldChg>
      <pc:sldChg chg="del">
        <pc:chgData name="陈军_工学院" userId="6f7f04a3-a118-4a29-a2ab-4ad1875833df" providerId="ADAL" clId="{AEA05182-7CC7-6D45-BFCA-1B29A18D405B}" dt="2024-09-29T13:50:14.029" v="10" actId="2696"/>
        <pc:sldMkLst>
          <pc:docMk/>
          <pc:sldMk cId="1544451621" sldId="808"/>
        </pc:sldMkLst>
      </pc:sldChg>
      <pc:sldChg chg="del">
        <pc:chgData name="陈军_工学院" userId="6f7f04a3-a118-4a29-a2ab-4ad1875833df" providerId="ADAL" clId="{AEA05182-7CC7-6D45-BFCA-1B29A18D405B}" dt="2024-09-29T13:56:13.378" v="20" actId="2696"/>
        <pc:sldMkLst>
          <pc:docMk/>
          <pc:sldMk cId="1250294649" sldId="810"/>
        </pc:sldMkLst>
      </pc:sldChg>
      <pc:sldChg chg="add del">
        <pc:chgData name="陈军_工学院" userId="6f7f04a3-a118-4a29-a2ab-4ad1875833df" providerId="ADAL" clId="{AEA05182-7CC7-6D45-BFCA-1B29A18D405B}" dt="2024-09-29T13:47:30.512" v="3" actId="2696"/>
        <pc:sldMkLst>
          <pc:docMk/>
          <pc:sldMk cId="105056347" sldId="811"/>
        </pc:sldMkLst>
      </pc:sldChg>
      <pc:sldChg chg="add">
        <pc:chgData name="陈军_工学院" userId="6f7f04a3-a118-4a29-a2ab-4ad1875833df" providerId="ADAL" clId="{AEA05182-7CC7-6D45-BFCA-1B29A18D405B}" dt="2024-09-29T13:47:35.808" v="4"/>
        <pc:sldMkLst>
          <pc:docMk/>
          <pc:sldMk cId="3448689589" sldId="811"/>
        </pc:sldMkLst>
      </pc:sldChg>
      <pc:sldChg chg="add del">
        <pc:chgData name="陈军_工学院" userId="6f7f04a3-a118-4a29-a2ab-4ad1875833df" providerId="ADAL" clId="{AEA05182-7CC7-6D45-BFCA-1B29A18D405B}" dt="2024-09-29T13:56:12.063" v="19" actId="2696"/>
        <pc:sldMkLst>
          <pc:docMk/>
          <pc:sldMk cId="3250930417" sldId="812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577740078" sldId="889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2994022079" sldId="892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2481475269" sldId="893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909055702" sldId="894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284738527" sldId="895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3040347189" sldId="912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026542396" sldId="913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2944883540" sldId="914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2631587067" sldId="915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2625315285" sldId="916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3450781608" sldId="917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846969228" sldId="920"/>
        </pc:sldMkLst>
      </pc:sldChg>
      <pc:sldChg chg="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1964928298" sldId="921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3054911293" sldId="922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1348065288" sldId="923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1280955389" sldId="924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1093100778" sldId="925"/>
        </pc:sldMkLst>
      </pc:sldChg>
      <pc:sldChg chg="add">
        <pc:chgData name="陈军_工学院" userId="6f7f04a3-a118-4a29-a2ab-4ad1875833df" providerId="ADAL" clId="{AEA05182-7CC7-6D45-BFCA-1B29A18D405B}" dt="2024-09-26T10:56:14.671" v="0"/>
        <pc:sldMkLst>
          <pc:docMk/>
          <pc:sldMk cId="3312321691" sldId="926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3017763409" sldId="927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3192620019" sldId="927"/>
        </pc:sldMkLst>
      </pc:sldChg>
      <pc:sldChg chg="add del">
        <pc:chgData name="陈军_工学院" userId="6f7f04a3-a118-4a29-a2ab-4ad1875833df" providerId="ADAL" clId="{AEA05182-7CC7-6D45-BFCA-1B29A18D405B}" dt="2024-09-29T13:46:57.474" v="1" actId="2696"/>
        <pc:sldMkLst>
          <pc:docMk/>
          <pc:sldMk cId="940028971" sldId="928"/>
        </pc:sldMkLst>
      </pc:sldChg>
      <pc:sldChg chg="add del">
        <pc:chgData name="陈军_工学院" userId="6f7f04a3-a118-4a29-a2ab-4ad1875833df" providerId="ADAL" clId="{AEA05182-7CC7-6D45-BFCA-1B29A18D405B}" dt="2024-10-01T08:49:20.223" v="27" actId="2696"/>
        <pc:sldMkLst>
          <pc:docMk/>
          <pc:sldMk cId="2601110434" sldId="928"/>
        </pc:sldMkLst>
      </pc:sldChg>
      <pc:sldChg chg="add del">
        <pc:chgData name="陈军_工学院" userId="6f7f04a3-a118-4a29-a2ab-4ad1875833df" providerId="ADAL" clId="{AEA05182-7CC7-6D45-BFCA-1B29A18D405B}" dt="2024-09-29T13:47:30.512" v="3" actId="2696"/>
        <pc:sldMkLst>
          <pc:docMk/>
          <pc:sldMk cId="1264805541" sldId="929"/>
        </pc:sldMkLst>
      </pc:sldChg>
      <pc:sldChg chg="add">
        <pc:chgData name="陈军_工学院" userId="6f7f04a3-a118-4a29-a2ab-4ad1875833df" providerId="ADAL" clId="{AEA05182-7CC7-6D45-BFCA-1B29A18D405B}" dt="2024-09-29T13:47:35.808" v="4"/>
        <pc:sldMkLst>
          <pc:docMk/>
          <pc:sldMk cId="2631458115" sldId="929"/>
        </pc:sldMkLst>
      </pc:sldChg>
      <pc:sldChg chg="add">
        <pc:chgData name="陈军_工学院" userId="6f7f04a3-a118-4a29-a2ab-4ad1875833df" providerId="ADAL" clId="{AEA05182-7CC7-6D45-BFCA-1B29A18D405B}" dt="2024-09-30T08:09:39.324" v="26"/>
        <pc:sldMkLst>
          <pc:docMk/>
          <pc:sldMk cId="3954547851" sldId="930"/>
        </pc:sldMkLst>
      </pc:sldChg>
      <pc:sldMasterChg chg="delSldLayout">
        <pc:chgData name="陈军_工学院" userId="6f7f04a3-a118-4a29-a2ab-4ad1875833df" providerId="ADAL" clId="{AEA05182-7CC7-6D45-BFCA-1B29A18D405B}" dt="2024-10-01T08:49:20.223" v="27" actId="2696"/>
        <pc:sldMasterMkLst>
          <pc:docMk/>
          <pc:sldMasterMk cId="3207465171" sldId="2147483686"/>
        </pc:sldMasterMkLst>
        <pc:sldLayoutChg chg="del">
          <pc:chgData name="陈军_工学院" userId="6f7f04a3-a118-4a29-a2ab-4ad1875833df" providerId="ADAL" clId="{AEA05182-7CC7-6D45-BFCA-1B29A18D405B}" dt="2024-10-01T08:49:20.223" v="27" actId="2696"/>
          <pc:sldLayoutMkLst>
            <pc:docMk/>
            <pc:sldMasterMk cId="3207465171" sldId="2147483686"/>
            <pc:sldLayoutMk cId="3946635303" sldId="2147483723"/>
          </pc:sldLayoutMkLst>
        </pc:sldLayoutChg>
      </pc:sldMasterChg>
    </pc:docChg>
  </pc:docChgLst>
  <pc:docChgLst>
    <pc:chgData name="陈军" userId="6f7f04a3-a118-4a29-a2ab-4ad1875833df" providerId="ADAL" clId="{A6D1C971-393B-8F48-9C68-84D5150A51F4}"/>
    <pc:docChg chg="custSel modSld">
      <pc:chgData name="陈军" userId="6f7f04a3-a118-4a29-a2ab-4ad1875833df" providerId="ADAL" clId="{A6D1C971-393B-8F48-9C68-84D5150A51F4}" dt="2024-09-29T13:40:56.522" v="39" actId="20577"/>
      <pc:docMkLst>
        <pc:docMk/>
      </pc:docMkLst>
      <pc:sldChg chg="modSp">
        <pc:chgData name="陈军" userId="6f7f04a3-a118-4a29-a2ab-4ad1875833df" providerId="ADAL" clId="{A6D1C971-393B-8F48-9C68-84D5150A51F4}" dt="2024-09-29T13:39:51.766" v="7" actId="27636"/>
        <pc:sldMkLst>
          <pc:docMk/>
          <pc:sldMk cId="2129339375" sldId="642"/>
        </pc:sldMkLst>
      </pc:sldChg>
      <pc:sldChg chg="modSp">
        <pc:chgData name="陈军" userId="6f7f04a3-a118-4a29-a2ab-4ad1875833df" providerId="ADAL" clId="{A6D1C971-393B-8F48-9C68-84D5150A51F4}" dt="2024-09-29T13:40:01.315" v="10" actId="20577"/>
        <pc:sldMkLst>
          <pc:docMk/>
          <pc:sldMk cId="1485754618" sldId="697"/>
        </pc:sldMkLst>
      </pc:sldChg>
      <pc:sldChg chg="modSp">
        <pc:chgData name="陈军" userId="6f7f04a3-a118-4a29-a2ab-4ad1875833df" providerId="ADAL" clId="{A6D1C971-393B-8F48-9C68-84D5150A51F4}" dt="2024-09-29T13:40:49.161" v="36" actId="20577"/>
        <pc:sldMkLst>
          <pc:docMk/>
          <pc:sldMk cId="268880100" sldId="720"/>
        </pc:sldMkLst>
      </pc:sldChg>
      <pc:sldChg chg="modSp">
        <pc:chgData name="陈军" userId="6f7f04a3-a118-4a29-a2ab-4ad1875833df" providerId="ADAL" clId="{A6D1C971-393B-8F48-9C68-84D5150A51F4}" dt="2024-09-29T13:40:16.726" v="13" actId="20577"/>
        <pc:sldMkLst>
          <pc:docMk/>
          <pc:sldMk cId="762247412" sldId="721"/>
        </pc:sldMkLst>
      </pc:sldChg>
      <pc:sldChg chg="modSp">
        <pc:chgData name="陈军" userId="6f7f04a3-a118-4a29-a2ab-4ad1875833df" providerId="ADAL" clId="{A6D1C971-393B-8F48-9C68-84D5150A51F4}" dt="2024-09-29T13:40:56.522" v="39" actId="20577"/>
        <pc:sldMkLst>
          <pc:docMk/>
          <pc:sldMk cId="754787780" sldId="737"/>
        </pc:sldMkLst>
      </pc:sldChg>
      <pc:sldChg chg="modSp">
        <pc:chgData name="陈军" userId="6f7f04a3-a118-4a29-a2ab-4ad1875833df" providerId="ADAL" clId="{A6D1C971-393B-8F48-9C68-84D5150A51F4}" dt="2024-09-29T13:39:41.398" v="2" actId="20577"/>
        <pc:sldMkLst>
          <pc:docMk/>
          <pc:sldMk cId="1093100778" sldId="925"/>
        </pc:sldMkLst>
      </pc:sldChg>
    </pc:docChg>
  </pc:docChgLst>
  <pc:docChgLst>
    <pc:chgData name="陈军_工学院" userId="6f7f04a3-a118-4a29-a2ab-4ad1875833df" providerId="ADAL" clId="{C65E3B55-6C91-FA4A-BBB3-029BA5DFC7CF}"/>
    <pc:docChg chg="custSel addSld delSld modSld sldOrd">
      <pc:chgData name="陈军_工学院" userId="6f7f04a3-a118-4a29-a2ab-4ad1875833df" providerId="ADAL" clId="{C65E3B55-6C91-FA4A-BBB3-029BA5DFC7CF}" dt="2023-10-11T03:09:27.869" v="300" actId="700"/>
      <pc:docMkLst>
        <pc:docMk/>
      </pc:docMkLst>
      <pc:sldChg chg="modSp add mod">
        <pc:chgData name="陈军_工学院" userId="6f7f04a3-a118-4a29-a2ab-4ad1875833df" providerId="ADAL" clId="{C65E3B55-6C91-FA4A-BBB3-029BA5DFC7CF}" dt="2023-10-10T14:51:27.744" v="260" actId="20577"/>
        <pc:sldMkLst>
          <pc:docMk/>
          <pc:sldMk cId="620593201" sldId="641"/>
        </pc:sldMkLst>
      </pc:sldChg>
      <pc:sldChg chg="modSp add mod">
        <pc:chgData name="陈军_工学院" userId="6f7f04a3-a118-4a29-a2ab-4ad1875833df" providerId="ADAL" clId="{C65E3B55-6C91-FA4A-BBB3-029BA5DFC7CF}" dt="2023-10-10T14:47:13.918" v="200" actId="1076"/>
        <pc:sldMkLst>
          <pc:docMk/>
          <pc:sldMk cId="396152780" sldId="716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1346803480" sldId="769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1356866085" sldId="770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3368548983" sldId="771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1201964687" sldId="772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1683529766" sldId="773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1234463348" sldId="774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1642119531" sldId="775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1977153448" sldId="776"/>
        </pc:sldMkLst>
      </pc:sldChg>
      <pc:sldChg chg="modSp add mod ord">
        <pc:chgData name="陈军_工学院" userId="6f7f04a3-a118-4a29-a2ab-4ad1875833df" providerId="ADAL" clId="{C65E3B55-6C91-FA4A-BBB3-029BA5DFC7CF}" dt="2023-10-10T14:20:09.828" v="170" actId="1076"/>
        <pc:sldMkLst>
          <pc:docMk/>
          <pc:sldMk cId="4001115535" sldId="797"/>
        </pc:sldMkLst>
      </pc:sldChg>
      <pc:sldChg chg="addSp delSp modSp add mod modClrScheme modAnim chgLayout">
        <pc:chgData name="陈军_工学院" userId="6f7f04a3-a118-4a29-a2ab-4ad1875833df" providerId="ADAL" clId="{C65E3B55-6C91-FA4A-BBB3-029BA5DFC7CF}" dt="2023-10-10T14:44:38.285" v="186" actId="1076"/>
        <pc:sldMkLst>
          <pc:docMk/>
          <pc:sldMk cId="4241173496" sldId="798"/>
        </pc:sldMkLst>
      </pc:sldChg>
      <pc:sldChg chg="addSp delSp modSp add mod modClrScheme chgLayout">
        <pc:chgData name="陈军_工学院" userId="6f7f04a3-a118-4a29-a2ab-4ad1875833df" providerId="ADAL" clId="{C65E3B55-6C91-FA4A-BBB3-029BA5DFC7CF}" dt="2023-10-10T14:47:00.927" v="199" actId="1076"/>
        <pc:sldMkLst>
          <pc:docMk/>
          <pc:sldMk cId="3157272414" sldId="799"/>
        </pc:sldMkLst>
      </pc:sldChg>
      <pc:sldChg chg="modSp add mod">
        <pc:chgData name="陈军_工学院" userId="6f7f04a3-a118-4a29-a2ab-4ad1875833df" providerId="ADAL" clId="{C65E3B55-6C91-FA4A-BBB3-029BA5DFC7CF}" dt="2023-10-10T14:47:24.807" v="202" actId="20577"/>
        <pc:sldMkLst>
          <pc:docMk/>
          <pc:sldMk cId="3417780512" sldId="800"/>
        </pc:sldMkLst>
      </pc:sldChg>
      <pc:sldChg chg="add">
        <pc:chgData name="陈军_工学院" userId="6f7f04a3-a118-4a29-a2ab-4ad1875833df" providerId="ADAL" clId="{C65E3B55-6C91-FA4A-BBB3-029BA5DFC7CF}" dt="2023-10-09T14:08:10.925" v="0"/>
        <pc:sldMkLst>
          <pc:docMk/>
          <pc:sldMk cId="3467506208" sldId="801"/>
        </pc:sldMkLst>
      </pc:sldChg>
      <pc:sldChg chg="modSp add del mod">
        <pc:chgData name="陈军_工学院" userId="6f7f04a3-a118-4a29-a2ab-4ad1875833df" providerId="ADAL" clId="{C65E3B55-6C91-FA4A-BBB3-029BA5DFC7CF}" dt="2023-10-10T14:56:13.912" v="295" actId="1037"/>
        <pc:sldMkLst>
          <pc:docMk/>
          <pc:sldMk cId="1475885993" sldId="802"/>
        </pc:sldMkLst>
      </pc:sldChg>
      <pc:sldChg chg="modSp add">
        <pc:chgData name="陈军_工学院" userId="6f7f04a3-a118-4a29-a2ab-4ad1875833df" providerId="ADAL" clId="{C65E3B55-6C91-FA4A-BBB3-029BA5DFC7CF}" dt="2023-10-10T14:51:05.936" v="250" actId="1076"/>
        <pc:sldMkLst>
          <pc:docMk/>
          <pc:sldMk cId="62791615" sldId="803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1436442041" sldId="806"/>
        </pc:sldMkLst>
      </pc:sldChg>
      <pc:sldChg chg="addSp modSp mod modAnim">
        <pc:chgData name="陈军_工学院" userId="6f7f04a3-a118-4a29-a2ab-4ad1875833df" providerId="ADAL" clId="{C65E3B55-6C91-FA4A-BBB3-029BA5DFC7CF}" dt="2023-10-10T14:20:58.468" v="176" actId="20577"/>
        <pc:sldMkLst>
          <pc:docMk/>
          <pc:sldMk cId="1273524439" sldId="807"/>
        </pc:sldMkLst>
      </pc:sldChg>
      <pc:sldChg chg="modSp add mod">
        <pc:chgData name="陈军_工学院" userId="6f7f04a3-a118-4a29-a2ab-4ad1875833df" providerId="ADAL" clId="{C65E3B55-6C91-FA4A-BBB3-029BA5DFC7CF}" dt="2023-10-10T14:20:04.803" v="169" actId="20577"/>
        <pc:sldMkLst>
          <pc:docMk/>
          <pc:sldMk cId="1544451621" sldId="808"/>
        </pc:sldMkLst>
      </pc:sldChg>
      <pc:sldChg chg="del">
        <pc:chgData name="陈军_工学院" userId="6f7f04a3-a118-4a29-a2ab-4ad1875833df" providerId="ADAL" clId="{C65E3B55-6C91-FA4A-BBB3-029BA5DFC7CF}" dt="2023-10-10T13:29:26.196" v="1" actId="2696"/>
        <pc:sldMkLst>
          <pc:docMk/>
          <pc:sldMk cId="1649544519" sldId="808"/>
        </pc:sldMkLst>
      </pc:sldChg>
      <pc:sldChg chg="add">
        <pc:chgData name="陈军_工学院" userId="6f7f04a3-a118-4a29-a2ab-4ad1875833df" providerId="ADAL" clId="{C65E3B55-6C91-FA4A-BBB3-029BA5DFC7CF}" dt="2023-10-11T02:10:04.174" v="296"/>
        <pc:sldMkLst>
          <pc:docMk/>
          <pc:sldMk cId="1250294649" sldId="810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577740078" sldId="889"/>
        </pc:sldMkLst>
      </pc:sldChg>
      <pc:sldChg chg="modSp mod modAnim">
        <pc:chgData name="陈军_工学院" userId="6f7f04a3-a118-4a29-a2ab-4ad1875833df" providerId="ADAL" clId="{C65E3B55-6C91-FA4A-BBB3-029BA5DFC7CF}" dt="2023-10-10T14:20:40.513" v="173" actId="1076"/>
        <pc:sldMkLst>
          <pc:docMk/>
          <pc:sldMk cId="3776746663" sldId="890"/>
        </pc:sldMkLst>
      </pc:sldChg>
      <pc:sldChg chg="modSp add mod">
        <pc:chgData name="陈军_工学院" userId="6f7f04a3-a118-4a29-a2ab-4ad1875833df" providerId="ADAL" clId="{C65E3B55-6C91-FA4A-BBB3-029BA5DFC7CF}" dt="2023-10-10T14:50:58.156" v="249" actId="207"/>
        <pc:sldMkLst>
          <pc:docMk/>
          <pc:sldMk cId="1072495444" sldId="891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2994022079" sldId="892"/>
        </pc:sldMkLst>
      </pc:sldChg>
      <pc:sldChg chg="add del">
        <pc:chgData name="陈军_工学院" userId="6f7f04a3-a118-4a29-a2ab-4ad1875833df" providerId="ADAL" clId="{C65E3B55-6C91-FA4A-BBB3-029BA5DFC7CF}" dt="2023-10-10T14:53:37.261" v="263" actId="2696"/>
        <pc:sldMkLst>
          <pc:docMk/>
          <pc:sldMk cId="3126216149" sldId="892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2481475269" sldId="893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1909055702" sldId="894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1284738527" sldId="895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3040347189" sldId="912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1026542396" sldId="913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2944883540" sldId="914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2631587067" sldId="915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2625315285" sldId="916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3450781608" sldId="917"/>
        </pc:sldMkLst>
      </pc:sldChg>
      <pc:sldChg chg="add">
        <pc:chgData name="陈军_工学院" userId="6f7f04a3-a118-4a29-a2ab-4ad1875833df" providerId="ADAL" clId="{C65E3B55-6C91-FA4A-BBB3-029BA5DFC7CF}" dt="2023-10-11T03:07:23.627" v="297"/>
        <pc:sldMkLst>
          <pc:docMk/>
          <pc:sldMk cId="846969228" sldId="920"/>
        </pc:sldMkLst>
      </pc:sldChg>
      <pc:sldChg chg="addSp delSp modSp new mod modClrScheme chgLayout">
        <pc:chgData name="陈军_工学院" userId="6f7f04a3-a118-4a29-a2ab-4ad1875833df" providerId="ADAL" clId="{C65E3B55-6C91-FA4A-BBB3-029BA5DFC7CF}" dt="2023-10-11T03:09:27.869" v="300" actId="700"/>
        <pc:sldMkLst>
          <pc:docMk/>
          <pc:sldMk cId="1964928298" sldId="921"/>
        </pc:sldMkLst>
      </pc:sldChg>
    </pc:docChg>
  </pc:docChgLst>
  <pc:docChgLst>
    <pc:chgData name="陈军_工学院" userId="6f7f04a3-a118-4a29-a2ab-4ad1875833df" providerId="ADAL" clId="{5704655F-1DC6-5A1D-BC81-F4DA7804E592}"/>
    <pc:docChg chg="custSel addSld delSld modSld">
      <pc:chgData name="陈军_工学院" userId="6f7f04a3-a118-4a29-a2ab-4ad1875833df" providerId="ADAL" clId="{5704655F-1DC6-5A1D-BC81-F4DA7804E592}" dt="2025-09-29T12:59:45.360" v="32" actId="478"/>
      <pc:docMkLst>
        <pc:docMk/>
      </pc:docMkLst>
      <pc:sldChg chg="del">
        <pc:chgData name="陈军_工学院" userId="6f7f04a3-a118-4a29-a2ab-4ad1875833df" providerId="ADAL" clId="{5704655F-1DC6-5A1D-BC81-F4DA7804E592}" dt="2025-09-29T12:59:35.066" v="31" actId="2696"/>
        <pc:sldMkLst>
          <pc:docMk/>
          <pc:sldMk cId="396152780" sldId="716"/>
        </pc:sldMkLst>
      </pc:sldChg>
      <pc:sldChg chg="delSp mod delAnim">
        <pc:chgData name="陈军_工学院" userId="6f7f04a3-a118-4a29-a2ab-4ad1875833df" providerId="ADAL" clId="{5704655F-1DC6-5A1D-BC81-F4DA7804E592}" dt="2025-09-29T12:59:45.360" v="32" actId="478"/>
        <pc:sldMkLst>
          <pc:docMk/>
          <pc:sldMk cId="268880100" sldId="720"/>
        </pc:sldMkLst>
        <pc:picChg chg="del">
          <ac:chgData name="陈军_工学院" userId="6f7f04a3-a118-4a29-a2ab-4ad1875833df" providerId="ADAL" clId="{5704655F-1DC6-5A1D-BC81-F4DA7804E592}" dt="2025-09-29T12:59:45.360" v="32" actId="478"/>
          <ac:picMkLst>
            <pc:docMk/>
            <pc:sldMk cId="268880100" sldId="720"/>
            <ac:picMk id="2" creationId="{00000000-0000-0000-0000-000000000000}"/>
          </ac:picMkLst>
        </pc:picChg>
      </pc:sldChg>
      <pc:sldChg chg="del">
        <pc:chgData name="陈军_工学院" userId="6f7f04a3-a118-4a29-a2ab-4ad1875833df" providerId="ADAL" clId="{5704655F-1DC6-5A1D-BC81-F4DA7804E592}" dt="2025-09-29T12:59:35.066" v="31" actId="2696"/>
        <pc:sldMkLst>
          <pc:docMk/>
          <pc:sldMk cId="3157272414" sldId="799"/>
        </pc:sldMkLst>
      </pc:sldChg>
      <pc:sldChg chg="del">
        <pc:chgData name="陈军_工学院" userId="6f7f04a3-a118-4a29-a2ab-4ad1875833df" providerId="ADAL" clId="{5704655F-1DC6-5A1D-BC81-F4DA7804E592}" dt="2025-09-29T12:59:35.066" v="31" actId="2696"/>
        <pc:sldMkLst>
          <pc:docMk/>
          <pc:sldMk cId="3417780512" sldId="800"/>
        </pc:sldMkLst>
      </pc:sldChg>
      <pc:sldChg chg="del">
        <pc:chgData name="陈军_工学院" userId="6f7f04a3-a118-4a29-a2ab-4ad1875833df" providerId="ADAL" clId="{5704655F-1DC6-5A1D-BC81-F4DA7804E592}" dt="2025-09-29T12:59:35.066" v="31" actId="2696"/>
        <pc:sldMkLst>
          <pc:docMk/>
          <pc:sldMk cId="3467506208" sldId="801"/>
        </pc:sldMkLst>
      </pc:sldChg>
      <pc:sldChg chg="del">
        <pc:chgData name="陈军_工学院" userId="6f7f04a3-a118-4a29-a2ab-4ad1875833df" providerId="ADAL" clId="{5704655F-1DC6-5A1D-BC81-F4DA7804E592}" dt="2025-09-29T12:59:35.066" v="31" actId="2696"/>
        <pc:sldMkLst>
          <pc:docMk/>
          <pc:sldMk cId="1475885993" sldId="802"/>
        </pc:sldMkLst>
      </pc:sldChg>
      <pc:sldChg chg="del">
        <pc:chgData name="陈军_工学院" userId="6f7f04a3-a118-4a29-a2ab-4ad1875833df" providerId="ADAL" clId="{5704655F-1DC6-5A1D-BC81-F4DA7804E592}" dt="2025-09-29T12:59:05.950" v="29" actId="2696"/>
        <pc:sldMkLst>
          <pc:docMk/>
          <pc:sldMk cId="3556110442" sldId="819"/>
        </pc:sldMkLst>
      </pc:sldChg>
      <pc:sldChg chg="add">
        <pc:chgData name="陈军_工学院" userId="6f7f04a3-a118-4a29-a2ab-4ad1875833df" providerId="ADAL" clId="{5704655F-1DC6-5A1D-BC81-F4DA7804E592}" dt="2025-09-29T01:35:52.128" v="0"/>
        <pc:sldMkLst>
          <pc:docMk/>
          <pc:sldMk cId="301715030" sldId="889"/>
        </pc:sldMkLst>
      </pc:sldChg>
      <pc:sldChg chg="modSp add mod">
        <pc:chgData name="陈军_工学院" userId="6f7f04a3-a118-4a29-a2ab-4ad1875833df" providerId="ADAL" clId="{5704655F-1DC6-5A1D-BC81-F4DA7804E592}" dt="2025-09-29T01:37:05.552" v="28" actId="20577"/>
        <pc:sldMkLst>
          <pc:docMk/>
          <pc:sldMk cId="225239733" sldId="931"/>
        </pc:sldMkLst>
        <pc:spChg chg="mod">
          <ac:chgData name="陈军_工学院" userId="6f7f04a3-a118-4a29-a2ab-4ad1875833df" providerId="ADAL" clId="{5704655F-1DC6-5A1D-BC81-F4DA7804E592}" dt="2025-09-29T01:37:05.552" v="28" actId="20577"/>
          <ac:spMkLst>
            <pc:docMk/>
            <pc:sldMk cId="225239733" sldId="931"/>
            <ac:spMk id="9" creationId="{90CCC216-F691-8DBD-A1C8-551B048C7DE6}"/>
          </ac:spMkLst>
        </pc:spChg>
      </pc:sldChg>
      <pc:sldChg chg="del">
        <pc:chgData name="陈军_工学院" userId="6f7f04a3-a118-4a29-a2ab-4ad1875833df" providerId="ADAL" clId="{5704655F-1DC6-5A1D-BC81-F4DA7804E592}" dt="2025-09-29T12:59:18.957" v="30" actId="2696"/>
        <pc:sldMkLst>
          <pc:docMk/>
          <pc:sldMk cId="3460156186" sldId="93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2A212-11AD-934F-81F1-B483125DF66D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0E1F-3977-4747-911E-733EB8B7B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9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E6B5E-27DF-4747-96E9-E7A46D46608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2D0D5-ACED-4B29-ADCC-EF2B5D1F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12D0D5-ACED-4B29-ADCC-EF2B5D1FEF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67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3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image" Target="../media/image4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eg"/><Relationship Id="rId5" Type="http://schemas.openxmlformats.org/officeDocument/2006/relationships/tags" Target="../tags/tag2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5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4.jpe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image" Target="../media/image4.jpe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9AC3-F389-46AB-AFA0-5AC2110A7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276"/>
            <a:ext cx="9144000" cy="1655762"/>
          </a:xfrm>
        </p:spPr>
        <p:txBody>
          <a:bodyPr anchor="ctr">
            <a:normAutofit/>
          </a:bodyPr>
          <a:lstStyle>
            <a:lvl1pPr marL="0" algn="ctr" fontAlgn="ctr">
              <a:defRPr sz="4800"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CE61F-886C-4880-A95B-20ED4D353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4682"/>
            <a:ext cx="9144000" cy="123444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449BB-9DCC-4ED5-AD39-804DFD9F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2287E-8002-6B45-A45F-A872A6C97414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8EAEC-C9B7-4F7D-B809-067E35FB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38B62-9141-4264-BCED-EF02C827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0D6A-581A-B042-A1CE-97D75E2F3529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3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026" y="1591733"/>
            <a:ext cx="10123516" cy="4671849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82AFF-6EC8-2C4B-BE89-312764B9860F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9C3C248-5F5D-00C6-8D34-6FC56C82B0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910400"/>
            <a:ext cx="5507437" cy="528933"/>
          </a:xfrm>
        </p:spPr>
        <p:txBody>
          <a:bodyPr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689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5B8C-0D5D-4E1D-8BF4-D61F46FB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DC1DC-2BC3-4C6A-8070-5601A2C67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E4DA0-2198-4827-BDDC-80F0A6D9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BD9B-735C-2049-82E2-9879F2AEF6EF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77C69-3623-4960-A9FA-1B0F8DB6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57FB-2BC1-4FC4-8AE2-592B3BC4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1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628E-4CB9-4054-BA93-C362841F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D2D57-0AE5-48FD-B1B2-EFBDD2C70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59D76-97B2-4CEA-AC86-EB290E484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83E77-6C75-4215-8AE0-0F54D856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77085-B23A-4441-8CD6-A480C39D7251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11321-E414-460C-A1DE-21A746FD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4F03E-5220-4EB0-B9BF-C607CE08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1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EF3B-CDCE-46FD-92EB-B68217B9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1" y="288405"/>
            <a:ext cx="6259281" cy="759864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07811-3425-4B48-A99B-1F72A6A26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15403"/>
            <a:ext cx="5157787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9A445-9357-40B0-BED1-6B2A39767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78429"/>
            <a:ext cx="5157787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0F840-44BE-46FF-858C-0B0B78A05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15403"/>
            <a:ext cx="5183188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A1B63-95D0-4B45-8CE1-E41F5C686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8429"/>
            <a:ext cx="5183188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6EE5C-366C-4A05-B24D-6E5E4B49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33E87-570B-3649-B3F1-52413632B0A8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B345C-BDB7-4F4C-8229-8545DEC4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7997F-13F2-4012-9D15-199F86CB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2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346E-879A-514D-89BD-AC0F6020C0AC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0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E574-E06D-F041-9CF9-E3CB5A912455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10DF379-40BA-CEA9-A617-CAA5651FFA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817632"/>
            <a:ext cx="5507437" cy="626352"/>
          </a:xfrm>
        </p:spPr>
        <p:txBody>
          <a:bodyPr numCol="1"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496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AE017-BA54-4903-90BE-5E03D77E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57A0-D5FC-C049-A6B0-5E32CA5215ED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F8058-50F2-4491-82C1-B80DA2B4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93026-A32F-485B-931E-8B5B11C5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29B452-BDB2-4201-AE17-E702847E2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8200" y="487680"/>
            <a:ext cx="10363403" cy="77031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6D6614D-F0E2-410C-83EC-843926F9C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938352" y="1460211"/>
            <a:ext cx="8163098" cy="469392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sz="3200"/>
            </a:lvl1pPr>
            <a:lvl2pPr>
              <a:spcBef>
                <a:spcPts val="600"/>
              </a:spcBef>
              <a:spcAft>
                <a:spcPts val="600"/>
              </a:spcAft>
              <a:defRPr sz="3200"/>
            </a:lvl2pPr>
            <a:lvl3pPr>
              <a:spcBef>
                <a:spcPts val="600"/>
              </a:spcBef>
              <a:spcAft>
                <a:spcPts val="600"/>
              </a:spcAft>
              <a:defRPr sz="2800"/>
            </a:lvl3pPr>
            <a:lvl4pPr>
              <a:spcBef>
                <a:spcPts val="600"/>
              </a:spcBef>
              <a:spcAft>
                <a:spcPts val="600"/>
              </a:spcAft>
              <a:defRPr sz="2400"/>
            </a:lvl4pPr>
            <a:lvl5pPr>
              <a:spcBef>
                <a:spcPts val="600"/>
              </a:spcBef>
              <a:spcAft>
                <a:spcPts val="600"/>
              </a:spcAft>
              <a:defRPr sz="2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6172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7C01-812F-4893-9A0C-92A5D2958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0BFB-74E3-4B20-9BBD-AF221DE1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6F0D4-7478-4A79-8103-D634F6721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74364-04AB-4E55-AC1A-F2B4127FA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4479-217A-FF40-9636-45116624348F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198EE-5344-4348-8E71-5A87B6DC5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3E4C5-A969-4885-A0BE-2A760C74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5B18-6F1E-42D0-8FED-31E3999A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D196E-5D9C-459B-B14C-90F666FF9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D1EF5-A4C9-4E66-A9EA-9B5CA5F53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86928-A2BF-4B5F-9D93-879B18BB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0D2DF-C805-0149-8899-6322E32D74D8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76131-49F2-4B3E-AD09-EDADE8CD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DC662-A2DB-429F-A30E-2132412A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65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8926-5B6E-4CE3-978D-BEBFA240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B8062-5C83-4067-B283-F55F0238F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6D8A3-3E49-434E-890B-E08ED9C6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C5F5-34B3-4B4D-A8A4-F8832F0561B9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313AC-44E6-416A-A578-A7EF1D103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631F8-5845-43A3-84C5-610D75AF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96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A46F6-727A-40AF-9987-FCA799ADE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3C102-28C3-448C-964D-C1025F5DE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BFBA-56B0-47E9-A049-82F57723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8D41-F29B-4344-9012-C02C00286D3F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D6BE8-555C-431D-AEE9-48CF2893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AC4DC-E662-433F-BF78-423BED1F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98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40FEE445-1A1A-D645-9953-27D68BFE5231}" type="datetime1">
              <a:rPr lang="en-US" altLang="zh-CN" smtClean="0"/>
              <a:t>9/29/25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5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DA172-13AE-8A47-B033-FC8BE2F18FC4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39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66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109855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1007110" y="2699385"/>
            <a:ext cx="6332855" cy="105156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zh-CN" altLang="en-US" sz="4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007110" y="1318895"/>
            <a:ext cx="6333490" cy="156083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5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46336E5-6300-C246-AF53-5078F8F249AF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06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二万个通过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  <p:sp>
        <p:nvSpPr>
          <p:cNvPr id="33" name="圆角矩形 32"/>
          <p:cNvSpPr/>
          <p:nvPr>
            <p:custDataLst>
              <p:tags r:id="rId2"/>
            </p:custDataLst>
          </p:nvPr>
        </p:nvSpPr>
        <p:spPr>
          <a:xfrm>
            <a:off x="10532110" y="4648200"/>
            <a:ext cx="572770" cy="7556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Microsoft YaHei" panose="020B0503020204020204" charset="-122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8674735" y="1183641"/>
            <a:ext cx="2516505" cy="19773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11500" b="1" i="0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alpha val="20000"/>
                      </a:schemeClr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1092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5302885" y="3161030"/>
            <a:ext cx="5888355" cy="1352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9AECD29-9052-BE42-93E7-5933AFC2DF62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969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2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3CA27F9-3A28-3A47-96A2-50AA1F342212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760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10" name="正文"/>
          <p:cNvSpPr txBox="1">
            <a:spLocks noGrp="1"/>
          </p:cNvSpPr>
          <p:nvPr>
            <p:ph idx="5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4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FB66035-DAE1-7345-B390-028F39586F3A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295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1BB1DDC4-3AA9-8649-A4DB-55CF4693DAB5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3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en-US" altLang="zh-CN">
                <a:sym typeface="+mn-ea"/>
              </a:rPr>
              <a:t>Click icon to add picture</a:t>
            </a:r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text styles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693F85D0-CC81-3442-B712-B564A372C277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08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608330"/>
            <a:ext cx="10968990" cy="56483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CC8AEB6-1C19-EA4F-BF71-3058FF77CF83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492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 t="12314" r="7229"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1013460" y="1395730"/>
            <a:ext cx="6620510" cy="2147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altLang="zh-CN" sz="6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6" name="署名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1346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B4CA765-E4C8-824C-B59C-E10F14AAB86B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07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通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EC69C744-E997-4741-9C66-382F68803739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691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crosoft YaHei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DE93BADA-76B7-6F46-801A-42E38C51B21F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577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1274379E-090B-F542-8B1D-49E4CCFB7628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883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486AD69B-B059-B444-B020-3A1F892E4629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37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1391A90F-534E-9949-8D85-A85A9E1C20D2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038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7"/>
            <p:custDataLst>
              <p:tags r:id="rId7"/>
            </p:custDataLst>
          </p:nvPr>
        </p:nvSpPr>
        <p:spPr/>
        <p:txBody>
          <a:bodyPr/>
          <a:lstStyle/>
          <a:p>
            <a:fld id="{81AA08F2-BBF2-6C43-AA3B-190F6EF8C3CC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9"/>
            <p:custDataLst>
              <p:tags r:id="rId9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34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FE5FD3F1-AC88-F84B-ABE1-3638B7FE9E3D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345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7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8FF5A-5DA5-5B42-B2F4-1F14C7B650C6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740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8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C3A50-F338-2545-A854-ECBB967F104E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897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A22B7-C3F9-614B-9FBF-2303D731ABE9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6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gi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ags" Target="../tags/tag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EE955-D44B-46F3-A0B9-FDBE5CDF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68" y="191280"/>
            <a:ext cx="6048267" cy="62635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D793E-2A17-4837-852C-44235CB2A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1026" y="1091737"/>
            <a:ext cx="10123516" cy="5171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A6ED5-48B4-4311-840C-6EF776C0F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AFB6A6C2-279E-FE4D-878B-7A39CA8CAF9B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7A07-B8EF-4017-9D40-6DF6C997A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53CD0-A9C8-4733-84A7-C287D1A7F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KSO_TEMPLATE" hidden="1">
            <a:extLst>
              <a:ext uri="{FF2B5EF4-FFF2-40B4-BE49-F238E27FC236}">
                <a16:creationId xmlns:a16="http://schemas.microsoft.com/office/drawing/2014/main" id="{99179082-B492-9FA8-BE7D-47FB6E5C19E5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4B7E40-A509-27CD-47DE-560C5BCDD004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312" y="132757"/>
            <a:ext cx="2692517" cy="6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6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1" r:id="rId14"/>
    <p:sldLayoutId id="2147483703" r:id="rId15"/>
    <p:sldLayoutId id="2147483704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  <p:sldLayoutId id="2147483720" r:id="rId30"/>
    <p:sldLayoutId id="2147483721" r:id="rId31"/>
    <p:sldLayoutId id="2147483685" r:id="rId32"/>
    <p:sldLayoutId id="2147483722" r:id="rId33"/>
  </p:sldLayoutIdLst>
  <p:hf hdr="0"/>
  <p:txStyles>
    <p:titleStyle>
      <a:lvl1pPr marL="274320" indent="0"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50000"/>
          </a:schemeClr>
        </a:buClr>
        <a:buSzPct val="100000"/>
        <a:buFont typeface="Arial" panose="020B0604020202020204" pitchFamily="34" charset="0"/>
        <a:buChar char="•"/>
        <a:defRPr sz="2400" b="1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SzPct val="12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0.png"/><Relationship Id="rId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工程制图</a:t>
            </a:r>
            <a:br>
              <a:rPr lang="zh-CN" altLang="en-US" dirty="0">
                <a:latin typeface="Arial" panose="020B0604020202020204" pitchFamily="34" charset="0"/>
                <a:ea typeface="SimHei" panose="02010609060101010101" charset="-122"/>
              </a:rPr>
            </a:br>
            <a:r>
              <a:rPr lang="zh-CN" altLang="en-US" sz="4000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第</a:t>
            </a:r>
            <a:r>
              <a:rPr lang="en-US" altLang="zh-CN" sz="4000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6</a:t>
            </a:r>
            <a:r>
              <a:rPr lang="zh-CN" altLang="en-US" sz="4000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讲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Arial"/>
              <a:ea typeface="SimHei"/>
              <a:cs typeface="Arial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8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授课教师：陈 军</a:t>
            </a:r>
          </a:p>
          <a:p>
            <a:r>
              <a:rPr lang="zh-CN" altLang="en-US" sz="2400" b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北京大学 工学院</a:t>
            </a:r>
          </a:p>
          <a:p>
            <a:r>
              <a:rPr lang="en-US" altLang="zh-CN" sz="2400" b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jun@pku.edu.cn</a:t>
            </a:r>
            <a:endParaRPr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SimHei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6868" y="286973"/>
            <a:ext cx="6048267" cy="626352"/>
          </a:xfr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作业</a:t>
            </a:r>
            <a:r>
              <a:rPr kumimoji="1"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#3</a:t>
            </a:r>
            <a:endParaRPr kumimoji="1" lang="zh-CN" altLang="en-US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0C99C-702C-4745-9EB6-76829B06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9E31B-9C3A-8C4A-A58B-ECDD4FAA0ACB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19-6ADE-4142-BF05-449424DA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B995B-91B3-44D1-9CD2-A250A5545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</a:t>
            </a:fld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3421001" y="1978335"/>
            <a:ext cx="4503738" cy="18875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CN" sz="3200" dirty="0"/>
              <a:t>P7: 1(2),1(3),3</a:t>
            </a:r>
          </a:p>
          <a:p>
            <a:pPr>
              <a:spcAft>
                <a:spcPts val="600"/>
              </a:spcAft>
            </a:pPr>
            <a:r>
              <a:rPr lang="en-US" altLang="zh-CN" sz="3200" dirty="0"/>
              <a:t>P8: 2, 4</a:t>
            </a:r>
          </a:p>
          <a:p>
            <a:pPr>
              <a:spcAft>
                <a:spcPts val="600"/>
              </a:spcAft>
            </a:pPr>
            <a:r>
              <a:rPr lang="en-US" altLang="zh-CN" sz="3200" dirty="0"/>
              <a:t>P9: 1, 4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7377104" y="1893573"/>
            <a:ext cx="3976696" cy="2057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>
                  <a:lumMod val="50000"/>
                </a:schemeClr>
              </a:buClr>
              <a:buSzPct val="100000"/>
              <a:buFont typeface="Arial" panose="020B0604020202020204" pitchFamily="34" charset="0"/>
              <a:buChar char="•"/>
              <a:defRPr sz="32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dirty="0"/>
              <a:t>P10: 3, 5, 6</a:t>
            </a:r>
          </a:p>
          <a:p>
            <a:r>
              <a:rPr lang="en-US" altLang="zh-CN" dirty="0"/>
              <a:t>P11: 1(3), 2(2), 3</a:t>
            </a:r>
          </a:p>
          <a:p>
            <a:r>
              <a:rPr lang="en-US" altLang="zh-CN" dirty="0"/>
              <a:t>P12: 4, 5, 6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1EA802F-4B45-5709-DA09-77DD3F220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98" y="2922104"/>
            <a:ext cx="2214189" cy="32924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0CCC216-F691-8DBD-A1C8-551B048C7DE6}"/>
              </a:ext>
            </a:extLst>
          </p:cNvPr>
          <p:cNvSpPr txBox="1"/>
          <p:nvPr/>
        </p:nvSpPr>
        <p:spPr>
          <a:xfrm>
            <a:off x="3878664" y="4813160"/>
            <a:ext cx="2736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10</a:t>
            </a:r>
            <a:r>
              <a:rPr lang="zh-CN" altLang="en-US" sz="2800" dirty="0"/>
              <a:t>月</a:t>
            </a:r>
            <a:r>
              <a:rPr lang="en-US" altLang="zh-CN" sz="2800" dirty="0"/>
              <a:t>13</a:t>
            </a:r>
            <a:r>
              <a:rPr lang="zh-CN" altLang="en-US" sz="2800"/>
              <a:t>日提交。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5239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D5CF667-0385-81B8-9E13-42A3C7164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课程和习题的说明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0243BBC-56D2-A77F-2047-1AA97A6F0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186"/>
            <a:ext cx="10515600" cy="4771778"/>
          </a:xfrm>
        </p:spPr>
        <p:txBody>
          <a:bodyPr/>
          <a:lstStyle/>
          <a:p>
            <a:r>
              <a:rPr lang="zh-CN" altLang="en-US" dirty="0"/>
              <a:t>辅助点和辅助符号的使用</a:t>
            </a:r>
            <a:endParaRPr lang="en-US" altLang="zh-CN" dirty="0"/>
          </a:p>
          <a:p>
            <a:r>
              <a:rPr lang="zh-CN" altLang="en-US" dirty="0"/>
              <a:t>直角符号标注</a:t>
            </a:r>
            <a:endParaRPr lang="en-US" altLang="zh-CN" dirty="0"/>
          </a:p>
          <a:p>
            <a:r>
              <a:rPr lang="zh-CN" altLang="en-US" dirty="0"/>
              <a:t>波浪线含义</a:t>
            </a:r>
            <a:endParaRPr lang="en-US" altLang="zh-CN" dirty="0"/>
          </a:p>
          <a:p>
            <a:r>
              <a:rPr lang="zh-CN" altLang="en-US" dirty="0"/>
              <a:t>题目错误的处理</a:t>
            </a:r>
            <a:endParaRPr lang="en-US" altLang="zh-CN" dirty="0"/>
          </a:p>
          <a:p>
            <a:r>
              <a:rPr lang="zh-CN" altLang="en-US" dirty="0"/>
              <a:t>课件内「例题」编号规则说明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006600-E7A9-6F2E-FA0C-16B6BA6AA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78E7B-2C95-C641-A2A7-F327A4F6315B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A51178-4C9A-D55F-A5FF-96D9BE1A8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FEA523-C074-F694-B391-171AAE73C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F771CBE-4804-5148-3B0F-E948D6C82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7782" y="2528888"/>
            <a:ext cx="1340668" cy="364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5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76147B6-A8EC-4416-B693-634FB88CD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221" y="1720784"/>
            <a:ext cx="8932244" cy="2208082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 热 身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B7817-B99E-4B85-9AE1-D5AA0E9F1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D6C7E-78AC-7644-9FDD-171C62BF48E3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AB416-4FB4-4239-B7DB-5288F175F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47784-748B-4634-B14C-17773CBB2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7ED7EC-7886-1DE1-C308-6691C68B2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61835" y="2881086"/>
            <a:ext cx="1767024" cy="33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58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358F-6CC1-3DC7-39C9-AD789C35C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1467" y="-24952"/>
            <a:ext cx="8229038" cy="62635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练</a:t>
            </a:r>
            <a:r>
              <a:rPr lang="en-US" altLang="zh-CN" dirty="0"/>
              <a:t>1. </a:t>
            </a:r>
            <a:r>
              <a:rPr lang="zh-CN" altLang="en-US" dirty="0"/>
              <a:t>判断平面投影特性并判断其与各投影轴的夹角</a:t>
            </a:r>
            <a:endParaRPr lang="en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030E00C-B891-5367-B04A-3C1DD27D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8E146-857E-6F4D-8CFB-B2FFF6E43E7A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95C1D5D-1189-BF5A-EA48-C0F6CC6D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19E76C-A796-31F2-7DA6-59DA14A17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5</a:t>
            </a:fld>
            <a:endParaRPr lang="en-US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FB08EAE3-A628-7E8B-3EFE-132A3EAA7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765" y="6086955"/>
            <a:ext cx="305026" cy="315232"/>
          </a:xfrm>
          <a:prstGeom prst="star4">
            <a:avLst>
              <a:gd name="adj" fmla="val 14236"/>
            </a:avLst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86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9D00814-5CCC-A7FE-DC90-6B2D23BDCB02}"/>
              </a:ext>
            </a:extLst>
          </p:cNvPr>
          <p:cNvGrpSpPr>
            <a:grpSpLocks/>
          </p:cNvGrpSpPr>
          <p:nvPr/>
        </p:nvGrpSpPr>
        <p:grpSpPr bwMode="auto">
          <a:xfrm>
            <a:off x="2085827" y="907170"/>
            <a:ext cx="2796268" cy="2208892"/>
            <a:chOff x="999" y="1238"/>
            <a:chExt cx="2466" cy="1948"/>
          </a:xfrm>
        </p:grpSpPr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84CD9F40-FB6A-BB2D-72A7-0218C6F00C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7" y="1890"/>
              <a:ext cx="426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 i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a′</a:t>
              </a:r>
            </a:p>
          </p:txBody>
        </p:sp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EC691FF9-7359-74D4-8DCC-219FDE9215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4" y="1380"/>
              <a:ext cx="397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c″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CB4C20C5-11C3-7C4B-1C96-D58A3AAE6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" y="2258"/>
              <a:ext cx="1786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01E9B8FB-17BF-4BA7-9892-E61AEA611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408"/>
              <a:ext cx="0" cy="1588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43D334E2-1E6E-D51E-EF6A-963D279C64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258"/>
              <a:ext cx="765" cy="709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14" name="Text Box 13">
              <a:extLst>
                <a:ext uri="{FF2B5EF4-FFF2-40B4-BE49-F238E27FC236}">
                  <a16:creationId xmlns:a16="http://schemas.microsoft.com/office/drawing/2014/main" id="{24157861-A95F-1A62-4729-6964FC5A7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9" y="2145"/>
              <a:ext cx="31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X</a:t>
              </a:r>
            </a:p>
          </p:txBody>
        </p:sp>
        <p:sp>
          <p:nvSpPr>
            <p:cNvPr id="15" name="Text Box 14">
              <a:extLst>
                <a:ext uri="{FF2B5EF4-FFF2-40B4-BE49-F238E27FC236}">
                  <a16:creationId xmlns:a16="http://schemas.microsoft.com/office/drawing/2014/main" id="{9F3C5D1A-ABC6-BFEC-936D-778BA27909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6" y="2032"/>
              <a:ext cx="425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O</a:t>
              </a:r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3AB6A577-E2F2-C699-57A6-727D4497C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2" y="1238"/>
              <a:ext cx="31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 i="1">
                  <a:solidFill>
                    <a:srgbClr val="3333FF"/>
                  </a:solidFill>
                </a:rPr>
                <a:t>Z</a:t>
              </a:r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6DE0B5A1-998F-AD84-F264-6B6BE7A95D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6" y="2911"/>
              <a:ext cx="48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Y</a:t>
              </a:r>
              <a:r>
                <a:rPr lang="en-US" altLang="zh-CN" sz="1000">
                  <a:solidFill>
                    <a:srgbClr val="3333FF"/>
                  </a:solidFill>
                </a:rPr>
                <a:t>H</a:t>
              </a:r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D60CCF8D-F50C-D8CE-44F5-E031961D2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5" y="2145"/>
              <a:ext cx="510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Y</a:t>
              </a:r>
              <a:r>
                <a:rPr lang="en-US" altLang="zh-CN" sz="1000">
                  <a:solidFill>
                    <a:srgbClr val="3333FF"/>
                  </a:solidFill>
                </a:rPr>
                <a:t>W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485FCF76-CBFC-305A-7FBC-58A449790E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0" y="1408"/>
              <a:ext cx="397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 i="1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c′</a:t>
              </a: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DBF267CD-A168-D51D-3170-E1CD5A291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0" y="2259"/>
              <a:ext cx="283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 i="1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D40E62F7-A24E-9BAA-379C-515CA08C1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2" y="1578"/>
              <a:ext cx="369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7BCEF707-58C2-A481-EBC2-4D4049ADE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" y="2032"/>
              <a:ext cx="1191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23428133-865E-910D-69CC-F8B9E6D664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6" y="1582"/>
              <a:ext cx="0" cy="879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 i="1"/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728DA604-E64A-FC83-9E5D-D91E77812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1" y="1578"/>
              <a:ext cx="0" cy="879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25" name="Line 24">
              <a:extLst>
                <a:ext uri="{FF2B5EF4-FFF2-40B4-BE49-F238E27FC236}">
                  <a16:creationId xmlns:a16="http://schemas.microsoft.com/office/drawing/2014/main" id="{C73C8BF8-7844-898A-B797-3E0FCA00EC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2" y="2457"/>
              <a:ext cx="369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C01A00F7-D4D4-6C8C-C00A-51EEACD7A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7" y="2032"/>
              <a:ext cx="0" cy="652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349907EB-8A5F-1697-C357-09D42B80A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8" y="2032"/>
              <a:ext cx="0" cy="652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15BF1947-D7AF-D3BE-5DC5-44729BB67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5" y="1805"/>
              <a:ext cx="0" cy="1077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69D5063E-F136-24E6-8FAE-5DFDA4CB0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9" y="1805"/>
              <a:ext cx="0" cy="1077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0334CAC9-364D-F37E-EB03-347F80452C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9" y="1805"/>
              <a:ext cx="1106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5B24CA6F-90F4-2374-8134-4409689886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7" y="2684"/>
              <a:ext cx="1191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EF4762EC-6021-44E8-D03B-F8E491238A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79" y="2882"/>
              <a:ext cx="1106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709FD37E-322F-8F3F-DBBD-B61668AC86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7" y="1578"/>
              <a:ext cx="595" cy="454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3E91D303-2FEE-217D-3835-EF14415C36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7" y="2457"/>
              <a:ext cx="595" cy="227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43F37228-E996-5FCB-720D-5C1A4C7FFD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73" y="2457"/>
              <a:ext cx="283" cy="425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 i="1"/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55A88FDD-DA73-C819-93AC-A58E8C6063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67" y="2684"/>
              <a:ext cx="312" cy="198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F5DE3D3B-AB6F-6FAA-ED65-5AF4555F1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1" y="1578"/>
              <a:ext cx="454" cy="227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B78ED870-CC67-BB01-EF3F-670B178F8C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8" y="1805"/>
              <a:ext cx="227" cy="227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EFE7416C-B155-0435-CAE4-C16BF27852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31" y="1578"/>
              <a:ext cx="227" cy="454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40" name="Text Box 39">
              <a:extLst>
                <a:ext uri="{FF2B5EF4-FFF2-40B4-BE49-F238E27FC236}">
                  <a16:creationId xmlns:a16="http://schemas.microsoft.com/office/drawing/2014/main" id="{85F8E94B-7A52-2649-A1DC-E20EFC3EFD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5" y="2826"/>
              <a:ext cx="283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 i="1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C8ADD752-EBB8-8839-0EBD-5674E5C99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5" y="2570"/>
              <a:ext cx="283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 i="1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2" name="Text Box 41">
              <a:extLst>
                <a:ext uri="{FF2B5EF4-FFF2-40B4-BE49-F238E27FC236}">
                  <a16:creationId xmlns:a16="http://schemas.microsoft.com/office/drawing/2014/main" id="{606927D7-4647-8142-D696-444FDE72F0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0" y="1635"/>
              <a:ext cx="425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 i="1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b′</a:t>
              </a:r>
            </a:p>
          </p:txBody>
        </p:sp>
        <p:sp>
          <p:nvSpPr>
            <p:cNvPr id="43" name="Text Box 42">
              <a:extLst>
                <a:ext uri="{FF2B5EF4-FFF2-40B4-BE49-F238E27FC236}">
                  <a16:creationId xmlns:a16="http://schemas.microsoft.com/office/drawing/2014/main" id="{D80B0947-5D14-CF73-20D3-3E4DCFFAB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5" y="1663"/>
              <a:ext cx="397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 i="1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b″</a:t>
              </a:r>
            </a:p>
          </p:txBody>
        </p:sp>
        <p:sp>
          <p:nvSpPr>
            <p:cNvPr id="44" name="Text Box 43">
              <a:extLst>
                <a:ext uri="{FF2B5EF4-FFF2-40B4-BE49-F238E27FC236}">
                  <a16:creationId xmlns:a16="http://schemas.microsoft.com/office/drawing/2014/main" id="{905CE20C-8E14-A170-0B61-08628EB75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9" y="1947"/>
              <a:ext cx="397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 i="1" dirty="0">
                  <a:solidFill>
                    <a:srgbClr val="3333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a″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D5D694-C504-A3DC-A32A-AFB4EC9E319C}"/>
              </a:ext>
            </a:extLst>
          </p:cNvPr>
          <p:cNvGrpSpPr>
            <a:grpSpLocks/>
          </p:cNvGrpSpPr>
          <p:nvPr/>
        </p:nvGrpSpPr>
        <p:grpSpPr bwMode="auto">
          <a:xfrm>
            <a:off x="2150461" y="3832705"/>
            <a:ext cx="2630714" cy="1823357"/>
            <a:chOff x="687" y="3761"/>
            <a:chExt cx="2320" cy="1608"/>
          </a:xfrm>
        </p:grpSpPr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8C1A146E-A329-649B-1D05-73F914F852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" y="4625"/>
              <a:ext cx="1645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D6875A53-3B14-C76F-E92E-9FA15504AB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92" y="3903"/>
              <a:ext cx="0" cy="1276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48" name="Line 47">
              <a:extLst>
                <a:ext uri="{FF2B5EF4-FFF2-40B4-BE49-F238E27FC236}">
                  <a16:creationId xmlns:a16="http://schemas.microsoft.com/office/drawing/2014/main" id="{11B5EDF3-B52F-DC71-3876-A15F121EFE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6" y="4640"/>
              <a:ext cx="567" cy="51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49" name="Text Box 48">
              <a:extLst>
                <a:ext uri="{FF2B5EF4-FFF2-40B4-BE49-F238E27FC236}">
                  <a16:creationId xmlns:a16="http://schemas.microsoft.com/office/drawing/2014/main" id="{75DF7114-C640-73A8-4C9A-E465AC308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" y="4498"/>
              <a:ext cx="309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X</a:t>
              </a:r>
            </a:p>
          </p:txBody>
        </p:sp>
        <p:sp>
          <p:nvSpPr>
            <p:cNvPr id="50" name="Text Box 49">
              <a:extLst>
                <a:ext uri="{FF2B5EF4-FFF2-40B4-BE49-F238E27FC236}">
                  <a16:creationId xmlns:a16="http://schemas.microsoft.com/office/drawing/2014/main" id="{3932A727-569A-6AA5-3A0B-0EF4C9831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7" y="4413"/>
              <a:ext cx="421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O</a:t>
              </a:r>
            </a:p>
          </p:txBody>
        </p:sp>
        <p:sp>
          <p:nvSpPr>
            <p:cNvPr id="51" name="Text Box 50">
              <a:extLst>
                <a:ext uri="{FF2B5EF4-FFF2-40B4-BE49-F238E27FC236}">
                  <a16:creationId xmlns:a16="http://schemas.microsoft.com/office/drawing/2014/main" id="{6A6B5003-1FD4-13EF-57DB-56506B711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7" y="3761"/>
              <a:ext cx="310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Z</a:t>
              </a:r>
            </a:p>
          </p:txBody>
        </p:sp>
        <p:sp>
          <p:nvSpPr>
            <p:cNvPr id="52" name="Text Box 51">
              <a:extLst>
                <a:ext uri="{FF2B5EF4-FFF2-40B4-BE49-F238E27FC236}">
                  <a16:creationId xmlns:a16="http://schemas.microsoft.com/office/drawing/2014/main" id="{AA3841C9-3EA4-D113-291A-4C19B06BA1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8" y="5094"/>
              <a:ext cx="478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Y</a:t>
              </a:r>
              <a:r>
                <a:rPr lang="en-US" altLang="zh-CN" sz="1000">
                  <a:solidFill>
                    <a:srgbClr val="3333FF"/>
                  </a:solidFill>
                </a:rPr>
                <a:t>H</a:t>
              </a:r>
            </a:p>
          </p:txBody>
        </p:sp>
        <p:sp>
          <p:nvSpPr>
            <p:cNvPr id="53" name="Text Box 52">
              <a:extLst>
                <a:ext uri="{FF2B5EF4-FFF2-40B4-BE49-F238E27FC236}">
                  <a16:creationId xmlns:a16="http://schemas.microsoft.com/office/drawing/2014/main" id="{FFD2EB06-58C4-8970-DA0F-3373E0484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" y="4498"/>
              <a:ext cx="506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Y</a:t>
              </a:r>
              <a:r>
                <a:rPr lang="en-US" altLang="zh-CN" sz="1000">
                  <a:solidFill>
                    <a:srgbClr val="3333FF"/>
                  </a:solidFill>
                </a:rPr>
                <a:t>W</a:t>
              </a:r>
            </a:p>
          </p:txBody>
        </p:sp>
        <p:sp>
          <p:nvSpPr>
            <p:cNvPr id="54" name="Line 53">
              <a:extLst>
                <a:ext uri="{FF2B5EF4-FFF2-40B4-BE49-F238E27FC236}">
                  <a16:creationId xmlns:a16="http://schemas.microsoft.com/office/drawing/2014/main" id="{33AF7F21-EB6B-E5C8-0657-15F7A07CF9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" y="4045"/>
              <a:ext cx="0" cy="567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55" name="Line 54">
              <a:extLst>
                <a:ext uri="{FF2B5EF4-FFF2-40B4-BE49-F238E27FC236}">
                  <a16:creationId xmlns:a16="http://schemas.microsoft.com/office/drawing/2014/main" id="{B028DD19-9D5D-0D84-B82C-2BBEDA0CB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2" y="4612"/>
              <a:ext cx="766" cy="425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56" name="Line 55">
              <a:extLst>
                <a:ext uri="{FF2B5EF4-FFF2-40B4-BE49-F238E27FC236}">
                  <a16:creationId xmlns:a16="http://schemas.microsoft.com/office/drawing/2014/main" id="{EC0ABDEB-54B3-9A89-A9B2-001A90F8F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" y="5037"/>
              <a:ext cx="453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57" name="Line 56">
              <a:extLst>
                <a:ext uri="{FF2B5EF4-FFF2-40B4-BE49-F238E27FC236}">
                  <a16:creationId xmlns:a16="http://schemas.microsoft.com/office/drawing/2014/main" id="{2B2AC5D3-3D96-7069-920D-E6002D7261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1" y="4045"/>
              <a:ext cx="0" cy="992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58" name="Line 57">
              <a:extLst>
                <a:ext uri="{FF2B5EF4-FFF2-40B4-BE49-F238E27FC236}">
                  <a16:creationId xmlns:a16="http://schemas.microsoft.com/office/drawing/2014/main" id="{D0998EA0-A05E-0DA0-5A3C-048990849F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1" y="4045"/>
              <a:ext cx="0" cy="567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59" name="Text Box 58">
              <a:extLst>
                <a:ext uri="{FF2B5EF4-FFF2-40B4-BE49-F238E27FC236}">
                  <a16:creationId xmlns:a16="http://schemas.microsoft.com/office/drawing/2014/main" id="{1EA79BCB-48BF-97F9-A2F8-A295AACB39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" y="4158"/>
              <a:ext cx="397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P</a:t>
              </a:r>
              <a:r>
                <a:rPr lang="en-US" altLang="zh-CN" sz="1000">
                  <a:solidFill>
                    <a:srgbClr val="3333FF"/>
                  </a:solidFill>
                </a:rPr>
                <a:t>V</a:t>
              </a:r>
            </a:p>
          </p:txBody>
        </p:sp>
        <p:sp>
          <p:nvSpPr>
            <p:cNvPr id="60" name="Text Box 59">
              <a:extLst>
                <a:ext uri="{FF2B5EF4-FFF2-40B4-BE49-F238E27FC236}">
                  <a16:creationId xmlns:a16="http://schemas.microsoft.com/office/drawing/2014/main" id="{3D42402D-B365-4DC6-2B30-907A578FC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4753"/>
              <a:ext cx="454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P</a:t>
              </a:r>
              <a:r>
                <a:rPr lang="en-US" altLang="zh-CN" sz="1000">
                  <a:solidFill>
                    <a:srgbClr val="3333FF"/>
                  </a:solidFill>
                </a:rPr>
                <a:t>H</a:t>
              </a:r>
            </a:p>
          </p:txBody>
        </p:sp>
        <p:sp>
          <p:nvSpPr>
            <p:cNvPr id="61" name="Text Box 60">
              <a:extLst>
                <a:ext uri="{FF2B5EF4-FFF2-40B4-BE49-F238E27FC236}">
                  <a16:creationId xmlns:a16="http://schemas.microsoft.com/office/drawing/2014/main" id="{A4D5022D-9D8C-6F90-586F-155C17F1F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3" y="4130"/>
              <a:ext cx="482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P</a:t>
              </a:r>
              <a:r>
                <a:rPr lang="en-US" altLang="zh-CN" sz="1000">
                  <a:solidFill>
                    <a:srgbClr val="3333FF"/>
                  </a:solidFill>
                </a:rPr>
                <a:t>W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B20E79C-EE74-3463-BD05-C4DEE0B464CB}"/>
              </a:ext>
            </a:extLst>
          </p:cNvPr>
          <p:cNvGrpSpPr>
            <a:grpSpLocks/>
          </p:cNvGrpSpPr>
          <p:nvPr/>
        </p:nvGrpSpPr>
        <p:grpSpPr bwMode="auto">
          <a:xfrm>
            <a:off x="6619274" y="649767"/>
            <a:ext cx="2759982" cy="2401660"/>
            <a:chOff x="4741" y="784"/>
            <a:chExt cx="2434" cy="2118"/>
          </a:xfrm>
        </p:grpSpPr>
        <p:sp>
          <p:nvSpPr>
            <p:cNvPr id="63" name="Line 62">
              <a:extLst>
                <a:ext uri="{FF2B5EF4-FFF2-40B4-BE49-F238E27FC236}">
                  <a16:creationId xmlns:a16="http://schemas.microsoft.com/office/drawing/2014/main" id="{FD2DA979-2667-71A8-9ADB-0D17BA36F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9" y="2017"/>
              <a:ext cx="1730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64" name="Line 63">
              <a:extLst>
                <a:ext uri="{FF2B5EF4-FFF2-40B4-BE49-F238E27FC236}">
                  <a16:creationId xmlns:a16="http://schemas.microsoft.com/office/drawing/2014/main" id="{83D8F64A-2919-2DEF-DD94-745A271310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3" y="1011"/>
              <a:ext cx="0" cy="1644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65" name="Line 64">
              <a:extLst>
                <a:ext uri="{FF2B5EF4-FFF2-40B4-BE49-F238E27FC236}">
                  <a16:creationId xmlns:a16="http://schemas.microsoft.com/office/drawing/2014/main" id="{BF36D42F-D39D-6AA1-F078-40E87C950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8" y="2003"/>
              <a:ext cx="694" cy="667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66" name="Text Box 65">
              <a:extLst>
                <a:ext uri="{FF2B5EF4-FFF2-40B4-BE49-F238E27FC236}">
                  <a16:creationId xmlns:a16="http://schemas.microsoft.com/office/drawing/2014/main" id="{6DB218AF-CDCA-A3AB-7C35-7071CE320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1" y="1890"/>
              <a:ext cx="309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X</a:t>
              </a:r>
            </a:p>
          </p:txBody>
        </p:sp>
        <p:sp>
          <p:nvSpPr>
            <p:cNvPr id="67" name="Text Box 66">
              <a:extLst>
                <a:ext uri="{FF2B5EF4-FFF2-40B4-BE49-F238E27FC236}">
                  <a16:creationId xmlns:a16="http://schemas.microsoft.com/office/drawing/2014/main" id="{1EBF8F26-6A5F-95DA-9AA5-96A33D3CBD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8" y="1805"/>
              <a:ext cx="421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O</a:t>
              </a:r>
            </a:p>
          </p:txBody>
        </p:sp>
        <p:sp>
          <p:nvSpPr>
            <p:cNvPr id="68" name="Text Box 67">
              <a:extLst>
                <a:ext uri="{FF2B5EF4-FFF2-40B4-BE49-F238E27FC236}">
                  <a16:creationId xmlns:a16="http://schemas.microsoft.com/office/drawing/2014/main" id="{F01BB83E-03B8-2DD9-4678-CADC1E9980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3" y="784"/>
              <a:ext cx="310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Z</a:t>
              </a:r>
            </a:p>
          </p:txBody>
        </p:sp>
        <p:sp>
          <p:nvSpPr>
            <p:cNvPr id="69" name="Text Box 68">
              <a:extLst>
                <a:ext uri="{FF2B5EF4-FFF2-40B4-BE49-F238E27FC236}">
                  <a16:creationId xmlns:a16="http://schemas.microsoft.com/office/drawing/2014/main" id="{4F2A1A71-82F8-162F-8F5D-6465068A00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0" y="2627"/>
              <a:ext cx="478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Y</a:t>
              </a:r>
              <a:r>
                <a:rPr lang="en-US" altLang="zh-CN" sz="1000">
                  <a:solidFill>
                    <a:srgbClr val="3333FF"/>
                  </a:solidFill>
                </a:rPr>
                <a:t>H</a:t>
              </a:r>
            </a:p>
          </p:txBody>
        </p:sp>
        <p:sp>
          <p:nvSpPr>
            <p:cNvPr id="70" name="Text Box 69">
              <a:extLst>
                <a:ext uri="{FF2B5EF4-FFF2-40B4-BE49-F238E27FC236}">
                  <a16:creationId xmlns:a16="http://schemas.microsoft.com/office/drawing/2014/main" id="{BE6DA3CE-015A-016F-18CB-2D345FD6C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9" y="1890"/>
              <a:ext cx="506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Y</a:t>
              </a:r>
              <a:r>
                <a:rPr lang="en-US" altLang="zh-CN" sz="1000">
                  <a:solidFill>
                    <a:srgbClr val="3333FF"/>
                  </a:solidFill>
                </a:rPr>
                <a:t>W</a:t>
              </a:r>
            </a:p>
          </p:txBody>
        </p:sp>
        <p:sp>
          <p:nvSpPr>
            <p:cNvPr id="71" name="Line 70">
              <a:extLst>
                <a:ext uri="{FF2B5EF4-FFF2-40B4-BE49-F238E27FC236}">
                  <a16:creationId xmlns:a16="http://schemas.microsoft.com/office/drawing/2014/main" id="{E8A91E37-B2B1-8A4E-0963-5833658CD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1833"/>
              <a:ext cx="1021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72" name="Line 71">
              <a:extLst>
                <a:ext uri="{FF2B5EF4-FFF2-40B4-BE49-F238E27FC236}">
                  <a16:creationId xmlns:a16="http://schemas.microsoft.com/office/drawing/2014/main" id="{0034880D-4B63-EBE2-EA19-DE04433D45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73" y="1125"/>
              <a:ext cx="0" cy="1105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73" name="Line 72">
              <a:extLst>
                <a:ext uri="{FF2B5EF4-FFF2-40B4-BE49-F238E27FC236}">
                  <a16:creationId xmlns:a16="http://schemas.microsoft.com/office/drawing/2014/main" id="{9A884DF8-89A2-02A6-5A4F-F1AC2E4A7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7" y="1125"/>
              <a:ext cx="0" cy="1389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74" name="Line 73">
              <a:extLst>
                <a:ext uri="{FF2B5EF4-FFF2-40B4-BE49-F238E27FC236}">
                  <a16:creationId xmlns:a16="http://schemas.microsoft.com/office/drawing/2014/main" id="{E7965BC0-0036-AE40-CD54-65C84548A3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36" y="2514"/>
              <a:ext cx="1021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75" name="Line 74">
              <a:extLst>
                <a:ext uri="{FF2B5EF4-FFF2-40B4-BE49-F238E27FC236}">
                  <a16:creationId xmlns:a16="http://schemas.microsoft.com/office/drawing/2014/main" id="{13F00434-9AB8-22B8-B2AD-3F99B9244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36" y="2259"/>
              <a:ext cx="737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76" name="Line 75">
              <a:extLst>
                <a:ext uri="{FF2B5EF4-FFF2-40B4-BE49-F238E27FC236}">
                  <a16:creationId xmlns:a16="http://schemas.microsoft.com/office/drawing/2014/main" id="{B54B74A8-B1CA-DB50-0FEA-DAEF4DC05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1125"/>
              <a:ext cx="0" cy="1389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77" name="Line 76">
              <a:extLst>
                <a:ext uri="{FF2B5EF4-FFF2-40B4-BE49-F238E27FC236}">
                  <a16:creationId xmlns:a16="http://schemas.microsoft.com/office/drawing/2014/main" id="{5EA879F3-41B9-5E9E-652B-21E268813A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1125"/>
              <a:ext cx="1021" cy="0"/>
            </a:xfrm>
            <a:prstGeom prst="line">
              <a:avLst/>
            </a:prstGeom>
            <a:noFill/>
            <a:ln w="9525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78" name="Line 77">
              <a:extLst>
                <a:ext uri="{FF2B5EF4-FFF2-40B4-BE49-F238E27FC236}">
                  <a16:creationId xmlns:a16="http://schemas.microsoft.com/office/drawing/2014/main" id="{B8E88625-F427-29E7-7109-7E0FA0C84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1125"/>
              <a:ext cx="0" cy="708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79" name="Line 78">
              <a:extLst>
                <a:ext uri="{FF2B5EF4-FFF2-40B4-BE49-F238E27FC236}">
                  <a16:creationId xmlns:a16="http://schemas.microsoft.com/office/drawing/2014/main" id="{65427ADB-3475-CBDE-0613-FD50F5044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6" y="2259"/>
              <a:ext cx="0" cy="255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80" name="Line 79">
              <a:extLst>
                <a:ext uri="{FF2B5EF4-FFF2-40B4-BE49-F238E27FC236}">
                  <a16:creationId xmlns:a16="http://schemas.microsoft.com/office/drawing/2014/main" id="{22008ABB-3E0D-666B-E1E8-ADB4D4794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73" y="1125"/>
              <a:ext cx="0" cy="708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81" name="Line 80">
              <a:extLst>
                <a:ext uri="{FF2B5EF4-FFF2-40B4-BE49-F238E27FC236}">
                  <a16:creationId xmlns:a16="http://schemas.microsoft.com/office/drawing/2014/main" id="{F6761BA8-0BBC-509C-2AE7-1DACBA6626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73" y="1833"/>
              <a:ext cx="284" cy="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82" name="Line 81">
              <a:extLst>
                <a:ext uri="{FF2B5EF4-FFF2-40B4-BE49-F238E27FC236}">
                  <a16:creationId xmlns:a16="http://schemas.microsoft.com/office/drawing/2014/main" id="{644CE645-989F-A928-A115-F15814C7D9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57" y="1125"/>
              <a:ext cx="0" cy="708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83" name="Line 82">
              <a:extLst>
                <a:ext uri="{FF2B5EF4-FFF2-40B4-BE49-F238E27FC236}">
                  <a16:creationId xmlns:a16="http://schemas.microsoft.com/office/drawing/2014/main" id="{C6C33D89-0F52-B0AA-5831-702F80E74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73" y="1125"/>
              <a:ext cx="284" cy="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84" name="Text Box 83">
              <a:extLst>
                <a:ext uri="{FF2B5EF4-FFF2-40B4-BE49-F238E27FC236}">
                  <a16:creationId xmlns:a16="http://schemas.microsoft.com/office/drawing/2014/main" id="{F3E4FC01-6449-FAF4-3DF8-E48049B9D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3" y="2112"/>
              <a:ext cx="469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3333FF"/>
                  </a:solidFill>
                </a:rPr>
                <a:t>g(f)</a:t>
              </a:r>
            </a:p>
          </p:txBody>
        </p:sp>
        <p:sp>
          <p:nvSpPr>
            <p:cNvPr id="85" name="Text Box 84">
              <a:extLst>
                <a:ext uri="{FF2B5EF4-FFF2-40B4-BE49-F238E27FC236}">
                  <a16:creationId xmlns:a16="http://schemas.microsoft.com/office/drawing/2014/main" id="{954CBCC5-F40C-25C8-E865-34C2757839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6" y="1607"/>
              <a:ext cx="45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3333FF"/>
                  </a:solidFill>
                </a:rPr>
                <a:t>f″</a:t>
              </a:r>
            </a:p>
          </p:txBody>
        </p:sp>
        <p:sp>
          <p:nvSpPr>
            <p:cNvPr id="86" name="Text Box 85">
              <a:extLst>
                <a:ext uri="{FF2B5EF4-FFF2-40B4-BE49-F238E27FC236}">
                  <a16:creationId xmlns:a16="http://schemas.microsoft.com/office/drawing/2014/main" id="{14DA0B27-13AE-F75F-456D-6C7E478A0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9" y="2449"/>
              <a:ext cx="599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 i="1" dirty="0">
                  <a:solidFill>
                    <a:srgbClr val="3333FF"/>
                  </a:solidFill>
                </a:rPr>
                <a:t>d(e)</a:t>
              </a:r>
            </a:p>
          </p:txBody>
        </p:sp>
        <p:sp>
          <p:nvSpPr>
            <p:cNvPr id="87" name="Text Box 88">
              <a:extLst>
                <a:ext uri="{FF2B5EF4-FFF2-40B4-BE49-F238E27FC236}">
                  <a16:creationId xmlns:a16="http://schemas.microsoft.com/office/drawing/2014/main" id="{28DC3466-E8AA-C25F-37E3-840BC2E4EB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" y="837"/>
              <a:ext cx="52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defTabSz="1279525">
                <a:spcBef>
                  <a:spcPct val="50000"/>
                </a:spcBef>
                <a:defRPr sz="1400" i="1">
                  <a:solidFill>
                    <a:srgbClr val="3333FF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d′(g’)</a:t>
              </a:r>
            </a:p>
          </p:txBody>
        </p:sp>
        <p:sp>
          <p:nvSpPr>
            <p:cNvPr id="88" name="Text Box 91">
              <a:extLst>
                <a:ext uri="{FF2B5EF4-FFF2-40B4-BE49-F238E27FC236}">
                  <a16:creationId xmlns:a16="http://schemas.microsoft.com/office/drawing/2014/main" id="{D344C239-488D-4612-A4FE-BDB3F9283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8" y="1678"/>
              <a:ext cx="62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3333FF"/>
                  </a:solidFill>
                </a:rPr>
                <a:t>e’(f’)</a:t>
              </a:r>
              <a:endParaRPr lang="en-US" altLang="zh-CN" sz="1400" i="1" dirty="0"/>
            </a:p>
          </p:txBody>
        </p:sp>
        <p:sp>
          <p:nvSpPr>
            <p:cNvPr id="89" name="Text Box 92">
              <a:extLst>
                <a:ext uri="{FF2B5EF4-FFF2-40B4-BE49-F238E27FC236}">
                  <a16:creationId xmlns:a16="http://schemas.microsoft.com/office/drawing/2014/main" id="{6DA5485A-6E0B-9C9A-6750-711F8B5D0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8" y="1635"/>
              <a:ext cx="45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3333FF"/>
                  </a:solidFill>
                </a:rPr>
                <a:t>e″</a:t>
              </a:r>
            </a:p>
          </p:txBody>
        </p:sp>
        <p:sp>
          <p:nvSpPr>
            <p:cNvPr id="90" name="Text Box 93">
              <a:extLst>
                <a:ext uri="{FF2B5EF4-FFF2-40B4-BE49-F238E27FC236}">
                  <a16:creationId xmlns:a16="http://schemas.microsoft.com/office/drawing/2014/main" id="{7DE307C9-25C5-0A87-62CA-F113E958DF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1" y="841"/>
              <a:ext cx="45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3333FF"/>
                  </a:solidFill>
                </a:rPr>
                <a:t>g″</a:t>
              </a:r>
            </a:p>
          </p:txBody>
        </p:sp>
        <p:sp>
          <p:nvSpPr>
            <p:cNvPr id="91" name="Text Box 94">
              <a:extLst>
                <a:ext uri="{FF2B5EF4-FFF2-40B4-BE49-F238E27FC236}">
                  <a16:creationId xmlns:a16="http://schemas.microsoft.com/office/drawing/2014/main" id="{E23DB5F4-52F6-541C-6D34-236DF82813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8" y="926"/>
              <a:ext cx="45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00" i="1" dirty="0">
                  <a:solidFill>
                    <a:srgbClr val="3333FF"/>
                  </a:solidFill>
                </a:rPr>
                <a:t>d″</a:t>
              </a:r>
            </a:p>
          </p:txBody>
        </p:sp>
      </p:grpSp>
      <p:grpSp>
        <p:nvGrpSpPr>
          <p:cNvPr id="92" name="Group 95">
            <a:extLst>
              <a:ext uri="{FF2B5EF4-FFF2-40B4-BE49-F238E27FC236}">
                <a16:creationId xmlns:a16="http://schemas.microsoft.com/office/drawing/2014/main" id="{454C10FF-5BC6-193F-5DF5-68A43ED5FEE2}"/>
              </a:ext>
            </a:extLst>
          </p:cNvPr>
          <p:cNvGrpSpPr>
            <a:grpSpLocks/>
          </p:cNvGrpSpPr>
          <p:nvPr/>
        </p:nvGrpSpPr>
        <p:grpSpPr bwMode="auto">
          <a:xfrm>
            <a:off x="6651024" y="3800955"/>
            <a:ext cx="2759982" cy="1885723"/>
            <a:chOff x="4684" y="3648"/>
            <a:chExt cx="2434" cy="1663"/>
          </a:xfrm>
        </p:grpSpPr>
        <p:sp>
          <p:nvSpPr>
            <p:cNvPr id="93" name="Line 96">
              <a:extLst>
                <a:ext uri="{FF2B5EF4-FFF2-40B4-BE49-F238E27FC236}">
                  <a16:creationId xmlns:a16="http://schemas.microsoft.com/office/drawing/2014/main" id="{AEAF4E35-CE56-47C3-9C01-9F897B046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2" y="4426"/>
              <a:ext cx="1730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94" name="Line 97">
              <a:extLst>
                <a:ext uri="{FF2B5EF4-FFF2-40B4-BE49-F238E27FC236}">
                  <a16:creationId xmlns:a16="http://schemas.microsoft.com/office/drawing/2014/main" id="{9CB929F1-576C-05E7-8336-0B316800F8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76" y="3789"/>
              <a:ext cx="0" cy="1275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95" name="Line 98">
              <a:extLst>
                <a:ext uri="{FF2B5EF4-FFF2-40B4-BE49-F238E27FC236}">
                  <a16:creationId xmlns:a16="http://schemas.microsoft.com/office/drawing/2014/main" id="{C67C8DF7-2A9E-BEC7-2BBC-3647C253B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6" y="4426"/>
              <a:ext cx="637" cy="582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96" name="Text Box 99">
              <a:extLst>
                <a:ext uri="{FF2B5EF4-FFF2-40B4-BE49-F238E27FC236}">
                  <a16:creationId xmlns:a16="http://schemas.microsoft.com/office/drawing/2014/main" id="{62950B67-D9A2-C41E-7755-9521482FB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4" y="4299"/>
              <a:ext cx="309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X</a:t>
              </a:r>
            </a:p>
          </p:txBody>
        </p:sp>
        <p:sp>
          <p:nvSpPr>
            <p:cNvPr id="97" name="Text Box 100">
              <a:extLst>
                <a:ext uri="{FF2B5EF4-FFF2-40B4-BE49-F238E27FC236}">
                  <a16:creationId xmlns:a16="http://schemas.microsoft.com/office/drawing/2014/main" id="{637DFCB4-CBF3-76FD-E56E-36060DFE1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1" y="4214"/>
              <a:ext cx="421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O</a:t>
              </a:r>
            </a:p>
          </p:txBody>
        </p:sp>
        <p:sp>
          <p:nvSpPr>
            <p:cNvPr id="98" name="Text Box 101">
              <a:extLst>
                <a:ext uri="{FF2B5EF4-FFF2-40B4-BE49-F238E27FC236}">
                  <a16:creationId xmlns:a16="http://schemas.microsoft.com/office/drawing/2014/main" id="{239EF155-5205-0FC6-3DF1-8735B4DB0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1" y="3648"/>
              <a:ext cx="310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Z</a:t>
              </a:r>
            </a:p>
          </p:txBody>
        </p:sp>
        <p:sp>
          <p:nvSpPr>
            <p:cNvPr id="99" name="Text Box 102">
              <a:extLst>
                <a:ext uri="{FF2B5EF4-FFF2-40B4-BE49-F238E27FC236}">
                  <a16:creationId xmlns:a16="http://schemas.microsoft.com/office/drawing/2014/main" id="{C1E60424-914D-4576-07CF-90D9B7FEE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3" y="5036"/>
              <a:ext cx="478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Y</a:t>
              </a:r>
              <a:r>
                <a:rPr lang="en-US" altLang="zh-CN" sz="1000">
                  <a:solidFill>
                    <a:srgbClr val="3333FF"/>
                  </a:solidFill>
                </a:rPr>
                <a:t>H</a:t>
              </a:r>
            </a:p>
          </p:txBody>
        </p:sp>
        <p:sp>
          <p:nvSpPr>
            <p:cNvPr id="100" name="Text Box 103">
              <a:extLst>
                <a:ext uri="{FF2B5EF4-FFF2-40B4-BE49-F238E27FC236}">
                  <a16:creationId xmlns:a16="http://schemas.microsoft.com/office/drawing/2014/main" id="{A69EB4D3-93F6-E550-8A62-DB700662C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2" y="4299"/>
              <a:ext cx="506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Y</a:t>
              </a:r>
              <a:r>
                <a:rPr lang="en-US" altLang="zh-CN" sz="1000">
                  <a:solidFill>
                    <a:srgbClr val="3333FF"/>
                  </a:solidFill>
                </a:rPr>
                <a:t>W</a:t>
              </a:r>
            </a:p>
          </p:txBody>
        </p:sp>
        <p:sp>
          <p:nvSpPr>
            <p:cNvPr id="101" name="Line 104">
              <a:extLst>
                <a:ext uri="{FF2B5EF4-FFF2-40B4-BE49-F238E27FC236}">
                  <a16:creationId xmlns:a16="http://schemas.microsoft.com/office/drawing/2014/main" id="{58BF3C8F-0C54-0B07-0CED-9F6362C4C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4" y="4923"/>
              <a:ext cx="1106" cy="0"/>
            </a:xfrm>
            <a:prstGeom prst="line">
              <a:avLst/>
            </a:prstGeom>
            <a:noFill/>
            <a:ln w="63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102" name="Line 105">
              <a:extLst>
                <a:ext uri="{FF2B5EF4-FFF2-40B4-BE49-F238E27FC236}">
                  <a16:creationId xmlns:a16="http://schemas.microsoft.com/office/drawing/2014/main" id="{31B343C9-8C61-D2DA-B7BB-17ADEA970E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00" y="3902"/>
              <a:ext cx="0" cy="1021"/>
            </a:xfrm>
            <a:prstGeom prst="line">
              <a:avLst/>
            </a:prstGeom>
            <a:noFill/>
            <a:ln w="635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103" name="Line 106">
              <a:extLst>
                <a:ext uri="{FF2B5EF4-FFF2-40B4-BE49-F238E27FC236}">
                  <a16:creationId xmlns:a16="http://schemas.microsoft.com/office/drawing/2014/main" id="{D0273911-92CE-3E91-EE0B-CE28559470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0" y="3789"/>
              <a:ext cx="0" cy="652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104" name="Line 107">
              <a:extLst>
                <a:ext uri="{FF2B5EF4-FFF2-40B4-BE49-F238E27FC236}">
                  <a16:creationId xmlns:a16="http://schemas.microsoft.com/office/drawing/2014/main" id="{EE891753-7DF5-CDB7-943D-EA4FF5669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9" y="4923"/>
              <a:ext cx="652" cy="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286"/>
            </a:p>
          </p:txBody>
        </p:sp>
        <p:sp>
          <p:nvSpPr>
            <p:cNvPr id="105" name="Text Box 108">
              <a:extLst>
                <a:ext uri="{FF2B5EF4-FFF2-40B4-BE49-F238E27FC236}">
                  <a16:creationId xmlns:a16="http://schemas.microsoft.com/office/drawing/2014/main" id="{6DBC396C-3045-9606-D265-759DC2DD0B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4" y="4894"/>
              <a:ext cx="368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Q</a:t>
              </a:r>
              <a:r>
                <a:rPr lang="en-US" altLang="zh-CN" sz="1000">
                  <a:solidFill>
                    <a:srgbClr val="3333FF"/>
                  </a:solidFill>
                </a:rPr>
                <a:t>H</a:t>
              </a:r>
            </a:p>
          </p:txBody>
        </p:sp>
        <p:sp>
          <p:nvSpPr>
            <p:cNvPr id="106" name="Text Box 109">
              <a:extLst>
                <a:ext uri="{FF2B5EF4-FFF2-40B4-BE49-F238E27FC236}">
                  <a16:creationId xmlns:a16="http://schemas.microsoft.com/office/drawing/2014/main" id="{B5E2ED9D-A199-8BDA-CC56-34FCBF6BF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1" y="3931"/>
              <a:ext cx="454" cy="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29">
                  <a:solidFill>
                    <a:srgbClr val="3333FF"/>
                  </a:solidFill>
                </a:rPr>
                <a:t>Q</a:t>
              </a:r>
              <a:r>
                <a:rPr lang="en-US" altLang="zh-CN" sz="1000">
                  <a:solidFill>
                    <a:srgbClr val="3333FF"/>
                  </a:solidFill>
                </a:rPr>
                <a:t>W</a:t>
              </a:r>
            </a:p>
          </p:txBody>
        </p:sp>
      </p:grpSp>
      <p:sp>
        <p:nvSpPr>
          <p:cNvPr id="107" name="Text Box 110">
            <a:extLst>
              <a:ext uri="{FF2B5EF4-FFF2-40B4-BE49-F238E27FC236}">
                <a16:creationId xmlns:a16="http://schemas.microsoft.com/office/drawing/2014/main" id="{533E108C-CB68-76CE-48B9-F56FE81FF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6845" y="3093383"/>
            <a:ext cx="24107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3333FF"/>
                </a:solidFill>
              </a:rPr>
              <a:t>△ABC</a:t>
            </a:r>
            <a:r>
              <a:rPr lang="zh-CN" altLang="en-US" sz="2000">
                <a:solidFill>
                  <a:srgbClr val="3333FF"/>
                </a:solidFill>
              </a:rPr>
              <a:t>是          面；</a:t>
            </a:r>
          </a:p>
        </p:txBody>
      </p:sp>
      <p:sp>
        <p:nvSpPr>
          <p:cNvPr id="108" name="Text Box 111">
            <a:extLst>
              <a:ext uri="{FF2B5EF4-FFF2-40B4-BE49-F238E27FC236}">
                <a16:creationId xmlns:a16="http://schemas.microsoft.com/office/drawing/2014/main" id="{83826F0F-ED96-875C-2A94-DE36F9D52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4379" y="3060910"/>
            <a:ext cx="9332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正垂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 Box 112">
                <a:extLst>
                  <a:ext uri="{FF2B5EF4-FFF2-40B4-BE49-F238E27FC236}">
                    <a16:creationId xmlns:a16="http://schemas.microsoft.com/office/drawing/2014/main" id="{10A34B92-E146-09BD-05EC-92DB0AF42D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8595" y="3414285"/>
                <a:ext cx="2636384" cy="4440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6350" algn="ctr">
                    <a:solidFill>
                      <a:srgbClr val="3333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286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𝛼</m:t>
                    </m:r>
                  </m:oMath>
                </a14:m>
                <a:r>
                  <a:rPr lang="en-US" altLang="zh-CN" sz="2286" dirty="0">
                    <a:solidFill>
                      <a:srgbClr val="3333FF"/>
                    </a:solidFill>
                    <a:latin typeface="楷体_GB2312" pitchFamily="49" charset="-122"/>
                    <a:ea typeface="楷体_GB2312" pitchFamily="49" charset="-122"/>
                  </a:rPr>
                  <a:t>= </a:t>
                </a:r>
                <a:r>
                  <a:rPr lang="en-US" altLang="zh-CN" sz="2286" dirty="0">
                    <a:solidFill>
                      <a:srgbClr val="3333FF"/>
                    </a:solidFill>
                    <a:latin typeface="UniversalMath1 BT" panose="05050102010205020602" pitchFamily="18" charset="2"/>
                    <a:ea typeface="Dotum" panose="020B0600000101010101" pitchFamily="34" charset="-127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286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Dotum" panose="020B0600000101010101" pitchFamily="34" charset="-127"/>
                      </a:rPr>
                      <m:t>𝛽</m:t>
                    </m:r>
                  </m:oMath>
                </a14:m>
                <a:r>
                  <a:rPr lang="en-US" altLang="zh-CN" sz="2286" dirty="0">
                    <a:solidFill>
                      <a:srgbClr val="3333FF"/>
                    </a:solidFill>
                    <a:latin typeface="楷体_GB2312" pitchFamily="49" charset="-122"/>
                    <a:ea typeface="楷体_GB2312" pitchFamily="49" charset="-122"/>
                  </a:rPr>
                  <a:t>= </a:t>
                </a:r>
                <a:r>
                  <a:rPr lang="en-US" altLang="zh-CN" sz="2286" dirty="0">
                    <a:solidFill>
                      <a:srgbClr val="3333FF"/>
                    </a:solidFill>
                    <a:latin typeface="UniversalMath1 BT" panose="05050102010205020602" pitchFamily="18" charset="2"/>
                    <a:ea typeface="Dotum" panose="020B0600000101010101" pitchFamily="34" charset="-127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286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Dotum" panose="020B0600000101010101" pitchFamily="34" charset="-127"/>
                      </a:rPr>
                      <m:t>𝛾</m:t>
                    </m:r>
                  </m:oMath>
                </a14:m>
                <a:r>
                  <a:rPr lang="en-US" altLang="zh-CN" sz="2286" dirty="0">
                    <a:solidFill>
                      <a:srgbClr val="3333FF"/>
                    </a:solidFill>
                    <a:latin typeface="楷体_GB2312" pitchFamily="49" charset="-122"/>
                    <a:ea typeface="楷体_GB2312" pitchFamily="49" charset="-122"/>
                  </a:rPr>
                  <a:t>=</a:t>
                </a:r>
                <a:endParaRPr lang="en-US" altLang="zh-CN" sz="2286" dirty="0"/>
              </a:p>
            </p:txBody>
          </p:sp>
        </mc:Choice>
        <mc:Fallback xmlns="">
          <p:sp>
            <p:nvSpPr>
              <p:cNvPr id="109" name="Text Box 112">
                <a:extLst>
                  <a:ext uri="{FF2B5EF4-FFF2-40B4-BE49-F238E27FC236}">
                    <a16:creationId xmlns:a16="http://schemas.microsoft.com/office/drawing/2014/main" id="{10A34B92-E146-09BD-05EC-92DB0AF42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8595" y="3414285"/>
                <a:ext cx="2636384" cy="444096"/>
              </a:xfrm>
              <a:prstGeom prst="rect">
                <a:avLst/>
              </a:prstGeom>
              <a:blipFill>
                <a:blip r:embed="rId2"/>
                <a:stretch>
                  <a:fillRect t="-10959" b="-287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3333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 Box 113">
            <a:extLst>
              <a:ext uri="{FF2B5EF4-FFF2-40B4-BE49-F238E27FC236}">
                <a16:creationId xmlns:a16="http://schemas.microsoft.com/office/drawing/2014/main" id="{C683389E-C6E8-6AED-2C5E-4DED2188E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8450" y="3421445"/>
            <a:ext cx="8039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30°</a:t>
            </a:r>
          </a:p>
        </p:txBody>
      </p:sp>
      <p:sp>
        <p:nvSpPr>
          <p:cNvPr id="111" name="Text Box 114">
            <a:extLst>
              <a:ext uri="{FF2B5EF4-FFF2-40B4-BE49-F238E27FC236}">
                <a16:creationId xmlns:a16="http://schemas.microsoft.com/office/drawing/2014/main" id="{038E6010-F405-9224-3E91-117EC9223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586" y="3437447"/>
            <a:ext cx="7536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90°</a:t>
            </a:r>
          </a:p>
        </p:txBody>
      </p:sp>
      <p:sp>
        <p:nvSpPr>
          <p:cNvPr id="112" name="Text Box 115">
            <a:extLst>
              <a:ext uri="{FF2B5EF4-FFF2-40B4-BE49-F238E27FC236}">
                <a16:creationId xmlns:a16="http://schemas.microsoft.com/office/drawing/2014/main" id="{5E32FF7F-91EC-2DB7-4C4D-BEEB1301F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1970" y="3439673"/>
            <a:ext cx="8674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60°</a:t>
            </a:r>
          </a:p>
        </p:txBody>
      </p:sp>
      <p:sp>
        <p:nvSpPr>
          <p:cNvPr id="113" name="Text Box 116">
            <a:extLst>
              <a:ext uri="{FF2B5EF4-FFF2-40B4-BE49-F238E27FC236}">
                <a16:creationId xmlns:a16="http://schemas.microsoft.com/office/drawing/2014/main" id="{6613F653-93D0-DD0D-2C75-2EEB9C838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2890" y="3061633"/>
            <a:ext cx="26998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3333FF"/>
                </a:solidFill>
              </a:rPr>
              <a:t>□DEFG</a:t>
            </a:r>
            <a:r>
              <a:rPr lang="zh-CN" altLang="en-US" sz="2000">
                <a:solidFill>
                  <a:srgbClr val="3333FF"/>
                </a:solidFill>
              </a:rPr>
              <a:t>是          面；</a:t>
            </a:r>
          </a:p>
        </p:txBody>
      </p:sp>
      <p:sp>
        <p:nvSpPr>
          <p:cNvPr id="114" name="Text Box 117">
            <a:extLst>
              <a:ext uri="{FF2B5EF4-FFF2-40B4-BE49-F238E27FC236}">
                <a16:creationId xmlns:a16="http://schemas.microsoft.com/office/drawing/2014/main" id="{06F6BF11-6DE0-FC2C-B742-914E6BB82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6182" y="3017554"/>
            <a:ext cx="9332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侧平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 Box 118">
                <a:extLst>
                  <a:ext uri="{FF2B5EF4-FFF2-40B4-BE49-F238E27FC236}">
                    <a16:creationId xmlns:a16="http://schemas.microsoft.com/office/drawing/2014/main" id="{662AAF7D-9809-6F74-6A24-40480C294C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6390" y="3382535"/>
                <a:ext cx="2636384" cy="4440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6350" algn="ctr">
                    <a:solidFill>
                      <a:srgbClr val="3333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286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𝛼</m:t>
                    </m:r>
                  </m:oMath>
                </a14:m>
                <a:r>
                  <a:rPr lang="en-US" altLang="zh-CN" sz="2286" dirty="0">
                    <a:solidFill>
                      <a:srgbClr val="3333FF"/>
                    </a:solidFill>
                    <a:latin typeface="楷体_GB2312" pitchFamily="49" charset="-122"/>
                    <a:ea typeface="楷体_GB2312" pitchFamily="49" charset="-122"/>
                  </a:rPr>
                  <a:t>= </a:t>
                </a:r>
                <a:r>
                  <a:rPr lang="en-US" altLang="zh-CN" sz="2286" dirty="0">
                    <a:solidFill>
                      <a:srgbClr val="3333FF"/>
                    </a:solidFill>
                    <a:latin typeface="UniversalMath1 BT" panose="05050102010205020602" pitchFamily="18" charset="2"/>
                    <a:ea typeface="Dotum" panose="020B0600000101010101" pitchFamily="34" charset="-127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286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Dotum" panose="020B0600000101010101" pitchFamily="34" charset="-127"/>
                      </a:rPr>
                      <m:t>𝛽</m:t>
                    </m:r>
                  </m:oMath>
                </a14:m>
                <a:r>
                  <a:rPr lang="en-US" altLang="zh-CN" sz="2286" dirty="0">
                    <a:solidFill>
                      <a:srgbClr val="3333FF"/>
                    </a:solidFill>
                    <a:latin typeface="楷体_GB2312" pitchFamily="49" charset="-122"/>
                    <a:ea typeface="楷体_GB2312" pitchFamily="49" charset="-122"/>
                  </a:rPr>
                  <a:t>= </a:t>
                </a:r>
                <a:r>
                  <a:rPr lang="en-US" altLang="zh-CN" sz="2286" dirty="0">
                    <a:solidFill>
                      <a:srgbClr val="3333FF"/>
                    </a:solidFill>
                    <a:latin typeface="UniversalMath1 BT" panose="05050102010205020602" pitchFamily="18" charset="2"/>
                    <a:ea typeface="Dotum" panose="020B0600000101010101" pitchFamily="34" charset="-127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286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Dotum" panose="020B0600000101010101" pitchFamily="34" charset="-127"/>
                      </a:rPr>
                      <m:t>𝛾</m:t>
                    </m:r>
                  </m:oMath>
                </a14:m>
                <a:r>
                  <a:rPr lang="en-US" altLang="zh-CN" sz="2286" dirty="0">
                    <a:solidFill>
                      <a:srgbClr val="3333FF"/>
                    </a:solidFill>
                    <a:latin typeface="楷体_GB2312" pitchFamily="49" charset="-122"/>
                    <a:ea typeface="楷体_GB2312" pitchFamily="49" charset="-122"/>
                  </a:rPr>
                  <a:t>=</a:t>
                </a:r>
                <a:endParaRPr lang="en-US" altLang="zh-CN" sz="2286" dirty="0"/>
              </a:p>
            </p:txBody>
          </p:sp>
        </mc:Choice>
        <mc:Fallback xmlns="">
          <p:sp>
            <p:nvSpPr>
              <p:cNvPr id="115" name="Text Box 118">
                <a:extLst>
                  <a:ext uri="{FF2B5EF4-FFF2-40B4-BE49-F238E27FC236}">
                    <a16:creationId xmlns:a16="http://schemas.microsoft.com/office/drawing/2014/main" id="{662AAF7D-9809-6F74-6A24-40480C294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6390" y="3382535"/>
                <a:ext cx="2636384" cy="444096"/>
              </a:xfrm>
              <a:prstGeom prst="rect">
                <a:avLst/>
              </a:prstGeom>
              <a:blipFill>
                <a:blip r:embed="rId3"/>
                <a:stretch>
                  <a:fillRect t="-12329" b="-287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3333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ext Box 119">
            <a:extLst>
              <a:ext uri="{FF2B5EF4-FFF2-40B4-BE49-F238E27FC236}">
                <a16:creationId xmlns:a16="http://schemas.microsoft.com/office/drawing/2014/main" id="{9FF27930-4468-1DBF-EE55-9FF83B759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950" y="3389695"/>
            <a:ext cx="8674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90°</a:t>
            </a:r>
          </a:p>
        </p:txBody>
      </p:sp>
      <p:sp>
        <p:nvSpPr>
          <p:cNvPr id="117" name="Text Box 120">
            <a:extLst>
              <a:ext uri="{FF2B5EF4-FFF2-40B4-BE49-F238E27FC236}">
                <a16:creationId xmlns:a16="http://schemas.microsoft.com/office/drawing/2014/main" id="{067C3836-C5E5-DA72-2866-8BCF54524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4025" y="3405084"/>
            <a:ext cx="86745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90°</a:t>
            </a:r>
          </a:p>
        </p:txBody>
      </p:sp>
      <p:sp>
        <p:nvSpPr>
          <p:cNvPr id="118" name="Text Box 121">
            <a:extLst>
              <a:ext uri="{FF2B5EF4-FFF2-40B4-BE49-F238E27FC236}">
                <a16:creationId xmlns:a16="http://schemas.microsoft.com/office/drawing/2014/main" id="{07302E91-FE61-BBBC-4046-6185B2CF3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5906" y="3389695"/>
            <a:ext cx="9627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0°</a:t>
            </a:r>
          </a:p>
        </p:txBody>
      </p:sp>
      <p:sp>
        <p:nvSpPr>
          <p:cNvPr id="119" name="Text Box 122">
            <a:extLst>
              <a:ext uri="{FF2B5EF4-FFF2-40B4-BE49-F238E27FC236}">
                <a16:creationId xmlns:a16="http://schemas.microsoft.com/office/drawing/2014/main" id="{5CF79940-0251-5A66-A77A-E9E00D796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6845" y="5600499"/>
            <a:ext cx="24107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3333FF"/>
                </a:solidFill>
              </a:rPr>
              <a:t>平面</a:t>
            </a:r>
            <a:r>
              <a:rPr lang="en-US" altLang="zh-CN" sz="2000">
                <a:solidFill>
                  <a:srgbClr val="3333FF"/>
                </a:solidFill>
              </a:rPr>
              <a:t>P</a:t>
            </a:r>
            <a:r>
              <a:rPr lang="zh-CN" altLang="en-US" sz="2000">
                <a:solidFill>
                  <a:srgbClr val="3333FF"/>
                </a:solidFill>
              </a:rPr>
              <a:t>是          面；</a:t>
            </a:r>
          </a:p>
        </p:txBody>
      </p:sp>
      <p:sp>
        <p:nvSpPr>
          <p:cNvPr id="120" name="Text Box 123">
            <a:extLst>
              <a:ext uri="{FF2B5EF4-FFF2-40B4-BE49-F238E27FC236}">
                <a16:creationId xmlns:a16="http://schemas.microsoft.com/office/drawing/2014/main" id="{33A8E9F8-9441-2DD2-8924-1F7321D94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8202" y="5567615"/>
            <a:ext cx="9332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铅垂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 Box 124">
                <a:extLst>
                  <a:ext uri="{FF2B5EF4-FFF2-40B4-BE49-F238E27FC236}">
                    <a16:creationId xmlns:a16="http://schemas.microsoft.com/office/drawing/2014/main" id="{02AF984D-8425-2981-3C2B-AFD76A76C7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1479" y="5954285"/>
                <a:ext cx="2636384" cy="4440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6350" algn="ctr">
                    <a:solidFill>
                      <a:srgbClr val="3333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286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𝛼</m:t>
                    </m:r>
                  </m:oMath>
                </a14:m>
                <a:r>
                  <a:rPr lang="en-US" altLang="zh-CN" sz="2286" dirty="0">
                    <a:solidFill>
                      <a:srgbClr val="3333FF"/>
                    </a:solidFill>
                    <a:latin typeface="楷体_GB2312" pitchFamily="49" charset="-122"/>
                    <a:ea typeface="楷体_GB2312" pitchFamily="49" charset="-122"/>
                  </a:rPr>
                  <a:t>= </a:t>
                </a:r>
                <a:r>
                  <a:rPr lang="en-US" altLang="zh-CN" sz="2286" dirty="0">
                    <a:solidFill>
                      <a:srgbClr val="3333FF"/>
                    </a:solidFill>
                    <a:latin typeface="UniversalMath1 BT" panose="05050102010205020602" pitchFamily="18" charset="2"/>
                    <a:ea typeface="Dotum" panose="020B0600000101010101" pitchFamily="34" charset="-127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286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Dotum" panose="020B0600000101010101" pitchFamily="34" charset="-127"/>
                      </a:rPr>
                      <m:t>𝛽</m:t>
                    </m:r>
                  </m:oMath>
                </a14:m>
                <a:r>
                  <a:rPr lang="en-US" altLang="zh-CN" sz="2286" dirty="0">
                    <a:solidFill>
                      <a:srgbClr val="3333FF"/>
                    </a:solidFill>
                    <a:latin typeface="楷体_GB2312" pitchFamily="49" charset="-122"/>
                    <a:ea typeface="楷体_GB2312" pitchFamily="49" charset="-122"/>
                  </a:rPr>
                  <a:t>= </a:t>
                </a:r>
                <a:r>
                  <a:rPr lang="en-US" altLang="zh-CN" sz="2286" dirty="0">
                    <a:solidFill>
                      <a:srgbClr val="3333FF"/>
                    </a:solidFill>
                    <a:latin typeface="UniversalMath1 BT" panose="05050102010205020602" pitchFamily="18" charset="2"/>
                    <a:ea typeface="Dotum" panose="020B0600000101010101" pitchFamily="34" charset="-127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286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Dotum" panose="020B0600000101010101" pitchFamily="34" charset="-127"/>
                      </a:rPr>
                      <m:t>𝛾</m:t>
                    </m:r>
                  </m:oMath>
                </a14:m>
                <a:r>
                  <a:rPr lang="en-US" altLang="zh-CN" sz="2286" dirty="0">
                    <a:solidFill>
                      <a:srgbClr val="3333FF"/>
                    </a:solidFill>
                    <a:latin typeface="楷体_GB2312" pitchFamily="49" charset="-122"/>
                    <a:ea typeface="楷体_GB2312" pitchFamily="49" charset="-122"/>
                  </a:rPr>
                  <a:t>=</a:t>
                </a:r>
                <a:endParaRPr lang="en-US" altLang="zh-CN" sz="2286" dirty="0"/>
              </a:p>
            </p:txBody>
          </p:sp>
        </mc:Choice>
        <mc:Fallback xmlns="">
          <p:sp>
            <p:nvSpPr>
              <p:cNvPr id="121" name="Text Box 124">
                <a:extLst>
                  <a:ext uri="{FF2B5EF4-FFF2-40B4-BE49-F238E27FC236}">
                    <a16:creationId xmlns:a16="http://schemas.microsoft.com/office/drawing/2014/main" id="{02AF984D-8425-2981-3C2B-AFD76A76C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1479" y="5954285"/>
                <a:ext cx="2636384" cy="444096"/>
              </a:xfrm>
              <a:prstGeom prst="rect">
                <a:avLst/>
              </a:prstGeom>
              <a:blipFill>
                <a:blip r:embed="rId4"/>
                <a:stretch>
                  <a:fillRect t="-12329" b="-287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3333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 Box 125">
            <a:extLst>
              <a:ext uri="{FF2B5EF4-FFF2-40B4-BE49-F238E27FC236}">
                <a16:creationId xmlns:a16="http://schemas.microsoft.com/office/drawing/2014/main" id="{632948D2-6A5C-2E1C-A195-A85525033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0200" y="5961445"/>
            <a:ext cx="8674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90°</a:t>
            </a:r>
          </a:p>
        </p:txBody>
      </p:sp>
      <p:sp>
        <p:nvSpPr>
          <p:cNvPr id="123" name="Text Box 126">
            <a:extLst>
              <a:ext uri="{FF2B5EF4-FFF2-40B4-BE49-F238E27FC236}">
                <a16:creationId xmlns:a16="http://schemas.microsoft.com/office/drawing/2014/main" id="{D78DAE17-BAB6-8F50-0785-4F219E5FA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157" y="5961445"/>
            <a:ext cx="80395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30°</a:t>
            </a:r>
          </a:p>
        </p:txBody>
      </p:sp>
      <p:sp>
        <p:nvSpPr>
          <p:cNvPr id="124" name="Text Box 127">
            <a:extLst>
              <a:ext uri="{FF2B5EF4-FFF2-40B4-BE49-F238E27FC236}">
                <a16:creationId xmlns:a16="http://schemas.microsoft.com/office/drawing/2014/main" id="{3B3377BE-FEA0-C161-77A5-CBD20E632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861" y="5961445"/>
            <a:ext cx="8674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60°</a:t>
            </a:r>
          </a:p>
        </p:txBody>
      </p:sp>
      <p:sp>
        <p:nvSpPr>
          <p:cNvPr id="125" name="Text Box 128">
            <a:extLst>
              <a:ext uri="{FF2B5EF4-FFF2-40B4-BE49-F238E27FC236}">
                <a16:creationId xmlns:a16="http://schemas.microsoft.com/office/drawing/2014/main" id="{4EAC512D-F79C-876C-BCAC-97402B227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3792" y="5600499"/>
            <a:ext cx="241073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3333FF"/>
                </a:solidFill>
              </a:rPr>
              <a:t>平面</a:t>
            </a:r>
            <a:r>
              <a:rPr lang="en-US" altLang="zh-CN" sz="2000">
                <a:solidFill>
                  <a:srgbClr val="3333FF"/>
                </a:solidFill>
              </a:rPr>
              <a:t>Q</a:t>
            </a:r>
            <a:r>
              <a:rPr lang="zh-CN" altLang="en-US" sz="2000">
                <a:solidFill>
                  <a:srgbClr val="3333FF"/>
                </a:solidFill>
              </a:rPr>
              <a:t>是          面；</a:t>
            </a:r>
          </a:p>
        </p:txBody>
      </p:sp>
      <p:sp>
        <p:nvSpPr>
          <p:cNvPr id="126" name="Text Box 129">
            <a:extLst>
              <a:ext uri="{FF2B5EF4-FFF2-40B4-BE49-F238E27FC236}">
                <a16:creationId xmlns:a16="http://schemas.microsoft.com/office/drawing/2014/main" id="{F6EAC635-9F66-C2E9-9FDE-F497D6B92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9511" y="5569721"/>
            <a:ext cx="93322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正平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 Box 130">
                <a:extLst>
                  <a:ext uri="{FF2B5EF4-FFF2-40B4-BE49-F238E27FC236}">
                    <a16:creationId xmlns:a16="http://schemas.microsoft.com/office/drawing/2014/main" id="{B2C34B31-D494-E351-E46F-31BB26F818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08426" y="5954285"/>
                <a:ext cx="2636384" cy="4440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6350" algn="ctr">
                    <a:solidFill>
                      <a:srgbClr val="3333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defTabSz="1279525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defTabSz="1279525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286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楷体_GB2312" pitchFamily="49" charset="-122"/>
                      </a:rPr>
                      <m:t>𝛼</m:t>
                    </m:r>
                  </m:oMath>
                </a14:m>
                <a:r>
                  <a:rPr lang="en-US" altLang="zh-CN" sz="2286" dirty="0">
                    <a:solidFill>
                      <a:srgbClr val="3333FF"/>
                    </a:solidFill>
                    <a:latin typeface="楷体_GB2312" pitchFamily="49" charset="-122"/>
                    <a:ea typeface="楷体_GB2312" pitchFamily="49" charset="-122"/>
                  </a:rPr>
                  <a:t>= </a:t>
                </a:r>
                <a:r>
                  <a:rPr lang="en-US" altLang="zh-CN" sz="2286" dirty="0">
                    <a:solidFill>
                      <a:srgbClr val="3333FF"/>
                    </a:solidFill>
                    <a:latin typeface="UniversalMath1 BT" panose="05050102010205020602" pitchFamily="18" charset="2"/>
                    <a:ea typeface="Dotum" panose="020B0600000101010101" pitchFamily="34" charset="-127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286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Dotum" panose="020B0600000101010101" pitchFamily="34" charset="-127"/>
                      </a:rPr>
                      <m:t>𝛽</m:t>
                    </m:r>
                  </m:oMath>
                </a14:m>
                <a:r>
                  <a:rPr lang="en-US" altLang="zh-CN" sz="2286" dirty="0">
                    <a:solidFill>
                      <a:srgbClr val="3333FF"/>
                    </a:solidFill>
                    <a:latin typeface="楷体_GB2312" pitchFamily="49" charset="-122"/>
                    <a:ea typeface="楷体_GB2312" pitchFamily="49" charset="-122"/>
                  </a:rPr>
                  <a:t>= </a:t>
                </a:r>
                <a:r>
                  <a:rPr lang="en-US" altLang="zh-CN" sz="2286" dirty="0">
                    <a:solidFill>
                      <a:srgbClr val="3333FF"/>
                    </a:solidFill>
                    <a:latin typeface="UniversalMath1 BT" panose="05050102010205020602" pitchFamily="18" charset="2"/>
                    <a:ea typeface="Dotum" panose="020B0600000101010101" pitchFamily="34" charset="-127"/>
                  </a:rPr>
                  <a:t>     </a:t>
                </a:r>
                <a14:m>
                  <m:oMath xmlns:m="http://schemas.openxmlformats.org/officeDocument/2006/math">
                    <m:r>
                      <a:rPr lang="zh-CN" altLang="en-US" sz="2286" i="1">
                        <a:solidFill>
                          <a:srgbClr val="3333FF"/>
                        </a:solidFill>
                        <a:latin typeface="Cambria Math" panose="02040503050406030204" pitchFamily="18" charset="0"/>
                        <a:ea typeface="Dotum" panose="020B0600000101010101" pitchFamily="34" charset="-127"/>
                      </a:rPr>
                      <m:t>𝛾</m:t>
                    </m:r>
                  </m:oMath>
                </a14:m>
                <a:r>
                  <a:rPr lang="en-US" altLang="zh-CN" sz="2286" dirty="0">
                    <a:solidFill>
                      <a:srgbClr val="3333FF"/>
                    </a:solidFill>
                    <a:latin typeface="楷体_GB2312" pitchFamily="49" charset="-122"/>
                    <a:ea typeface="楷体_GB2312" pitchFamily="49" charset="-122"/>
                  </a:rPr>
                  <a:t>=</a:t>
                </a:r>
                <a:endParaRPr lang="en-US" altLang="zh-CN" sz="2286" dirty="0"/>
              </a:p>
            </p:txBody>
          </p:sp>
        </mc:Choice>
        <mc:Fallback xmlns="">
          <p:sp>
            <p:nvSpPr>
              <p:cNvPr id="127" name="Text Box 130">
                <a:extLst>
                  <a:ext uri="{FF2B5EF4-FFF2-40B4-BE49-F238E27FC236}">
                    <a16:creationId xmlns:a16="http://schemas.microsoft.com/office/drawing/2014/main" id="{B2C34B31-D494-E351-E46F-31BB26F81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8426" y="5954285"/>
                <a:ext cx="2636384" cy="444096"/>
              </a:xfrm>
              <a:prstGeom prst="rect">
                <a:avLst/>
              </a:prstGeom>
              <a:blipFill>
                <a:blip r:embed="rId5"/>
                <a:stretch>
                  <a:fillRect t="-12329" b="-287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3333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 Box 131">
            <a:extLst>
              <a:ext uri="{FF2B5EF4-FFF2-40B4-BE49-F238E27FC236}">
                <a16:creationId xmlns:a16="http://schemas.microsoft.com/office/drawing/2014/main" id="{AD25CB6A-C027-6E4D-5305-D5CBE9320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7147" y="5961445"/>
            <a:ext cx="8674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90°</a:t>
            </a:r>
          </a:p>
        </p:txBody>
      </p:sp>
      <p:sp>
        <p:nvSpPr>
          <p:cNvPr id="129" name="Text Box 132">
            <a:extLst>
              <a:ext uri="{FF2B5EF4-FFF2-40B4-BE49-F238E27FC236}">
                <a16:creationId xmlns:a16="http://schemas.microsoft.com/office/drawing/2014/main" id="{46C05F40-9E7C-B94C-EC09-661ADD881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2853" y="5961445"/>
            <a:ext cx="7896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0°</a:t>
            </a:r>
          </a:p>
        </p:txBody>
      </p:sp>
      <p:sp>
        <p:nvSpPr>
          <p:cNvPr id="130" name="Text Box 133">
            <a:extLst>
              <a:ext uri="{FF2B5EF4-FFF2-40B4-BE49-F238E27FC236}">
                <a16:creationId xmlns:a16="http://schemas.microsoft.com/office/drawing/2014/main" id="{6B2BCE45-445E-AD4C-C028-9DC8D5967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5528" y="5971853"/>
            <a:ext cx="86745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90°</a:t>
            </a:r>
          </a:p>
        </p:txBody>
      </p:sp>
    </p:spTree>
    <p:extLst>
      <p:ext uri="{BB962C8B-B14F-4D97-AF65-F5344CB8AC3E}">
        <p14:creationId xmlns:p14="http://schemas.microsoft.com/office/powerpoint/2010/main" val="344868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2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10" grpId="0"/>
      <p:bldP spid="111" grpId="0"/>
      <p:bldP spid="112" grpId="0"/>
      <p:bldP spid="114" grpId="0"/>
      <p:bldP spid="116" grpId="0"/>
      <p:bldP spid="117" grpId="0"/>
      <p:bldP spid="118" grpId="0"/>
      <p:bldP spid="120" grpId="0"/>
      <p:bldP spid="122" grpId="0"/>
      <p:bldP spid="123" grpId="0"/>
      <p:bldP spid="124" grpId="0"/>
      <p:bldP spid="126" grpId="0"/>
      <p:bldP spid="128" grpId="0"/>
      <p:bldP spid="129" grpId="0"/>
      <p:bldP spid="1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B7DA31-266C-1D11-4A46-65723D4B5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55C4-469F-1745-BAEF-95E360551241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7B6A8F-91A3-A2FD-E35A-317B725A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980934-21B1-FCD7-77AE-CBB5EE385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6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EB940E1F-E1AF-A194-1C9D-D904664E8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996" y="1516679"/>
            <a:ext cx="1382259" cy="1832429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EB5552E8-3ED3-7437-E2C7-B222E7E7A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8889" y="4506849"/>
            <a:ext cx="3054804" cy="1414009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1FE53D83-2256-9D5F-9BD4-976E61CBE4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8889" y="1774082"/>
            <a:ext cx="3054804" cy="1415143"/>
          </a:xfrm>
          <a:prstGeom prst="line">
            <a:avLst/>
          </a:prstGeom>
          <a:noFill/>
          <a:ln w="9525">
            <a:solidFill>
              <a:srgbClr val="3333FF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52781D4-D688-1826-E139-AD907F2DB0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8889" y="1774082"/>
            <a:ext cx="0" cy="4146776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33C8FED2-8111-E3A6-8B9A-78758176A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121" y="1323912"/>
            <a:ext cx="741589" cy="531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57" i="1" dirty="0">
                <a:solidFill>
                  <a:srgbClr val="3333FF"/>
                </a:solidFill>
                <a:latin typeface="Times New Roman" panose="02020603050405020304" pitchFamily="18" charset="0"/>
              </a:rPr>
              <a:t>c′</a:t>
            </a: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5FC151FB-F69B-7E17-B1F0-D23184854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4255" y="3349108"/>
            <a:ext cx="0" cy="2764518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8BBA8860-60D8-3207-3562-08E652518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5220" y="3832162"/>
            <a:ext cx="4178526" cy="0"/>
          </a:xfrm>
          <a:prstGeom prst="line">
            <a:avLst/>
          </a:prstGeom>
          <a:noFill/>
          <a:ln w="1905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DCABF692-3955-15A3-9007-0C50CDC65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3621" y="3052019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F004AD08-C8C3-8B71-75FE-720BAD313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9684" y="3606510"/>
            <a:ext cx="479651" cy="466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429">
                <a:solidFill>
                  <a:srgbClr val="3333FF"/>
                </a:solidFill>
                <a:latin typeface="Tahoma" panose="020B0604030504040204" pitchFamily="34" charset="0"/>
                <a:ea typeface="Gulim" panose="020B0600000101010101" pitchFamily="34" charset="-127"/>
              </a:rPr>
              <a:t>X</a:t>
            </a:r>
          </a:p>
        </p:txBody>
      </p:sp>
      <p:sp>
        <p:nvSpPr>
          <p:cNvPr id="14" name="Text Box 11">
            <a:extLst>
              <a:ext uri="{FF2B5EF4-FFF2-40B4-BE49-F238E27FC236}">
                <a16:creationId xmlns:a16="http://schemas.microsoft.com/office/drawing/2014/main" id="{87D60097-A44F-EA4E-4770-41D81E3C9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1996" y="3574760"/>
            <a:ext cx="494393" cy="466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429">
                <a:solidFill>
                  <a:srgbClr val="3333FF"/>
                </a:solidFill>
                <a:latin typeface="Tahoma" panose="020B0604030504040204" pitchFamily="34" charset="0"/>
              </a:rPr>
              <a:t>O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2B5377A6-0021-4945-A77C-627FD22C0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845" y="1067644"/>
            <a:ext cx="900339" cy="531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57" i="1">
                <a:solidFill>
                  <a:srgbClr val="3333FF"/>
                </a:solidFill>
                <a:latin typeface="Times New Roman" panose="02020603050405020304" pitchFamily="18" charset="0"/>
              </a:rPr>
              <a:t>m′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E12DA661-6541-C6A9-6D8B-AB63BECEB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347" y="2990773"/>
            <a:ext cx="835706" cy="531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57" i="1" dirty="0">
                <a:solidFill>
                  <a:srgbClr val="3333FF"/>
                </a:solidFill>
                <a:latin typeface="Times New Roman" panose="02020603050405020304" pitchFamily="18" charset="0"/>
              </a:rPr>
              <a:t>l′</a:t>
            </a:r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DBD3CD5B-9D89-9E53-2E14-3E78177EF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6291" y="4121314"/>
            <a:ext cx="419554" cy="531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57" i="1">
                <a:solidFill>
                  <a:srgbClr val="3333FF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8" name="Text Box 15">
            <a:extLst>
              <a:ext uri="{FF2B5EF4-FFF2-40B4-BE49-F238E27FC236}">
                <a16:creationId xmlns:a16="http://schemas.microsoft.com/office/drawing/2014/main" id="{2163BC1D-01AD-1E70-A2A0-E3E467C88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3237" y="5824475"/>
            <a:ext cx="611187" cy="531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57" i="1">
                <a:solidFill>
                  <a:srgbClr val="3333FF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B9C0D193-7416-2B5A-C350-B379C7526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103" y="5631707"/>
            <a:ext cx="481920" cy="531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57" i="1">
                <a:solidFill>
                  <a:srgbClr val="3333FF"/>
                </a:solidFill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B8C828CD-566A-793F-4172-D7CEF457B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059" y="4184814"/>
            <a:ext cx="451304" cy="531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57" i="1">
                <a:solidFill>
                  <a:srgbClr val="3333FF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CBB615E3-FFF0-BC4C-0C47-7989B5267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30194" y="587318"/>
            <a:ext cx="8610593" cy="523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00" dirty="0">
                <a:latin typeface="+mn-ea"/>
                <a:ea typeface="+mn-ea"/>
              </a:rPr>
              <a:t>【</a:t>
            </a:r>
            <a:r>
              <a:rPr kumimoji="1" lang="zh-CN" altLang="en-US" sz="2800" dirty="0">
                <a:latin typeface="+mn-ea"/>
                <a:ea typeface="+mn-ea"/>
              </a:rPr>
              <a:t>练</a:t>
            </a:r>
            <a:r>
              <a:rPr kumimoji="1" lang="en-US" altLang="zh-CN" sz="2800" dirty="0">
                <a:latin typeface="+mn-ea"/>
                <a:ea typeface="+mn-ea"/>
              </a:rPr>
              <a:t>2】</a:t>
            </a:r>
            <a:r>
              <a:rPr lang="zh-CN" altLang="en-US" sz="2800" dirty="0">
                <a:solidFill>
                  <a:srgbClr val="C00000"/>
                </a:solidFill>
                <a:sym typeface="Wingdings" panose="05000000000000000000" pitchFamily="2" charset="2"/>
              </a:rPr>
              <a:t> </a:t>
            </a:r>
            <a:r>
              <a:rPr kumimoji="1" lang="zh-CN" altLang="en-US" sz="2800" dirty="0">
                <a:latin typeface="+mn-ea"/>
                <a:ea typeface="+mn-ea"/>
              </a:rPr>
              <a:t>直线和平面的相对位置问题</a:t>
            </a:r>
            <a:endParaRPr kumimoji="1" lang="en-US" altLang="zh-CN" sz="2800" dirty="0">
              <a:latin typeface="+mn-ea"/>
              <a:ea typeface="+mn-ea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6841A983-C712-5E61-73D5-B10B4EFC0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1398" y="6214546"/>
            <a:ext cx="305026" cy="315232"/>
          </a:xfrm>
          <a:prstGeom prst="star4">
            <a:avLst>
              <a:gd name="adj" fmla="val 14236"/>
            </a:avLst>
          </a:prstGeom>
          <a:solidFill>
            <a:srgbClr val="FF00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86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DC5B1C2C-7BB3-1655-A84E-AD64DEC55E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996" y="1516680"/>
            <a:ext cx="0" cy="3311071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9B7AC620-6372-9C16-797D-437ADEF9C1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416" y="2481653"/>
            <a:ext cx="0" cy="27327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E51D62BF-941C-1A0D-819A-85E7FC96E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3692" y="3189225"/>
            <a:ext cx="0" cy="1317625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26" name="Text Box 26">
            <a:extLst>
              <a:ext uri="{FF2B5EF4-FFF2-40B4-BE49-F238E27FC236}">
                <a16:creationId xmlns:a16="http://schemas.microsoft.com/office/drawing/2014/main" id="{2D8D5CA8-1C62-0F84-B0B5-CCFF83336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6175" y="2867189"/>
            <a:ext cx="900339" cy="531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57" i="1">
                <a:solidFill>
                  <a:srgbClr val="3333FF"/>
                </a:solidFill>
                <a:latin typeface="Times New Roman" panose="02020603050405020304" pitchFamily="18" charset="0"/>
              </a:rPr>
              <a:t>d′</a:t>
            </a:r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655F7D95-12BA-D560-5EFA-73B086F805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327" y="1516679"/>
            <a:ext cx="513669" cy="1833563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7F2E9461-3A69-9BEB-C8F2-D642662BE78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08326" y="4345832"/>
            <a:ext cx="1895929" cy="1767794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6FCB041D-1164-2A0F-9C23-09D32FE242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8326" y="3349108"/>
            <a:ext cx="0" cy="996724"/>
          </a:xfrm>
          <a:prstGeom prst="line">
            <a:avLst/>
          </a:prstGeom>
          <a:noFill/>
          <a:ln w="9525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CB080F9C-CB1E-A632-12B0-5F8F05C3DB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326" y="3349108"/>
            <a:ext cx="1895929" cy="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042E678F-4E32-3AB2-61EB-49DD01D92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8889" y="1774082"/>
            <a:ext cx="900339" cy="418419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32" name="Line 32">
            <a:extLst>
              <a:ext uri="{FF2B5EF4-FFF2-40B4-BE49-F238E27FC236}">
                <a16:creationId xmlns:a16="http://schemas.microsoft.com/office/drawing/2014/main" id="{787A2D35-FDC3-F473-CDCA-6789BBD2ACE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90585" y="2674421"/>
            <a:ext cx="1093107" cy="514804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sp>
        <p:nvSpPr>
          <p:cNvPr id="33" name="Text Box 33">
            <a:extLst>
              <a:ext uri="{FF2B5EF4-FFF2-40B4-BE49-F238E27FC236}">
                <a16:creationId xmlns:a16="http://schemas.microsoft.com/office/drawing/2014/main" id="{B66C6192-BDBB-646F-606A-753B61A00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6121" y="3092840"/>
            <a:ext cx="900339" cy="531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57" i="1">
                <a:solidFill>
                  <a:srgbClr val="3333FF"/>
                </a:solidFill>
                <a:latin typeface="Times New Roman" panose="02020603050405020304" pitchFamily="18" charset="0"/>
              </a:rPr>
              <a:t>n′</a:t>
            </a:r>
          </a:p>
        </p:txBody>
      </p:sp>
      <p:sp>
        <p:nvSpPr>
          <p:cNvPr id="34" name="Text Box 34">
            <a:extLst>
              <a:ext uri="{FF2B5EF4-FFF2-40B4-BE49-F238E27FC236}">
                <a16:creationId xmlns:a16="http://schemas.microsoft.com/office/drawing/2014/main" id="{306FCEB5-2CB0-C738-40B7-73A8695A4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827" y="4634983"/>
            <a:ext cx="611187" cy="531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9" tIns="45715" rIns="91429" bIns="4571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zh-CN" sz="2857" i="1">
                <a:solidFill>
                  <a:srgbClr val="3333FF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CDE80BA0-D215-20F3-0EFE-6605CA262A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29228" y="2192501"/>
            <a:ext cx="611188" cy="28915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286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1AFA39B-A50C-B921-FE09-4C489AA7665C}"/>
              </a:ext>
            </a:extLst>
          </p:cNvPr>
          <p:cNvCxnSpPr>
            <a:cxnSpLocks/>
            <a:stCxn id="35" idx="0"/>
          </p:cNvCxnSpPr>
          <p:nvPr/>
        </p:nvCxnSpPr>
        <p:spPr>
          <a:xfrm>
            <a:off x="5440416" y="2481653"/>
            <a:ext cx="450169" cy="19276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6880BF14-1AA7-D969-A3F4-57EC26D94CF6}"/>
              </a:ext>
            </a:extLst>
          </p:cNvPr>
          <p:cNvSpPr txBox="1"/>
          <p:nvPr/>
        </p:nvSpPr>
        <p:spPr>
          <a:xfrm>
            <a:off x="5292161" y="2152411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k’</a:t>
            </a:r>
            <a:endParaRPr lang="zh-CN" altLang="en-US" i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4BCFCDC-027C-28C4-0E4D-383B16A73C9C}"/>
              </a:ext>
            </a:extLst>
          </p:cNvPr>
          <p:cNvSpPr txBox="1"/>
          <p:nvPr/>
        </p:nvSpPr>
        <p:spPr>
          <a:xfrm>
            <a:off x="5402481" y="4764793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k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51437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344" name="Rectangle 48"/>
          <p:cNvSpPr>
            <a:spLocks noGrp="1" noChangeArrowheads="1"/>
          </p:cNvSpPr>
          <p:nvPr>
            <p:ph type="title"/>
          </p:nvPr>
        </p:nvSpPr>
        <p:spPr>
          <a:xfrm>
            <a:off x="17636" y="0"/>
            <a:ext cx="8316250" cy="533400"/>
          </a:xfrm>
        </p:spPr>
        <p:txBody>
          <a:bodyPr>
            <a:noAutofit/>
          </a:bodyPr>
          <a:lstStyle/>
          <a:p>
            <a:pPr algn="l"/>
            <a:r>
              <a:rPr kumimoji="1" lang="zh-CN" altLang="en-US" sz="2400" dirty="0">
                <a:latin typeface="+mn-ea"/>
                <a:ea typeface="+mn-ea"/>
                <a:cs typeface="DengXian" charset="-122"/>
              </a:rPr>
              <a:t>练</a:t>
            </a:r>
            <a:r>
              <a:rPr kumimoji="1" lang="en-US" altLang="zh-CN" sz="2400" dirty="0">
                <a:latin typeface="+mn-ea"/>
                <a:ea typeface="+mn-ea"/>
                <a:cs typeface="DengXian" charset="-122"/>
              </a:rPr>
              <a:t>3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  </a:t>
            </a:r>
            <a:r>
              <a:rPr kumimoji="1" lang="en-US" altLang="zh-CN" sz="2400" dirty="0">
                <a:latin typeface="+mn-ea"/>
                <a:ea typeface="+mn-ea"/>
                <a:cs typeface="DengXian" charset="-122"/>
              </a:rPr>
              <a:t>:  </a:t>
            </a:r>
            <a:r>
              <a:rPr kumimoji="1" lang="zh-CN" altLang="en-US" sz="2400" dirty="0">
                <a:latin typeface="+mn-ea"/>
                <a:ea typeface="+mn-ea"/>
                <a:cs typeface="DengXian" charset="-122"/>
              </a:rPr>
              <a:t>平面由</a:t>
            </a:r>
            <a:r>
              <a:rPr kumimoji="1" lang="en-US" altLang="zh-CN" sz="2400" i="1" dirty="0">
                <a:latin typeface="+mn-ea"/>
                <a:ea typeface="+mn-ea"/>
                <a:cs typeface="DengXian" charset="-122"/>
              </a:rPr>
              <a:t>BDF</a:t>
            </a:r>
            <a:r>
              <a:rPr kumimoji="1" lang="zh-CN" altLang="en-US" sz="2400" dirty="0">
                <a:latin typeface="+mn-ea"/>
                <a:ea typeface="+mn-ea"/>
                <a:cs typeface="DengXian" charset="-122"/>
              </a:rPr>
              <a:t>给定，试过定点</a:t>
            </a:r>
            <a:r>
              <a:rPr kumimoji="1" lang="en-US" altLang="zh-CN" sz="2400" i="1" dirty="0">
                <a:latin typeface="+mn-ea"/>
                <a:ea typeface="+mn-ea"/>
                <a:cs typeface="DengXian" charset="-122"/>
              </a:rPr>
              <a:t>M</a:t>
            </a:r>
            <a:r>
              <a:rPr kumimoji="1" lang="zh-CN" altLang="en-US" sz="2400" dirty="0">
                <a:latin typeface="+mn-ea"/>
                <a:ea typeface="+mn-ea"/>
                <a:cs typeface="DengXian" charset="-122"/>
              </a:rPr>
              <a:t>作平面的垂线。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247E6-5924-4F07-9E7E-17A33E63D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DD1D0-A19D-4C47-A016-383B172E11F3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62D94-8651-43FC-B66E-179D6817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B85B3-4588-4DC5-B3C9-4BDAABDA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7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02A79E06-09B7-BB40-A25E-4B76E01DDBB0}"/>
              </a:ext>
            </a:extLst>
          </p:cNvPr>
          <p:cNvGrpSpPr>
            <a:grpSpLocks/>
          </p:cNvGrpSpPr>
          <p:nvPr/>
        </p:nvGrpSpPr>
        <p:grpSpPr bwMode="auto">
          <a:xfrm>
            <a:off x="3881280" y="2598738"/>
            <a:ext cx="2389188" cy="519112"/>
            <a:chOff x="3088" y="1576"/>
            <a:chExt cx="1405" cy="305"/>
          </a:xfrm>
        </p:grpSpPr>
        <p:sp>
          <p:nvSpPr>
            <p:cNvPr id="6" name="Line 3">
              <a:extLst>
                <a:ext uri="{FF2B5EF4-FFF2-40B4-BE49-F238E27FC236}">
                  <a16:creationId xmlns:a16="http://schemas.microsoft.com/office/drawing/2014/main" id="{580ED66E-1AFA-5506-CD5C-34B5A5F77B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1" y="1789"/>
              <a:ext cx="1152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D9376058-9064-0F7E-12FF-D2D107033B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8" y="1576"/>
              <a:ext cx="335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latin typeface="Times New Roman" charset="0"/>
                </a:rPr>
                <a:t>a</a:t>
              </a:r>
              <a:r>
                <a:rPr kumimoji="1" lang="en-US" altLang="zh-CN" sz="28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800" i="1">
                <a:latin typeface="Times New Roman" charset="0"/>
              </a:endParaRPr>
            </a:p>
          </p:txBody>
        </p:sp>
      </p:grpSp>
      <p:grpSp>
        <p:nvGrpSpPr>
          <p:cNvPr id="8" name="Group 5">
            <a:extLst>
              <a:ext uri="{FF2B5EF4-FFF2-40B4-BE49-F238E27FC236}">
                <a16:creationId xmlns:a16="http://schemas.microsoft.com/office/drawing/2014/main" id="{880635F9-557E-F57F-73DE-68BEA5E10A95}"/>
              </a:ext>
            </a:extLst>
          </p:cNvPr>
          <p:cNvGrpSpPr>
            <a:grpSpLocks/>
          </p:cNvGrpSpPr>
          <p:nvPr/>
        </p:nvGrpSpPr>
        <p:grpSpPr bwMode="auto">
          <a:xfrm>
            <a:off x="3820955" y="4735513"/>
            <a:ext cx="2563813" cy="519112"/>
            <a:chOff x="1468" y="2983"/>
            <a:chExt cx="1615" cy="327"/>
          </a:xfrm>
        </p:grpSpPr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EAED735A-17D5-8AB8-8196-47D678175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8" y="3242"/>
              <a:ext cx="1296" cy="0"/>
            </a:xfrm>
            <a:prstGeom prst="line">
              <a:avLst/>
            </a:prstGeom>
            <a:noFill/>
            <a:ln w="571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CE2B1658-4CBC-2339-23E1-306C2591C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" y="2983"/>
              <a:ext cx="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latin typeface="Times New Roman" charset="0"/>
                </a:rPr>
                <a:t>c</a:t>
              </a:r>
            </a:p>
          </p:txBody>
        </p:sp>
      </p:grpSp>
      <p:sp>
        <p:nvSpPr>
          <p:cNvPr id="11" name="Line 8">
            <a:extLst>
              <a:ext uri="{FF2B5EF4-FFF2-40B4-BE49-F238E27FC236}">
                <a16:creationId xmlns:a16="http://schemas.microsoft.com/office/drawing/2014/main" id="{DA4F417E-7FF2-095E-1B8D-15B7A1C952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9905" y="2960688"/>
            <a:ext cx="0" cy="1901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" name="Group 9">
            <a:extLst>
              <a:ext uri="{FF2B5EF4-FFF2-40B4-BE49-F238E27FC236}">
                <a16:creationId xmlns:a16="http://schemas.microsoft.com/office/drawing/2014/main" id="{A342403D-8F2E-D834-6222-BE571CD43ED5}"/>
              </a:ext>
            </a:extLst>
          </p:cNvPr>
          <p:cNvGrpSpPr>
            <a:grpSpLocks/>
          </p:cNvGrpSpPr>
          <p:nvPr/>
        </p:nvGrpSpPr>
        <p:grpSpPr bwMode="auto">
          <a:xfrm>
            <a:off x="4309905" y="4862513"/>
            <a:ext cx="3624263" cy="1709737"/>
            <a:chOff x="1776" y="3063"/>
            <a:chExt cx="2283" cy="1077"/>
          </a:xfrm>
        </p:grpSpPr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56C9D208-9325-330A-A6E0-D1DF45414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7" y="3063"/>
              <a:ext cx="2282" cy="1077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542C2791-A410-781B-552E-AD380357A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063"/>
              <a:ext cx="1235" cy="598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" name="Text Box 12">
            <a:extLst>
              <a:ext uri="{FF2B5EF4-FFF2-40B4-BE49-F238E27FC236}">
                <a16:creationId xmlns:a16="http://schemas.microsoft.com/office/drawing/2014/main" id="{69315EB7-2FE9-9659-A212-08D9E826C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0805" y="4427538"/>
            <a:ext cx="569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i="1">
                <a:latin typeface="Times New Roman" charset="0"/>
              </a:rPr>
              <a:t>a</a:t>
            </a:r>
          </a:p>
        </p:txBody>
      </p:sp>
      <p:grpSp>
        <p:nvGrpSpPr>
          <p:cNvPr id="16" name="Group 13">
            <a:extLst>
              <a:ext uri="{FF2B5EF4-FFF2-40B4-BE49-F238E27FC236}">
                <a16:creationId xmlns:a16="http://schemas.microsoft.com/office/drawing/2014/main" id="{C584826A-1176-3B61-5971-7F0F10131892}"/>
              </a:ext>
            </a:extLst>
          </p:cNvPr>
          <p:cNvGrpSpPr>
            <a:grpSpLocks/>
          </p:cNvGrpSpPr>
          <p:nvPr/>
        </p:nvGrpSpPr>
        <p:grpSpPr bwMode="auto">
          <a:xfrm>
            <a:off x="5730718" y="1878013"/>
            <a:ext cx="735012" cy="3268662"/>
            <a:chOff x="4176" y="1152"/>
            <a:chExt cx="432" cy="1922"/>
          </a:xfrm>
        </p:grpSpPr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E2D9A1C0-9385-BA92-EA83-AEE8902A5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2" y="1454"/>
              <a:ext cx="0" cy="16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Text Box 15">
              <a:extLst>
                <a:ext uri="{FF2B5EF4-FFF2-40B4-BE49-F238E27FC236}">
                  <a16:creationId xmlns:a16="http://schemas.microsoft.com/office/drawing/2014/main" id="{AC17EC09-4FAE-5022-DCB2-51D754E87D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152"/>
              <a:ext cx="432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latin typeface="Times New Roman" charset="0"/>
                </a:rPr>
                <a:t>c</a:t>
              </a:r>
              <a:r>
                <a:rPr kumimoji="1" lang="en-US" altLang="zh-CN" sz="28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800" i="1">
                <a:latin typeface="Times New Roman" charset="0"/>
              </a:endParaRPr>
            </a:p>
          </p:txBody>
        </p:sp>
      </p:grpSp>
      <p:grpSp>
        <p:nvGrpSpPr>
          <p:cNvPr id="19" name="Group 16">
            <a:extLst>
              <a:ext uri="{FF2B5EF4-FFF2-40B4-BE49-F238E27FC236}">
                <a16:creationId xmlns:a16="http://schemas.microsoft.com/office/drawing/2014/main" id="{DA80249D-5DB8-9B57-07AE-0A399CDF0AC0}"/>
              </a:ext>
            </a:extLst>
          </p:cNvPr>
          <p:cNvGrpSpPr>
            <a:grpSpLocks/>
          </p:cNvGrpSpPr>
          <p:nvPr/>
        </p:nvGrpSpPr>
        <p:grpSpPr bwMode="auto">
          <a:xfrm>
            <a:off x="3820955" y="1441450"/>
            <a:ext cx="3722688" cy="2184400"/>
            <a:chOff x="1468" y="908"/>
            <a:chExt cx="2345" cy="1376"/>
          </a:xfrm>
        </p:grpSpPr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3719880B-7815-1A98-9B86-D1417731F9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68" y="908"/>
              <a:ext cx="2345" cy="1376"/>
            </a:xfrm>
            <a:prstGeom prst="line">
              <a:avLst/>
            </a:prstGeom>
            <a:noFill/>
            <a:ln w="9525">
              <a:solidFill>
                <a:srgbClr val="FF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15AA6275-9F4A-7B38-A6F7-3489C9110E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68" y="1506"/>
              <a:ext cx="1295" cy="778"/>
            </a:xfrm>
            <a:prstGeom prst="line">
              <a:avLst/>
            </a:prstGeom>
            <a:noFill/>
            <a:ln w="57150">
              <a:solidFill>
                <a:srgbClr val="FF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" name="Line 19">
            <a:extLst>
              <a:ext uri="{FF2B5EF4-FFF2-40B4-BE49-F238E27FC236}">
                <a16:creationId xmlns:a16="http://schemas.microsoft.com/office/drawing/2014/main" id="{81CFF762-2F1D-CF26-AC2D-DA90366830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4655" y="1062038"/>
            <a:ext cx="0" cy="4979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" name="Group 20">
            <a:extLst>
              <a:ext uri="{FF2B5EF4-FFF2-40B4-BE49-F238E27FC236}">
                <a16:creationId xmlns:a16="http://schemas.microsoft.com/office/drawing/2014/main" id="{F2D71247-C486-50F1-59C4-F75CB2B6E254}"/>
              </a:ext>
            </a:extLst>
          </p:cNvPr>
          <p:cNvGrpSpPr>
            <a:grpSpLocks/>
          </p:cNvGrpSpPr>
          <p:nvPr/>
        </p:nvGrpSpPr>
        <p:grpSpPr bwMode="auto">
          <a:xfrm>
            <a:off x="6367305" y="4081463"/>
            <a:ext cx="1423988" cy="2776537"/>
            <a:chOff x="3072" y="2571"/>
            <a:chExt cx="897" cy="1749"/>
          </a:xfrm>
        </p:grpSpPr>
        <p:grpSp>
          <p:nvGrpSpPr>
            <p:cNvPr id="24" name="Group 21">
              <a:extLst>
                <a:ext uri="{FF2B5EF4-FFF2-40B4-BE49-F238E27FC236}">
                  <a16:creationId xmlns:a16="http://schemas.microsoft.com/office/drawing/2014/main" id="{B30F65F6-F17A-5590-6300-1AF186AC4A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2571"/>
              <a:ext cx="897" cy="1749"/>
              <a:chOff x="4550" y="2448"/>
              <a:chExt cx="838" cy="1632"/>
            </a:xfrm>
          </p:grpSpPr>
          <p:sp>
            <p:nvSpPr>
              <p:cNvPr id="26" name="Line 22">
                <a:extLst>
                  <a:ext uri="{FF2B5EF4-FFF2-40B4-BE49-F238E27FC236}">
                    <a16:creationId xmlns:a16="http://schemas.microsoft.com/office/drawing/2014/main" id="{4E60723C-1219-6AF0-4DEB-E6FE219883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4518" y="2730"/>
                <a:ext cx="1152" cy="588"/>
              </a:xfrm>
              <a:prstGeom prst="lin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23">
                <a:extLst>
                  <a:ext uri="{FF2B5EF4-FFF2-40B4-BE49-F238E27FC236}">
                    <a16:creationId xmlns:a16="http://schemas.microsoft.com/office/drawing/2014/main" id="{C6539A53-13D1-8B3A-8E6D-F5FE97BC16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50" y="3600"/>
                <a:ext cx="25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Rectangle 24">
                <a:extLst>
                  <a:ext uri="{FF2B5EF4-FFF2-40B4-BE49-F238E27FC236}">
                    <a16:creationId xmlns:a16="http://schemas.microsoft.com/office/drawing/2014/main" id="{01EBCE68-E976-FE93-9E58-12D361DEF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2459351">
                <a:off x="4929" y="3454"/>
                <a:ext cx="108" cy="3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wrap="none">
                <a:spAutoFit/>
              </a:bodyPr>
              <a:lstStyle/>
              <a:p>
                <a:endParaRPr kumimoji="1" lang="zh-CN" altLang="en-US" sz="2800" i="1">
                  <a:solidFill>
                    <a:schemeClr val="tx2"/>
                  </a:solidFill>
                  <a:latin typeface="Times New Roman" charset="0"/>
                  <a:sym typeface="Math3Mono" charset="0"/>
                </a:endParaRPr>
              </a:p>
            </p:txBody>
          </p:sp>
          <p:sp>
            <p:nvSpPr>
              <p:cNvPr id="29" name="Text Box 25">
                <a:extLst>
                  <a:ext uri="{FF2B5EF4-FFF2-40B4-BE49-F238E27FC236}">
                    <a16:creationId xmlns:a16="http://schemas.microsoft.com/office/drawing/2014/main" id="{4099880E-AA86-27BE-F82A-1DDC5C0461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12" y="3552"/>
                <a:ext cx="336" cy="3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i="1">
                    <a:latin typeface="Times New Roman" charset="0"/>
                  </a:rPr>
                  <a:t>n</a:t>
                </a:r>
              </a:p>
            </p:txBody>
          </p:sp>
        </p:grp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0C77DE97-FAE3-A80B-5E38-9B6F5E928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3703"/>
              <a:ext cx="103" cy="154"/>
            </a:xfrm>
            <a:custGeom>
              <a:avLst/>
              <a:gdLst>
                <a:gd name="T0" fmla="*/ 0 w 96"/>
                <a:gd name="T1" fmla="*/ 0 h 144"/>
                <a:gd name="T2" fmla="*/ 96 w 96"/>
                <a:gd name="T3" fmla="*/ 48 h 144"/>
                <a:gd name="T4" fmla="*/ 48 w 96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6" h="144">
                  <a:moveTo>
                    <a:pt x="0" y="0"/>
                  </a:moveTo>
                  <a:lnTo>
                    <a:pt x="96" y="48"/>
                  </a:lnTo>
                  <a:lnTo>
                    <a:pt x="48" y="144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" name="Group 27">
            <a:extLst>
              <a:ext uri="{FF2B5EF4-FFF2-40B4-BE49-F238E27FC236}">
                <a16:creationId xmlns:a16="http://schemas.microsoft.com/office/drawing/2014/main" id="{C640D9FF-A5C5-325B-2BBD-4B661DEA9DB7}"/>
              </a:ext>
            </a:extLst>
          </p:cNvPr>
          <p:cNvGrpSpPr>
            <a:grpSpLocks/>
          </p:cNvGrpSpPr>
          <p:nvPr/>
        </p:nvGrpSpPr>
        <p:grpSpPr bwMode="auto">
          <a:xfrm>
            <a:off x="6751480" y="666750"/>
            <a:ext cx="1000125" cy="2009775"/>
            <a:chOff x="3314" y="420"/>
            <a:chExt cx="630" cy="1266"/>
          </a:xfrm>
        </p:grpSpPr>
        <p:grpSp>
          <p:nvGrpSpPr>
            <p:cNvPr id="31" name="Group 28">
              <a:extLst>
                <a:ext uri="{FF2B5EF4-FFF2-40B4-BE49-F238E27FC236}">
                  <a16:creationId xmlns:a16="http://schemas.microsoft.com/office/drawing/2014/main" id="{56C32DA5-66AB-1D18-E8DE-83BB31241E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4" y="420"/>
              <a:ext cx="630" cy="1266"/>
              <a:chOff x="4776" y="440"/>
              <a:chExt cx="588" cy="1182"/>
            </a:xfrm>
          </p:grpSpPr>
          <p:sp>
            <p:nvSpPr>
              <p:cNvPr id="33" name="Line 29">
                <a:extLst>
                  <a:ext uri="{FF2B5EF4-FFF2-40B4-BE49-F238E27FC236}">
                    <a16:creationId xmlns:a16="http://schemas.microsoft.com/office/drawing/2014/main" id="{173264CD-EF01-18A0-F9A3-C0FF7DD1D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4598" y="855"/>
                <a:ext cx="950" cy="583"/>
              </a:xfrm>
              <a:prstGeom prst="line">
                <a:avLst/>
              </a:prstGeom>
              <a:noFill/>
              <a:ln w="571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Rectangle 30">
                <a:extLst>
                  <a:ext uri="{FF2B5EF4-FFF2-40B4-BE49-F238E27FC236}">
                    <a16:creationId xmlns:a16="http://schemas.microsoft.com/office/drawing/2014/main" id="{DED237FA-3BAF-2380-8EFE-F638918E7C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4435393">
                <a:off x="4821" y="1060"/>
                <a:ext cx="359" cy="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>
                <a:spAutoFit/>
              </a:bodyPr>
              <a:lstStyle/>
              <a:p>
                <a:endParaRPr kumimoji="1" lang="zh-CN" altLang="en-US" sz="2800" i="1">
                  <a:solidFill>
                    <a:schemeClr val="tx2"/>
                  </a:solidFill>
                  <a:latin typeface="Times New Roman" charset="0"/>
                  <a:sym typeface="Math3Mono" charset="0"/>
                </a:endParaRPr>
              </a:p>
            </p:txBody>
          </p:sp>
          <p:sp>
            <p:nvSpPr>
              <p:cNvPr id="35" name="Text Box 31">
                <a:extLst>
                  <a:ext uri="{FF2B5EF4-FFF2-40B4-BE49-F238E27FC236}">
                    <a16:creationId xmlns:a16="http://schemas.microsoft.com/office/drawing/2014/main" id="{4B403698-C68A-B2CC-FC59-736B26A9F4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6" y="440"/>
                <a:ext cx="336" cy="3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800" i="1">
                    <a:latin typeface="Times New Roman" charset="0"/>
                  </a:rPr>
                  <a:t>n</a:t>
                </a:r>
                <a:r>
                  <a:rPr kumimoji="1" lang="en-US" altLang="zh-CN" sz="2800" i="1">
                    <a:latin typeface="Times New Roman" charset="0"/>
                    <a:ea typeface="黑体" charset="-122"/>
                    <a:sym typeface="Symbol" charset="2"/>
                  </a:rPr>
                  <a:t></a:t>
                </a:r>
                <a:endParaRPr kumimoji="1" lang="en-US" altLang="zh-CN" sz="2800" i="1">
                  <a:latin typeface="Times New Roman" charset="0"/>
                </a:endParaRPr>
              </a:p>
            </p:txBody>
          </p:sp>
        </p:grp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0D84B392-934E-DE9C-7FDF-3EDC631A2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" y="1003"/>
              <a:ext cx="81" cy="132"/>
            </a:xfrm>
            <a:custGeom>
              <a:avLst/>
              <a:gdLst>
                <a:gd name="T0" fmla="*/ 30 w 75"/>
                <a:gd name="T1" fmla="*/ 0 h 123"/>
                <a:gd name="T2" fmla="*/ 75 w 75"/>
                <a:gd name="T3" fmla="*/ 72 h 123"/>
                <a:gd name="T4" fmla="*/ 0 w 75"/>
                <a:gd name="T5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5" h="123">
                  <a:moveTo>
                    <a:pt x="30" y="0"/>
                  </a:moveTo>
                  <a:lnTo>
                    <a:pt x="75" y="72"/>
                  </a:lnTo>
                  <a:lnTo>
                    <a:pt x="0" y="123"/>
                  </a:ln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6" name="Group 33">
            <a:extLst>
              <a:ext uri="{FF2B5EF4-FFF2-40B4-BE49-F238E27FC236}">
                <a16:creationId xmlns:a16="http://schemas.microsoft.com/office/drawing/2014/main" id="{E0C29A12-04C7-6F30-AB0F-1CADB7725556}"/>
              </a:ext>
            </a:extLst>
          </p:cNvPr>
          <p:cNvGrpSpPr>
            <a:grpSpLocks/>
          </p:cNvGrpSpPr>
          <p:nvPr/>
        </p:nvGrpSpPr>
        <p:grpSpPr bwMode="auto">
          <a:xfrm>
            <a:off x="3268505" y="1112838"/>
            <a:ext cx="5156200" cy="4835526"/>
            <a:chOff x="1120" y="701"/>
            <a:chExt cx="3248" cy="3046"/>
          </a:xfrm>
        </p:grpSpPr>
        <p:sp>
          <p:nvSpPr>
            <p:cNvPr id="37" name="Text Box 34">
              <a:extLst>
                <a:ext uri="{FF2B5EF4-FFF2-40B4-BE49-F238E27FC236}">
                  <a16:creationId xmlns:a16="http://schemas.microsoft.com/office/drawing/2014/main" id="{589C0CE0-B60E-D11E-9FAF-D24F6C2FC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8" y="2460"/>
              <a:ext cx="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 dirty="0">
                  <a:latin typeface="Times New Roman" charset="0"/>
                </a:rPr>
                <a:t>m</a:t>
              </a:r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B09A4A85-894C-637D-E508-C4AD3F2FC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3" y="2464"/>
              <a:ext cx="30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7A443610-AA61-6C18-4A5F-FBDDB2AA4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" y="1048"/>
              <a:ext cx="1543" cy="1236"/>
            </a:xfrm>
            <a:custGeom>
              <a:avLst/>
              <a:gdLst>
                <a:gd name="T0" fmla="*/ 768 w 1200"/>
                <a:gd name="T1" fmla="*/ 0 h 992"/>
                <a:gd name="T2" fmla="*/ 0 w 1200"/>
                <a:gd name="T3" fmla="*/ 992 h 992"/>
                <a:gd name="T4" fmla="*/ 1200 w 1200"/>
                <a:gd name="T5" fmla="*/ 664 h 992"/>
                <a:gd name="T6" fmla="*/ 768 w 1200"/>
                <a:gd name="T7" fmla="*/ 0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0" h="992">
                  <a:moveTo>
                    <a:pt x="768" y="0"/>
                  </a:moveTo>
                  <a:lnTo>
                    <a:pt x="0" y="992"/>
                  </a:lnTo>
                  <a:lnTo>
                    <a:pt x="1200" y="664"/>
                  </a:lnTo>
                  <a:lnTo>
                    <a:pt x="768" y="0"/>
                  </a:lnTo>
                  <a:close/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B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00546135-DF69-CFB7-8C61-21C22BC39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" y="2704"/>
              <a:ext cx="1543" cy="978"/>
            </a:xfrm>
            <a:custGeom>
              <a:avLst/>
              <a:gdLst>
                <a:gd name="T0" fmla="*/ 760 w 1200"/>
                <a:gd name="T1" fmla="*/ 0 h 784"/>
                <a:gd name="T2" fmla="*/ 0 w 1200"/>
                <a:gd name="T3" fmla="*/ 432 h 784"/>
                <a:gd name="T4" fmla="*/ 1200 w 1200"/>
                <a:gd name="T5" fmla="*/ 784 h 784"/>
                <a:gd name="T6" fmla="*/ 760 w 1200"/>
                <a:gd name="T7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0" h="784">
                  <a:moveTo>
                    <a:pt x="760" y="0"/>
                  </a:moveTo>
                  <a:lnTo>
                    <a:pt x="0" y="432"/>
                  </a:lnTo>
                  <a:lnTo>
                    <a:pt x="1200" y="784"/>
                  </a:lnTo>
                  <a:lnTo>
                    <a:pt x="760" y="0"/>
                  </a:lnTo>
                  <a:close/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B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2A8B8293-E1D4-8AC8-99F3-DFF427E2A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686"/>
              <a:ext cx="0" cy="8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F230CDA7-881C-7D16-9D7C-AC1403300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4" y="701"/>
              <a:ext cx="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 dirty="0">
                  <a:latin typeface="Times New Roman" charset="0"/>
                </a:rPr>
                <a:t>f</a:t>
              </a:r>
              <a:r>
                <a:rPr kumimoji="1" lang="en-US" altLang="zh-CN" sz="2800" i="1" dirty="0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800" i="1" dirty="0">
                <a:latin typeface="Times New Roman" charset="0"/>
              </a:endParaRPr>
            </a:p>
          </p:txBody>
        </p:sp>
        <p:sp>
          <p:nvSpPr>
            <p:cNvPr id="43" name="Text Box 40">
              <a:extLst>
                <a:ext uri="{FF2B5EF4-FFF2-40B4-BE49-F238E27FC236}">
                  <a16:creationId xmlns:a16="http://schemas.microsoft.com/office/drawing/2014/main" id="{BACCF085-3057-714B-A7FF-78EC01EC56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0" y="2160"/>
              <a:ext cx="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latin typeface="Times New Roman" charset="0"/>
                </a:rPr>
                <a:t>d</a:t>
              </a:r>
              <a:r>
                <a:rPr kumimoji="1" lang="en-US" altLang="zh-CN" sz="28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800" i="1">
                <a:latin typeface="Times New Roman" charset="0"/>
              </a:endParaRPr>
            </a:p>
          </p:txBody>
        </p:sp>
        <p:sp>
          <p:nvSpPr>
            <p:cNvPr id="44" name="Text Box 41">
              <a:extLst>
                <a:ext uri="{FF2B5EF4-FFF2-40B4-BE49-F238E27FC236}">
                  <a16:creationId xmlns:a16="http://schemas.microsoft.com/office/drawing/2014/main" id="{8132F8F8-873C-4331-4CE8-333A99230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1697"/>
              <a:ext cx="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latin typeface="Times New Roman" charset="0"/>
                </a:rPr>
                <a:t>b</a:t>
              </a:r>
              <a:r>
                <a:rPr kumimoji="1" lang="en-US" altLang="zh-CN" sz="28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800" i="1">
                <a:latin typeface="Times New Roman" charset="0"/>
              </a:endParaRPr>
            </a:p>
          </p:txBody>
        </p:sp>
        <p:sp>
          <p:nvSpPr>
            <p:cNvPr id="45" name="Text Box 42">
              <a:extLst>
                <a:ext uri="{FF2B5EF4-FFF2-40B4-BE49-F238E27FC236}">
                  <a16:creationId xmlns:a16="http://schemas.microsoft.com/office/drawing/2014/main" id="{24117940-4730-EC18-61DD-CB4A9106D7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1" y="3053"/>
              <a:ext cx="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latin typeface="Times New Roman" charset="0"/>
                </a:rPr>
                <a:t>d</a:t>
              </a:r>
            </a:p>
          </p:txBody>
        </p:sp>
        <p:sp>
          <p:nvSpPr>
            <p:cNvPr id="46" name="Text Box 43">
              <a:extLst>
                <a:ext uri="{FF2B5EF4-FFF2-40B4-BE49-F238E27FC236}">
                  <a16:creationId xmlns:a16="http://schemas.microsoft.com/office/drawing/2014/main" id="{2AD4CE94-1AFB-FD97-A9AC-79A61401C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3420"/>
              <a:ext cx="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latin typeface="Times New Roman" charset="0"/>
                </a:rPr>
                <a:t>b</a:t>
              </a:r>
            </a:p>
          </p:txBody>
        </p:sp>
        <p:sp>
          <p:nvSpPr>
            <p:cNvPr id="47" name="Text Box 44">
              <a:extLst>
                <a:ext uri="{FF2B5EF4-FFF2-40B4-BE49-F238E27FC236}">
                  <a16:creationId xmlns:a16="http://schemas.microsoft.com/office/drawing/2014/main" id="{973352B0-7132-BE81-C804-A8F57BF10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5" y="2401"/>
              <a:ext cx="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latin typeface="Times New Roman" charset="0"/>
                </a:rPr>
                <a:t>f</a:t>
              </a:r>
            </a:p>
          </p:txBody>
        </p:sp>
        <p:sp>
          <p:nvSpPr>
            <p:cNvPr id="48" name="Text Box 45">
              <a:extLst>
                <a:ext uri="{FF2B5EF4-FFF2-40B4-BE49-F238E27FC236}">
                  <a16:creationId xmlns:a16="http://schemas.microsoft.com/office/drawing/2014/main" id="{E093607E-61D6-F180-19DD-9E705B59B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8" y="1491"/>
              <a:ext cx="3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>
                  <a:latin typeface="Times New Roman" charset="0"/>
                </a:rPr>
                <a:t>m</a:t>
              </a:r>
              <a:r>
                <a:rPr kumimoji="1" lang="en-US" altLang="zh-CN" sz="28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800" i="1">
                <a:latin typeface="Times New Roman" charset="0"/>
              </a:endParaRPr>
            </a:p>
          </p:txBody>
        </p:sp>
        <p:sp>
          <p:nvSpPr>
            <p:cNvPr id="49" name="Oval 46">
              <a:extLst>
                <a:ext uri="{FF2B5EF4-FFF2-40B4-BE49-F238E27FC236}">
                  <a16:creationId xmlns:a16="http://schemas.microsoft.com/office/drawing/2014/main" id="{78B3BE6B-876C-9E60-8B58-EFF5FAF3A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" y="1646"/>
              <a:ext cx="103" cy="10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47">
              <a:extLst>
                <a:ext uri="{FF2B5EF4-FFF2-40B4-BE49-F238E27FC236}">
                  <a16:creationId xmlns:a16="http://schemas.microsoft.com/office/drawing/2014/main" id="{AE6E0E31-3A54-4BC2-4B2E-0778C1F14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5" y="2520"/>
              <a:ext cx="103" cy="103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" name="Line 49">
            <a:extLst>
              <a:ext uri="{FF2B5EF4-FFF2-40B4-BE49-F238E27FC236}">
                <a16:creationId xmlns:a16="http://schemas.microsoft.com/office/drawing/2014/main" id="{168EDFD0-40BB-A653-B521-AC138EAF2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5555" y="3600450"/>
            <a:ext cx="0" cy="1543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50">
            <a:extLst>
              <a:ext uri="{FF2B5EF4-FFF2-40B4-BE49-F238E27FC236}">
                <a16:creationId xmlns:a16="http://schemas.microsoft.com/office/drawing/2014/main" id="{32EB7FD4-05E1-68B0-0529-CCAFE4C502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2055" y="2933700"/>
            <a:ext cx="0" cy="2933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5967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utoUpdateAnimBg="0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2418" name="Group 2"/>
          <p:cNvGrpSpPr>
            <a:grpSpLocks/>
          </p:cNvGrpSpPr>
          <p:nvPr/>
        </p:nvGrpSpPr>
        <p:grpSpPr bwMode="auto">
          <a:xfrm>
            <a:off x="7927617" y="1830388"/>
            <a:ext cx="1333500" cy="952500"/>
            <a:chOff x="3936" y="840"/>
            <a:chExt cx="840" cy="600"/>
          </a:xfrm>
        </p:grpSpPr>
        <p:sp>
          <p:nvSpPr>
            <p:cNvPr id="572419" name="Line 3"/>
            <p:cNvSpPr>
              <a:spLocks noChangeShapeType="1"/>
            </p:cNvSpPr>
            <p:nvPr/>
          </p:nvSpPr>
          <p:spPr bwMode="auto">
            <a:xfrm flipV="1">
              <a:off x="3936" y="1135"/>
              <a:ext cx="528" cy="305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20" name="Text Box 4"/>
            <p:cNvSpPr txBox="1">
              <a:spLocks noChangeArrowheads="1"/>
            </p:cNvSpPr>
            <p:nvPr/>
          </p:nvSpPr>
          <p:spPr bwMode="auto">
            <a:xfrm>
              <a:off x="4356" y="840"/>
              <a:ext cx="4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g</a:t>
              </a:r>
              <a:r>
                <a:rPr kumimoji="1" lang="en-US" altLang="zh-CN" sz="24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400" i="1">
                <a:latin typeface="Times New Roman" charset="0"/>
              </a:endParaRPr>
            </a:p>
          </p:txBody>
        </p:sp>
      </p:grpSp>
      <p:sp>
        <p:nvSpPr>
          <p:cNvPr id="572421" name="Line 5"/>
          <p:cNvSpPr>
            <a:spLocks noChangeShapeType="1"/>
          </p:cNvSpPr>
          <p:nvPr/>
        </p:nvSpPr>
        <p:spPr bwMode="auto">
          <a:xfrm>
            <a:off x="7927617" y="4257676"/>
            <a:ext cx="838200" cy="811213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72422" name="Group 6"/>
          <p:cNvGrpSpPr>
            <a:grpSpLocks/>
          </p:cNvGrpSpPr>
          <p:nvPr/>
        </p:nvGrpSpPr>
        <p:grpSpPr bwMode="auto">
          <a:xfrm>
            <a:off x="6559192" y="4216400"/>
            <a:ext cx="1404938" cy="2444750"/>
            <a:chOff x="3074" y="2343"/>
            <a:chExt cx="885" cy="1540"/>
          </a:xfrm>
        </p:grpSpPr>
        <p:sp>
          <p:nvSpPr>
            <p:cNvPr id="572423" name="Line 7"/>
            <p:cNvSpPr>
              <a:spLocks noChangeShapeType="1"/>
            </p:cNvSpPr>
            <p:nvPr/>
          </p:nvSpPr>
          <p:spPr bwMode="auto">
            <a:xfrm rot="-5400000">
              <a:off x="2951" y="2628"/>
              <a:ext cx="1294" cy="723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24" name="Text Box 8"/>
            <p:cNvSpPr txBox="1">
              <a:spLocks noChangeArrowheads="1"/>
            </p:cNvSpPr>
            <p:nvPr/>
          </p:nvSpPr>
          <p:spPr bwMode="auto">
            <a:xfrm>
              <a:off x="3074" y="3595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h</a:t>
              </a:r>
            </a:p>
          </p:txBody>
        </p:sp>
      </p:grpSp>
      <p:sp>
        <p:nvSpPr>
          <p:cNvPr id="572425" name="Line 9"/>
          <p:cNvSpPr>
            <a:spLocks noChangeShapeType="1"/>
          </p:cNvSpPr>
          <p:nvPr/>
        </p:nvSpPr>
        <p:spPr bwMode="auto">
          <a:xfrm>
            <a:off x="3968392" y="5033964"/>
            <a:ext cx="4159250" cy="1792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72426" name="Group 10"/>
          <p:cNvGrpSpPr>
            <a:grpSpLocks/>
          </p:cNvGrpSpPr>
          <p:nvPr/>
        </p:nvGrpSpPr>
        <p:grpSpPr bwMode="auto">
          <a:xfrm>
            <a:off x="3641368" y="2760663"/>
            <a:ext cx="2574925" cy="457200"/>
            <a:chOff x="3120" y="1632"/>
            <a:chExt cx="1373" cy="256"/>
          </a:xfrm>
        </p:grpSpPr>
        <p:sp>
          <p:nvSpPr>
            <p:cNvPr id="572427" name="Line 11"/>
            <p:cNvSpPr>
              <a:spLocks noChangeShapeType="1"/>
            </p:cNvSpPr>
            <p:nvPr/>
          </p:nvSpPr>
          <p:spPr bwMode="auto">
            <a:xfrm flipH="1">
              <a:off x="3341" y="1789"/>
              <a:ext cx="1152" cy="0"/>
            </a:xfrm>
            <a:prstGeom prst="line">
              <a:avLst/>
            </a:prstGeom>
            <a:noFill/>
            <a:ln w="5715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28" name="Text Box 12"/>
            <p:cNvSpPr txBox="1">
              <a:spLocks noChangeArrowheads="1"/>
            </p:cNvSpPr>
            <p:nvPr/>
          </p:nvSpPr>
          <p:spPr bwMode="auto">
            <a:xfrm>
              <a:off x="3120" y="1632"/>
              <a:ext cx="336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a</a:t>
              </a:r>
              <a:r>
                <a:rPr kumimoji="1" lang="en-US" altLang="zh-CN" sz="24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400" i="1">
                <a:latin typeface="Times New Roman" charset="0"/>
              </a:endParaRPr>
            </a:p>
          </p:txBody>
        </p:sp>
      </p:grpSp>
      <p:grpSp>
        <p:nvGrpSpPr>
          <p:cNvPr id="572429" name="Group 13"/>
          <p:cNvGrpSpPr>
            <a:grpSpLocks/>
          </p:cNvGrpSpPr>
          <p:nvPr/>
        </p:nvGrpSpPr>
        <p:grpSpPr bwMode="auto">
          <a:xfrm>
            <a:off x="3406417" y="4900613"/>
            <a:ext cx="2941638" cy="457200"/>
            <a:chOff x="3053" y="2832"/>
            <a:chExt cx="1507" cy="257"/>
          </a:xfrm>
        </p:grpSpPr>
        <p:sp>
          <p:nvSpPr>
            <p:cNvPr id="572430" name="Line 14"/>
            <p:cNvSpPr>
              <a:spLocks noChangeShapeType="1"/>
            </p:cNvSpPr>
            <p:nvPr/>
          </p:nvSpPr>
          <p:spPr bwMode="auto">
            <a:xfrm>
              <a:off x="3053" y="3074"/>
              <a:ext cx="1209" cy="0"/>
            </a:xfrm>
            <a:prstGeom prst="line">
              <a:avLst/>
            </a:prstGeom>
            <a:noFill/>
            <a:ln w="5715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31" name="Text Box 15"/>
            <p:cNvSpPr txBox="1">
              <a:spLocks noChangeArrowheads="1"/>
            </p:cNvSpPr>
            <p:nvPr/>
          </p:nvSpPr>
          <p:spPr bwMode="auto">
            <a:xfrm>
              <a:off x="4224" y="2832"/>
              <a:ext cx="336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c</a:t>
              </a:r>
            </a:p>
          </p:txBody>
        </p:sp>
      </p:grpSp>
      <p:sp>
        <p:nvSpPr>
          <p:cNvPr id="572432" name="Line 16"/>
          <p:cNvSpPr>
            <a:spLocks noChangeShapeType="1"/>
          </p:cNvSpPr>
          <p:nvPr/>
        </p:nvSpPr>
        <p:spPr bwMode="auto">
          <a:xfrm>
            <a:off x="3968392" y="5032375"/>
            <a:ext cx="2247900" cy="99695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72433" name="Group 17"/>
          <p:cNvGrpSpPr>
            <a:grpSpLocks/>
          </p:cNvGrpSpPr>
          <p:nvPr/>
        </p:nvGrpSpPr>
        <p:grpSpPr bwMode="auto">
          <a:xfrm>
            <a:off x="3641367" y="3054350"/>
            <a:ext cx="655638" cy="1993900"/>
            <a:chOff x="1229" y="1602"/>
            <a:chExt cx="413" cy="1256"/>
          </a:xfrm>
        </p:grpSpPr>
        <p:sp>
          <p:nvSpPr>
            <p:cNvPr id="572434" name="Line 18"/>
            <p:cNvSpPr>
              <a:spLocks noChangeShapeType="1"/>
            </p:cNvSpPr>
            <p:nvPr/>
          </p:nvSpPr>
          <p:spPr bwMode="auto">
            <a:xfrm>
              <a:off x="1442" y="1602"/>
              <a:ext cx="0" cy="12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35" name="Text Box 19"/>
            <p:cNvSpPr txBox="1">
              <a:spLocks noChangeArrowheads="1"/>
            </p:cNvSpPr>
            <p:nvPr/>
          </p:nvSpPr>
          <p:spPr bwMode="auto">
            <a:xfrm>
              <a:off x="1229" y="2558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a</a:t>
              </a:r>
            </a:p>
          </p:txBody>
        </p:sp>
      </p:grpSp>
      <p:sp>
        <p:nvSpPr>
          <p:cNvPr id="572436" name="Line 20"/>
          <p:cNvSpPr>
            <a:spLocks noChangeShapeType="1"/>
          </p:cNvSpPr>
          <p:nvPr/>
        </p:nvSpPr>
        <p:spPr bwMode="auto">
          <a:xfrm flipV="1">
            <a:off x="3406417" y="1454151"/>
            <a:ext cx="4197350" cy="22844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72437" name="Group 21"/>
          <p:cNvGrpSpPr>
            <a:grpSpLocks/>
          </p:cNvGrpSpPr>
          <p:nvPr/>
        </p:nvGrpSpPr>
        <p:grpSpPr bwMode="auto">
          <a:xfrm>
            <a:off x="5690830" y="1990725"/>
            <a:ext cx="844550" cy="3341688"/>
            <a:chOff x="4224" y="1200"/>
            <a:chExt cx="432" cy="1874"/>
          </a:xfrm>
        </p:grpSpPr>
        <p:sp>
          <p:nvSpPr>
            <p:cNvPr id="572438" name="Line 22"/>
            <p:cNvSpPr>
              <a:spLocks noChangeShapeType="1"/>
            </p:cNvSpPr>
            <p:nvPr/>
          </p:nvSpPr>
          <p:spPr bwMode="auto">
            <a:xfrm flipV="1">
              <a:off x="4262" y="1454"/>
              <a:ext cx="0" cy="16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39" name="Text Box 23"/>
            <p:cNvSpPr txBox="1">
              <a:spLocks noChangeArrowheads="1"/>
            </p:cNvSpPr>
            <p:nvPr/>
          </p:nvSpPr>
          <p:spPr bwMode="auto">
            <a:xfrm>
              <a:off x="4224" y="1200"/>
              <a:ext cx="432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c</a:t>
              </a:r>
              <a:r>
                <a:rPr kumimoji="1" lang="en-US" altLang="zh-CN" sz="24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400" i="1">
                <a:latin typeface="Times New Roman" charset="0"/>
              </a:endParaRPr>
            </a:p>
          </p:txBody>
        </p:sp>
      </p:grpSp>
      <p:sp>
        <p:nvSpPr>
          <p:cNvPr id="572440" name="Line 24"/>
          <p:cNvSpPr>
            <a:spLocks noChangeShapeType="1"/>
          </p:cNvSpPr>
          <p:nvPr/>
        </p:nvSpPr>
        <p:spPr bwMode="auto">
          <a:xfrm flipH="1">
            <a:off x="3406418" y="2443163"/>
            <a:ext cx="2359025" cy="1295400"/>
          </a:xfrm>
          <a:prstGeom prst="line">
            <a:avLst/>
          </a:prstGeom>
          <a:noFill/>
          <a:ln w="57150">
            <a:solidFill>
              <a:srgbClr val="33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72441" name="Group 25"/>
          <p:cNvGrpSpPr>
            <a:grpSpLocks/>
          </p:cNvGrpSpPr>
          <p:nvPr/>
        </p:nvGrpSpPr>
        <p:grpSpPr bwMode="auto">
          <a:xfrm>
            <a:off x="6424255" y="744538"/>
            <a:ext cx="1490662" cy="2000250"/>
            <a:chOff x="2989" y="156"/>
            <a:chExt cx="939" cy="1260"/>
          </a:xfrm>
        </p:grpSpPr>
        <p:sp>
          <p:nvSpPr>
            <p:cNvPr id="572442" name="Freeform 26"/>
            <p:cNvSpPr>
              <a:spLocks/>
            </p:cNvSpPr>
            <p:nvPr/>
          </p:nvSpPr>
          <p:spPr bwMode="auto">
            <a:xfrm>
              <a:off x="3228" y="360"/>
              <a:ext cx="700" cy="1056"/>
            </a:xfrm>
            <a:custGeom>
              <a:avLst/>
              <a:gdLst>
                <a:gd name="T0" fmla="*/ 700 w 700"/>
                <a:gd name="T1" fmla="*/ 1056 h 1056"/>
                <a:gd name="T2" fmla="*/ 0 w 700"/>
                <a:gd name="T3" fmla="*/ 0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00" h="1056">
                  <a:moveTo>
                    <a:pt x="700" y="1056"/>
                  </a:moveTo>
                  <a:lnTo>
                    <a:pt x="0" y="0"/>
                  </a:lnTo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43" name="Rectangle 27"/>
            <p:cNvSpPr>
              <a:spLocks noChangeArrowheads="1"/>
            </p:cNvSpPr>
            <p:nvPr/>
          </p:nvSpPr>
          <p:spPr bwMode="auto">
            <a:xfrm rot="14435393">
              <a:off x="3308" y="835"/>
              <a:ext cx="349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/>
            <a:p>
              <a:endParaRPr kumimoji="1" lang="zh-CN" altLang="en-US" sz="2400" i="1">
                <a:solidFill>
                  <a:schemeClr val="tx2"/>
                </a:solidFill>
                <a:latin typeface="Times New Roman" charset="0"/>
                <a:sym typeface="Math3Mono" charset="0"/>
              </a:endParaRPr>
            </a:p>
          </p:txBody>
        </p:sp>
        <p:sp>
          <p:nvSpPr>
            <p:cNvPr id="572444" name="Text Box 28"/>
            <p:cNvSpPr txBox="1">
              <a:spLocks noChangeArrowheads="1"/>
            </p:cNvSpPr>
            <p:nvPr/>
          </p:nvSpPr>
          <p:spPr bwMode="auto">
            <a:xfrm>
              <a:off x="2989" y="156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h</a:t>
              </a:r>
              <a:r>
                <a:rPr kumimoji="1" lang="en-US" altLang="zh-CN" sz="24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400" i="1">
                <a:latin typeface="Times New Roman" charset="0"/>
              </a:endParaRPr>
            </a:p>
          </p:txBody>
        </p:sp>
      </p:grpSp>
      <p:grpSp>
        <p:nvGrpSpPr>
          <p:cNvPr id="572445" name="Group 29"/>
          <p:cNvGrpSpPr>
            <a:grpSpLocks/>
          </p:cNvGrpSpPr>
          <p:nvPr/>
        </p:nvGrpSpPr>
        <p:grpSpPr bwMode="auto">
          <a:xfrm>
            <a:off x="2898417" y="1296989"/>
            <a:ext cx="5791200" cy="4821237"/>
            <a:chOff x="732" y="669"/>
            <a:chExt cx="3648" cy="3037"/>
          </a:xfrm>
        </p:grpSpPr>
        <p:sp>
          <p:nvSpPr>
            <p:cNvPr id="572446" name="Text Box 30"/>
            <p:cNvSpPr txBox="1">
              <a:spLocks noChangeArrowheads="1"/>
            </p:cNvSpPr>
            <p:nvPr/>
          </p:nvSpPr>
          <p:spPr bwMode="auto">
            <a:xfrm>
              <a:off x="3612" y="2373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k</a:t>
              </a:r>
            </a:p>
          </p:txBody>
        </p:sp>
        <p:sp>
          <p:nvSpPr>
            <p:cNvPr id="572447" name="Text Box 31"/>
            <p:cNvSpPr txBox="1">
              <a:spLocks noChangeArrowheads="1"/>
            </p:cNvSpPr>
            <p:nvPr/>
          </p:nvSpPr>
          <p:spPr bwMode="auto">
            <a:xfrm>
              <a:off x="3828" y="1269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k</a:t>
              </a:r>
              <a:r>
                <a:rPr kumimoji="1" lang="en-US" altLang="zh-CN" sz="24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400" i="1">
                <a:latin typeface="Times New Roman" charset="0"/>
              </a:endParaRPr>
            </a:p>
          </p:txBody>
        </p:sp>
        <p:sp>
          <p:nvSpPr>
            <p:cNvPr id="572448" name="Line 32"/>
            <p:cNvSpPr>
              <a:spLocks noChangeShapeType="1"/>
            </p:cNvSpPr>
            <p:nvPr/>
          </p:nvSpPr>
          <p:spPr bwMode="auto">
            <a:xfrm>
              <a:off x="839" y="2395"/>
              <a:ext cx="354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49" name="Freeform 33"/>
            <p:cNvSpPr>
              <a:spLocks/>
            </p:cNvSpPr>
            <p:nvPr/>
          </p:nvSpPr>
          <p:spPr bwMode="auto">
            <a:xfrm>
              <a:off x="1052" y="911"/>
              <a:ext cx="1770" cy="1296"/>
            </a:xfrm>
            <a:custGeom>
              <a:avLst/>
              <a:gdLst>
                <a:gd name="T0" fmla="*/ 768 w 1200"/>
                <a:gd name="T1" fmla="*/ 0 h 992"/>
                <a:gd name="T2" fmla="*/ 0 w 1200"/>
                <a:gd name="T3" fmla="*/ 992 h 992"/>
                <a:gd name="T4" fmla="*/ 1200 w 1200"/>
                <a:gd name="T5" fmla="*/ 664 h 992"/>
                <a:gd name="T6" fmla="*/ 768 w 1200"/>
                <a:gd name="T7" fmla="*/ 0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0" h="992">
                  <a:moveTo>
                    <a:pt x="768" y="0"/>
                  </a:moveTo>
                  <a:lnTo>
                    <a:pt x="0" y="992"/>
                  </a:lnTo>
                  <a:lnTo>
                    <a:pt x="1200" y="664"/>
                  </a:lnTo>
                  <a:lnTo>
                    <a:pt x="768" y="0"/>
                  </a:lnTo>
                  <a:close/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B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50" name="Freeform 34"/>
            <p:cNvSpPr>
              <a:spLocks/>
            </p:cNvSpPr>
            <p:nvPr/>
          </p:nvSpPr>
          <p:spPr bwMode="auto">
            <a:xfrm>
              <a:off x="1052" y="2647"/>
              <a:ext cx="1770" cy="1024"/>
            </a:xfrm>
            <a:custGeom>
              <a:avLst/>
              <a:gdLst>
                <a:gd name="T0" fmla="*/ 760 w 1200"/>
                <a:gd name="T1" fmla="*/ 0 h 784"/>
                <a:gd name="T2" fmla="*/ 0 w 1200"/>
                <a:gd name="T3" fmla="*/ 432 h 784"/>
                <a:gd name="T4" fmla="*/ 1200 w 1200"/>
                <a:gd name="T5" fmla="*/ 784 h 784"/>
                <a:gd name="T6" fmla="*/ 760 w 1200"/>
                <a:gd name="T7" fmla="*/ 0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00" h="784">
                  <a:moveTo>
                    <a:pt x="760" y="0"/>
                  </a:moveTo>
                  <a:lnTo>
                    <a:pt x="0" y="432"/>
                  </a:lnTo>
                  <a:lnTo>
                    <a:pt x="1200" y="784"/>
                  </a:lnTo>
                  <a:lnTo>
                    <a:pt x="760" y="0"/>
                  </a:lnTo>
                  <a:close/>
                </a:path>
              </a:pathLst>
            </a:custGeom>
            <a:noFill/>
            <a:ln w="571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B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51" name="Line 35"/>
            <p:cNvSpPr>
              <a:spLocks noChangeShapeType="1"/>
            </p:cNvSpPr>
            <p:nvPr/>
          </p:nvSpPr>
          <p:spPr bwMode="auto">
            <a:xfrm>
              <a:off x="3909" y="1580"/>
              <a:ext cx="0" cy="9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52" name="Text Box 36"/>
            <p:cNvSpPr txBox="1">
              <a:spLocks noChangeArrowheads="1"/>
            </p:cNvSpPr>
            <p:nvPr/>
          </p:nvSpPr>
          <p:spPr bwMode="auto">
            <a:xfrm>
              <a:off x="2031" y="669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f</a:t>
              </a:r>
              <a:r>
                <a:rPr kumimoji="1" lang="en-US" altLang="zh-CN" sz="24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400" i="1">
                <a:latin typeface="Times New Roman" charset="0"/>
              </a:endParaRPr>
            </a:p>
          </p:txBody>
        </p:sp>
        <p:sp>
          <p:nvSpPr>
            <p:cNvPr id="572453" name="Text Box 37"/>
            <p:cNvSpPr txBox="1">
              <a:spLocks noChangeArrowheads="1"/>
            </p:cNvSpPr>
            <p:nvPr/>
          </p:nvSpPr>
          <p:spPr bwMode="auto">
            <a:xfrm>
              <a:off x="732" y="2052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d</a:t>
              </a:r>
              <a:r>
                <a:rPr kumimoji="1" lang="en-US" altLang="zh-CN" sz="24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400" i="1">
                <a:latin typeface="Times New Roman" charset="0"/>
              </a:endParaRPr>
            </a:p>
          </p:txBody>
        </p:sp>
        <p:sp>
          <p:nvSpPr>
            <p:cNvPr id="572454" name="Text Box 38"/>
            <p:cNvSpPr txBox="1">
              <a:spLocks noChangeArrowheads="1"/>
            </p:cNvSpPr>
            <p:nvPr/>
          </p:nvSpPr>
          <p:spPr bwMode="auto">
            <a:xfrm>
              <a:off x="2811" y="1579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b</a:t>
              </a:r>
              <a:r>
                <a:rPr kumimoji="1" lang="en-US" altLang="zh-CN" sz="2400" i="1">
                  <a:latin typeface="Times New Roman" charset="0"/>
                  <a:ea typeface="黑体" charset="-122"/>
                  <a:sym typeface="Symbol" charset="2"/>
                </a:rPr>
                <a:t></a:t>
              </a:r>
              <a:endParaRPr kumimoji="1" lang="en-US" altLang="zh-CN" sz="2400" i="1">
                <a:latin typeface="Times New Roman" charset="0"/>
              </a:endParaRPr>
            </a:p>
          </p:txBody>
        </p:sp>
        <p:sp>
          <p:nvSpPr>
            <p:cNvPr id="572455" name="Text Box 39"/>
            <p:cNvSpPr txBox="1">
              <a:spLocks noChangeArrowheads="1"/>
            </p:cNvSpPr>
            <p:nvPr/>
          </p:nvSpPr>
          <p:spPr bwMode="auto">
            <a:xfrm>
              <a:off x="839" y="2993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d</a:t>
              </a:r>
            </a:p>
          </p:txBody>
        </p:sp>
        <p:sp>
          <p:nvSpPr>
            <p:cNvPr id="572456" name="Text Box 40"/>
            <p:cNvSpPr txBox="1">
              <a:spLocks noChangeArrowheads="1"/>
            </p:cNvSpPr>
            <p:nvPr/>
          </p:nvSpPr>
          <p:spPr bwMode="auto">
            <a:xfrm>
              <a:off x="2800" y="3418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b</a:t>
              </a:r>
            </a:p>
          </p:txBody>
        </p:sp>
        <p:sp>
          <p:nvSpPr>
            <p:cNvPr id="572457" name="Text Box 41"/>
            <p:cNvSpPr txBox="1">
              <a:spLocks noChangeArrowheads="1"/>
            </p:cNvSpPr>
            <p:nvPr/>
          </p:nvSpPr>
          <p:spPr bwMode="auto">
            <a:xfrm>
              <a:off x="2056" y="2400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f</a:t>
              </a:r>
            </a:p>
          </p:txBody>
        </p:sp>
        <p:sp>
          <p:nvSpPr>
            <p:cNvPr id="572458" name="Oval 42"/>
            <p:cNvSpPr>
              <a:spLocks noChangeArrowheads="1"/>
            </p:cNvSpPr>
            <p:nvPr/>
          </p:nvSpPr>
          <p:spPr bwMode="auto">
            <a:xfrm>
              <a:off x="3849" y="1537"/>
              <a:ext cx="118" cy="10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59" name="Oval 43"/>
            <p:cNvSpPr>
              <a:spLocks noChangeArrowheads="1"/>
            </p:cNvSpPr>
            <p:nvPr/>
          </p:nvSpPr>
          <p:spPr bwMode="auto">
            <a:xfrm>
              <a:off x="3849" y="2487"/>
              <a:ext cx="118" cy="10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2460" name="Line 44"/>
          <p:cNvSpPr>
            <a:spLocks noChangeShapeType="1"/>
          </p:cNvSpPr>
          <p:nvPr/>
        </p:nvSpPr>
        <p:spPr bwMode="auto">
          <a:xfrm flipV="1">
            <a:off x="6816367" y="1049339"/>
            <a:ext cx="0" cy="522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72461" name="Group 45"/>
          <p:cNvGrpSpPr>
            <a:grpSpLocks/>
          </p:cNvGrpSpPr>
          <p:nvPr/>
        </p:nvGrpSpPr>
        <p:grpSpPr bwMode="auto">
          <a:xfrm>
            <a:off x="8765817" y="2325688"/>
            <a:ext cx="438150" cy="2971800"/>
            <a:chOff x="4464" y="1152"/>
            <a:chExt cx="276" cy="1872"/>
          </a:xfrm>
        </p:grpSpPr>
        <p:sp>
          <p:nvSpPr>
            <p:cNvPr id="572462" name="Line 46"/>
            <p:cNvSpPr>
              <a:spLocks noChangeShapeType="1"/>
            </p:cNvSpPr>
            <p:nvPr/>
          </p:nvSpPr>
          <p:spPr bwMode="auto">
            <a:xfrm>
              <a:off x="4464" y="1152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2463" name="Text Box 47"/>
            <p:cNvSpPr txBox="1">
              <a:spLocks noChangeArrowheads="1"/>
            </p:cNvSpPr>
            <p:nvPr/>
          </p:nvSpPr>
          <p:spPr bwMode="auto">
            <a:xfrm>
              <a:off x="4464" y="2736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g</a:t>
              </a:r>
              <a:endParaRPr kumimoji="1" lang="en-US" altLang="zh-CN" sz="2400" i="1">
                <a:solidFill>
                  <a:srgbClr val="003399"/>
                </a:solidFill>
                <a:latin typeface="Times New Roman" charset="0"/>
              </a:endParaRPr>
            </a:p>
          </p:txBody>
        </p:sp>
      </p:grpSp>
      <p:sp>
        <p:nvSpPr>
          <p:cNvPr id="572464" name="Freeform 48"/>
          <p:cNvSpPr>
            <a:spLocks/>
          </p:cNvSpPr>
          <p:nvPr/>
        </p:nvSpPr>
        <p:spPr bwMode="auto">
          <a:xfrm>
            <a:off x="7127517" y="1416051"/>
            <a:ext cx="261938" cy="142875"/>
          </a:xfrm>
          <a:custGeom>
            <a:avLst/>
            <a:gdLst>
              <a:gd name="T0" fmla="*/ 0 w 153"/>
              <a:gd name="T1" fmla="*/ 60 h 90"/>
              <a:gd name="T2" fmla="*/ 93 w 153"/>
              <a:gd name="T3" fmla="*/ 0 h 90"/>
              <a:gd name="T4" fmla="*/ 153 w 153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3" h="90">
                <a:moveTo>
                  <a:pt x="0" y="60"/>
                </a:moveTo>
                <a:lnTo>
                  <a:pt x="93" y="0"/>
                </a:lnTo>
                <a:lnTo>
                  <a:pt x="153" y="9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2465" name="Freeform 49"/>
          <p:cNvSpPr>
            <a:spLocks/>
          </p:cNvSpPr>
          <p:nvPr/>
        </p:nvSpPr>
        <p:spPr bwMode="auto">
          <a:xfrm>
            <a:off x="6937018" y="6088063"/>
            <a:ext cx="161925" cy="247650"/>
          </a:xfrm>
          <a:custGeom>
            <a:avLst/>
            <a:gdLst>
              <a:gd name="T0" fmla="*/ 0 w 102"/>
              <a:gd name="T1" fmla="*/ 0 h 156"/>
              <a:gd name="T2" fmla="*/ 102 w 102"/>
              <a:gd name="T3" fmla="*/ 48 h 156"/>
              <a:gd name="T4" fmla="*/ 48 w 102"/>
              <a:gd name="T5" fmla="*/ 156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2" h="156">
                <a:moveTo>
                  <a:pt x="0" y="0"/>
                </a:moveTo>
                <a:lnTo>
                  <a:pt x="102" y="48"/>
                </a:lnTo>
                <a:lnTo>
                  <a:pt x="48" y="15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2466" name="Text Box 50"/>
          <p:cNvSpPr txBox="1">
            <a:spLocks noChangeArrowheads="1"/>
          </p:cNvSpPr>
          <p:nvPr/>
        </p:nvSpPr>
        <p:spPr bwMode="auto">
          <a:xfrm>
            <a:off x="2460267" y="380365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charset="0"/>
                <a:ea typeface="仿宋_GB2312" charset="0"/>
              </a:rPr>
              <a:t>X</a:t>
            </a:r>
          </a:p>
        </p:txBody>
      </p:sp>
      <p:sp>
        <p:nvSpPr>
          <p:cNvPr id="572467" name="Text Box 51"/>
          <p:cNvSpPr txBox="1">
            <a:spLocks noChangeArrowheads="1"/>
          </p:cNvSpPr>
          <p:nvPr/>
        </p:nvSpPr>
        <p:spPr bwMode="auto">
          <a:xfrm>
            <a:off x="9096017" y="379730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charset="0"/>
                <a:ea typeface="仿宋_GB2312" charset="0"/>
              </a:rPr>
              <a:t>O</a:t>
            </a:r>
          </a:p>
        </p:txBody>
      </p:sp>
      <p:sp>
        <p:nvSpPr>
          <p:cNvPr id="572468" name="Line 52"/>
          <p:cNvSpPr>
            <a:spLocks noChangeShapeType="1"/>
          </p:cNvSpPr>
          <p:nvPr/>
        </p:nvSpPr>
        <p:spPr bwMode="auto">
          <a:xfrm>
            <a:off x="2955567" y="4025900"/>
            <a:ext cx="61341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72469" name="Rectangle 53"/>
          <p:cNvSpPr>
            <a:spLocks noGrp="1" noChangeArrowheads="1"/>
          </p:cNvSpPr>
          <p:nvPr>
            <p:ph type="title"/>
          </p:nvPr>
        </p:nvSpPr>
        <p:spPr>
          <a:xfrm>
            <a:off x="0" y="231775"/>
            <a:ext cx="9413513" cy="549275"/>
          </a:xfrm>
        </p:spPr>
        <p:txBody>
          <a:bodyPr>
            <a:noAutofit/>
          </a:bodyPr>
          <a:lstStyle/>
          <a:p>
            <a:pPr algn="l"/>
            <a:r>
              <a:rPr kumimoji="1" lang="zh-CN" altLang="en-US" sz="2400" dirty="0">
                <a:latin typeface="DengXian" charset="-122"/>
                <a:ea typeface="DengXian" charset="-122"/>
                <a:cs typeface="DengXian" charset="-122"/>
              </a:rPr>
              <a:t>练</a:t>
            </a:r>
            <a:r>
              <a:rPr kumimoji="1" lang="en-US" altLang="zh-CN" sz="2400" dirty="0">
                <a:latin typeface="DengXian" charset="-122"/>
                <a:ea typeface="DengXian" charset="-122"/>
                <a:cs typeface="DengXian" charset="-122"/>
              </a:rPr>
              <a:t>4</a:t>
            </a:r>
            <a:r>
              <a:rPr lang="zh-CN" altLang="en-US" sz="2400" dirty="0">
                <a:sym typeface="Wingdings" panose="05000000000000000000" pitchFamily="2" charset="2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</a:t>
            </a:r>
            <a:r>
              <a:rPr lang="zh-CN" altLang="en-US" sz="2400" dirty="0">
                <a:sym typeface="Wingdings" panose="05000000000000000000" pitchFamily="2" charset="2"/>
              </a:rPr>
              <a:t> </a:t>
            </a:r>
            <a:r>
              <a:rPr kumimoji="1" lang="zh-CN" altLang="en-US" sz="2400" dirty="0">
                <a:latin typeface="DengXian" charset="-122"/>
                <a:ea typeface="DengXian" charset="-122"/>
                <a:sym typeface="Wingdings" panose="05000000000000000000" pitchFamily="2" charset="2"/>
              </a:rPr>
              <a:t>：</a:t>
            </a:r>
            <a:r>
              <a:rPr kumimoji="1" lang="zh-CN" altLang="en-US" sz="2400" dirty="0">
                <a:latin typeface="DengXian" charset="-122"/>
                <a:ea typeface="DengXian" charset="-122"/>
                <a:cs typeface="DengXian" charset="-122"/>
              </a:rPr>
              <a:t>平面由</a:t>
            </a:r>
            <a:r>
              <a:rPr kumimoji="1" lang="en-US" altLang="zh-CN" sz="2400" i="1" dirty="0">
                <a:latin typeface="DengXian" charset="-122"/>
                <a:ea typeface="DengXian" charset="-122"/>
                <a:cs typeface="DengXian" charset="-122"/>
              </a:rPr>
              <a:t>BDF</a:t>
            </a:r>
            <a:r>
              <a:rPr kumimoji="1" lang="zh-CN" altLang="en-US" sz="2400" dirty="0">
                <a:latin typeface="DengXian" charset="-122"/>
                <a:ea typeface="DengXian" charset="-122"/>
                <a:cs typeface="DengXian" charset="-122"/>
              </a:rPr>
              <a:t>给定，试过定点</a:t>
            </a:r>
            <a:r>
              <a:rPr kumimoji="1" lang="en-US" altLang="zh-CN" sz="2400" i="1" dirty="0">
                <a:latin typeface="DengXian" charset="-122"/>
                <a:ea typeface="DengXian" charset="-122"/>
                <a:cs typeface="DengXian" charset="-122"/>
              </a:rPr>
              <a:t>K</a:t>
            </a:r>
            <a:r>
              <a:rPr kumimoji="1" lang="zh-CN" altLang="en-US" sz="2400" dirty="0">
                <a:latin typeface="DengXian" charset="-122"/>
                <a:ea typeface="DengXian" charset="-122"/>
                <a:cs typeface="DengXian" charset="-122"/>
              </a:rPr>
              <a:t>作已知平面的垂面</a:t>
            </a:r>
            <a:r>
              <a:rPr kumimoji="1" lang="en-US" altLang="zh-CN" sz="2400" dirty="0">
                <a:latin typeface="DengXian" charset="-122"/>
                <a:ea typeface="DengXian" charset="-122"/>
                <a:cs typeface="DengXian" charset="-122"/>
              </a:rPr>
              <a:t>【</a:t>
            </a:r>
            <a:r>
              <a:rPr kumimoji="1" lang="zh-CN" altLang="en-US" sz="2400" dirty="0">
                <a:latin typeface="DengXian" charset="-122"/>
                <a:ea typeface="DengXian" charset="-122"/>
                <a:cs typeface="DengXian" charset="-122"/>
              </a:rPr>
              <a:t>例</a:t>
            </a:r>
            <a:r>
              <a:rPr kumimoji="1" lang="en-US" altLang="zh-CN" sz="2400" dirty="0">
                <a:latin typeface="DengXian" charset="-122"/>
                <a:ea typeface="DengXian" charset="-122"/>
                <a:cs typeface="DengXian" charset="-122"/>
              </a:rPr>
              <a:t>2-24】</a:t>
            </a:r>
            <a:endParaRPr kumimoji="1" lang="zh-CN" altLang="en-US" sz="24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CCECA1-AF0D-4790-B52D-FF4CFC3C2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A038F-D5D3-0641-81C2-C2E18CB68241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4B802-2EED-4866-B00E-8E2CA2F3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5E4E9-BC44-4AA3-A4DD-F1E10D8C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28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72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57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2000"/>
                                        <p:tgtEl>
                                          <p:spTgt spid="57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7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000"/>
                                        <p:tgtEl>
                                          <p:spTgt spid="57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2000"/>
                                        <p:tgtEl>
                                          <p:spTgt spid="57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000"/>
                                        <p:tgtEl>
                                          <p:spTgt spid="57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572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572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57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000"/>
                                        <p:tgtEl>
                                          <p:spTgt spid="57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2000"/>
                                        <p:tgtEl>
                                          <p:spTgt spid="57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000"/>
                                        <p:tgtEl>
                                          <p:spTgt spid="57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57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57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2000"/>
                                        <p:tgtEl>
                                          <p:spTgt spid="57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21" grpId="0" animBg="1"/>
      <p:bldP spid="572425" grpId="0" animBg="1"/>
      <p:bldP spid="572432" grpId="0" animBg="1"/>
      <p:bldP spid="572436" grpId="0" animBg="1"/>
      <p:bldP spid="572440" grpId="0" animBg="1"/>
      <p:bldP spid="572460" grpId="0" animBg="1"/>
      <p:bldP spid="572464" grpId="0" animBg="1"/>
      <p:bldP spid="57246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D0E303-1AB4-390E-AB1F-987A2EEC2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0096-EFC8-C74F-B94B-FC9D1903CDBD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E23700-B960-0620-9C26-160D0F787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46520F-BF89-311A-F4BE-E13FCF3F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5B42C3-7457-C969-6D86-12AC377D24F6}"/>
              </a:ext>
            </a:extLst>
          </p:cNvPr>
          <p:cNvSpPr txBox="1">
            <a:spLocks/>
          </p:cNvSpPr>
          <p:nvPr/>
        </p:nvSpPr>
        <p:spPr>
          <a:xfrm>
            <a:off x="1687592" y="2170861"/>
            <a:ext cx="5087281" cy="312295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/>
              <a:t>思考：</a:t>
            </a:r>
            <a:endParaRPr lang="en-US" altLang="zh-CN" sz="4000" b="1" dirty="0"/>
          </a:p>
          <a:p>
            <a:r>
              <a:rPr lang="zh-CN" altLang="en-US" sz="4000" dirty="0"/>
              <a:t>       一般位置直线和一般位置平面相交，怎样作图？</a:t>
            </a:r>
            <a:endParaRPr lang="en-US" sz="40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559DB91-0B97-8B9D-C385-9C6224017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2170861"/>
            <a:ext cx="3328727" cy="312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911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6552B9-B2FB-EE38-A0C8-D13C84C3E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507E1-6B56-FC4F-9182-A766E2123EE9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5C899B-BFAC-FB92-17B1-06DC04B04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93337-7CA5-18BA-8CA5-7775469E4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6E6C67-5E52-4F03-3209-781368769DB2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710747"/>
            <a:ext cx="77724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>
                <a:latin typeface="DengXian" charset="-122"/>
                <a:ea typeface="DengXian" charset="-122"/>
                <a:cs typeface="DengXian" charset="-122"/>
              </a:rPr>
              <a:t>1.</a:t>
            </a:r>
            <a:r>
              <a:rPr lang="zh-CN" altLang="en-US" sz="2800" b="1" dirty="0">
                <a:latin typeface="DengXian" charset="-122"/>
                <a:ea typeface="DengXian" charset="-122"/>
                <a:cs typeface="DengXian" charset="-122"/>
              </a:rPr>
              <a:t> 一般位置直线与一般位置平面相交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4313E35-4255-DE74-C583-1899A8B091E1}"/>
              </a:ext>
            </a:extLst>
          </p:cNvPr>
          <p:cNvSpPr txBox="1">
            <a:spLocks noChangeArrowheads="1"/>
          </p:cNvSpPr>
          <p:nvPr/>
        </p:nvSpPr>
        <p:spPr>
          <a:xfrm>
            <a:off x="1452159" y="1448431"/>
            <a:ext cx="8693327" cy="162859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DengXian" charset="-122"/>
                <a:ea typeface="DengXian" charset="-122"/>
                <a:cs typeface="DengXian" charset="-122"/>
              </a:rPr>
              <a:t>辅助平面法</a:t>
            </a:r>
          </a:p>
          <a:p>
            <a:pPr>
              <a:spcAft>
                <a:spcPts val="600"/>
              </a:spcAft>
              <a:buFontTx/>
              <a:buNone/>
            </a:pPr>
            <a:r>
              <a:rPr lang="zh-CN" altLang="en-US" sz="2400" b="1" dirty="0">
                <a:solidFill>
                  <a:srgbClr val="FF0066"/>
                </a:solidFill>
                <a:latin typeface="DengXian" charset="-122"/>
                <a:ea typeface="DengXian" charset="-122"/>
                <a:cs typeface="DengXian" charset="-122"/>
              </a:rPr>
              <a:t>   </a:t>
            </a:r>
            <a:r>
              <a:rPr lang="en-US" altLang="zh-CN" sz="2400" b="1" dirty="0">
                <a:solidFill>
                  <a:srgbClr val="FF0066"/>
                </a:solidFill>
                <a:latin typeface="DengXian" charset="-122"/>
                <a:ea typeface="DengXian" charset="-122"/>
                <a:cs typeface="DengXian" charset="-122"/>
              </a:rPr>
              <a:t>  </a:t>
            </a:r>
            <a:r>
              <a:rPr lang="zh-CN" altLang="en-US" sz="2400" b="1" dirty="0">
                <a:solidFill>
                  <a:schemeClr val="accent2">
                    <a:lumMod val="75000"/>
                  </a:schemeClr>
                </a:solidFill>
                <a:latin typeface="DengXian" charset="-122"/>
                <a:ea typeface="DengXian" charset="-122"/>
                <a:cs typeface="DengXian" charset="-122"/>
              </a:rPr>
              <a:t>原理</a:t>
            </a:r>
            <a:r>
              <a:rPr lang="zh-CN" altLang="en-US" sz="2400" b="1" dirty="0">
                <a:latin typeface="DengXian" charset="-122"/>
                <a:ea typeface="DengXian" charset="-122"/>
                <a:cs typeface="DengXian" charset="-122"/>
              </a:rPr>
              <a:t>：一般位置直线与投影面垂直面相交，求出交点。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A17BB698-00DC-3391-C8C0-490720AD2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9602" y="2084021"/>
          <a:ext cx="5268180" cy="4432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utoCAD Drawing" r:id="rId2" imgW="6743880" imgH="3314880" progId="AutoCAD.Drawing.17">
                  <p:embed/>
                </p:oleObj>
              </mc:Choice>
              <mc:Fallback>
                <p:oleObj name="AutoCAD Drawing" r:id="rId2" imgW="6743880" imgH="3314880" progId="AutoCAD.Drawing.17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A17BB698-00DC-3391-C8C0-490720AD2E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583" t="7628" r="28209" b="11610"/>
                      <a:stretch>
                        <a:fillRect/>
                      </a:stretch>
                    </p:blipFill>
                    <p:spPr bwMode="auto">
                      <a:xfrm>
                        <a:off x="3899602" y="2084021"/>
                        <a:ext cx="5268180" cy="4432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806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24C4FE-CC8B-27AC-35E5-965CB9BB2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24B59-01B6-BD4B-8398-BB2B81876BD4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5EC948C-C859-C87D-43EA-809E37D39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F979E-F9A6-AF9C-9888-E7A32F2C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11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E77BDB98-A7E5-88D8-D8C5-9FA5113B2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731" y="5915660"/>
            <a:ext cx="4362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过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AB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作</a:t>
            </a:r>
            <a:r>
              <a:rPr kumimoji="1" lang="zh-CN" altLang="zh-CN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平面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P</a:t>
            </a:r>
            <a:r>
              <a:rPr kumimoji="1" lang="zh-CN" altLang="zh-CN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垂直于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H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投影面</a:t>
            </a:r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568D9562-DF7C-D8E7-D1B2-91302E78B119}"/>
              </a:ext>
            </a:extLst>
          </p:cNvPr>
          <p:cNvSpPr>
            <a:spLocks/>
          </p:cNvSpPr>
          <p:nvPr/>
        </p:nvSpPr>
        <p:spPr bwMode="auto">
          <a:xfrm>
            <a:off x="4338637" y="3323182"/>
            <a:ext cx="3124200" cy="2362200"/>
          </a:xfrm>
          <a:custGeom>
            <a:avLst/>
            <a:gdLst>
              <a:gd name="T0" fmla="*/ 288 w 1968"/>
              <a:gd name="T1" fmla="*/ 192 h 1488"/>
              <a:gd name="T2" fmla="*/ 0 w 1968"/>
              <a:gd name="T3" fmla="*/ 1488 h 1488"/>
              <a:gd name="T4" fmla="*/ 1632 w 1968"/>
              <a:gd name="T5" fmla="*/ 1488 h 1488"/>
              <a:gd name="T6" fmla="*/ 1968 w 1968"/>
              <a:gd name="T7" fmla="*/ 0 h 1488"/>
              <a:gd name="T8" fmla="*/ 288 w 1968"/>
              <a:gd name="T9" fmla="*/ 192 h 1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68" h="1488">
                <a:moveTo>
                  <a:pt x="288" y="192"/>
                </a:moveTo>
                <a:lnTo>
                  <a:pt x="0" y="1488"/>
                </a:lnTo>
                <a:lnTo>
                  <a:pt x="1632" y="1488"/>
                </a:lnTo>
                <a:lnTo>
                  <a:pt x="1968" y="0"/>
                </a:lnTo>
                <a:lnTo>
                  <a:pt x="288" y="192"/>
                </a:lnTo>
                <a:close/>
              </a:path>
            </a:pathLst>
          </a:custGeom>
          <a:solidFill>
            <a:srgbClr val="FF99CC">
              <a:alpha val="80000"/>
            </a:srgbClr>
          </a:solidFill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964D07E6-262A-0FD1-F36E-346F97A537A4}"/>
              </a:ext>
            </a:extLst>
          </p:cNvPr>
          <p:cNvGrpSpPr>
            <a:grpSpLocks/>
          </p:cNvGrpSpPr>
          <p:nvPr/>
        </p:nvGrpSpPr>
        <p:grpSpPr bwMode="auto">
          <a:xfrm>
            <a:off x="3652837" y="1894432"/>
            <a:ext cx="5207000" cy="3409950"/>
            <a:chOff x="1200" y="684"/>
            <a:chExt cx="3280" cy="2148"/>
          </a:xfrm>
        </p:grpSpPr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B549B062-25F4-74D2-4457-70EE1B3A0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068" y="1548"/>
              <a:ext cx="4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D</a:t>
              </a: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C33EE234-120B-B730-5B07-C24ECDFC9D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200" y="684"/>
              <a:ext cx="3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E</a:t>
              </a: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9B18FD55-9E07-8373-3B5B-947DC83D0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2208" y="2544"/>
              <a:ext cx="4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C</a:t>
              </a: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FC65B93-CF7E-A7FE-7657-BC063519A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912"/>
              <a:ext cx="2688" cy="1680"/>
            </a:xfrm>
            <a:custGeom>
              <a:avLst/>
              <a:gdLst>
                <a:gd name="T0" fmla="*/ 0 w 2688"/>
                <a:gd name="T1" fmla="*/ 0 h 1680"/>
                <a:gd name="T2" fmla="*/ 960 w 2688"/>
                <a:gd name="T3" fmla="*/ 1680 h 1680"/>
                <a:gd name="T4" fmla="*/ 2688 w 2688"/>
                <a:gd name="T5" fmla="*/ 864 h 1680"/>
                <a:gd name="T6" fmla="*/ 0 w 2688"/>
                <a:gd name="T7" fmla="*/ 0 h 1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8" h="1680">
                  <a:moveTo>
                    <a:pt x="0" y="0"/>
                  </a:moveTo>
                  <a:lnTo>
                    <a:pt x="960" y="1680"/>
                  </a:lnTo>
                  <a:lnTo>
                    <a:pt x="2688" y="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00">
                <a:alpha val="75000"/>
              </a:srgbClr>
            </a:solidFill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AD38A3F8-9452-AD77-D180-CB7B1A9BECA4}"/>
              </a:ext>
            </a:extLst>
          </p:cNvPr>
          <p:cNvGrpSpPr>
            <a:grpSpLocks/>
          </p:cNvGrpSpPr>
          <p:nvPr/>
        </p:nvGrpSpPr>
        <p:grpSpPr bwMode="auto">
          <a:xfrm>
            <a:off x="4414837" y="1799182"/>
            <a:ext cx="3429000" cy="2057400"/>
            <a:chOff x="384" y="864"/>
            <a:chExt cx="2160" cy="1296"/>
          </a:xfrm>
        </p:grpSpPr>
        <p:grpSp>
          <p:nvGrpSpPr>
            <p:cNvPr id="13" name="Group 11">
              <a:extLst>
                <a:ext uri="{FF2B5EF4-FFF2-40B4-BE49-F238E27FC236}">
                  <a16:creationId xmlns:a16="http://schemas.microsoft.com/office/drawing/2014/main" id="{32608CC8-EE5D-E23B-6CDD-6FBF6A09AE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864"/>
              <a:ext cx="1872" cy="1152"/>
              <a:chOff x="624" y="864"/>
              <a:chExt cx="1872" cy="1152"/>
            </a:xfrm>
          </p:grpSpPr>
          <p:sp>
            <p:nvSpPr>
              <p:cNvPr id="19" name="Freeform 12">
                <a:extLst>
                  <a:ext uri="{FF2B5EF4-FFF2-40B4-BE49-F238E27FC236}">
                    <a16:creationId xmlns:a16="http://schemas.microsoft.com/office/drawing/2014/main" id="{096028F8-DE32-D7E6-AB83-5A045CD684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" y="864"/>
                <a:ext cx="1872" cy="1152"/>
              </a:xfrm>
              <a:custGeom>
                <a:avLst/>
                <a:gdLst>
                  <a:gd name="T0" fmla="*/ 240 w 1872"/>
                  <a:gd name="T1" fmla="*/ 0 h 1152"/>
                  <a:gd name="T2" fmla="*/ 0 w 1872"/>
                  <a:gd name="T3" fmla="*/ 1152 h 1152"/>
                  <a:gd name="T4" fmla="*/ 1680 w 1872"/>
                  <a:gd name="T5" fmla="*/ 960 h 1152"/>
                  <a:gd name="T6" fmla="*/ 1872 w 1872"/>
                  <a:gd name="T7" fmla="*/ 0 h 1152"/>
                  <a:gd name="T8" fmla="*/ 240 w 1872"/>
                  <a:gd name="T9" fmla="*/ 0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72" h="1152">
                    <a:moveTo>
                      <a:pt x="240" y="0"/>
                    </a:moveTo>
                    <a:lnTo>
                      <a:pt x="0" y="1152"/>
                    </a:lnTo>
                    <a:lnTo>
                      <a:pt x="1680" y="960"/>
                    </a:lnTo>
                    <a:lnTo>
                      <a:pt x="1872" y="0"/>
                    </a:lnTo>
                    <a:lnTo>
                      <a:pt x="240" y="0"/>
                    </a:lnTo>
                    <a:close/>
                  </a:path>
                </a:pathLst>
              </a:custGeom>
              <a:solidFill>
                <a:srgbClr val="FF99CC">
                  <a:alpha val="80000"/>
                </a:srgbClr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Text Box 13">
                <a:extLst>
                  <a:ext uri="{FF2B5EF4-FFF2-40B4-BE49-F238E27FC236}">
                    <a16:creationId xmlns:a16="http://schemas.microsoft.com/office/drawing/2014/main" id="{03542334-A02B-ADFE-79C0-C203901EC1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755451" flipH="1">
                <a:off x="2208" y="864"/>
                <a:ext cx="23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9900">
                        <a:alpha val="8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kumimoji="1" lang="en-US" altLang="zh-CN" sz="2400" i="1">
                    <a:latin typeface="Times New Roman" charset="0"/>
                  </a:rPr>
                  <a:t>P</a:t>
                </a:r>
              </a:p>
            </p:txBody>
          </p:sp>
        </p:grp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5C098F03-F7C9-2C69-72CD-52A03FD55F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632"/>
              <a:ext cx="2160" cy="528"/>
              <a:chOff x="384" y="1632"/>
              <a:chExt cx="2160" cy="528"/>
            </a:xfrm>
          </p:grpSpPr>
          <p:sp>
            <p:nvSpPr>
              <p:cNvPr id="15" name="Text Box 15">
                <a:extLst>
                  <a:ext uri="{FF2B5EF4-FFF2-40B4-BE49-F238E27FC236}">
                    <a16:creationId xmlns:a16="http://schemas.microsoft.com/office/drawing/2014/main" id="{53D7B776-BC10-9493-37EF-C2106F747B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87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9900">
                        <a:alpha val="8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charset="0"/>
                  </a:rPr>
                  <a:t>1</a:t>
                </a:r>
              </a:p>
            </p:txBody>
          </p:sp>
          <p:sp>
            <p:nvSpPr>
              <p:cNvPr id="16" name="Text Box 16">
                <a:extLst>
                  <a:ext uri="{FF2B5EF4-FFF2-40B4-BE49-F238E27FC236}">
                    <a16:creationId xmlns:a16="http://schemas.microsoft.com/office/drawing/2014/main" id="{BDBE27EF-1DFD-D402-6FBC-13FAF867F6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63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9900">
                        <a:alpha val="8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latin typeface="Times New Roman" charset="0"/>
                  </a:rPr>
                  <a:t>2</a:t>
                </a:r>
              </a:p>
            </p:txBody>
          </p:sp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66526BF3-6E95-CB1D-26F8-B3B1A3BD64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" y="1827"/>
                <a:ext cx="1673" cy="182"/>
              </a:xfrm>
              <a:custGeom>
                <a:avLst/>
                <a:gdLst>
                  <a:gd name="T0" fmla="*/ 0 w 1673"/>
                  <a:gd name="T1" fmla="*/ 182 h 182"/>
                  <a:gd name="T2" fmla="*/ 1673 w 1673"/>
                  <a:gd name="T3" fmla="*/ 0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73" h="182">
                    <a:moveTo>
                      <a:pt x="0" y="182"/>
                    </a:moveTo>
                    <a:lnTo>
                      <a:pt x="1673" y="0"/>
                    </a:lnTo>
                  </a:path>
                </a:pathLst>
              </a:custGeom>
              <a:solidFill>
                <a:srgbClr val="FF9900">
                  <a:alpha val="80000"/>
                </a:srgbClr>
              </a:solidFill>
              <a:ln w="57150" cmpd="sng">
                <a:solidFill>
                  <a:srgbClr val="FF3300"/>
                </a:solidFill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18">
                <a:extLst>
                  <a:ext uri="{FF2B5EF4-FFF2-40B4-BE49-F238E27FC236}">
                    <a16:creationId xmlns:a16="http://schemas.microsoft.com/office/drawing/2014/main" id="{A458E355-0141-DC92-AD81-82629D1878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8" y="1632"/>
                <a:ext cx="2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9900">
                        <a:alpha val="80000"/>
                      </a:srgbClr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chemeClr val="hlink"/>
                    </a:solidFill>
                    <a:latin typeface="Times New Roman" charset="0"/>
                  </a:rPr>
                  <a:t>K</a:t>
                </a:r>
              </a:p>
            </p:txBody>
          </p:sp>
        </p:grpSp>
      </p:grpSp>
      <p:grpSp>
        <p:nvGrpSpPr>
          <p:cNvPr id="21" name="Group 19">
            <a:extLst>
              <a:ext uri="{FF2B5EF4-FFF2-40B4-BE49-F238E27FC236}">
                <a16:creationId xmlns:a16="http://schemas.microsoft.com/office/drawing/2014/main" id="{07601C0F-365B-1A88-FCB9-5578208866D0}"/>
              </a:ext>
            </a:extLst>
          </p:cNvPr>
          <p:cNvGrpSpPr>
            <a:grpSpLocks/>
          </p:cNvGrpSpPr>
          <p:nvPr/>
        </p:nvGrpSpPr>
        <p:grpSpPr bwMode="auto">
          <a:xfrm>
            <a:off x="5394325" y="1557882"/>
            <a:ext cx="1192212" cy="4114800"/>
            <a:chOff x="1009" y="816"/>
            <a:chExt cx="751" cy="2592"/>
          </a:xfrm>
        </p:grpSpPr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D6B5EDE1-98D0-676B-8D6C-EFA0622667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393" y="3120"/>
              <a:ext cx="3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B</a:t>
              </a: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F02FC91C-7499-8B05-A7B6-FCE619062D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056"/>
              <a:ext cx="336" cy="2112"/>
            </a:xfrm>
            <a:prstGeom prst="line">
              <a:avLst/>
            </a:prstGeom>
            <a:noFill/>
            <a:ln w="762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790E3BD4-56BF-6DF0-61BD-A481DBB2E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009" y="816"/>
              <a:ext cx="36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i="1">
                  <a:latin typeface="Times New Roman" charset="0"/>
                </a:rPr>
                <a:t>A</a:t>
              </a:r>
            </a:p>
          </p:txBody>
        </p:sp>
      </p:grpSp>
      <p:sp>
        <p:nvSpPr>
          <p:cNvPr id="25" name="Oval 23">
            <a:extLst>
              <a:ext uri="{FF2B5EF4-FFF2-40B4-BE49-F238E27FC236}">
                <a16:creationId xmlns:a16="http://schemas.microsoft.com/office/drawing/2014/main" id="{C5C196E7-5D8A-41F8-8C02-1637DE220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1187" y="3418432"/>
            <a:ext cx="190500" cy="190500"/>
          </a:xfrm>
          <a:prstGeom prst="ellipse">
            <a:avLst/>
          </a:prstGeom>
          <a:solidFill>
            <a:srgbClr val="FF3300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A8FE1053-C102-43F9-DF16-D34B0F877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322932"/>
            <a:ext cx="5562600" cy="762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" name="Text Box 3">
            <a:extLst>
              <a:ext uri="{FF2B5EF4-FFF2-40B4-BE49-F238E27FC236}">
                <a16:creationId xmlns:a16="http://schemas.microsoft.com/office/drawing/2014/main" id="{30F98770-ED62-34DB-5A3A-205FA739C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573" y="1063375"/>
            <a:ext cx="37177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辅助平面法</a:t>
            </a:r>
          </a:p>
        </p:txBody>
      </p:sp>
    </p:spTree>
    <p:extLst>
      <p:ext uri="{BB962C8B-B14F-4D97-AF65-F5344CB8AC3E}">
        <p14:creationId xmlns:p14="http://schemas.microsoft.com/office/powerpoint/2010/main" val="128095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Text Box 2"/>
          <p:cNvSpPr txBox="1">
            <a:spLocks noChangeArrowheads="1"/>
          </p:cNvSpPr>
          <p:nvPr/>
        </p:nvSpPr>
        <p:spPr bwMode="auto">
          <a:xfrm>
            <a:off x="5353050" y="5715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Dutch801 XBd BT" charset="0"/>
              </a:rPr>
              <a:t>2</a:t>
            </a:r>
          </a:p>
        </p:txBody>
      </p:sp>
      <p:grpSp>
        <p:nvGrpSpPr>
          <p:cNvPr id="556035" name="Group 3"/>
          <p:cNvGrpSpPr>
            <a:grpSpLocks/>
          </p:cNvGrpSpPr>
          <p:nvPr/>
        </p:nvGrpSpPr>
        <p:grpSpPr bwMode="auto">
          <a:xfrm>
            <a:off x="2800350" y="3467100"/>
            <a:ext cx="3962400" cy="3200400"/>
            <a:chOff x="1200" y="441"/>
            <a:chExt cx="2496" cy="2157"/>
          </a:xfrm>
        </p:grpSpPr>
        <p:sp>
          <p:nvSpPr>
            <p:cNvPr id="556036" name="Line 4"/>
            <p:cNvSpPr>
              <a:spLocks noChangeShapeType="1"/>
            </p:cNvSpPr>
            <p:nvPr/>
          </p:nvSpPr>
          <p:spPr bwMode="auto">
            <a:xfrm>
              <a:off x="1200" y="441"/>
              <a:ext cx="2496" cy="2147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37" name="Freeform 5"/>
            <p:cNvSpPr>
              <a:spLocks/>
            </p:cNvSpPr>
            <p:nvPr/>
          </p:nvSpPr>
          <p:spPr bwMode="auto">
            <a:xfrm>
              <a:off x="1200" y="441"/>
              <a:ext cx="145" cy="123"/>
            </a:xfrm>
            <a:custGeom>
              <a:avLst/>
              <a:gdLst>
                <a:gd name="T0" fmla="*/ 0 w 145"/>
                <a:gd name="T1" fmla="*/ 0 h 123"/>
                <a:gd name="T2" fmla="*/ 145 w 145"/>
                <a:gd name="T3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5" h="123">
                  <a:moveTo>
                    <a:pt x="0" y="0"/>
                  </a:moveTo>
                  <a:lnTo>
                    <a:pt x="145" y="123"/>
                  </a:lnTo>
                </a:path>
              </a:pathLst>
            </a:custGeom>
            <a:noFill/>
            <a:ln w="57150" cmpd="sng">
              <a:solidFill>
                <a:schemeClr val="tx2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38" name="Freeform 6"/>
            <p:cNvSpPr>
              <a:spLocks/>
            </p:cNvSpPr>
            <p:nvPr/>
          </p:nvSpPr>
          <p:spPr bwMode="auto">
            <a:xfrm>
              <a:off x="3540" y="2460"/>
              <a:ext cx="156" cy="138"/>
            </a:xfrm>
            <a:custGeom>
              <a:avLst/>
              <a:gdLst>
                <a:gd name="T0" fmla="*/ 156 w 156"/>
                <a:gd name="T1" fmla="*/ 138 h 138"/>
                <a:gd name="T2" fmla="*/ 0 w 156"/>
                <a:gd name="T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6" h="138">
                  <a:moveTo>
                    <a:pt x="156" y="138"/>
                  </a:moveTo>
                  <a:lnTo>
                    <a:pt x="0" y="0"/>
                  </a:lnTo>
                </a:path>
              </a:pathLst>
            </a:custGeom>
            <a:noFill/>
            <a:ln w="57150" cmpd="sng">
              <a:solidFill>
                <a:schemeClr val="tx2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56039" name="Text Box 7"/>
          <p:cNvSpPr txBox="1">
            <a:spLocks noChangeArrowheads="1"/>
          </p:cNvSpPr>
          <p:nvPr/>
        </p:nvSpPr>
        <p:spPr bwMode="auto">
          <a:xfrm>
            <a:off x="2590800" y="35052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charset="0"/>
              </a:rPr>
              <a:t>P</a:t>
            </a:r>
            <a:r>
              <a:rPr kumimoji="1" lang="en-US" altLang="zh-CN" sz="2400" b="1" i="1" baseline="-25000">
                <a:latin typeface="Times New Roman" charset="0"/>
              </a:rPr>
              <a:t>H</a:t>
            </a:r>
          </a:p>
        </p:txBody>
      </p:sp>
      <p:grpSp>
        <p:nvGrpSpPr>
          <p:cNvPr id="556040" name="Group 8"/>
          <p:cNvGrpSpPr>
            <a:grpSpLocks/>
          </p:cNvGrpSpPr>
          <p:nvPr/>
        </p:nvGrpSpPr>
        <p:grpSpPr bwMode="auto">
          <a:xfrm>
            <a:off x="4067175" y="2605088"/>
            <a:ext cx="762000" cy="2209800"/>
            <a:chOff x="1584" y="1632"/>
            <a:chExt cx="480" cy="1392"/>
          </a:xfrm>
        </p:grpSpPr>
        <p:sp>
          <p:nvSpPr>
            <p:cNvPr id="556041" name="Line 9"/>
            <p:cNvSpPr>
              <a:spLocks noChangeShapeType="1"/>
            </p:cNvSpPr>
            <p:nvPr/>
          </p:nvSpPr>
          <p:spPr bwMode="auto">
            <a:xfrm flipV="1">
              <a:off x="1824" y="1680"/>
              <a:ext cx="0" cy="13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42" name="Text Box 10"/>
            <p:cNvSpPr txBox="1">
              <a:spLocks noChangeArrowheads="1"/>
            </p:cNvSpPr>
            <p:nvPr/>
          </p:nvSpPr>
          <p:spPr bwMode="auto">
            <a:xfrm>
              <a:off x="1584" y="163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Swis721 Blk BT" charset="0"/>
                </a:rPr>
                <a:t>1</a:t>
              </a:r>
              <a:r>
                <a:rPr kumimoji="1" lang="en-US" altLang="zh-CN" sz="2400" b="1" i="1">
                  <a:latin typeface="Swis721 Blk BT" charset="0"/>
                  <a:sym typeface="Symbol" charset="2"/>
                </a:rPr>
                <a:t></a:t>
              </a:r>
              <a:endParaRPr kumimoji="1" lang="en-US" altLang="zh-CN" sz="2400" b="1" i="1">
                <a:latin typeface="Swis721 Blk BT" charset="0"/>
              </a:endParaRPr>
            </a:p>
          </p:txBody>
        </p:sp>
      </p:grpSp>
      <p:sp>
        <p:nvSpPr>
          <p:cNvPr id="556043" name="Rectangle 11"/>
          <p:cNvSpPr>
            <a:spLocks noChangeArrowheads="1"/>
          </p:cNvSpPr>
          <p:nvPr/>
        </p:nvSpPr>
        <p:spPr bwMode="auto">
          <a:xfrm>
            <a:off x="8018462" y="1741797"/>
            <a:ext cx="349541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66FF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作题步骤：</a:t>
            </a:r>
          </a:p>
          <a:p>
            <a:r>
              <a:rPr kumimoji="1" lang="en-US" altLang="zh-CN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1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、 过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AB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作铅垂平面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P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。</a:t>
            </a:r>
          </a:p>
          <a:p>
            <a:endParaRPr kumimoji="1" lang="zh-CN" altLang="en-US" sz="2400" b="1" dirty="0">
              <a:solidFill>
                <a:srgbClr val="002060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56044" name="Rectangle 12"/>
          <p:cNvSpPr>
            <a:spLocks noChangeArrowheads="1"/>
          </p:cNvSpPr>
          <p:nvPr/>
        </p:nvSpPr>
        <p:spPr bwMode="auto">
          <a:xfrm>
            <a:off x="8031162" y="2555786"/>
            <a:ext cx="33226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66FF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2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、求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P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平面与</a:t>
            </a:r>
            <a:r>
              <a:rPr kumimoji="1" lang="en-US" altLang="zh-CN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Δ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CDE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的交线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ⅠⅡ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。</a:t>
            </a:r>
          </a:p>
        </p:txBody>
      </p:sp>
      <p:sp>
        <p:nvSpPr>
          <p:cNvPr id="556045" name="Rectangle 13"/>
          <p:cNvSpPr>
            <a:spLocks noChangeArrowheads="1"/>
          </p:cNvSpPr>
          <p:nvPr/>
        </p:nvSpPr>
        <p:spPr bwMode="auto">
          <a:xfrm>
            <a:off x="8070942" y="3369775"/>
            <a:ext cx="325736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66FF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3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、求交线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ⅠⅡ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与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AB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的交点</a:t>
            </a:r>
            <a:r>
              <a:rPr kumimoji="1" lang="en-US" altLang="zh-CN" sz="2400" b="1" i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K</a:t>
            </a:r>
            <a:r>
              <a:rPr kumimoji="1" lang="zh-CN" altLang="en-US" sz="2400" b="1" dirty="0">
                <a:solidFill>
                  <a:srgbClr val="002060"/>
                </a:solidFill>
                <a:latin typeface="DengXian" charset="-122"/>
                <a:ea typeface="DengXian" charset="-122"/>
                <a:cs typeface="DengXian" charset="-122"/>
              </a:rPr>
              <a:t>。</a:t>
            </a:r>
          </a:p>
        </p:txBody>
      </p:sp>
      <p:sp>
        <p:nvSpPr>
          <p:cNvPr id="556046" name="Line 14"/>
          <p:cNvSpPr>
            <a:spLocks noChangeShapeType="1"/>
          </p:cNvSpPr>
          <p:nvPr/>
        </p:nvSpPr>
        <p:spPr bwMode="auto">
          <a:xfrm>
            <a:off x="1905000" y="3638550"/>
            <a:ext cx="58102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047" name="Line 15"/>
          <p:cNvSpPr>
            <a:spLocks noChangeShapeType="1"/>
          </p:cNvSpPr>
          <p:nvPr/>
        </p:nvSpPr>
        <p:spPr bwMode="auto">
          <a:xfrm>
            <a:off x="3314700" y="838200"/>
            <a:ext cx="3111500" cy="26543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048" name="Line 16"/>
          <p:cNvSpPr>
            <a:spLocks noChangeShapeType="1"/>
          </p:cNvSpPr>
          <p:nvPr/>
        </p:nvSpPr>
        <p:spPr bwMode="auto">
          <a:xfrm>
            <a:off x="3289300" y="3854450"/>
            <a:ext cx="3149600" cy="2540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049" name="Line 17"/>
          <p:cNvSpPr>
            <a:spLocks noChangeShapeType="1"/>
          </p:cNvSpPr>
          <p:nvPr/>
        </p:nvSpPr>
        <p:spPr bwMode="auto">
          <a:xfrm>
            <a:off x="2971800" y="2324100"/>
            <a:ext cx="0" cy="275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050" name="Line 18"/>
          <p:cNvSpPr>
            <a:spLocks noChangeShapeType="1"/>
          </p:cNvSpPr>
          <p:nvPr/>
        </p:nvSpPr>
        <p:spPr bwMode="auto">
          <a:xfrm>
            <a:off x="7124700" y="32258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6051" name="Text Box 19"/>
          <p:cNvSpPr txBox="1">
            <a:spLocks noChangeArrowheads="1"/>
          </p:cNvSpPr>
          <p:nvPr/>
        </p:nvSpPr>
        <p:spPr bwMode="auto">
          <a:xfrm>
            <a:off x="1892300" y="3155951"/>
            <a:ext cx="488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charset="0"/>
                <a:ea typeface="仿宋_GB2312" charset="0"/>
              </a:rPr>
              <a:t>X</a:t>
            </a:r>
          </a:p>
        </p:txBody>
      </p:sp>
      <p:sp>
        <p:nvSpPr>
          <p:cNvPr id="556052" name="Text Box 20"/>
          <p:cNvSpPr txBox="1">
            <a:spLocks noChangeArrowheads="1"/>
          </p:cNvSpPr>
          <p:nvPr/>
        </p:nvSpPr>
        <p:spPr bwMode="auto">
          <a:xfrm>
            <a:off x="7346950" y="3162301"/>
            <a:ext cx="698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charset="0"/>
                <a:ea typeface="仿宋_GB2312" charset="0"/>
              </a:rPr>
              <a:t>O</a:t>
            </a:r>
          </a:p>
        </p:txBody>
      </p:sp>
      <p:grpSp>
        <p:nvGrpSpPr>
          <p:cNvPr id="556053" name="Group 21"/>
          <p:cNvGrpSpPr>
            <a:grpSpLocks/>
          </p:cNvGrpSpPr>
          <p:nvPr/>
        </p:nvGrpSpPr>
        <p:grpSpPr bwMode="auto">
          <a:xfrm>
            <a:off x="2527301" y="419100"/>
            <a:ext cx="5256213" cy="6438900"/>
            <a:chOff x="656" y="264"/>
            <a:chExt cx="3311" cy="4056"/>
          </a:xfrm>
        </p:grpSpPr>
        <p:sp>
          <p:nvSpPr>
            <p:cNvPr id="556054" name="Line 22"/>
            <p:cNvSpPr>
              <a:spLocks noChangeShapeType="1"/>
            </p:cNvSpPr>
            <p:nvPr/>
          </p:nvSpPr>
          <p:spPr bwMode="auto">
            <a:xfrm>
              <a:off x="1155" y="528"/>
              <a:ext cx="1951" cy="168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55" name="Line 23"/>
            <p:cNvSpPr>
              <a:spLocks noChangeShapeType="1"/>
            </p:cNvSpPr>
            <p:nvPr/>
          </p:nvSpPr>
          <p:spPr bwMode="auto">
            <a:xfrm>
              <a:off x="1155" y="2448"/>
              <a:ext cx="1951" cy="1584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56" name="Text Box 24"/>
            <p:cNvSpPr txBox="1">
              <a:spLocks noChangeArrowheads="1"/>
            </p:cNvSpPr>
            <p:nvPr/>
          </p:nvSpPr>
          <p:spPr bwMode="auto">
            <a:xfrm>
              <a:off x="960" y="384"/>
              <a:ext cx="66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charset="0"/>
                  <a:ea typeface="黑体" charset="-122"/>
                </a:rPr>
                <a:t>a</a:t>
              </a:r>
              <a:r>
                <a:rPr kumimoji="1" lang="en-US" altLang="zh-CN" sz="2400" b="1" i="1">
                  <a:latin typeface="Times New Roman" charset="0"/>
                  <a:sym typeface="Symbol" charset="2"/>
                </a:rPr>
                <a:t></a:t>
              </a:r>
              <a:endParaRPr kumimoji="1" lang="en-US" altLang="zh-CN" sz="2800" b="1" i="1">
                <a:latin typeface="Times New Roman" charset="0"/>
                <a:ea typeface="黑体" charset="-122"/>
              </a:endParaRPr>
            </a:p>
          </p:txBody>
        </p:sp>
        <p:sp>
          <p:nvSpPr>
            <p:cNvPr id="556057" name="Text Box 25"/>
            <p:cNvSpPr txBox="1">
              <a:spLocks noChangeArrowheads="1"/>
            </p:cNvSpPr>
            <p:nvPr/>
          </p:nvSpPr>
          <p:spPr bwMode="auto">
            <a:xfrm>
              <a:off x="3106" y="2016"/>
              <a:ext cx="46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charset="0"/>
                  <a:ea typeface="黑体" charset="-122"/>
                </a:rPr>
                <a:t>b</a:t>
              </a:r>
              <a:r>
                <a:rPr kumimoji="1" lang="en-US" altLang="zh-CN" sz="2400" b="1" i="1">
                  <a:latin typeface="Times New Roman" charset="0"/>
                  <a:sym typeface="Symbol" charset="2"/>
                </a:rPr>
                <a:t></a:t>
              </a:r>
              <a:endParaRPr kumimoji="1" lang="en-US" altLang="zh-CN" sz="2800" b="1" i="1">
                <a:latin typeface="Times New Roman" charset="0"/>
                <a:ea typeface="黑体" charset="-122"/>
              </a:endParaRPr>
            </a:p>
          </p:txBody>
        </p:sp>
        <p:sp>
          <p:nvSpPr>
            <p:cNvPr id="556058" name="Text Box 26"/>
            <p:cNvSpPr txBox="1">
              <a:spLocks noChangeArrowheads="1"/>
            </p:cNvSpPr>
            <p:nvPr/>
          </p:nvSpPr>
          <p:spPr bwMode="auto">
            <a:xfrm>
              <a:off x="3120" y="3744"/>
              <a:ext cx="3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charset="0"/>
                  <a:ea typeface="黑体" charset="-122"/>
                </a:rPr>
                <a:t>b</a:t>
              </a:r>
              <a:endParaRPr kumimoji="1" lang="en-US" altLang="zh-CN" sz="2400" b="1" i="1">
                <a:latin typeface="Times New Roman" charset="0"/>
                <a:ea typeface="黑体" charset="-122"/>
              </a:endParaRPr>
            </a:p>
          </p:txBody>
        </p:sp>
        <p:sp>
          <p:nvSpPr>
            <p:cNvPr id="556059" name="Text Box 27"/>
            <p:cNvSpPr txBox="1">
              <a:spLocks noChangeArrowheads="1"/>
            </p:cNvSpPr>
            <p:nvPr/>
          </p:nvSpPr>
          <p:spPr bwMode="auto">
            <a:xfrm>
              <a:off x="960" y="2352"/>
              <a:ext cx="32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charset="0"/>
                  <a:ea typeface="黑体" charset="-122"/>
                </a:rPr>
                <a:t>a</a:t>
              </a:r>
              <a:endParaRPr kumimoji="1" lang="en-US" altLang="zh-CN" sz="2400" b="1" i="1">
                <a:latin typeface="Times New Roman" charset="0"/>
              </a:endParaRPr>
            </a:p>
          </p:txBody>
        </p:sp>
        <p:sp>
          <p:nvSpPr>
            <p:cNvPr id="556060" name="Text Box 28"/>
            <p:cNvSpPr txBox="1">
              <a:spLocks noChangeArrowheads="1"/>
            </p:cNvSpPr>
            <p:nvPr/>
          </p:nvSpPr>
          <p:spPr bwMode="auto">
            <a:xfrm>
              <a:off x="656" y="3024"/>
              <a:ext cx="63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charset="0"/>
                  <a:ea typeface="黑体" charset="-122"/>
                </a:rPr>
                <a:t>c</a:t>
              </a:r>
              <a:endParaRPr kumimoji="1" lang="en-US" altLang="zh-CN" sz="2400" b="1" i="1">
                <a:latin typeface="Times New Roman" charset="0"/>
              </a:endParaRPr>
            </a:p>
          </p:txBody>
        </p:sp>
        <p:sp>
          <p:nvSpPr>
            <p:cNvPr id="556061" name="Freeform 29"/>
            <p:cNvSpPr>
              <a:spLocks/>
            </p:cNvSpPr>
            <p:nvPr/>
          </p:nvSpPr>
          <p:spPr bwMode="auto">
            <a:xfrm>
              <a:off x="943" y="524"/>
              <a:ext cx="2617" cy="1515"/>
            </a:xfrm>
            <a:custGeom>
              <a:avLst/>
              <a:gdLst>
                <a:gd name="T0" fmla="*/ 0 w 1490"/>
                <a:gd name="T1" fmla="*/ 818 h 1309"/>
                <a:gd name="T2" fmla="*/ 672 w 1490"/>
                <a:gd name="T3" fmla="*/ 0 h 1309"/>
                <a:gd name="T4" fmla="*/ 1490 w 1490"/>
                <a:gd name="T5" fmla="*/ 1309 h 1309"/>
                <a:gd name="T6" fmla="*/ 0 w 1490"/>
                <a:gd name="T7" fmla="*/ 818 h 1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0" h="1309">
                  <a:moveTo>
                    <a:pt x="0" y="818"/>
                  </a:moveTo>
                  <a:lnTo>
                    <a:pt x="672" y="0"/>
                  </a:lnTo>
                  <a:lnTo>
                    <a:pt x="1490" y="1309"/>
                  </a:lnTo>
                  <a:lnTo>
                    <a:pt x="0" y="818"/>
                  </a:lnTo>
                  <a:close/>
                </a:path>
              </a:pathLst>
            </a:custGeom>
            <a:solidFill>
              <a:srgbClr val="FF9300">
                <a:alpha val="80000"/>
              </a:srgbClr>
            </a:solidFill>
            <a:ln w="28575" cmpd="sng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62" name="Freeform 30"/>
            <p:cNvSpPr>
              <a:spLocks/>
            </p:cNvSpPr>
            <p:nvPr/>
          </p:nvSpPr>
          <p:spPr bwMode="auto">
            <a:xfrm>
              <a:off x="943" y="2691"/>
              <a:ext cx="2617" cy="1326"/>
            </a:xfrm>
            <a:custGeom>
              <a:avLst/>
              <a:gdLst>
                <a:gd name="T0" fmla="*/ 672 w 1490"/>
                <a:gd name="T1" fmla="*/ 1146 h 1146"/>
                <a:gd name="T2" fmla="*/ 0 w 1490"/>
                <a:gd name="T3" fmla="*/ 446 h 1146"/>
                <a:gd name="T4" fmla="*/ 1490 w 1490"/>
                <a:gd name="T5" fmla="*/ 0 h 1146"/>
                <a:gd name="T6" fmla="*/ 672 w 1490"/>
                <a:gd name="T7" fmla="*/ 1146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0" h="1146">
                  <a:moveTo>
                    <a:pt x="672" y="1146"/>
                  </a:moveTo>
                  <a:lnTo>
                    <a:pt x="0" y="446"/>
                  </a:lnTo>
                  <a:lnTo>
                    <a:pt x="1490" y="0"/>
                  </a:lnTo>
                  <a:lnTo>
                    <a:pt x="672" y="1146"/>
                  </a:lnTo>
                  <a:close/>
                </a:path>
              </a:pathLst>
            </a:custGeom>
            <a:solidFill>
              <a:srgbClr val="FF9300">
                <a:alpha val="75000"/>
              </a:srgbClr>
            </a:solidFill>
            <a:ln w="28575" cmpd="sng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63" name="Text Box 31"/>
            <p:cNvSpPr txBox="1">
              <a:spLocks noChangeArrowheads="1"/>
            </p:cNvSpPr>
            <p:nvPr/>
          </p:nvSpPr>
          <p:spPr bwMode="auto">
            <a:xfrm>
              <a:off x="2052" y="264"/>
              <a:ext cx="4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charset="0"/>
                  <a:ea typeface="黑体" charset="-122"/>
                </a:rPr>
                <a:t>d</a:t>
              </a:r>
              <a:r>
                <a:rPr kumimoji="1" lang="en-US" altLang="zh-CN" sz="2400" b="1" i="1">
                  <a:latin typeface="Times New Roman" charset="0"/>
                  <a:sym typeface="Symbol" charset="2"/>
                </a:rPr>
                <a:t></a:t>
              </a:r>
              <a:endParaRPr kumimoji="1" lang="en-US" altLang="zh-CN" sz="2800" b="1" i="1">
                <a:latin typeface="Times New Roman" charset="0"/>
                <a:ea typeface="黑体" charset="-122"/>
              </a:endParaRPr>
            </a:p>
          </p:txBody>
        </p:sp>
        <p:sp>
          <p:nvSpPr>
            <p:cNvPr id="556064" name="Text Box 32"/>
            <p:cNvSpPr txBox="1">
              <a:spLocks noChangeArrowheads="1"/>
            </p:cNvSpPr>
            <p:nvPr/>
          </p:nvSpPr>
          <p:spPr bwMode="auto">
            <a:xfrm>
              <a:off x="3516" y="1776"/>
              <a:ext cx="4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charset="0"/>
                  <a:ea typeface="黑体" charset="-122"/>
                </a:rPr>
                <a:t>e</a:t>
              </a:r>
              <a:r>
                <a:rPr kumimoji="1" lang="en-US" altLang="zh-CN" sz="2400" b="1" i="1">
                  <a:latin typeface="Times New Roman" charset="0"/>
                  <a:sym typeface="Symbol" charset="2"/>
                </a:rPr>
                <a:t></a:t>
              </a:r>
              <a:endParaRPr kumimoji="1" lang="en-US" altLang="zh-CN" sz="2800" b="1" i="1">
                <a:latin typeface="Times New Roman" charset="0"/>
                <a:ea typeface="黑体" charset="-122"/>
              </a:endParaRPr>
            </a:p>
          </p:txBody>
        </p:sp>
        <p:sp>
          <p:nvSpPr>
            <p:cNvPr id="556065" name="Text Box 33"/>
            <p:cNvSpPr txBox="1">
              <a:spLocks noChangeArrowheads="1"/>
            </p:cNvSpPr>
            <p:nvPr/>
          </p:nvSpPr>
          <p:spPr bwMode="auto">
            <a:xfrm>
              <a:off x="3533" y="2496"/>
              <a:ext cx="39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charset="0"/>
                  <a:ea typeface="黑体" charset="-122"/>
                </a:rPr>
                <a:t>e</a:t>
              </a:r>
              <a:endParaRPr kumimoji="1" lang="en-US" altLang="zh-CN" sz="2400" b="1" i="1">
                <a:latin typeface="Times New Roman" charset="0"/>
              </a:endParaRPr>
            </a:p>
          </p:txBody>
        </p:sp>
        <p:sp>
          <p:nvSpPr>
            <p:cNvPr id="556066" name="Text Box 34"/>
            <p:cNvSpPr txBox="1">
              <a:spLocks noChangeArrowheads="1"/>
            </p:cNvSpPr>
            <p:nvPr/>
          </p:nvSpPr>
          <p:spPr bwMode="auto">
            <a:xfrm>
              <a:off x="2088" y="3993"/>
              <a:ext cx="39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charset="0"/>
                  <a:ea typeface="黑体" charset="-122"/>
                </a:rPr>
                <a:t>d</a:t>
              </a:r>
              <a:endParaRPr kumimoji="1" lang="en-US" altLang="zh-CN" sz="2400" b="1" i="1">
                <a:latin typeface="Times New Roman" charset="0"/>
              </a:endParaRPr>
            </a:p>
          </p:txBody>
        </p:sp>
        <p:sp>
          <p:nvSpPr>
            <p:cNvPr id="556067" name="Text Box 35"/>
            <p:cNvSpPr txBox="1">
              <a:spLocks noChangeArrowheads="1"/>
            </p:cNvSpPr>
            <p:nvPr/>
          </p:nvSpPr>
          <p:spPr bwMode="auto">
            <a:xfrm>
              <a:off x="720" y="1224"/>
              <a:ext cx="67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i="1">
                  <a:latin typeface="Times New Roman" charset="0"/>
                  <a:ea typeface="黑体" charset="-122"/>
                </a:rPr>
                <a:t>c</a:t>
              </a:r>
              <a:r>
                <a:rPr kumimoji="1" lang="en-US" altLang="zh-CN" sz="2400" b="1" i="1">
                  <a:latin typeface="Times New Roman" charset="0"/>
                  <a:sym typeface="Symbol" charset="2"/>
                </a:rPr>
                <a:t></a:t>
              </a:r>
              <a:endParaRPr kumimoji="1" lang="en-US" altLang="zh-CN" sz="2800" b="1" i="1">
                <a:latin typeface="Times New Roman" charset="0"/>
                <a:ea typeface="黑体" charset="-122"/>
              </a:endParaRPr>
            </a:p>
          </p:txBody>
        </p:sp>
        <p:sp>
          <p:nvSpPr>
            <p:cNvPr id="556068" name="Line 36"/>
            <p:cNvSpPr>
              <a:spLocks noChangeShapeType="1"/>
            </p:cNvSpPr>
            <p:nvPr/>
          </p:nvSpPr>
          <p:spPr bwMode="auto">
            <a:xfrm>
              <a:off x="3106" y="2208"/>
              <a:ext cx="1" cy="18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69" name="Line 37"/>
            <p:cNvSpPr>
              <a:spLocks noChangeShapeType="1"/>
            </p:cNvSpPr>
            <p:nvPr/>
          </p:nvSpPr>
          <p:spPr bwMode="auto">
            <a:xfrm>
              <a:off x="1155" y="528"/>
              <a:ext cx="1" cy="19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56070" name="Line 38"/>
          <p:cNvSpPr>
            <a:spLocks noChangeShapeType="1"/>
          </p:cNvSpPr>
          <p:nvPr/>
        </p:nvSpPr>
        <p:spPr bwMode="auto">
          <a:xfrm flipV="1">
            <a:off x="4419600" y="1524000"/>
            <a:ext cx="1143000" cy="1143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6071" name="Text Box 39"/>
          <p:cNvSpPr txBox="1">
            <a:spLocks noChangeArrowheads="1"/>
          </p:cNvSpPr>
          <p:nvPr/>
        </p:nvSpPr>
        <p:spPr bwMode="auto">
          <a:xfrm>
            <a:off x="4381500" y="4343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Dutch801 XBd BT" charset="0"/>
              </a:rPr>
              <a:t>1</a:t>
            </a:r>
          </a:p>
        </p:txBody>
      </p:sp>
      <p:grpSp>
        <p:nvGrpSpPr>
          <p:cNvPr id="556072" name="Group 40"/>
          <p:cNvGrpSpPr>
            <a:grpSpLocks/>
          </p:cNvGrpSpPr>
          <p:nvPr/>
        </p:nvGrpSpPr>
        <p:grpSpPr bwMode="auto">
          <a:xfrm>
            <a:off x="5486400" y="1143000"/>
            <a:ext cx="762000" cy="4572000"/>
            <a:chOff x="2496" y="720"/>
            <a:chExt cx="480" cy="2880"/>
          </a:xfrm>
        </p:grpSpPr>
        <p:sp>
          <p:nvSpPr>
            <p:cNvPr id="556073" name="Line 41"/>
            <p:cNvSpPr>
              <a:spLocks noChangeShapeType="1"/>
            </p:cNvSpPr>
            <p:nvPr/>
          </p:nvSpPr>
          <p:spPr bwMode="auto">
            <a:xfrm flipV="1">
              <a:off x="2544" y="960"/>
              <a:ext cx="0" cy="26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74" name="Text Box 42"/>
            <p:cNvSpPr txBox="1">
              <a:spLocks noChangeArrowheads="1"/>
            </p:cNvSpPr>
            <p:nvPr/>
          </p:nvSpPr>
          <p:spPr bwMode="auto">
            <a:xfrm>
              <a:off x="2496" y="720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Swis721 Blk BT" charset="0"/>
                </a:rPr>
                <a:t>2</a:t>
              </a:r>
              <a:r>
                <a:rPr kumimoji="1" lang="en-US" altLang="zh-CN" sz="2400" b="1" i="1">
                  <a:latin typeface="Swis721 Blk BT" charset="0"/>
                  <a:sym typeface="Symbol" charset="2"/>
                </a:rPr>
                <a:t></a:t>
              </a:r>
              <a:endParaRPr kumimoji="1" lang="en-US" altLang="zh-CN" sz="2400" b="1" i="1">
                <a:latin typeface="Swis721 Blk BT" charset="0"/>
              </a:endParaRPr>
            </a:p>
          </p:txBody>
        </p:sp>
      </p:grpSp>
      <p:sp>
        <p:nvSpPr>
          <p:cNvPr id="556075" name="Oval 43"/>
          <p:cNvSpPr>
            <a:spLocks noChangeArrowheads="1"/>
          </p:cNvSpPr>
          <p:nvPr/>
        </p:nvSpPr>
        <p:spPr bwMode="auto">
          <a:xfrm>
            <a:off x="4370389" y="4730751"/>
            <a:ext cx="130175" cy="13017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6076" name="Oval 44"/>
          <p:cNvSpPr>
            <a:spLocks noChangeArrowheads="1"/>
          </p:cNvSpPr>
          <p:nvPr/>
        </p:nvSpPr>
        <p:spPr bwMode="auto">
          <a:xfrm>
            <a:off x="5500689" y="5629276"/>
            <a:ext cx="130175" cy="13017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6077" name="Oval 45"/>
          <p:cNvSpPr>
            <a:spLocks noChangeArrowheads="1"/>
          </p:cNvSpPr>
          <p:nvPr/>
        </p:nvSpPr>
        <p:spPr bwMode="auto">
          <a:xfrm>
            <a:off x="4383089" y="2595564"/>
            <a:ext cx="130175" cy="13017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6078" name="Oval 46"/>
          <p:cNvSpPr>
            <a:spLocks noChangeArrowheads="1"/>
          </p:cNvSpPr>
          <p:nvPr/>
        </p:nvSpPr>
        <p:spPr bwMode="auto">
          <a:xfrm>
            <a:off x="5486401" y="1477964"/>
            <a:ext cx="130175" cy="130175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6079" name="Line 47"/>
          <p:cNvSpPr>
            <a:spLocks noChangeShapeType="1"/>
          </p:cNvSpPr>
          <p:nvPr/>
        </p:nvSpPr>
        <p:spPr bwMode="auto">
          <a:xfrm>
            <a:off x="4876800" y="2133600"/>
            <a:ext cx="0" cy="297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56080" name="Group 48"/>
          <p:cNvGrpSpPr>
            <a:grpSpLocks/>
          </p:cNvGrpSpPr>
          <p:nvPr/>
        </p:nvGrpSpPr>
        <p:grpSpPr bwMode="auto">
          <a:xfrm>
            <a:off x="4724400" y="5086350"/>
            <a:ext cx="228600" cy="476250"/>
            <a:chOff x="2016" y="3204"/>
            <a:chExt cx="144" cy="300"/>
          </a:xfrm>
        </p:grpSpPr>
        <p:sp>
          <p:nvSpPr>
            <p:cNvPr id="556081" name="Oval 49"/>
            <p:cNvSpPr>
              <a:spLocks noChangeArrowheads="1"/>
            </p:cNvSpPr>
            <p:nvPr/>
          </p:nvSpPr>
          <p:spPr bwMode="auto">
            <a:xfrm>
              <a:off x="2064" y="3204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82" name="Text Box 50"/>
            <p:cNvSpPr txBox="1">
              <a:spLocks noChangeArrowheads="1"/>
            </p:cNvSpPr>
            <p:nvPr/>
          </p:nvSpPr>
          <p:spPr bwMode="auto">
            <a:xfrm>
              <a:off x="2016" y="3216"/>
              <a:ext cx="1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hlink"/>
                  </a:solidFill>
                  <a:latin typeface="Times New Roman" charset="0"/>
                </a:rPr>
                <a:t>k</a:t>
              </a:r>
            </a:p>
          </p:txBody>
        </p:sp>
      </p:grpSp>
      <p:grpSp>
        <p:nvGrpSpPr>
          <p:cNvPr id="556083" name="Group 51"/>
          <p:cNvGrpSpPr>
            <a:grpSpLocks/>
          </p:cNvGrpSpPr>
          <p:nvPr/>
        </p:nvGrpSpPr>
        <p:grpSpPr bwMode="auto">
          <a:xfrm>
            <a:off x="4757738" y="1681163"/>
            <a:ext cx="742950" cy="609600"/>
            <a:chOff x="2028" y="1032"/>
            <a:chExt cx="468" cy="384"/>
          </a:xfrm>
        </p:grpSpPr>
        <p:sp>
          <p:nvSpPr>
            <p:cNvPr id="556084" name="Oval 52"/>
            <p:cNvSpPr>
              <a:spLocks noChangeArrowheads="1"/>
            </p:cNvSpPr>
            <p:nvPr/>
          </p:nvSpPr>
          <p:spPr bwMode="auto">
            <a:xfrm>
              <a:off x="2060" y="1320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6085" name="Text Box 53"/>
            <p:cNvSpPr txBox="1">
              <a:spLocks noChangeArrowheads="1"/>
            </p:cNvSpPr>
            <p:nvPr/>
          </p:nvSpPr>
          <p:spPr bwMode="auto">
            <a:xfrm>
              <a:off x="2028" y="1032"/>
              <a:ext cx="4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hlink"/>
                  </a:solidFill>
                  <a:latin typeface="Times New Roman" charset="0"/>
                </a:rPr>
                <a:t>k</a:t>
              </a:r>
              <a:r>
                <a:rPr kumimoji="1" lang="en-US" altLang="zh-CN" sz="2400" b="1" i="1">
                  <a:solidFill>
                    <a:schemeClr val="hlink"/>
                  </a:solidFill>
                  <a:latin typeface="Times New Roman" charset="0"/>
                  <a:sym typeface="Symbol" charset="2"/>
                </a:rPr>
                <a:t></a:t>
              </a:r>
              <a:endParaRPr kumimoji="1" lang="en-US" altLang="zh-CN" sz="2400" b="1" i="1">
                <a:solidFill>
                  <a:schemeClr val="hlink"/>
                </a:solidFill>
                <a:latin typeface="Times New Roman" charset="0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D94B458-7F59-46E6-8415-6B9C9A79C69D}"/>
              </a:ext>
            </a:extLst>
          </p:cNvPr>
          <p:cNvSpPr/>
          <p:nvPr/>
        </p:nvSpPr>
        <p:spPr>
          <a:xfrm>
            <a:off x="756675" y="243832"/>
            <a:ext cx="1949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宋体" charset="-122"/>
              </a:rPr>
              <a:t>例</a:t>
            </a:r>
            <a:r>
              <a:rPr lang="en-US" altLang="zh-CN" sz="2400" b="1" dirty="0">
                <a:latin typeface="宋体" charset="-122"/>
              </a:rPr>
              <a:t>6.1 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</a:t>
            </a:r>
            <a:endParaRPr lang="zh-CN" altLang="en-US" sz="24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A3A22-D857-48AB-9637-010409B3F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1165E-A61E-8B4F-B427-DF87EB8EB115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10B78-C808-4D34-982C-C42F26157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A27D10-26DC-473F-845C-119799D9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00778"/>
      </p:ext>
    </p:extLst>
  </p:cSld>
  <p:clrMapOvr>
    <a:masterClrMapping/>
  </p:clrMapOvr>
  <p:transition spd="med"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56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56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5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56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56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56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55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55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2000"/>
                                        <p:tgtEl>
                                          <p:spTgt spid="55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556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2000"/>
                                        <p:tgtEl>
                                          <p:spTgt spid="55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556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000"/>
                                        <p:tgtEl>
                                          <p:spTgt spid="55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556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000"/>
                                        <p:tgtEl>
                                          <p:spTgt spid="55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000"/>
                                        <p:tgtEl>
                                          <p:spTgt spid="556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556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34" grpId="0" autoUpdateAnimBg="0"/>
      <p:bldP spid="556039" grpId="0" autoUpdateAnimBg="0"/>
      <p:bldP spid="556043" grpId="0" build="p" autoUpdateAnimBg="0"/>
      <p:bldP spid="556044" grpId="0" build="p" autoUpdateAnimBg="0"/>
      <p:bldP spid="556045" grpId="0" build="p" autoUpdateAnimBg="0"/>
      <p:bldP spid="556070" grpId="0" animBg="1"/>
      <p:bldP spid="556071" grpId="0" autoUpdateAnimBg="0"/>
      <p:bldP spid="556075" grpId="0" animBg="1"/>
      <p:bldP spid="556076" grpId="0" animBg="1"/>
      <p:bldP spid="556077" grpId="0" animBg="1"/>
      <p:bldP spid="556078" grpId="0" animBg="1"/>
      <p:bldP spid="55607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71091" y="67071"/>
            <a:ext cx="7258844" cy="551656"/>
          </a:xfrm>
        </p:spPr>
        <p:txBody>
          <a:bodyPr>
            <a:normAutofit fontScale="90000"/>
          </a:bodyPr>
          <a:lstStyle/>
          <a:p>
            <a:r>
              <a:rPr lang="zh-CN" altLang="en-US" sz="2400" dirty="0">
                <a:latin typeface="宋体" charset="-122"/>
              </a:rPr>
              <a:t>例</a:t>
            </a:r>
            <a:r>
              <a:rPr lang="en-US" altLang="zh-CN" sz="2400" dirty="0">
                <a:latin typeface="宋体" charset="-122"/>
              </a:rPr>
              <a:t>6.1 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 </a:t>
            </a:r>
            <a:r>
              <a:rPr lang="zh-CN" altLang="en-US" sz="2400" dirty="0">
                <a:latin typeface="+mn-ea"/>
                <a:ea typeface="+mn-ea"/>
                <a:cs typeface="DengXian" charset="-122"/>
              </a:rPr>
              <a:t>直线</a:t>
            </a:r>
            <a:r>
              <a:rPr lang="en-US" altLang="zh-CN" sz="2400" i="1" dirty="0">
                <a:latin typeface="+mn-ea"/>
                <a:ea typeface="+mn-ea"/>
                <a:cs typeface="DengXian" charset="-122"/>
              </a:rPr>
              <a:t>AB</a:t>
            </a:r>
            <a:r>
              <a:rPr lang="zh-CN" altLang="en-US" sz="2400" dirty="0">
                <a:latin typeface="+mn-ea"/>
                <a:ea typeface="+mn-ea"/>
                <a:cs typeface="DengXian" charset="-122"/>
              </a:rPr>
              <a:t>与平面</a:t>
            </a:r>
            <a:r>
              <a:rPr lang="en-US" altLang="zh-CN" sz="2400" dirty="0">
                <a:latin typeface="+mn-ea"/>
                <a:ea typeface="+mn-ea"/>
                <a:cs typeface="DengXian" charset="-122"/>
              </a:rPr>
              <a:t>Δ</a:t>
            </a:r>
            <a:r>
              <a:rPr lang="en-US" altLang="zh-CN" sz="2400" i="1" dirty="0">
                <a:latin typeface="+mn-ea"/>
                <a:ea typeface="+mn-ea"/>
                <a:cs typeface="DengXian" charset="-122"/>
              </a:rPr>
              <a:t>CDE</a:t>
            </a:r>
            <a:r>
              <a:rPr lang="zh-CN" altLang="en-US" sz="2400" dirty="0">
                <a:latin typeface="+mn-ea"/>
                <a:ea typeface="+mn-ea"/>
                <a:cs typeface="DengXian" charset="-122"/>
              </a:rPr>
              <a:t>相交，判别可见性。</a:t>
            </a:r>
          </a:p>
        </p:txBody>
      </p:sp>
      <p:sp>
        <p:nvSpPr>
          <p:cNvPr id="557059" name="Line 3"/>
          <p:cNvSpPr>
            <a:spLocks noChangeShapeType="1"/>
          </p:cNvSpPr>
          <p:nvPr/>
        </p:nvSpPr>
        <p:spPr bwMode="auto">
          <a:xfrm>
            <a:off x="4419600" y="1498600"/>
            <a:ext cx="1873250" cy="1625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57060" name="Group 4"/>
          <p:cNvGrpSpPr>
            <a:grpSpLocks/>
          </p:cNvGrpSpPr>
          <p:nvPr/>
        </p:nvGrpSpPr>
        <p:grpSpPr bwMode="auto">
          <a:xfrm>
            <a:off x="3440114" y="941389"/>
            <a:ext cx="4181475" cy="5526087"/>
            <a:chOff x="1231" y="629"/>
            <a:chExt cx="2634" cy="3481"/>
          </a:xfrm>
        </p:grpSpPr>
        <p:sp>
          <p:nvSpPr>
            <p:cNvPr id="557061" name="Freeform 5"/>
            <p:cNvSpPr>
              <a:spLocks/>
            </p:cNvSpPr>
            <p:nvPr/>
          </p:nvSpPr>
          <p:spPr bwMode="auto">
            <a:xfrm>
              <a:off x="1231" y="629"/>
              <a:ext cx="2617" cy="1515"/>
            </a:xfrm>
            <a:custGeom>
              <a:avLst/>
              <a:gdLst>
                <a:gd name="T0" fmla="*/ 0 w 1490"/>
                <a:gd name="T1" fmla="*/ 818 h 1309"/>
                <a:gd name="T2" fmla="*/ 672 w 1490"/>
                <a:gd name="T3" fmla="*/ 0 h 1309"/>
                <a:gd name="T4" fmla="*/ 1490 w 1490"/>
                <a:gd name="T5" fmla="*/ 1309 h 1309"/>
                <a:gd name="T6" fmla="*/ 0 w 1490"/>
                <a:gd name="T7" fmla="*/ 818 h 1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0" h="1309">
                  <a:moveTo>
                    <a:pt x="0" y="818"/>
                  </a:moveTo>
                  <a:lnTo>
                    <a:pt x="672" y="0"/>
                  </a:lnTo>
                  <a:lnTo>
                    <a:pt x="1490" y="1309"/>
                  </a:lnTo>
                  <a:lnTo>
                    <a:pt x="0" y="818"/>
                  </a:lnTo>
                  <a:close/>
                </a:path>
              </a:pathLst>
            </a:custGeom>
            <a:solidFill>
              <a:srgbClr val="FF9300">
                <a:alpha val="89999"/>
              </a:srgbClr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7062" name="Freeform 6"/>
            <p:cNvSpPr>
              <a:spLocks/>
            </p:cNvSpPr>
            <p:nvPr/>
          </p:nvSpPr>
          <p:spPr bwMode="auto">
            <a:xfrm>
              <a:off x="1248" y="2784"/>
              <a:ext cx="2617" cy="1326"/>
            </a:xfrm>
            <a:custGeom>
              <a:avLst/>
              <a:gdLst>
                <a:gd name="T0" fmla="*/ 672 w 1490"/>
                <a:gd name="T1" fmla="*/ 1146 h 1146"/>
                <a:gd name="T2" fmla="*/ 0 w 1490"/>
                <a:gd name="T3" fmla="*/ 446 h 1146"/>
                <a:gd name="T4" fmla="*/ 1490 w 1490"/>
                <a:gd name="T5" fmla="*/ 0 h 1146"/>
                <a:gd name="T6" fmla="*/ 672 w 1490"/>
                <a:gd name="T7" fmla="*/ 1146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0" h="1146">
                  <a:moveTo>
                    <a:pt x="672" y="1146"/>
                  </a:moveTo>
                  <a:lnTo>
                    <a:pt x="0" y="446"/>
                  </a:lnTo>
                  <a:lnTo>
                    <a:pt x="1490" y="0"/>
                  </a:lnTo>
                  <a:lnTo>
                    <a:pt x="672" y="1146"/>
                  </a:lnTo>
                  <a:close/>
                </a:path>
              </a:pathLst>
            </a:custGeom>
            <a:solidFill>
              <a:srgbClr val="FF9300"/>
            </a:solidFill>
            <a:ln w="28575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57063" name="Text Box 7"/>
          <p:cNvSpPr txBox="1">
            <a:spLocks noChangeArrowheads="1"/>
          </p:cNvSpPr>
          <p:nvPr/>
        </p:nvSpPr>
        <p:spPr bwMode="auto">
          <a:xfrm>
            <a:off x="3740151" y="1339759"/>
            <a:ext cx="1155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grpSp>
        <p:nvGrpSpPr>
          <p:cNvPr id="557064" name="Group 8"/>
          <p:cNvGrpSpPr>
            <a:grpSpLocks/>
          </p:cNvGrpSpPr>
          <p:nvPr/>
        </p:nvGrpSpPr>
        <p:grpSpPr bwMode="auto">
          <a:xfrm>
            <a:off x="3390900" y="864394"/>
            <a:ext cx="4216400" cy="5872162"/>
            <a:chOff x="1200" y="585"/>
            <a:chExt cx="2656" cy="3699"/>
          </a:xfrm>
        </p:grpSpPr>
        <p:sp>
          <p:nvSpPr>
            <p:cNvPr id="557065" name="Line 9"/>
            <p:cNvSpPr>
              <a:spLocks noChangeShapeType="1"/>
            </p:cNvSpPr>
            <p:nvPr/>
          </p:nvSpPr>
          <p:spPr bwMode="auto">
            <a:xfrm>
              <a:off x="1443" y="633"/>
              <a:ext cx="1951" cy="16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7066" name="Line 10"/>
            <p:cNvSpPr>
              <a:spLocks noChangeShapeType="1"/>
            </p:cNvSpPr>
            <p:nvPr/>
          </p:nvSpPr>
          <p:spPr bwMode="auto">
            <a:xfrm>
              <a:off x="1443" y="2553"/>
              <a:ext cx="1951" cy="158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7067" name="Text Box 11"/>
            <p:cNvSpPr txBox="1">
              <a:spLocks noChangeArrowheads="1"/>
            </p:cNvSpPr>
            <p:nvPr/>
          </p:nvSpPr>
          <p:spPr bwMode="auto">
            <a:xfrm>
              <a:off x="1200" y="585"/>
              <a:ext cx="66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charset="2"/>
                </a:rPr>
                <a:t></a:t>
              </a:r>
              <a:endPara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7068" name="Text Box 12"/>
            <p:cNvSpPr txBox="1">
              <a:spLocks noChangeArrowheads="1"/>
            </p:cNvSpPr>
            <p:nvPr/>
          </p:nvSpPr>
          <p:spPr bwMode="auto">
            <a:xfrm>
              <a:off x="3394" y="2121"/>
              <a:ext cx="46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b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charset="2"/>
                </a:rPr>
                <a:t></a:t>
              </a:r>
              <a:endPara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7069" name="Text Box 13"/>
            <p:cNvSpPr txBox="1">
              <a:spLocks noChangeArrowheads="1"/>
            </p:cNvSpPr>
            <p:nvPr/>
          </p:nvSpPr>
          <p:spPr bwMode="auto">
            <a:xfrm>
              <a:off x="3408" y="3993"/>
              <a:ext cx="32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57070" name="Text Box 14"/>
            <p:cNvSpPr txBox="1">
              <a:spLocks noChangeArrowheads="1"/>
            </p:cNvSpPr>
            <p:nvPr/>
          </p:nvSpPr>
          <p:spPr bwMode="auto">
            <a:xfrm>
              <a:off x="1248" y="2457"/>
              <a:ext cx="32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i="1" dirty="0">
                  <a:ea typeface="黑体" panose="02010609060101010101" pitchFamily="49" charset="-122"/>
                </a:rPr>
                <a:t>a</a:t>
              </a:r>
            </a:p>
          </p:txBody>
        </p:sp>
      </p:grpSp>
      <p:grpSp>
        <p:nvGrpSpPr>
          <p:cNvPr id="557071" name="Group 15"/>
          <p:cNvGrpSpPr>
            <a:grpSpLocks/>
          </p:cNvGrpSpPr>
          <p:nvPr/>
        </p:nvGrpSpPr>
        <p:grpSpPr bwMode="auto">
          <a:xfrm>
            <a:off x="2324100" y="540544"/>
            <a:ext cx="6389688" cy="6234112"/>
            <a:chOff x="528" y="393"/>
            <a:chExt cx="4025" cy="3927"/>
          </a:xfrm>
        </p:grpSpPr>
        <p:sp>
          <p:nvSpPr>
            <p:cNvPr id="557072" name="Text Box 16"/>
            <p:cNvSpPr txBox="1">
              <a:spLocks noChangeArrowheads="1"/>
            </p:cNvSpPr>
            <p:nvPr/>
          </p:nvSpPr>
          <p:spPr bwMode="auto">
            <a:xfrm>
              <a:off x="1016" y="3129"/>
              <a:ext cx="6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57073" name="Text Box 17"/>
            <p:cNvSpPr txBox="1">
              <a:spLocks noChangeArrowheads="1"/>
            </p:cNvSpPr>
            <p:nvPr/>
          </p:nvSpPr>
          <p:spPr bwMode="auto">
            <a:xfrm>
              <a:off x="3821" y="1929"/>
              <a:ext cx="7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e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charset="2"/>
                </a:rPr>
                <a:t></a:t>
              </a:r>
              <a:endPara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7074" name="Text Box 18"/>
            <p:cNvSpPr txBox="1">
              <a:spLocks noChangeArrowheads="1"/>
            </p:cNvSpPr>
            <p:nvPr/>
          </p:nvSpPr>
          <p:spPr bwMode="auto">
            <a:xfrm>
              <a:off x="3821" y="2601"/>
              <a:ext cx="3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557075" name="Text Box 19"/>
            <p:cNvSpPr txBox="1">
              <a:spLocks noChangeArrowheads="1"/>
            </p:cNvSpPr>
            <p:nvPr/>
          </p:nvSpPr>
          <p:spPr bwMode="auto">
            <a:xfrm>
              <a:off x="2376" y="4032"/>
              <a:ext cx="39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57076" name="Text Box 20"/>
            <p:cNvSpPr txBox="1">
              <a:spLocks noChangeArrowheads="1"/>
            </p:cNvSpPr>
            <p:nvPr/>
          </p:nvSpPr>
          <p:spPr bwMode="auto">
            <a:xfrm>
              <a:off x="1008" y="1353"/>
              <a:ext cx="6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charset="2"/>
                </a:rPr>
                <a:t></a:t>
              </a:r>
              <a:endPara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7077" name="Text Box 21"/>
            <p:cNvSpPr txBox="1">
              <a:spLocks noChangeArrowheads="1"/>
            </p:cNvSpPr>
            <p:nvPr/>
          </p:nvSpPr>
          <p:spPr bwMode="auto">
            <a:xfrm>
              <a:off x="2352" y="393"/>
              <a:ext cx="4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d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charset="2"/>
                </a:rPr>
                <a:t></a:t>
              </a:r>
              <a:endPara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7078" name="Line 22"/>
            <p:cNvSpPr>
              <a:spLocks noChangeShapeType="1"/>
            </p:cNvSpPr>
            <p:nvPr/>
          </p:nvSpPr>
          <p:spPr bwMode="auto">
            <a:xfrm>
              <a:off x="528" y="2400"/>
              <a:ext cx="374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57079" name="Text Box 23"/>
          <p:cNvSpPr txBox="1">
            <a:spLocks noChangeArrowheads="1"/>
          </p:cNvSpPr>
          <p:nvPr/>
        </p:nvSpPr>
        <p:spPr bwMode="auto">
          <a:xfrm>
            <a:off x="4120244" y="5900738"/>
            <a:ext cx="71845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57080" name="Text Box 24"/>
          <p:cNvSpPr txBox="1">
            <a:spLocks noChangeArrowheads="1"/>
          </p:cNvSpPr>
          <p:nvPr/>
        </p:nvSpPr>
        <p:spPr bwMode="auto">
          <a:xfrm>
            <a:off x="4533900" y="421005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57081" name="Text Box 25"/>
          <p:cNvSpPr txBox="1">
            <a:spLocks noChangeArrowheads="1"/>
          </p:cNvSpPr>
          <p:nvPr/>
        </p:nvSpPr>
        <p:spPr bwMode="auto">
          <a:xfrm>
            <a:off x="5519738" y="146685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charset="2"/>
              </a:rPr>
              <a:t></a:t>
            </a:r>
            <a:endParaRPr kumimoji="1" lang="en-US" altLang="zh-CN" sz="2400" i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57082" name="Group 26"/>
          <p:cNvGrpSpPr>
            <a:grpSpLocks/>
          </p:cNvGrpSpPr>
          <p:nvPr/>
        </p:nvGrpSpPr>
        <p:grpSpPr bwMode="auto">
          <a:xfrm>
            <a:off x="4540251" y="1606550"/>
            <a:ext cx="1770063" cy="1524000"/>
            <a:chOff x="1924" y="1048"/>
            <a:chExt cx="1115" cy="960"/>
          </a:xfrm>
        </p:grpSpPr>
        <p:sp>
          <p:nvSpPr>
            <p:cNvPr id="557083" name="Line 27"/>
            <p:cNvSpPr>
              <a:spLocks noChangeShapeType="1"/>
            </p:cNvSpPr>
            <p:nvPr/>
          </p:nvSpPr>
          <p:spPr bwMode="auto">
            <a:xfrm>
              <a:off x="1924" y="1048"/>
              <a:ext cx="476" cy="40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7084" name="Freeform 28"/>
            <p:cNvSpPr>
              <a:spLocks/>
            </p:cNvSpPr>
            <p:nvPr/>
          </p:nvSpPr>
          <p:spPr bwMode="auto">
            <a:xfrm>
              <a:off x="2441" y="1488"/>
              <a:ext cx="598" cy="520"/>
            </a:xfrm>
            <a:custGeom>
              <a:avLst/>
              <a:gdLst>
                <a:gd name="T0" fmla="*/ 0 w 488"/>
                <a:gd name="T1" fmla="*/ 0 h 424"/>
                <a:gd name="T2" fmla="*/ 488 w 488"/>
                <a:gd name="T3" fmla="*/ 424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8" h="424">
                  <a:moveTo>
                    <a:pt x="0" y="0"/>
                  </a:moveTo>
                  <a:lnTo>
                    <a:pt x="488" y="424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57085" name="Text Box 29"/>
          <p:cNvSpPr txBox="1">
            <a:spLocks noChangeArrowheads="1"/>
          </p:cNvSpPr>
          <p:nvPr/>
        </p:nvSpPr>
        <p:spPr bwMode="auto">
          <a:xfrm>
            <a:off x="5314950" y="561975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zh-CN" altLang="en-US" sz="2400" b="1" i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  <p:grpSp>
        <p:nvGrpSpPr>
          <p:cNvPr id="557086" name="Group 30"/>
          <p:cNvGrpSpPr>
            <a:grpSpLocks/>
          </p:cNvGrpSpPr>
          <p:nvPr/>
        </p:nvGrpSpPr>
        <p:grpSpPr bwMode="auto">
          <a:xfrm>
            <a:off x="5143500" y="1862138"/>
            <a:ext cx="661988" cy="3943350"/>
            <a:chOff x="2304" y="1209"/>
            <a:chExt cx="417" cy="2484"/>
          </a:xfrm>
        </p:grpSpPr>
        <p:sp>
          <p:nvSpPr>
            <p:cNvPr id="557087" name="Line 31"/>
            <p:cNvSpPr>
              <a:spLocks noChangeShapeType="1"/>
            </p:cNvSpPr>
            <p:nvPr/>
          </p:nvSpPr>
          <p:spPr bwMode="auto">
            <a:xfrm flipV="1">
              <a:off x="2448" y="1545"/>
              <a:ext cx="0" cy="1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7088" name="Text Box 32"/>
            <p:cNvSpPr txBox="1">
              <a:spLocks noChangeArrowheads="1"/>
            </p:cNvSpPr>
            <p:nvPr/>
          </p:nvSpPr>
          <p:spPr bwMode="auto">
            <a:xfrm>
              <a:off x="2304" y="3405"/>
              <a:ext cx="3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k</a:t>
              </a:r>
            </a:p>
          </p:txBody>
        </p:sp>
        <p:sp>
          <p:nvSpPr>
            <p:cNvPr id="557089" name="Text Box 33"/>
            <p:cNvSpPr txBox="1">
              <a:spLocks noChangeArrowheads="1"/>
            </p:cNvSpPr>
            <p:nvPr/>
          </p:nvSpPr>
          <p:spPr bwMode="auto">
            <a:xfrm>
              <a:off x="2400" y="1209"/>
              <a:ext cx="3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k</a:t>
              </a:r>
              <a:r>
                <a:rPr kumimoji="1" lang="en-US" altLang="zh-CN" sz="2400" b="1" i="1" dirty="0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charset="2"/>
                </a:rPr>
                <a:t></a:t>
              </a:r>
              <a:endParaRPr kumimoji="1"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7090" name="Oval 34"/>
            <p:cNvSpPr>
              <a:spLocks noChangeArrowheads="1"/>
            </p:cNvSpPr>
            <p:nvPr/>
          </p:nvSpPr>
          <p:spPr bwMode="auto">
            <a:xfrm>
              <a:off x="2400" y="3337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7091" name="Oval 35"/>
            <p:cNvSpPr>
              <a:spLocks noChangeArrowheads="1"/>
            </p:cNvSpPr>
            <p:nvPr/>
          </p:nvSpPr>
          <p:spPr bwMode="auto">
            <a:xfrm>
              <a:off x="2400" y="1449"/>
              <a:ext cx="96" cy="96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57092" name="Line 36"/>
          <p:cNvSpPr>
            <a:spLocks noChangeShapeType="1"/>
          </p:cNvSpPr>
          <p:nvPr/>
        </p:nvSpPr>
        <p:spPr bwMode="auto">
          <a:xfrm>
            <a:off x="3771900" y="3975100"/>
            <a:ext cx="1549400" cy="12827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57093" name="Group 37"/>
          <p:cNvGrpSpPr>
            <a:grpSpLocks/>
          </p:cNvGrpSpPr>
          <p:nvPr/>
        </p:nvGrpSpPr>
        <p:grpSpPr bwMode="auto">
          <a:xfrm>
            <a:off x="5435600" y="5346700"/>
            <a:ext cx="533400" cy="419100"/>
            <a:chOff x="2464" y="3200"/>
            <a:chExt cx="336" cy="264"/>
          </a:xfrm>
        </p:grpSpPr>
        <p:sp>
          <p:nvSpPr>
            <p:cNvPr id="557094" name="Line 38"/>
            <p:cNvSpPr>
              <a:spLocks noChangeShapeType="1"/>
            </p:cNvSpPr>
            <p:nvPr/>
          </p:nvSpPr>
          <p:spPr bwMode="auto">
            <a:xfrm>
              <a:off x="2464" y="3200"/>
              <a:ext cx="336" cy="264"/>
            </a:xfrm>
            <a:prstGeom prst="line">
              <a:avLst/>
            </a:prstGeom>
            <a:noFill/>
            <a:ln w="762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7095" name="Line 39"/>
            <p:cNvSpPr>
              <a:spLocks noChangeShapeType="1"/>
            </p:cNvSpPr>
            <p:nvPr/>
          </p:nvSpPr>
          <p:spPr bwMode="auto">
            <a:xfrm>
              <a:off x="2464" y="3200"/>
              <a:ext cx="328" cy="26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57096" name="Line 40"/>
          <p:cNvSpPr>
            <a:spLocks noChangeShapeType="1"/>
          </p:cNvSpPr>
          <p:nvPr/>
        </p:nvSpPr>
        <p:spPr bwMode="auto">
          <a:xfrm>
            <a:off x="6108700" y="5880100"/>
            <a:ext cx="749300" cy="609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7097" name="Line 41"/>
          <p:cNvSpPr>
            <a:spLocks noChangeShapeType="1"/>
          </p:cNvSpPr>
          <p:nvPr/>
        </p:nvSpPr>
        <p:spPr bwMode="auto">
          <a:xfrm>
            <a:off x="3467100" y="2444750"/>
            <a:ext cx="0" cy="276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7098" name="Line 42"/>
          <p:cNvSpPr>
            <a:spLocks noChangeShapeType="1"/>
          </p:cNvSpPr>
          <p:nvPr/>
        </p:nvSpPr>
        <p:spPr bwMode="auto">
          <a:xfrm>
            <a:off x="7607300" y="3327400"/>
            <a:ext cx="0" cy="104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7099" name="Text Box 43"/>
          <p:cNvSpPr txBox="1">
            <a:spLocks noChangeArrowheads="1"/>
          </p:cNvSpPr>
          <p:nvPr/>
        </p:nvSpPr>
        <p:spPr bwMode="auto">
          <a:xfrm>
            <a:off x="2209800" y="3251201"/>
            <a:ext cx="508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57100" name="Text Box 44"/>
          <p:cNvSpPr txBox="1">
            <a:spLocks noChangeArrowheads="1"/>
          </p:cNvSpPr>
          <p:nvPr/>
        </p:nvSpPr>
        <p:spPr bwMode="auto">
          <a:xfrm>
            <a:off x="8097044" y="3240882"/>
            <a:ext cx="4889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O</a:t>
            </a:r>
          </a:p>
        </p:txBody>
      </p:sp>
      <p:grpSp>
        <p:nvGrpSpPr>
          <p:cNvPr id="557101" name="Group 45"/>
          <p:cNvGrpSpPr>
            <a:grpSpLocks/>
          </p:cNvGrpSpPr>
          <p:nvPr/>
        </p:nvGrpSpPr>
        <p:grpSpPr bwMode="auto">
          <a:xfrm>
            <a:off x="4552950" y="1619250"/>
            <a:ext cx="787400" cy="654050"/>
            <a:chOff x="1908" y="852"/>
            <a:chExt cx="496" cy="412"/>
          </a:xfrm>
        </p:grpSpPr>
        <p:sp>
          <p:nvSpPr>
            <p:cNvPr id="557102" name="Line 46"/>
            <p:cNvSpPr>
              <a:spLocks noChangeShapeType="1"/>
            </p:cNvSpPr>
            <p:nvPr/>
          </p:nvSpPr>
          <p:spPr bwMode="auto">
            <a:xfrm flipH="1" flipV="1">
              <a:off x="1908" y="852"/>
              <a:ext cx="480" cy="408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7103" name="Line 47"/>
            <p:cNvSpPr>
              <a:spLocks noChangeShapeType="1"/>
            </p:cNvSpPr>
            <p:nvPr/>
          </p:nvSpPr>
          <p:spPr bwMode="auto">
            <a:xfrm flipH="1" flipV="1">
              <a:off x="1924" y="856"/>
              <a:ext cx="480" cy="40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57104" name="Line 48"/>
          <p:cNvSpPr>
            <a:spLocks noChangeShapeType="1"/>
          </p:cNvSpPr>
          <p:nvPr/>
        </p:nvSpPr>
        <p:spPr bwMode="auto">
          <a:xfrm>
            <a:off x="3771900" y="952500"/>
            <a:ext cx="704850" cy="59055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7105" name="Line 49"/>
          <p:cNvSpPr>
            <a:spLocks noChangeShapeType="1"/>
          </p:cNvSpPr>
          <p:nvPr/>
        </p:nvSpPr>
        <p:spPr bwMode="auto">
          <a:xfrm>
            <a:off x="5410200" y="2362200"/>
            <a:ext cx="1485900" cy="12573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7106" name="Text Box 50"/>
          <p:cNvSpPr txBox="1">
            <a:spLocks noChangeArrowheads="1"/>
          </p:cNvSpPr>
          <p:nvPr/>
        </p:nvSpPr>
        <p:spPr bwMode="auto">
          <a:xfrm>
            <a:off x="5597979" y="2881994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i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kumimoji="1"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  <a:sym typeface="Symbol" charset="2"/>
              </a:rPr>
              <a:t></a:t>
            </a:r>
            <a:endParaRPr kumimoji="1" lang="en-US" altLang="zh-CN" sz="2400" b="1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57107" name="Group 51"/>
          <p:cNvGrpSpPr>
            <a:grpSpLocks/>
          </p:cNvGrpSpPr>
          <p:nvPr/>
        </p:nvGrpSpPr>
        <p:grpSpPr bwMode="auto">
          <a:xfrm>
            <a:off x="5981700" y="1651000"/>
            <a:ext cx="152400" cy="4159250"/>
            <a:chOff x="2832" y="1076"/>
            <a:chExt cx="96" cy="2620"/>
          </a:xfrm>
        </p:grpSpPr>
        <p:sp>
          <p:nvSpPr>
            <p:cNvPr id="557108" name="Line 52"/>
            <p:cNvSpPr>
              <a:spLocks noChangeShapeType="1"/>
            </p:cNvSpPr>
            <p:nvPr/>
          </p:nvSpPr>
          <p:spPr bwMode="auto">
            <a:xfrm flipV="1">
              <a:off x="2880" y="1104"/>
              <a:ext cx="0" cy="25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7109" name="Oval 53"/>
            <p:cNvSpPr>
              <a:spLocks noChangeArrowheads="1"/>
            </p:cNvSpPr>
            <p:nvPr/>
          </p:nvSpPr>
          <p:spPr bwMode="auto">
            <a:xfrm>
              <a:off x="2832" y="1076"/>
              <a:ext cx="96" cy="96"/>
            </a:xfrm>
            <a:prstGeom prst="ellipse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7110" name="Oval 54"/>
            <p:cNvSpPr>
              <a:spLocks noChangeArrowheads="1"/>
            </p:cNvSpPr>
            <p:nvPr/>
          </p:nvSpPr>
          <p:spPr bwMode="auto">
            <a:xfrm>
              <a:off x="2832" y="1824"/>
              <a:ext cx="96" cy="96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57111" name="Group 55"/>
          <p:cNvGrpSpPr>
            <a:grpSpLocks/>
          </p:cNvGrpSpPr>
          <p:nvPr/>
        </p:nvGrpSpPr>
        <p:grpSpPr bwMode="auto">
          <a:xfrm>
            <a:off x="5280025" y="5602295"/>
            <a:ext cx="838200" cy="474663"/>
            <a:chOff x="2396" y="3565"/>
            <a:chExt cx="528" cy="299"/>
          </a:xfrm>
        </p:grpSpPr>
        <p:sp>
          <p:nvSpPr>
            <p:cNvPr id="557112" name="Oval 56"/>
            <p:cNvSpPr>
              <a:spLocks noChangeArrowheads="1"/>
            </p:cNvSpPr>
            <p:nvPr/>
          </p:nvSpPr>
          <p:spPr bwMode="auto">
            <a:xfrm>
              <a:off x="2824" y="3664"/>
              <a:ext cx="96" cy="96"/>
            </a:xfrm>
            <a:prstGeom prst="ellipse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7113" name="Text Box 57"/>
            <p:cNvSpPr txBox="1">
              <a:spLocks noChangeArrowheads="1"/>
            </p:cNvSpPr>
            <p:nvPr/>
          </p:nvSpPr>
          <p:spPr bwMode="auto">
            <a:xfrm>
              <a:off x="2568" y="357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557114" name="Text Box 58"/>
            <p:cNvSpPr txBox="1">
              <a:spLocks noChangeArrowheads="1"/>
            </p:cNvSpPr>
            <p:nvPr/>
          </p:nvSpPr>
          <p:spPr bwMode="auto">
            <a:xfrm>
              <a:off x="2396" y="3565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557115" name="Group 59"/>
          <p:cNvGrpSpPr>
            <a:grpSpLocks/>
          </p:cNvGrpSpPr>
          <p:nvPr/>
        </p:nvGrpSpPr>
        <p:grpSpPr bwMode="auto">
          <a:xfrm>
            <a:off x="4451350" y="1557338"/>
            <a:ext cx="165100" cy="4456112"/>
            <a:chOff x="1868" y="1017"/>
            <a:chExt cx="104" cy="2807"/>
          </a:xfrm>
        </p:grpSpPr>
        <p:sp>
          <p:nvSpPr>
            <p:cNvPr id="557116" name="Line 60"/>
            <p:cNvSpPr>
              <a:spLocks noChangeShapeType="1"/>
            </p:cNvSpPr>
            <p:nvPr/>
          </p:nvSpPr>
          <p:spPr bwMode="auto">
            <a:xfrm>
              <a:off x="1920" y="1017"/>
              <a:ext cx="0" cy="27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7117" name="Oval 61"/>
            <p:cNvSpPr>
              <a:spLocks noChangeArrowheads="1"/>
            </p:cNvSpPr>
            <p:nvPr/>
          </p:nvSpPr>
          <p:spPr bwMode="auto">
            <a:xfrm>
              <a:off x="1876" y="3728"/>
              <a:ext cx="96" cy="9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57118" name="Oval 62"/>
            <p:cNvSpPr>
              <a:spLocks noChangeArrowheads="1"/>
            </p:cNvSpPr>
            <p:nvPr/>
          </p:nvSpPr>
          <p:spPr bwMode="auto">
            <a:xfrm>
              <a:off x="1868" y="2888"/>
              <a:ext cx="96" cy="9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57119" name="Group 63"/>
          <p:cNvGrpSpPr>
            <a:grpSpLocks/>
          </p:cNvGrpSpPr>
          <p:nvPr/>
        </p:nvGrpSpPr>
        <p:grpSpPr bwMode="auto">
          <a:xfrm>
            <a:off x="3524250" y="1314452"/>
            <a:ext cx="1270000" cy="468313"/>
            <a:chOff x="1284" y="864"/>
            <a:chExt cx="800" cy="295"/>
          </a:xfrm>
        </p:grpSpPr>
        <p:sp>
          <p:nvSpPr>
            <p:cNvPr id="557120" name="Text Box 64"/>
            <p:cNvSpPr txBox="1">
              <a:spLocks noChangeArrowheads="1"/>
            </p:cNvSpPr>
            <p:nvPr/>
          </p:nvSpPr>
          <p:spPr bwMode="auto">
            <a:xfrm>
              <a:off x="1508" y="864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2</a:t>
              </a:r>
              <a:r>
                <a:rPr kumimoji="1" lang="en-US" altLang="zh-CN" sz="2400" i="1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charset="2"/>
                </a:rPr>
                <a:t></a:t>
              </a:r>
              <a:endParaRPr kumimoji="1"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7121" name="Text Box 65"/>
            <p:cNvSpPr txBox="1">
              <a:spLocks noChangeArrowheads="1"/>
            </p:cNvSpPr>
            <p:nvPr/>
          </p:nvSpPr>
          <p:spPr bwMode="auto">
            <a:xfrm>
              <a:off x="1284" y="871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charset="2"/>
                </a:rPr>
                <a:t></a:t>
              </a:r>
              <a:endParaRPr kumimoji="1"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57122" name="Oval 66"/>
            <p:cNvSpPr>
              <a:spLocks noChangeArrowheads="1"/>
            </p:cNvSpPr>
            <p:nvPr/>
          </p:nvSpPr>
          <p:spPr bwMode="auto">
            <a:xfrm>
              <a:off x="1872" y="980"/>
              <a:ext cx="96" cy="9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152FDF-499D-4599-97A0-88035BF0A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F77E6-6322-C346-8CDE-14BD55EFC270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F0A3C-5003-4398-B46C-885A4C8B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1959E-B196-481C-89EF-F138981B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33937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5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5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57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57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570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57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557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557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55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55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557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5570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0"/>
                                        <p:tgtEl>
                                          <p:spTgt spid="557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55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557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557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63" grpId="0" build="p" autoUpdateAnimBg="0"/>
      <p:bldP spid="557079" grpId="0" build="p" autoUpdateAnimBg="0"/>
      <p:bldP spid="557080" grpId="0" build="p" autoUpdateAnimBg="0"/>
      <p:bldP spid="557081" grpId="0" build="p" autoUpdateAnimBg="0"/>
      <p:bldP spid="557085" grpId="0" build="p" autoUpdateAnimBg="0"/>
      <p:bldP spid="557092" grpId="0" animBg="1"/>
      <p:bldP spid="557096" grpId="0" animBg="1"/>
      <p:bldP spid="557104" grpId="0" animBg="1"/>
      <p:bldP spid="557105" grpId="0" animBg="1"/>
      <p:bldP spid="557106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第五章  线、面相对位置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88" y="1"/>
            <a:ext cx="9142412" cy="6856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771" name="Group 3"/>
          <p:cNvGrpSpPr>
            <a:grpSpLocks/>
          </p:cNvGrpSpPr>
          <p:nvPr/>
        </p:nvGrpSpPr>
        <p:grpSpPr bwMode="auto">
          <a:xfrm>
            <a:off x="3422650" y="700089"/>
            <a:ext cx="3968750" cy="3424237"/>
            <a:chOff x="1196" y="441"/>
            <a:chExt cx="2500" cy="2157"/>
          </a:xfrm>
        </p:grpSpPr>
        <p:sp>
          <p:nvSpPr>
            <p:cNvPr id="32772" name="Line 4"/>
            <p:cNvSpPr>
              <a:spLocks noChangeShapeType="1"/>
            </p:cNvSpPr>
            <p:nvPr/>
          </p:nvSpPr>
          <p:spPr bwMode="auto">
            <a:xfrm>
              <a:off x="1200" y="441"/>
              <a:ext cx="2496" cy="214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3" name="Freeform 5"/>
            <p:cNvSpPr>
              <a:spLocks/>
            </p:cNvSpPr>
            <p:nvPr/>
          </p:nvSpPr>
          <p:spPr bwMode="auto">
            <a:xfrm>
              <a:off x="1196" y="445"/>
              <a:ext cx="149" cy="119"/>
            </a:xfrm>
            <a:custGeom>
              <a:avLst/>
              <a:gdLst>
                <a:gd name="T0" fmla="*/ 0 w 145"/>
                <a:gd name="T1" fmla="*/ 0 h 123"/>
                <a:gd name="T2" fmla="*/ 145 w 145"/>
                <a:gd name="T3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5" h="123">
                  <a:moveTo>
                    <a:pt x="0" y="0"/>
                  </a:moveTo>
                  <a:lnTo>
                    <a:pt x="145" y="123"/>
                  </a:lnTo>
                </a:path>
              </a:pathLst>
            </a:custGeom>
            <a:noFill/>
            <a:ln w="38100" cmpd="sng">
              <a:solidFill>
                <a:srgbClr val="FF33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74" name="Freeform 6"/>
            <p:cNvSpPr>
              <a:spLocks/>
            </p:cNvSpPr>
            <p:nvPr/>
          </p:nvSpPr>
          <p:spPr bwMode="auto">
            <a:xfrm>
              <a:off x="3540" y="2460"/>
              <a:ext cx="156" cy="138"/>
            </a:xfrm>
            <a:custGeom>
              <a:avLst/>
              <a:gdLst>
                <a:gd name="T0" fmla="*/ 156 w 156"/>
                <a:gd name="T1" fmla="*/ 138 h 138"/>
                <a:gd name="T2" fmla="*/ 0 w 156"/>
                <a:gd name="T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6" h="138">
                  <a:moveTo>
                    <a:pt x="156" y="138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FF3300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4305300" y="111918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ISOCP" charset="0"/>
              </a:rPr>
              <a:t>1</a:t>
            </a:r>
            <a:r>
              <a:rPr lang="en-US" altLang="zh-CN" b="1" i="1" dirty="0">
                <a:sym typeface="Symbol" charset="2"/>
              </a:rPr>
              <a:t></a:t>
            </a:r>
            <a:endParaRPr lang="en-US" altLang="zh-CN" sz="2800" b="1" i="1" dirty="0"/>
          </a:p>
        </p:txBody>
      </p:sp>
      <p:sp>
        <p:nvSpPr>
          <p:cNvPr id="32776" name="Text Box 8"/>
          <p:cNvSpPr txBox="1">
            <a:spLocks noChangeArrowheads="1"/>
          </p:cNvSpPr>
          <p:nvPr/>
        </p:nvSpPr>
        <p:spPr bwMode="auto">
          <a:xfrm>
            <a:off x="6172200" y="262413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latin typeface="ISOCP" charset="0"/>
              </a:rPr>
              <a:t>2</a:t>
            </a:r>
            <a:r>
              <a:rPr lang="en-US" altLang="zh-CN" b="1" i="1">
                <a:sym typeface="Symbol" charset="2"/>
              </a:rPr>
              <a:t></a:t>
            </a:r>
            <a:endParaRPr lang="en-US" altLang="zh-CN" sz="2800" b="1" i="1"/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>
            <a:off x="2362200" y="3810000"/>
            <a:ext cx="5943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 flipV="1">
            <a:off x="4572000" y="4732338"/>
            <a:ext cx="1676400" cy="1301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3124200" y="685800"/>
            <a:ext cx="685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>
                <a:solidFill>
                  <a:srgbClr val="FF3300"/>
                </a:solidFill>
              </a:rPr>
              <a:t>P</a:t>
            </a:r>
            <a:r>
              <a:rPr lang="en-US" altLang="zh-CN" i="1" baseline="-25000">
                <a:solidFill>
                  <a:srgbClr val="FF3300"/>
                </a:solidFill>
              </a:rPr>
              <a:t>V</a:t>
            </a:r>
          </a:p>
        </p:txBody>
      </p:sp>
      <p:sp>
        <p:nvSpPr>
          <p:cNvPr id="32781" name="Freeform 13"/>
          <p:cNvSpPr>
            <a:spLocks/>
          </p:cNvSpPr>
          <p:nvPr/>
        </p:nvSpPr>
        <p:spPr bwMode="auto">
          <a:xfrm>
            <a:off x="5419725" y="2381251"/>
            <a:ext cx="1588" cy="2987675"/>
          </a:xfrm>
          <a:custGeom>
            <a:avLst/>
            <a:gdLst>
              <a:gd name="T0" fmla="*/ 0 w 1"/>
              <a:gd name="T1" fmla="*/ 1882 h 1882"/>
              <a:gd name="T2" fmla="*/ 0 w 1"/>
              <a:gd name="T3" fmla="*/ 0 h 188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882">
                <a:moveTo>
                  <a:pt x="0" y="1882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782" name="Group 14"/>
          <p:cNvGrpSpPr>
            <a:grpSpLocks/>
          </p:cNvGrpSpPr>
          <p:nvPr/>
        </p:nvGrpSpPr>
        <p:grpSpPr bwMode="auto">
          <a:xfrm>
            <a:off x="6191250" y="3106738"/>
            <a:ext cx="685800" cy="1649412"/>
            <a:chOff x="2940" y="1929"/>
            <a:chExt cx="432" cy="1068"/>
          </a:xfrm>
        </p:grpSpPr>
        <p:sp>
          <p:nvSpPr>
            <p:cNvPr id="32783" name="Line 15"/>
            <p:cNvSpPr>
              <a:spLocks noChangeShapeType="1"/>
            </p:cNvSpPr>
            <p:nvPr/>
          </p:nvSpPr>
          <p:spPr bwMode="auto">
            <a:xfrm>
              <a:off x="2976" y="1929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4" name="Text Box 16"/>
            <p:cNvSpPr txBox="1">
              <a:spLocks noChangeArrowheads="1"/>
            </p:cNvSpPr>
            <p:nvPr/>
          </p:nvSpPr>
          <p:spPr bwMode="auto">
            <a:xfrm>
              <a:off x="2940" y="2661"/>
              <a:ext cx="432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ISOCP" charset="0"/>
                </a:rPr>
                <a:t>2</a:t>
              </a:r>
            </a:p>
          </p:txBody>
        </p:sp>
      </p:grpSp>
      <p:grpSp>
        <p:nvGrpSpPr>
          <p:cNvPr id="32785" name="Group 17"/>
          <p:cNvGrpSpPr>
            <a:grpSpLocks/>
          </p:cNvGrpSpPr>
          <p:nvPr/>
        </p:nvGrpSpPr>
        <p:grpSpPr bwMode="auto">
          <a:xfrm>
            <a:off x="4191000" y="1652589"/>
            <a:ext cx="685800" cy="4829175"/>
            <a:chOff x="1680" y="1017"/>
            <a:chExt cx="432" cy="3066"/>
          </a:xfrm>
        </p:grpSpPr>
        <p:sp>
          <p:nvSpPr>
            <p:cNvPr id="32786" name="Line 18"/>
            <p:cNvSpPr>
              <a:spLocks noChangeShapeType="1"/>
            </p:cNvSpPr>
            <p:nvPr/>
          </p:nvSpPr>
          <p:spPr bwMode="auto">
            <a:xfrm>
              <a:off x="1920" y="1017"/>
              <a:ext cx="0" cy="27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87" name="Text Box 19"/>
            <p:cNvSpPr txBox="1">
              <a:spLocks noChangeArrowheads="1"/>
            </p:cNvSpPr>
            <p:nvPr/>
          </p:nvSpPr>
          <p:spPr bwMode="auto">
            <a:xfrm>
              <a:off x="1680" y="3753"/>
              <a:ext cx="4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>
                  <a:latin typeface="ISOCP" charset="0"/>
                </a:rPr>
                <a:t>1</a:t>
              </a:r>
            </a:p>
          </p:txBody>
        </p:sp>
      </p:grpSp>
      <p:grpSp>
        <p:nvGrpSpPr>
          <p:cNvPr id="32788" name="Group 20"/>
          <p:cNvGrpSpPr>
            <a:grpSpLocks/>
          </p:cNvGrpSpPr>
          <p:nvPr/>
        </p:nvGrpSpPr>
        <p:grpSpPr bwMode="auto">
          <a:xfrm>
            <a:off x="5194300" y="5284788"/>
            <a:ext cx="509588" cy="595312"/>
            <a:chOff x="2736" y="3264"/>
            <a:chExt cx="321" cy="375"/>
          </a:xfrm>
        </p:grpSpPr>
        <p:sp>
          <p:nvSpPr>
            <p:cNvPr id="32789" name="Oval 21"/>
            <p:cNvSpPr>
              <a:spLocks noChangeArrowheads="1"/>
            </p:cNvSpPr>
            <p:nvPr/>
          </p:nvSpPr>
          <p:spPr bwMode="auto">
            <a:xfrm>
              <a:off x="2832" y="3264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0" name="Text Box 22"/>
            <p:cNvSpPr txBox="1">
              <a:spLocks noChangeArrowheads="1"/>
            </p:cNvSpPr>
            <p:nvPr/>
          </p:nvSpPr>
          <p:spPr bwMode="auto">
            <a:xfrm>
              <a:off x="2736" y="3312"/>
              <a:ext cx="32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/>
                <a:t>k</a:t>
              </a:r>
              <a:endParaRPr lang="en-US" altLang="zh-CN" b="1" i="1"/>
            </a:p>
          </p:txBody>
        </p:sp>
      </p:grpSp>
      <p:grpSp>
        <p:nvGrpSpPr>
          <p:cNvPr id="32791" name="Group 23"/>
          <p:cNvGrpSpPr>
            <a:grpSpLocks/>
          </p:cNvGrpSpPr>
          <p:nvPr/>
        </p:nvGrpSpPr>
        <p:grpSpPr bwMode="auto">
          <a:xfrm>
            <a:off x="5346700" y="1855788"/>
            <a:ext cx="509588" cy="1160462"/>
            <a:chOff x="2832" y="1104"/>
            <a:chExt cx="321" cy="731"/>
          </a:xfrm>
        </p:grpSpPr>
        <p:sp>
          <p:nvSpPr>
            <p:cNvPr id="32792" name="Oval 24"/>
            <p:cNvSpPr>
              <a:spLocks noChangeArrowheads="1"/>
            </p:cNvSpPr>
            <p:nvPr/>
          </p:nvSpPr>
          <p:spPr bwMode="auto">
            <a:xfrm>
              <a:off x="2832" y="1392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93" name="Text Box 25"/>
            <p:cNvSpPr txBox="1">
              <a:spLocks noChangeArrowheads="1"/>
            </p:cNvSpPr>
            <p:nvPr/>
          </p:nvSpPr>
          <p:spPr bwMode="auto">
            <a:xfrm>
              <a:off x="2832" y="1104"/>
              <a:ext cx="321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/>
                <a:t>k</a:t>
              </a:r>
              <a:r>
                <a:rPr lang="en-US" altLang="zh-CN" b="1" i="1" dirty="0">
                  <a:sym typeface="Symbol" charset="2"/>
                </a:rPr>
                <a:t></a:t>
              </a:r>
              <a:endParaRPr lang="en-US" altLang="zh-CN" sz="2800" b="1" i="1" dirty="0"/>
            </a:p>
            <a:p>
              <a:pPr>
                <a:spcBef>
                  <a:spcPct val="50000"/>
                </a:spcBef>
              </a:pPr>
              <a:endParaRPr lang="en-US" altLang="zh-CN" sz="2800" i="1" dirty="0"/>
            </a:p>
          </p:txBody>
        </p:sp>
      </p:grpSp>
      <p:sp>
        <p:nvSpPr>
          <p:cNvPr id="32794" name="Rectangle 26"/>
          <p:cNvSpPr>
            <a:spLocks noChangeArrowheads="1"/>
          </p:cNvSpPr>
          <p:nvPr/>
        </p:nvSpPr>
        <p:spPr bwMode="auto">
          <a:xfrm>
            <a:off x="8183563" y="981076"/>
            <a:ext cx="2133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66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b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步骤</a:t>
            </a:r>
            <a:r>
              <a:rPr lang="zh-CN" altLang="en-US" b="1">
                <a:solidFill>
                  <a:schemeClr val="accent2"/>
                </a:solidFill>
                <a:latin typeface="DengXian" charset="-122"/>
                <a:ea typeface="DengXian" charset="-122"/>
                <a:cs typeface="DengXian" charset="-122"/>
              </a:rPr>
              <a:t>：</a:t>
            </a:r>
            <a:endParaRPr lang="zh-CN" altLang="en-US" b="1">
              <a:solidFill>
                <a:srgbClr val="003399"/>
              </a:solidFill>
              <a:latin typeface="DengXian" charset="-122"/>
              <a:ea typeface="DengXian" charset="-122"/>
              <a:cs typeface="DengXian" charset="-122"/>
            </a:endParaRPr>
          </a:p>
          <a:p>
            <a:r>
              <a:rPr lang="en-US" altLang="zh-CN" b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1</a:t>
            </a:r>
            <a:r>
              <a:rPr lang="zh-CN" altLang="en-US" b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．过</a:t>
            </a:r>
            <a:r>
              <a:rPr lang="en-US" altLang="zh-CN" b="1" i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EF</a:t>
            </a:r>
            <a:r>
              <a:rPr lang="zh-CN" altLang="en-US" b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作正垂平面</a:t>
            </a:r>
            <a:r>
              <a:rPr lang="en-US" altLang="zh-CN" b="1" i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P</a:t>
            </a:r>
            <a:r>
              <a:rPr lang="zh-CN" altLang="en-US" b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。</a:t>
            </a:r>
          </a:p>
          <a:p>
            <a:endParaRPr lang="zh-CN" altLang="en-US" b="1">
              <a:solidFill>
                <a:srgbClr val="003399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2799" name="Rectangle 31"/>
          <p:cNvSpPr>
            <a:spLocks noChangeArrowheads="1"/>
          </p:cNvSpPr>
          <p:nvPr/>
        </p:nvSpPr>
        <p:spPr bwMode="auto">
          <a:xfrm>
            <a:off x="8183563" y="2636839"/>
            <a:ext cx="213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66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2</a:t>
            </a:r>
            <a:r>
              <a:rPr lang="zh-CN" altLang="en-US" b="1" dirty="0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．求</a:t>
            </a:r>
            <a:r>
              <a:rPr lang="en-US" altLang="zh-CN" b="1" i="1" dirty="0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P</a:t>
            </a:r>
            <a:r>
              <a:rPr lang="zh-CN" altLang="en-US" b="1" dirty="0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平面与</a:t>
            </a:r>
            <a:r>
              <a:rPr lang="en-US" altLang="zh-CN" b="1" dirty="0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Δ</a:t>
            </a:r>
            <a:r>
              <a:rPr lang="en-US" altLang="zh-CN" b="1" i="1" dirty="0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ABC</a:t>
            </a:r>
            <a:r>
              <a:rPr lang="zh-CN" altLang="en-US" b="1" dirty="0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的交线</a:t>
            </a:r>
            <a:r>
              <a:rPr lang="en-US" altLang="zh-CN" b="1" i="1" dirty="0" err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ⅠⅡ</a:t>
            </a:r>
            <a:r>
              <a:rPr lang="zh-CN" altLang="en-US" b="1" dirty="0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。</a:t>
            </a:r>
          </a:p>
        </p:txBody>
      </p:sp>
      <p:sp>
        <p:nvSpPr>
          <p:cNvPr id="32800" name="Rectangle 32"/>
          <p:cNvSpPr>
            <a:spLocks noChangeArrowheads="1"/>
          </p:cNvSpPr>
          <p:nvPr/>
        </p:nvSpPr>
        <p:spPr bwMode="auto">
          <a:xfrm>
            <a:off x="8183563" y="4005264"/>
            <a:ext cx="213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6666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3</a:t>
            </a:r>
            <a:r>
              <a:rPr lang="zh-CN" altLang="en-US" b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．求交线</a:t>
            </a:r>
            <a:r>
              <a:rPr lang="en-US" altLang="zh-CN" b="1" i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ⅠⅡ</a:t>
            </a:r>
            <a:r>
              <a:rPr lang="zh-CN" altLang="en-US" b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与</a:t>
            </a:r>
            <a:r>
              <a:rPr lang="en-US" altLang="zh-CN" b="1" i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EF</a:t>
            </a:r>
            <a:r>
              <a:rPr lang="zh-CN" altLang="en-US" b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的交点</a:t>
            </a:r>
            <a:r>
              <a:rPr lang="en-US" altLang="zh-CN" b="1" i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K</a:t>
            </a:r>
            <a:r>
              <a:rPr lang="zh-CN" altLang="en-US" b="1">
                <a:solidFill>
                  <a:srgbClr val="003399"/>
                </a:solidFill>
                <a:latin typeface="DengXian" charset="-122"/>
                <a:ea typeface="DengXian" charset="-122"/>
                <a:cs typeface="DengXian" charset="-122"/>
              </a:rPr>
              <a:t>。</a:t>
            </a:r>
          </a:p>
        </p:txBody>
      </p:sp>
      <p:sp>
        <p:nvSpPr>
          <p:cNvPr id="32803" name="Line 35"/>
          <p:cNvSpPr>
            <a:spLocks noChangeShapeType="1"/>
          </p:cNvSpPr>
          <p:nvPr/>
        </p:nvSpPr>
        <p:spPr bwMode="auto">
          <a:xfrm>
            <a:off x="4572000" y="3276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4" name="Line 36"/>
          <p:cNvSpPr>
            <a:spLocks noChangeShapeType="1"/>
          </p:cNvSpPr>
          <p:nvPr/>
        </p:nvSpPr>
        <p:spPr bwMode="auto">
          <a:xfrm>
            <a:off x="6248400" y="3352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805" name="Line 37"/>
          <p:cNvSpPr>
            <a:spLocks noChangeShapeType="1"/>
          </p:cNvSpPr>
          <p:nvPr/>
        </p:nvSpPr>
        <p:spPr bwMode="auto">
          <a:xfrm flipV="1">
            <a:off x="5419725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339624" y="-247348"/>
            <a:ext cx="9728950" cy="806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09" name="Text Box 41"/>
          <p:cNvSpPr txBox="1">
            <a:spLocks noChangeArrowheads="1"/>
          </p:cNvSpPr>
          <p:nvPr/>
        </p:nvSpPr>
        <p:spPr bwMode="auto">
          <a:xfrm>
            <a:off x="171959" y="78732"/>
            <a:ext cx="6737919" cy="46166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DengXian" charset="-122"/>
                <a:ea typeface="DengXian" charset="-122"/>
                <a:cs typeface="DengXian" charset="-122"/>
              </a:rPr>
              <a:t>例</a:t>
            </a:r>
            <a:r>
              <a:rPr lang="en-US" altLang="zh-CN" sz="2400" b="1" dirty="0">
                <a:latin typeface="DengXian" charset="-122"/>
                <a:ea typeface="DengXian" charset="-122"/>
                <a:cs typeface="DengXian" charset="-122"/>
              </a:rPr>
              <a:t>6.2 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</a:t>
            </a:r>
            <a:r>
              <a:rPr lang="zh-CN" altLang="en-US" sz="2400" b="1" dirty="0">
                <a:latin typeface="DengXian" charset="-122"/>
                <a:ea typeface="DengXian" charset="-122"/>
                <a:cs typeface="DengXian" charset="-122"/>
              </a:rPr>
              <a:t>：以正垂面为辅助平面求线面交点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737097" y="5223829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</a:rPr>
              <a:t>判别可见性</a:t>
            </a:r>
          </a:p>
        </p:txBody>
      </p:sp>
      <p:sp>
        <p:nvSpPr>
          <p:cNvPr id="3" name="流程图: 接点 2"/>
          <p:cNvSpPr/>
          <p:nvPr/>
        </p:nvSpPr>
        <p:spPr>
          <a:xfrm>
            <a:off x="4533900" y="4614710"/>
            <a:ext cx="106680" cy="10668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流程图: 接点 34"/>
          <p:cNvSpPr/>
          <p:nvPr/>
        </p:nvSpPr>
        <p:spPr>
          <a:xfrm>
            <a:off x="4526280" y="1597190"/>
            <a:ext cx="106680" cy="10668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流程图: 接点 35"/>
          <p:cNvSpPr/>
          <p:nvPr/>
        </p:nvSpPr>
        <p:spPr>
          <a:xfrm>
            <a:off x="4526280" y="5963450"/>
            <a:ext cx="106680" cy="10668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>
            <a:cxnSpLocks/>
          </p:cNvCxnSpPr>
          <p:nvPr/>
        </p:nvCxnSpPr>
        <p:spPr>
          <a:xfrm>
            <a:off x="4595878" y="1646972"/>
            <a:ext cx="804797" cy="747772"/>
          </a:xfrm>
          <a:prstGeom prst="line">
            <a:avLst/>
          </a:prstGeom>
          <a:ln w="47625">
            <a:solidFill>
              <a:srgbClr val="FF0000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406899" y="2382980"/>
            <a:ext cx="825944" cy="706296"/>
          </a:xfrm>
          <a:prstGeom prst="line">
            <a:avLst/>
          </a:prstGeom>
          <a:ln w="47625">
            <a:solidFill>
              <a:srgbClr val="FF0000"/>
            </a:solidFill>
            <a:prstDash val="soli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流程图: 接点 40"/>
          <p:cNvSpPr/>
          <p:nvPr/>
        </p:nvSpPr>
        <p:spPr>
          <a:xfrm>
            <a:off x="5993148" y="2853323"/>
            <a:ext cx="106680" cy="10668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流程图: 接点 41"/>
          <p:cNvSpPr/>
          <p:nvPr/>
        </p:nvSpPr>
        <p:spPr>
          <a:xfrm>
            <a:off x="6031267" y="1714133"/>
            <a:ext cx="106680" cy="10668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流程图: 接点 42"/>
          <p:cNvSpPr/>
          <p:nvPr/>
        </p:nvSpPr>
        <p:spPr>
          <a:xfrm>
            <a:off x="6019208" y="5831764"/>
            <a:ext cx="106680" cy="10668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>
            <a:stCxn id="43" idx="0"/>
            <a:endCxn id="42" idx="3"/>
          </p:cNvCxnSpPr>
          <p:nvPr/>
        </p:nvCxnSpPr>
        <p:spPr>
          <a:xfrm flipH="1" flipV="1">
            <a:off x="6046890" y="1805190"/>
            <a:ext cx="25658" cy="4026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endCxn id="43" idx="2"/>
          </p:cNvCxnSpPr>
          <p:nvPr/>
        </p:nvCxnSpPr>
        <p:spPr>
          <a:xfrm>
            <a:off x="5440680" y="5406340"/>
            <a:ext cx="578528" cy="478764"/>
          </a:xfrm>
          <a:prstGeom prst="line">
            <a:avLst/>
          </a:prstGeom>
          <a:ln w="47625">
            <a:solidFill>
              <a:srgbClr val="FF0000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4924022" y="4952263"/>
            <a:ext cx="578528" cy="478764"/>
          </a:xfrm>
          <a:prstGeom prst="line">
            <a:avLst/>
          </a:prstGeom>
          <a:ln w="47625" cmpd="sng">
            <a:solidFill>
              <a:srgbClr val="FF0000"/>
            </a:solidFill>
            <a:prstDash val="soli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下箭头 9"/>
          <p:cNvSpPr/>
          <p:nvPr/>
        </p:nvSpPr>
        <p:spPr>
          <a:xfrm>
            <a:off x="4148250" y="607510"/>
            <a:ext cx="800595" cy="924111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下箭头 49"/>
          <p:cNvSpPr/>
          <p:nvPr/>
        </p:nvSpPr>
        <p:spPr>
          <a:xfrm rot="5938968">
            <a:off x="6391992" y="5499934"/>
            <a:ext cx="800595" cy="924111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75461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7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28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2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2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 autoUpdateAnimBg="0"/>
      <p:bldP spid="32776" grpId="0" autoUpdateAnimBg="0"/>
      <p:bldP spid="32778" grpId="0" animBg="1"/>
      <p:bldP spid="32780" grpId="0" autoUpdateAnimBg="0"/>
      <p:bldP spid="32781" grpId="0" animBg="1"/>
      <p:bldP spid="32794" grpId="0" build="p" autoUpdateAnimBg="0"/>
      <p:bldP spid="32799" grpId="0" build="p" autoUpdateAnimBg="0"/>
      <p:bldP spid="32800" grpId="0" build="p" autoUpdateAnimBg="0"/>
      <p:bldP spid="2" grpId="0"/>
      <p:bldP spid="3" grpId="0" animBg="1"/>
      <p:bldP spid="35" grpId="0" animBg="1"/>
      <p:bldP spid="36" grpId="0" animBg="1"/>
      <p:bldP spid="41" grpId="0" animBg="1"/>
      <p:bldP spid="42" grpId="0" animBg="1"/>
      <p:bldP spid="43" grpId="0" animBg="1"/>
      <p:bldP spid="10" grpId="0" animBg="1"/>
      <p:bldP spid="5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209E-8E48-8414-5EE8-BC1265CFD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7615215" cy="6256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N" dirty="0"/>
              <a:t>利用辅助平面法完成直线和平面相交作图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7E3C5534-2894-D950-9F42-EAB3B2E03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1026" y="1091737"/>
            <a:ext cx="10123516" cy="517184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宋体" charset="-122"/>
              </a:defRPr>
            </a:lvl9pPr>
          </a:lstStyle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4743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过已知直线作一辅助平面，最好作投影面垂直面。</a:t>
            </a:r>
          </a:p>
          <a:p>
            <a:pPr marL="4743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作出辅助平面与已知平面的交线。</a:t>
            </a:r>
          </a:p>
          <a:p>
            <a:pPr marL="4743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已知直线与作出的交线的交点，即为所求。</a:t>
            </a:r>
          </a:p>
          <a:p>
            <a:pPr marL="474300" indent="-4572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判断直线的可见性（利用交叉直线重影点）。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B16D80-4CA3-4A18-87F8-8EC014B2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0DC30EB-3111-AA42-814A-DC0C61B3CC89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0FEFF-DE33-D1A7-2AF9-E2A1AA815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B6F9C-DA3B-B7E0-8EFE-111B8019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58F952B-8205-4A3F-8B8C-DB9DCBA03AAE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0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80" name="Picture 84" descr="第五章  直线与平面、平面与平面的相对位置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11" b="13220"/>
          <a:stretch>
            <a:fillRect/>
          </a:stretch>
        </p:blipFill>
        <p:spPr bwMode="auto">
          <a:xfrm>
            <a:off x="1524793" y="955675"/>
            <a:ext cx="9142413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715" name="Rectangle 19"/>
          <p:cNvSpPr>
            <a:spLocks noChangeArrowheads="1"/>
          </p:cNvSpPr>
          <p:nvPr/>
        </p:nvSpPr>
        <p:spPr bwMode="auto">
          <a:xfrm>
            <a:off x="1860320" y="5002519"/>
            <a:ext cx="288710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a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）交线在两平面图形之外 </a:t>
            </a:r>
          </a:p>
        </p:txBody>
      </p: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5127626" y="4990124"/>
            <a:ext cx="269422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b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）交线在一个面的轮廓之内 </a:t>
            </a:r>
          </a:p>
        </p:txBody>
      </p:sp>
      <p:sp>
        <p:nvSpPr>
          <p:cNvPr id="29725" name="Rectangle 29"/>
          <p:cNvSpPr>
            <a:spLocks noChangeArrowheads="1"/>
          </p:cNvSpPr>
          <p:nvPr/>
        </p:nvSpPr>
        <p:spPr bwMode="auto">
          <a:xfrm>
            <a:off x="8202055" y="4990123"/>
            <a:ext cx="23083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l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c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）交线互相穿插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C8EF3E7-A0EC-4494-B37E-C701158A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DengXian" charset="-122"/>
                <a:ea typeface="DengXian" charset="-122"/>
              </a:rPr>
              <a:t>2. </a:t>
            </a:r>
            <a:r>
              <a:rPr lang="zh-CN" altLang="en-US" dirty="0">
                <a:latin typeface="DengXian" charset="-122"/>
                <a:ea typeface="DengXian" charset="-122"/>
              </a:rPr>
              <a:t>两一般位置平面相交的交线</a:t>
            </a:r>
            <a:endParaRPr lang="zh-CN" alt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2FC79-1D38-463D-9F75-70840FEAC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B42DC-8A82-8B4F-8AB1-C6B2F810601E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267C5-8393-4409-82DA-8B3F012E8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F8E5A-97A9-439E-B17F-BE583B7C9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5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5" grpId="0"/>
      <p:bldP spid="29720" grpId="0"/>
      <p:bldP spid="297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03" name="Picture 95" descr="第五章  直线与平面、平面与平面的相对位置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60" b="7988"/>
          <a:stretch>
            <a:fillRect/>
          </a:stretch>
        </p:blipFill>
        <p:spPr bwMode="auto">
          <a:xfrm>
            <a:off x="1525588" y="1314450"/>
            <a:ext cx="9142413" cy="554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044" name="Group 36"/>
          <p:cNvGrpSpPr>
            <a:grpSpLocks/>
          </p:cNvGrpSpPr>
          <p:nvPr/>
        </p:nvGrpSpPr>
        <p:grpSpPr bwMode="auto">
          <a:xfrm>
            <a:off x="2854326" y="1235075"/>
            <a:ext cx="3760787" cy="3003550"/>
            <a:chOff x="624" y="0"/>
            <a:chExt cx="2863" cy="2285"/>
          </a:xfrm>
        </p:grpSpPr>
        <p:grpSp>
          <p:nvGrpSpPr>
            <p:cNvPr id="43045" name="Group 37"/>
            <p:cNvGrpSpPr>
              <a:grpSpLocks/>
            </p:cNvGrpSpPr>
            <p:nvPr/>
          </p:nvGrpSpPr>
          <p:grpSpPr bwMode="auto">
            <a:xfrm>
              <a:off x="624" y="0"/>
              <a:ext cx="2863" cy="2285"/>
              <a:chOff x="1155" y="-11"/>
              <a:chExt cx="2863" cy="2285"/>
            </a:xfrm>
          </p:grpSpPr>
          <p:sp>
            <p:nvSpPr>
              <p:cNvPr id="43046" name="Line 38"/>
              <p:cNvSpPr>
                <a:spLocks noChangeShapeType="1"/>
              </p:cNvSpPr>
              <p:nvPr/>
            </p:nvSpPr>
            <p:spPr bwMode="auto">
              <a:xfrm flipV="1">
                <a:off x="1155" y="-11"/>
                <a:ext cx="2863" cy="2285"/>
              </a:xfrm>
              <a:prstGeom prst="line">
                <a:avLst/>
              </a:prstGeom>
              <a:noFill/>
              <a:ln w="1270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47" name="Line 39"/>
              <p:cNvSpPr>
                <a:spLocks noChangeShapeType="1"/>
              </p:cNvSpPr>
              <p:nvPr/>
            </p:nvSpPr>
            <p:spPr bwMode="auto">
              <a:xfrm flipV="1">
                <a:off x="1155" y="2098"/>
                <a:ext cx="249" cy="17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339933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48" name="Freeform 40"/>
              <p:cNvSpPr>
                <a:spLocks/>
              </p:cNvSpPr>
              <p:nvPr/>
            </p:nvSpPr>
            <p:spPr bwMode="auto">
              <a:xfrm>
                <a:off x="3824" y="-11"/>
                <a:ext cx="194" cy="146"/>
              </a:xfrm>
              <a:custGeom>
                <a:avLst/>
                <a:gdLst>
                  <a:gd name="T0" fmla="*/ 150 w 150"/>
                  <a:gd name="T1" fmla="*/ 0 h 120"/>
                  <a:gd name="T2" fmla="*/ 0 w 150"/>
                  <a:gd name="T3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0" h="120">
                    <a:moveTo>
                      <a:pt x="150" y="0"/>
                    </a:moveTo>
                    <a:lnTo>
                      <a:pt x="0" y="12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mpd="sng">
                    <a:solidFill>
                      <a:schemeClr val="tx1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49" name="Text Box 41"/>
            <p:cNvSpPr txBox="1">
              <a:spLocks noChangeArrowheads="1"/>
            </p:cNvSpPr>
            <p:nvPr/>
          </p:nvSpPr>
          <p:spPr bwMode="auto">
            <a:xfrm>
              <a:off x="2888" y="0"/>
              <a:ext cx="481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i="1">
                  <a:latin typeface="Times New Roman" charset="0"/>
                  <a:ea typeface="宋体" charset="-122"/>
                </a:rPr>
                <a:t>P</a:t>
              </a:r>
              <a:r>
                <a:rPr kumimoji="1" lang="en-US" altLang="zh-CN" i="1" baseline="-25000">
                  <a:latin typeface="Times New Roman" charset="0"/>
                  <a:ea typeface="宋体" charset="-122"/>
                </a:rPr>
                <a:t>V</a:t>
              </a:r>
            </a:p>
          </p:txBody>
        </p:sp>
      </p:grpSp>
      <p:grpSp>
        <p:nvGrpSpPr>
          <p:cNvPr id="43050" name="Group 42"/>
          <p:cNvGrpSpPr>
            <a:grpSpLocks/>
          </p:cNvGrpSpPr>
          <p:nvPr/>
        </p:nvGrpSpPr>
        <p:grpSpPr bwMode="auto">
          <a:xfrm>
            <a:off x="3295651" y="1676400"/>
            <a:ext cx="4351337" cy="3030538"/>
            <a:chOff x="1392" y="384"/>
            <a:chExt cx="3312" cy="2305"/>
          </a:xfrm>
        </p:grpSpPr>
        <p:grpSp>
          <p:nvGrpSpPr>
            <p:cNvPr id="43051" name="Group 43"/>
            <p:cNvGrpSpPr>
              <a:grpSpLocks/>
            </p:cNvGrpSpPr>
            <p:nvPr/>
          </p:nvGrpSpPr>
          <p:grpSpPr bwMode="auto">
            <a:xfrm rot="1157494">
              <a:off x="1392" y="384"/>
              <a:ext cx="2823" cy="2305"/>
              <a:chOff x="1680" y="240"/>
              <a:chExt cx="2208" cy="1872"/>
            </a:xfrm>
          </p:grpSpPr>
          <p:sp>
            <p:nvSpPr>
              <p:cNvPr id="43052" name="Line 44"/>
              <p:cNvSpPr>
                <a:spLocks noChangeShapeType="1"/>
              </p:cNvSpPr>
              <p:nvPr/>
            </p:nvSpPr>
            <p:spPr bwMode="auto">
              <a:xfrm flipV="1">
                <a:off x="1680" y="240"/>
                <a:ext cx="2208" cy="1872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53" name="Line 45"/>
              <p:cNvSpPr>
                <a:spLocks noChangeShapeType="1"/>
              </p:cNvSpPr>
              <p:nvPr/>
            </p:nvSpPr>
            <p:spPr bwMode="auto">
              <a:xfrm flipV="1">
                <a:off x="1680" y="1968"/>
                <a:ext cx="192" cy="144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9900CC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54" name="Freeform 46"/>
              <p:cNvSpPr>
                <a:spLocks/>
              </p:cNvSpPr>
              <p:nvPr/>
            </p:nvSpPr>
            <p:spPr bwMode="auto">
              <a:xfrm>
                <a:off x="3738" y="240"/>
                <a:ext cx="150" cy="120"/>
              </a:xfrm>
              <a:custGeom>
                <a:avLst/>
                <a:gdLst>
                  <a:gd name="T0" fmla="*/ 150 w 150"/>
                  <a:gd name="T1" fmla="*/ 0 h 120"/>
                  <a:gd name="T2" fmla="*/ 0 w 150"/>
                  <a:gd name="T3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0" h="120">
                    <a:moveTo>
                      <a:pt x="150" y="0"/>
                    </a:moveTo>
                    <a:lnTo>
                      <a:pt x="0" y="12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mpd="sng">
                    <a:solidFill>
                      <a:srgbClr val="9900CC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3055" name="Text Box 47"/>
            <p:cNvSpPr txBox="1">
              <a:spLocks noChangeArrowheads="1"/>
            </p:cNvSpPr>
            <p:nvPr/>
          </p:nvSpPr>
          <p:spPr bwMode="auto">
            <a:xfrm>
              <a:off x="4223" y="913"/>
              <a:ext cx="481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i="1">
                  <a:latin typeface="Times New Roman" charset="0"/>
                  <a:ea typeface="宋体" charset="-122"/>
                </a:rPr>
                <a:t>Q</a:t>
              </a:r>
              <a:r>
                <a:rPr kumimoji="1" lang="en-US" altLang="zh-CN" i="1" baseline="-25000">
                  <a:latin typeface="Times New Roman" charset="0"/>
                  <a:ea typeface="宋体" charset="-122"/>
                </a:rPr>
                <a:t>V</a:t>
              </a:r>
            </a:p>
          </p:txBody>
        </p:sp>
      </p:grp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8335962" y="1887539"/>
            <a:ext cx="2000250" cy="232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CC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spcAft>
                <a:spcPts val="600"/>
              </a:spcAft>
            </a:pPr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两一般位置平面相交，求交线步骤：</a:t>
            </a:r>
          </a:p>
          <a:p>
            <a:pPr algn="l">
              <a:spcAft>
                <a:spcPts val="600"/>
              </a:spcAft>
            </a:pPr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．用求直线与平面交点的方法，作出两平面的两个共有点</a:t>
            </a:r>
            <a:r>
              <a:rPr kumimoji="1" lang="en-US" altLang="zh-CN" sz="2000" i="1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kumimoji="1" lang="en-US" altLang="zh-CN" sz="2000" i="1" dirty="0"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43038" name="Line 30"/>
          <p:cNvSpPr>
            <a:spLocks noChangeShapeType="1"/>
          </p:cNvSpPr>
          <p:nvPr/>
        </p:nvSpPr>
        <p:spPr bwMode="auto">
          <a:xfrm flipV="1">
            <a:off x="4332288" y="4146551"/>
            <a:ext cx="1306513" cy="16176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39" name="Line 31"/>
          <p:cNvSpPr>
            <a:spLocks noChangeShapeType="1"/>
          </p:cNvSpPr>
          <p:nvPr/>
        </p:nvSpPr>
        <p:spPr bwMode="auto">
          <a:xfrm>
            <a:off x="5965825" y="2914651"/>
            <a:ext cx="0" cy="16938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40" name="Line 32"/>
          <p:cNvSpPr>
            <a:spLocks noChangeShapeType="1"/>
          </p:cNvSpPr>
          <p:nvPr/>
        </p:nvSpPr>
        <p:spPr bwMode="auto">
          <a:xfrm flipV="1">
            <a:off x="4986337" y="4608513"/>
            <a:ext cx="979488" cy="925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41" name="Line 33"/>
          <p:cNvSpPr>
            <a:spLocks noChangeShapeType="1"/>
          </p:cNvSpPr>
          <p:nvPr/>
        </p:nvSpPr>
        <p:spPr bwMode="auto">
          <a:xfrm>
            <a:off x="4584701" y="2825751"/>
            <a:ext cx="947737" cy="2254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42" name="Freeform 34"/>
          <p:cNvSpPr>
            <a:spLocks/>
          </p:cNvSpPr>
          <p:nvPr/>
        </p:nvSpPr>
        <p:spPr bwMode="auto">
          <a:xfrm>
            <a:off x="4598988" y="5016501"/>
            <a:ext cx="931863" cy="422275"/>
          </a:xfrm>
          <a:custGeom>
            <a:avLst/>
            <a:gdLst>
              <a:gd name="T0" fmla="*/ 0 w 564"/>
              <a:gd name="T1" fmla="*/ 266 h 266"/>
              <a:gd name="T2" fmla="*/ 564 w 564"/>
              <a:gd name="T3" fmla="*/ 0 h 26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64" h="266">
                <a:moveTo>
                  <a:pt x="0" y="266"/>
                </a:moveTo>
                <a:lnTo>
                  <a:pt x="564" y="0"/>
                </a:lnTo>
              </a:path>
            </a:pathLst>
          </a:custGeom>
          <a:noFill/>
          <a:ln w="38100" cmpd="sng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43" name="Line 35"/>
          <p:cNvSpPr>
            <a:spLocks noChangeShapeType="1"/>
          </p:cNvSpPr>
          <p:nvPr/>
        </p:nvSpPr>
        <p:spPr bwMode="auto">
          <a:xfrm>
            <a:off x="4986337" y="3300413"/>
            <a:ext cx="0" cy="22336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056" name="Group 48"/>
          <p:cNvGrpSpPr>
            <a:grpSpLocks/>
          </p:cNvGrpSpPr>
          <p:nvPr/>
        </p:nvGrpSpPr>
        <p:grpSpPr bwMode="auto">
          <a:xfrm>
            <a:off x="4168775" y="1835151"/>
            <a:ext cx="2070100" cy="1247775"/>
            <a:chOff x="1624" y="457"/>
            <a:chExt cx="1576" cy="948"/>
          </a:xfrm>
        </p:grpSpPr>
        <p:sp>
          <p:nvSpPr>
            <p:cNvPr id="43057" name="Text Box 49"/>
            <p:cNvSpPr txBox="1">
              <a:spLocks noChangeArrowheads="1"/>
            </p:cNvSpPr>
            <p:nvPr/>
          </p:nvSpPr>
          <p:spPr bwMode="auto">
            <a:xfrm>
              <a:off x="1624" y="1127"/>
              <a:ext cx="288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i="1">
                  <a:latin typeface="Times New Roman" charset="0"/>
                  <a:ea typeface="宋体" charset="-122"/>
                </a:rPr>
                <a:t>1</a:t>
              </a:r>
              <a:r>
                <a:rPr lang="en-US" altLang="zh-CN" i="1">
                  <a:latin typeface="Times New Roman" charset="0"/>
                  <a:ea typeface="宋体" charset="-122"/>
                </a:rPr>
                <a:t>'</a:t>
              </a:r>
            </a:p>
          </p:txBody>
        </p:sp>
        <p:sp>
          <p:nvSpPr>
            <p:cNvPr id="43058" name="Text Box 50"/>
            <p:cNvSpPr txBox="1">
              <a:spLocks noChangeArrowheads="1"/>
            </p:cNvSpPr>
            <p:nvPr/>
          </p:nvSpPr>
          <p:spPr bwMode="auto">
            <a:xfrm>
              <a:off x="2732" y="457"/>
              <a:ext cx="468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i="1">
                  <a:latin typeface="Times New Roman" charset="0"/>
                  <a:ea typeface="宋体" charset="-122"/>
                </a:rPr>
                <a:t>2</a:t>
              </a:r>
              <a:r>
                <a:rPr lang="en-US" altLang="zh-CN" i="1">
                  <a:latin typeface="Times New Roman" charset="0"/>
                  <a:ea typeface="宋体" charset="-122"/>
                </a:rPr>
                <a:t>'</a:t>
              </a:r>
            </a:p>
          </p:txBody>
        </p:sp>
      </p:grpSp>
      <p:grpSp>
        <p:nvGrpSpPr>
          <p:cNvPr id="43059" name="Group 51"/>
          <p:cNvGrpSpPr>
            <a:grpSpLocks/>
          </p:cNvGrpSpPr>
          <p:nvPr/>
        </p:nvGrpSpPr>
        <p:grpSpPr bwMode="auto">
          <a:xfrm>
            <a:off x="5629276" y="1990725"/>
            <a:ext cx="377825" cy="2324100"/>
            <a:chOff x="3264" y="575"/>
            <a:chExt cx="288" cy="1768"/>
          </a:xfrm>
        </p:grpSpPr>
        <p:sp>
          <p:nvSpPr>
            <p:cNvPr id="43060" name="Line 52"/>
            <p:cNvSpPr>
              <a:spLocks noChangeShapeType="1"/>
            </p:cNvSpPr>
            <p:nvPr/>
          </p:nvSpPr>
          <p:spPr bwMode="auto">
            <a:xfrm>
              <a:off x="3271" y="575"/>
              <a:ext cx="0" cy="16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1" name="Text Box 53"/>
            <p:cNvSpPr txBox="1">
              <a:spLocks noChangeArrowheads="1"/>
            </p:cNvSpPr>
            <p:nvPr/>
          </p:nvSpPr>
          <p:spPr bwMode="auto">
            <a:xfrm>
              <a:off x="3264" y="2064"/>
              <a:ext cx="288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i="1">
                  <a:latin typeface="Times New Roman" charset="0"/>
                  <a:ea typeface="宋体" charset="-122"/>
                </a:rPr>
                <a:t>2</a:t>
              </a:r>
            </a:p>
          </p:txBody>
        </p:sp>
      </p:grpSp>
      <p:grpSp>
        <p:nvGrpSpPr>
          <p:cNvPr id="43062" name="Group 54"/>
          <p:cNvGrpSpPr>
            <a:grpSpLocks/>
          </p:cNvGrpSpPr>
          <p:nvPr/>
        </p:nvGrpSpPr>
        <p:grpSpPr bwMode="auto">
          <a:xfrm>
            <a:off x="4241800" y="3068639"/>
            <a:ext cx="379412" cy="3011487"/>
            <a:chOff x="2208" y="1395"/>
            <a:chExt cx="289" cy="2291"/>
          </a:xfrm>
        </p:grpSpPr>
        <p:sp>
          <p:nvSpPr>
            <p:cNvPr id="43063" name="Line 55"/>
            <p:cNvSpPr>
              <a:spLocks noChangeShapeType="1"/>
            </p:cNvSpPr>
            <p:nvPr/>
          </p:nvSpPr>
          <p:spPr bwMode="auto">
            <a:xfrm>
              <a:off x="2276" y="1395"/>
              <a:ext cx="0" cy="20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64" name="Text Box 56"/>
            <p:cNvSpPr txBox="1">
              <a:spLocks noChangeArrowheads="1"/>
            </p:cNvSpPr>
            <p:nvPr/>
          </p:nvSpPr>
          <p:spPr bwMode="auto">
            <a:xfrm>
              <a:off x="2208" y="3407"/>
              <a:ext cx="289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i="1">
                  <a:latin typeface="Times New Roman" charset="0"/>
                  <a:ea typeface="宋体" charset="-122"/>
                </a:rPr>
                <a:t>1</a:t>
              </a:r>
            </a:p>
          </p:txBody>
        </p:sp>
      </p:grpSp>
      <p:grpSp>
        <p:nvGrpSpPr>
          <p:cNvPr id="43070" name="Group 62"/>
          <p:cNvGrpSpPr>
            <a:grpSpLocks/>
          </p:cNvGrpSpPr>
          <p:nvPr/>
        </p:nvGrpSpPr>
        <p:grpSpPr bwMode="auto">
          <a:xfrm>
            <a:off x="4532313" y="4997450"/>
            <a:ext cx="409575" cy="496888"/>
            <a:chOff x="1908" y="2869"/>
            <a:chExt cx="312" cy="379"/>
          </a:xfrm>
        </p:grpSpPr>
        <p:sp>
          <p:nvSpPr>
            <p:cNvPr id="43071" name="Oval 63"/>
            <p:cNvSpPr>
              <a:spLocks noChangeArrowheads="1"/>
            </p:cNvSpPr>
            <p:nvPr/>
          </p:nvSpPr>
          <p:spPr bwMode="auto">
            <a:xfrm>
              <a:off x="1908" y="3152"/>
              <a:ext cx="101" cy="9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2" name="Text Box 64"/>
            <p:cNvSpPr txBox="1">
              <a:spLocks noChangeArrowheads="1"/>
            </p:cNvSpPr>
            <p:nvPr/>
          </p:nvSpPr>
          <p:spPr bwMode="auto">
            <a:xfrm>
              <a:off x="1908" y="2869"/>
              <a:ext cx="312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i="1">
                  <a:latin typeface="Times New Roman" charset="0"/>
                  <a:ea typeface="宋体" charset="-122"/>
                </a:rPr>
                <a:t>k</a:t>
              </a:r>
            </a:p>
          </p:txBody>
        </p:sp>
      </p:grpSp>
      <p:grpSp>
        <p:nvGrpSpPr>
          <p:cNvPr id="43073" name="Group 65"/>
          <p:cNvGrpSpPr>
            <a:grpSpLocks/>
          </p:cNvGrpSpPr>
          <p:nvPr/>
        </p:nvGrpSpPr>
        <p:grpSpPr bwMode="auto">
          <a:xfrm>
            <a:off x="5337175" y="2670175"/>
            <a:ext cx="334962" cy="2306638"/>
            <a:chOff x="2472" y="1104"/>
            <a:chExt cx="255" cy="1755"/>
          </a:xfrm>
        </p:grpSpPr>
        <p:sp>
          <p:nvSpPr>
            <p:cNvPr id="43074" name="Line 66"/>
            <p:cNvSpPr>
              <a:spLocks noChangeShapeType="1"/>
            </p:cNvSpPr>
            <p:nvPr/>
          </p:nvSpPr>
          <p:spPr bwMode="auto">
            <a:xfrm flipV="1">
              <a:off x="2619" y="1395"/>
              <a:ext cx="0" cy="14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5" name="Oval 67"/>
            <p:cNvSpPr>
              <a:spLocks noChangeArrowheads="1"/>
            </p:cNvSpPr>
            <p:nvPr/>
          </p:nvSpPr>
          <p:spPr bwMode="auto">
            <a:xfrm>
              <a:off x="2571" y="1347"/>
              <a:ext cx="96" cy="9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6" name="Text Box 68"/>
            <p:cNvSpPr txBox="1">
              <a:spLocks noChangeArrowheads="1"/>
            </p:cNvSpPr>
            <p:nvPr/>
          </p:nvSpPr>
          <p:spPr bwMode="auto">
            <a:xfrm>
              <a:off x="2472" y="1104"/>
              <a:ext cx="255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i="1">
                  <a:latin typeface="Times New Roman" charset="0"/>
                  <a:ea typeface="幼圆" charset="0"/>
                </a:rPr>
                <a:t>e</a:t>
              </a:r>
              <a:r>
                <a:rPr lang="en-US" altLang="zh-CN" i="1">
                  <a:latin typeface="Times New Roman" charset="0"/>
                  <a:ea typeface="宋体" charset="-122"/>
                </a:rPr>
                <a:t>'</a:t>
              </a:r>
            </a:p>
          </p:txBody>
        </p:sp>
      </p:grpSp>
      <p:grpSp>
        <p:nvGrpSpPr>
          <p:cNvPr id="43077" name="Group 69"/>
          <p:cNvGrpSpPr>
            <a:grpSpLocks/>
          </p:cNvGrpSpPr>
          <p:nvPr/>
        </p:nvGrpSpPr>
        <p:grpSpPr bwMode="auto">
          <a:xfrm>
            <a:off x="5467351" y="4641851"/>
            <a:ext cx="314325" cy="441325"/>
            <a:chOff x="2592" y="2592"/>
            <a:chExt cx="239" cy="336"/>
          </a:xfrm>
        </p:grpSpPr>
        <p:sp>
          <p:nvSpPr>
            <p:cNvPr id="43078" name="Oval 70"/>
            <p:cNvSpPr>
              <a:spLocks noChangeArrowheads="1"/>
            </p:cNvSpPr>
            <p:nvPr/>
          </p:nvSpPr>
          <p:spPr bwMode="auto">
            <a:xfrm>
              <a:off x="2592" y="2832"/>
              <a:ext cx="96" cy="96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79" name="Text Box 71"/>
            <p:cNvSpPr txBox="1">
              <a:spLocks noChangeArrowheads="1"/>
            </p:cNvSpPr>
            <p:nvPr/>
          </p:nvSpPr>
          <p:spPr bwMode="auto">
            <a:xfrm>
              <a:off x="2592" y="2592"/>
              <a:ext cx="239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kumimoji="1" lang="en-US" altLang="zh-CN" i="1">
                  <a:latin typeface="Times New Roman" charset="0"/>
                  <a:ea typeface="宋体" charset="-122"/>
                </a:rPr>
                <a:t>e</a:t>
              </a:r>
            </a:p>
          </p:txBody>
        </p:sp>
      </p:grpSp>
      <p:sp>
        <p:nvSpPr>
          <p:cNvPr id="43080" name="Rectangle 72"/>
          <p:cNvSpPr>
            <a:spLocks noChangeArrowheads="1"/>
          </p:cNvSpPr>
          <p:nvPr/>
        </p:nvSpPr>
        <p:spPr bwMode="auto">
          <a:xfrm>
            <a:off x="8345487" y="4505326"/>
            <a:ext cx="200025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CC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kumimoji="1"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．连接两个共有点，画出交线</a:t>
            </a:r>
            <a:r>
              <a:rPr kumimoji="1" lang="en-US" altLang="zh-CN" sz="2000" i="1" dirty="0">
                <a:latin typeface="黑体" panose="02010609060101010101" pitchFamily="49" charset="-122"/>
                <a:ea typeface="黑体" panose="02010609060101010101" pitchFamily="49" charset="-122"/>
              </a:rPr>
              <a:t>KE</a:t>
            </a:r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43098" name="Group 90"/>
          <p:cNvGrpSpPr>
            <a:grpSpLocks/>
          </p:cNvGrpSpPr>
          <p:nvPr/>
        </p:nvGrpSpPr>
        <p:grpSpPr bwMode="auto">
          <a:xfrm>
            <a:off x="4430713" y="2438401"/>
            <a:ext cx="441325" cy="3013075"/>
            <a:chOff x="1824" y="916"/>
            <a:chExt cx="335" cy="2292"/>
          </a:xfrm>
        </p:grpSpPr>
        <p:sp>
          <p:nvSpPr>
            <p:cNvPr id="43099" name="Freeform 91"/>
            <p:cNvSpPr>
              <a:spLocks/>
            </p:cNvSpPr>
            <p:nvPr/>
          </p:nvSpPr>
          <p:spPr bwMode="auto">
            <a:xfrm>
              <a:off x="1952" y="1216"/>
              <a:ext cx="1" cy="1992"/>
            </a:xfrm>
            <a:custGeom>
              <a:avLst/>
              <a:gdLst>
                <a:gd name="T0" fmla="*/ 0 w 1"/>
                <a:gd name="T1" fmla="*/ 1992 h 1992"/>
                <a:gd name="T2" fmla="*/ 0 w 1"/>
                <a:gd name="T3" fmla="*/ 0 h 1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992">
                  <a:moveTo>
                    <a:pt x="0" y="199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3100" name="Group 92"/>
            <p:cNvGrpSpPr>
              <a:grpSpLocks/>
            </p:cNvGrpSpPr>
            <p:nvPr/>
          </p:nvGrpSpPr>
          <p:grpSpPr bwMode="auto">
            <a:xfrm>
              <a:off x="1824" y="916"/>
              <a:ext cx="335" cy="348"/>
              <a:chOff x="1824" y="916"/>
              <a:chExt cx="335" cy="348"/>
            </a:xfrm>
          </p:grpSpPr>
          <p:sp>
            <p:nvSpPr>
              <p:cNvPr id="43101" name="Oval 93"/>
              <p:cNvSpPr>
                <a:spLocks noChangeArrowheads="1"/>
              </p:cNvSpPr>
              <p:nvPr/>
            </p:nvSpPr>
            <p:spPr bwMode="auto">
              <a:xfrm>
                <a:off x="1900" y="1168"/>
                <a:ext cx="96" cy="96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102" name="Text Box 94"/>
              <p:cNvSpPr txBox="1">
                <a:spLocks noChangeArrowheads="1"/>
              </p:cNvSpPr>
              <p:nvPr/>
            </p:nvSpPr>
            <p:spPr bwMode="auto">
              <a:xfrm>
                <a:off x="1824" y="916"/>
                <a:ext cx="335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kumimoji="1" lang="en-US" altLang="zh-CN" i="1">
                    <a:latin typeface="Times New Roman" charset="0"/>
                    <a:ea typeface="宋体" charset="-122"/>
                  </a:rPr>
                  <a:t>k</a:t>
                </a:r>
                <a:r>
                  <a:rPr lang="en-US" altLang="zh-CN" i="1">
                    <a:latin typeface="Times New Roman" charset="0"/>
                    <a:ea typeface="宋体" charset="-122"/>
                  </a:rPr>
                  <a:t>'</a:t>
                </a:r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21B1C463-5024-4D47-BA0D-04A73CCCB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393" y="378610"/>
            <a:ext cx="8905156" cy="626276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DengXian" charset="-122"/>
                <a:ea typeface="DengXian" charset="-122"/>
              </a:rPr>
              <a:t>例</a:t>
            </a:r>
            <a:r>
              <a:rPr lang="en-US" altLang="zh-CN" dirty="0">
                <a:latin typeface="DengXian" charset="-122"/>
                <a:ea typeface="DengXian" charset="-122"/>
              </a:rPr>
              <a:t>6.3 </a:t>
            </a:r>
            <a:r>
              <a:rPr lang="zh-CN" altLang="en-US" dirty="0">
                <a:latin typeface="DengXian" charset="-122"/>
                <a:ea typeface="DengXian" charset="-122"/>
              </a:rPr>
              <a:t>两一般位置平面相交的交线（</a:t>
            </a:r>
            <a:r>
              <a:rPr lang="zh-CN" altLang="en-US" dirty="0">
                <a:latin typeface="DengXian" charset="-122"/>
                <a:ea typeface="DengXian" charset="-122"/>
                <a:cs typeface="DengXian" charset="-122"/>
              </a:rPr>
              <a:t>线面交点法）</a:t>
            </a:r>
            <a:endParaRPr lang="zh-CN" alt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0F118C-CF8A-41FE-97CC-1F3A4253E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2033F-171A-0246-8A6E-753AA74AA950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34E3C9-8D28-4035-98DD-1CFD1C036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BB693A-73F8-4CFD-8820-601E65CB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24741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30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30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430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3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30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build="p" autoUpdateAnimBg="0"/>
      <p:bldP spid="43038" grpId="0" animBg="1"/>
      <p:bldP spid="43039" grpId="0" animBg="1"/>
      <p:bldP spid="43040" grpId="0" animBg="1"/>
      <p:bldP spid="43041" grpId="0" animBg="1"/>
      <p:bldP spid="43042" grpId="0" animBg="1"/>
      <p:bldP spid="43043" grpId="0" animBg="1"/>
      <p:bldP spid="43080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27" name="Group 199"/>
          <p:cNvGrpSpPr>
            <a:grpSpLocks/>
          </p:cNvGrpSpPr>
          <p:nvPr/>
        </p:nvGrpSpPr>
        <p:grpSpPr bwMode="auto">
          <a:xfrm>
            <a:off x="4327526" y="3949946"/>
            <a:ext cx="3470275" cy="2341563"/>
            <a:chOff x="1766" y="2274"/>
            <a:chExt cx="2186" cy="1475"/>
          </a:xfrm>
        </p:grpSpPr>
        <p:sp>
          <p:nvSpPr>
            <p:cNvPr id="48322" name="Freeform 194"/>
            <p:cNvSpPr>
              <a:spLocks/>
            </p:cNvSpPr>
            <p:nvPr/>
          </p:nvSpPr>
          <p:spPr bwMode="auto">
            <a:xfrm>
              <a:off x="1876" y="2481"/>
              <a:ext cx="1318" cy="583"/>
            </a:xfrm>
            <a:custGeom>
              <a:avLst/>
              <a:gdLst>
                <a:gd name="T0" fmla="*/ 7904 w 7904"/>
                <a:gd name="T1" fmla="*/ 2284 h 3500"/>
                <a:gd name="T2" fmla="*/ 0 w 7904"/>
                <a:gd name="T3" fmla="*/ 0 h 3500"/>
                <a:gd name="T4" fmla="*/ 4587 w 7904"/>
                <a:gd name="T5" fmla="*/ 3500 h 3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904" h="3500">
                  <a:moveTo>
                    <a:pt x="7904" y="2284"/>
                  </a:moveTo>
                  <a:lnTo>
                    <a:pt x="0" y="0"/>
                  </a:lnTo>
                  <a:lnTo>
                    <a:pt x="4587" y="3500"/>
                  </a:lnTo>
                </a:path>
              </a:pathLst>
            </a:custGeom>
            <a:solidFill>
              <a:srgbClr val="FFEBFF"/>
            </a:solidFill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323" name="Freeform 195"/>
            <p:cNvSpPr>
              <a:spLocks/>
            </p:cNvSpPr>
            <p:nvPr/>
          </p:nvSpPr>
          <p:spPr bwMode="auto">
            <a:xfrm>
              <a:off x="1766" y="2274"/>
              <a:ext cx="1876" cy="1220"/>
            </a:xfrm>
            <a:custGeom>
              <a:avLst/>
              <a:gdLst>
                <a:gd name="T0" fmla="*/ 8524 w 11255"/>
                <a:gd name="T1" fmla="*/ 0 h 7324"/>
                <a:gd name="T2" fmla="*/ 11255 w 11255"/>
                <a:gd name="T3" fmla="*/ 3890 h 7324"/>
                <a:gd name="T4" fmla="*/ 0 w 11255"/>
                <a:gd name="T5" fmla="*/ 7324 h 7324"/>
                <a:gd name="T6" fmla="*/ 8524 w 11255"/>
                <a:gd name="T7" fmla="*/ 0 h 7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255" h="7324">
                  <a:moveTo>
                    <a:pt x="8524" y="0"/>
                  </a:moveTo>
                  <a:lnTo>
                    <a:pt x="11255" y="3890"/>
                  </a:lnTo>
                  <a:lnTo>
                    <a:pt x="0" y="7324"/>
                  </a:lnTo>
                  <a:lnTo>
                    <a:pt x="8524" y="0"/>
                  </a:lnTo>
                  <a:close/>
                </a:path>
              </a:pathLst>
            </a:custGeom>
            <a:solidFill>
              <a:srgbClr val="E1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321" name="Freeform 193"/>
            <p:cNvSpPr>
              <a:spLocks/>
            </p:cNvSpPr>
            <p:nvPr/>
          </p:nvSpPr>
          <p:spPr bwMode="auto">
            <a:xfrm>
              <a:off x="2641" y="2861"/>
              <a:ext cx="1311" cy="888"/>
            </a:xfrm>
            <a:custGeom>
              <a:avLst/>
              <a:gdLst>
                <a:gd name="T0" fmla="*/ 3317 w 7868"/>
                <a:gd name="T1" fmla="*/ 0 h 5329"/>
                <a:gd name="T2" fmla="*/ 7868 w 7868"/>
                <a:gd name="T3" fmla="*/ 1315 h 5329"/>
                <a:gd name="T4" fmla="*/ 5387 w 7868"/>
                <a:gd name="T5" fmla="*/ 5329 h 5329"/>
                <a:gd name="T6" fmla="*/ 0 w 7868"/>
                <a:gd name="T7" fmla="*/ 1216 h 5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68" h="5329">
                  <a:moveTo>
                    <a:pt x="3317" y="0"/>
                  </a:moveTo>
                  <a:lnTo>
                    <a:pt x="7868" y="1315"/>
                  </a:lnTo>
                  <a:lnTo>
                    <a:pt x="5387" y="5329"/>
                  </a:lnTo>
                  <a:lnTo>
                    <a:pt x="0" y="1216"/>
                  </a:lnTo>
                </a:path>
              </a:pathLst>
            </a:custGeom>
            <a:solidFill>
              <a:srgbClr val="FFEB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326" name="Group 198"/>
          <p:cNvGrpSpPr>
            <a:grpSpLocks/>
          </p:cNvGrpSpPr>
          <p:nvPr/>
        </p:nvGrpSpPr>
        <p:grpSpPr bwMode="auto">
          <a:xfrm>
            <a:off x="4327526" y="1421059"/>
            <a:ext cx="3470275" cy="2122487"/>
            <a:chOff x="1766" y="681"/>
            <a:chExt cx="2186" cy="1337"/>
          </a:xfrm>
        </p:grpSpPr>
        <p:sp>
          <p:nvSpPr>
            <p:cNvPr id="48320" name="Freeform 192"/>
            <p:cNvSpPr>
              <a:spLocks/>
            </p:cNvSpPr>
            <p:nvPr/>
          </p:nvSpPr>
          <p:spPr bwMode="auto">
            <a:xfrm>
              <a:off x="1876" y="1403"/>
              <a:ext cx="1318" cy="615"/>
            </a:xfrm>
            <a:custGeom>
              <a:avLst/>
              <a:gdLst>
                <a:gd name="T0" fmla="*/ 4587 w 7904"/>
                <a:gd name="T1" fmla="*/ 0 h 3691"/>
                <a:gd name="T2" fmla="*/ 0 w 7904"/>
                <a:gd name="T3" fmla="*/ 3691 h 3691"/>
                <a:gd name="T4" fmla="*/ 7904 w 7904"/>
                <a:gd name="T5" fmla="*/ 935 h 3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904" h="3691">
                  <a:moveTo>
                    <a:pt x="4587" y="0"/>
                  </a:moveTo>
                  <a:lnTo>
                    <a:pt x="0" y="3691"/>
                  </a:lnTo>
                  <a:lnTo>
                    <a:pt x="7904" y="935"/>
                  </a:lnTo>
                </a:path>
              </a:pathLst>
            </a:custGeom>
            <a:solidFill>
              <a:srgbClr val="FFEB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318" name="Freeform 190"/>
            <p:cNvSpPr>
              <a:spLocks/>
            </p:cNvSpPr>
            <p:nvPr/>
          </p:nvSpPr>
          <p:spPr bwMode="auto">
            <a:xfrm>
              <a:off x="1766" y="812"/>
              <a:ext cx="1876" cy="1158"/>
            </a:xfrm>
            <a:custGeom>
              <a:avLst/>
              <a:gdLst>
                <a:gd name="T0" fmla="*/ 0 w 11255"/>
                <a:gd name="T1" fmla="*/ 2895 h 6951"/>
                <a:gd name="T2" fmla="*/ 8524 w 11255"/>
                <a:gd name="T3" fmla="*/ 0 h 6951"/>
                <a:gd name="T4" fmla="*/ 11255 w 11255"/>
                <a:gd name="T5" fmla="*/ 6951 h 6951"/>
                <a:gd name="T6" fmla="*/ 0 w 11255"/>
                <a:gd name="T7" fmla="*/ 2895 h 69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255" h="6951">
                  <a:moveTo>
                    <a:pt x="0" y="2895"/>
                  </a:moveTo>
                  <a:lnTo>
                    <a:pt x="8524" y="0"/>
                  </a:lnTo>
                  <a:lnTo>
                    <a:pt x="11255" y="6951"/>
                  </a:lnTo>
                  <a:lnTo>
                    <a:pt x="0" y="2895"/>
                  </a:lnTo>
                  <a:close/>
                </a:path>
              </a:pathLst>
            </a:custGeom>
            <a:solidFill>
              <a:srgbClr val="E1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319" name="Freeform 191"/>
            <p:cNvSpPr>
              <a:spLocks/>
            </p:cNvSpPr>
            <p:nvPr/>
          </p:nvSpPr>
          <p:spPr bwMode="auto">
            <a:xfrm>
              <a:off x="2641" y="681"/>
              <a:ext cx="1311" cy="878"/>
            </a:xfrm>
            <a:custGeom>
              <a:avLst/>
              <a:gdLst>
                <a:gd name="T0" fmla="*/ 0 w 7868"/>
                <a:gd name="T1" fmla="*/ 4336 h 5271"/>
                <a:gd name="T2" fmla="*/ 5387 w 7868"/>
                <a:gd name="T3" fmla="*/ 0 h 5271"/>
                <a:gd name="T4" fmla="*/ 7868 w 7868"/>
                <a:gd name="T5" fmla="*/ 3682 h 5271"/>
                <a:gd name="T6" fmla="*/ 3317 w 7868"/>
                <a:gd name="T7" fmla="*/ 5271 h 5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68" h="5271">
                  <a:moveTo>
                    <a:pt x="0" y="4336"/>
                  </a:moveTo>
                  <a:lnTo>
                    <a:pt x="5387" y="0"/>
                  </a:lnTo>
                  <a:lnTo>
                    <a:pt x="7868" y="3682"/>
                  </a:lnTo>
                  <a:lnTo>
                    <a:pt x="3317" y="5271"/>
                  </a:lnTo>
                </a:path>
              </a:pathLst>
            </a:custGeom>
            <a:solidFill>
              <a:srgbClr val="FFEB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 cap="flat" cmpd="sng">
                  <a:solidFill>
                    <a:srgbClr val="FF33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8331" name="Picture 203" descr="第五章  直线与平面、平面与平面的相对位置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60" b="9030"/>
          <a:stretch>
            <a:fillRect/>
          </a:stretch>
        </p:blipFill>
        <p:spPr bwMode="auto">
          <a:xfrm>
            <a:off x="1524001" y="1105146"/>
            <a:ext cx="9142413" cy="5472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157" name="Rectangle 29"/>
          <p:cNvSpPr>
            <a:spLocks noChangeArrowheads="1"/>
          </p:cNvSpPr>
          <p:nvPr/>
        </p:nvSpPr>
        <p:spPr bwMode="auto">
          <a:xfrm>
            <a:off x="6754813" y="1675059"/>
            <a:ext cx="8366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l"/>
            <a:r>
              <a:rPr lang="en-US" altLang="zh-CN">
                <a:solidFill>
                  <a:srgbClr val="000000"/>
                </a:solidFill>
                <a:latin typeface="Times New Roman" charset="0"/>
                <a:ea typeface="宋体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latin typeface="Times New Roman" charset="0"/>
                <a:ea typeface="宋体" charset="-122"/>
              </a:rPr>
              <a:t>2'</a:t>
            </a:r>
            <a:r>
              <a:rPr lang="en-US" altLang="zh-CN">
                <a:solidFill>
                  <a:srgbClr val="000000"/>
                </a:solidFill>
                <a:latin typeface="Times New Roman" charset="0"/>
                <a:ea typeface="宋体" charset="-122"/>
              </a:rPr>
              <a:t>)</a:t>
            </a:r>
            <a:endParaRPr lang="en-US" altLang="zh-CN">
              <a:latin typeface="Times New Roman" charset="0"/>
              <a:ea typeface="宋体" charset="-122"/>
            </a:endParaRPr>
          </a:p>
        </p:txBody>
      </p:sp>
      <p:grpSp>
        <p:nvGrpSpPr>
          <p:cNvPr id="48298" name="Group 170"/>
          <p:cNvGrpSpPr>
            <a:grpSpLocks/>
          </p:cNvGrpSpPr>
          <p:nvPr/>
        </p:nvGrpSpPr>
        <p:grpSpPr bwMode="auto">
          <a:xfrm>
            <a:off x="5402263" y="4645270"/>
            <a:ext cx="1719262" cy="744538"/>
            <a:chOff x="2443" y="2712"/>
            <a:chExt cx="1083" cy="469"/>
          </a:xfrm>
        </p:grpSpPr>
        <p:sp>
          <p:nvSpPr>
            <p:cNvPr id="48255" name="Line 127"/>
            <p:cNvSpPr>
              <a:spLocks noChangeShapeType="1"/>
            </p:cNvSpPr>
            <p:nvPr/>
          </p:nvSpPr>
          <p:spPr bwMode="auto">
            <a:xfrm flipV="1">
              <a:off x="2443" y="2712"/>
              <a:ext cx="234" cy="2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54" name="Line 126"/>
            <p:cNvSpPr>
              <a:spLocks noChangeShapeType="1"/>
            </p:cNvSpPr>
            <p:nvPr/>
          </p:nvSpPr>
          <p:spPr bwMode="auto">
            <a:xfrm flipH="1" flipV="1">
              <a:off x="2443" y="2913"/>
              <a:ext cx="198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50" name="Line 122"/>
            <p:cNvSpPr>
              <a:spLocks noChangeShapeType="1"/>
            </p:cNvSpPr>
            <p:nvPr/>
          </p:nvSpPr>
          <p:spPr bwMode="auto">
            <a:xfrm>
              <a:off x="2677" y="2712"/>
              <a:ext cx="517" cy="1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51" name="Line 123"/>
            <p:cNvSpPr>
              <a:spLocks noChangeShapeType="1"/>
            </p:cNvSpPr>
            <p:nvPr/>
          </p:nvSpPr>
          <p:spPr bwMode="auto">
            <a:xfrm>
              <a:off x="3194" y="2861"/>
              <a:ext cx="332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52" name="Line 124"/>
            <p:cNvSpPr>
              <a:spLocks noChangeShapeType="1"/>
            </p:cNvSpPr>
            <p:nvPr/>
          </p:nvSpPr>
          <p:spPr bwMode="auto">
            <a:xfrm flipH="1">
              <a:off x="2794" y="2957"/>
              <a:ext cx="732" cy="2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53" name="Line 125"/>
            <p:cNvSpPr>
              <a:spLocks noChangeShapeType="1"/>
            </p:cNvSpPr>
            <p:nvPr/>
          </p:nvSpPr>
          <p:spPr bwMode="auto">
            <a:xfrm flipH="1" flipV="1">
              <a:off x="2641" y="3064"/>
              <a:ext cx="153" cy="1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299" name="Group 171"/>
          <p:cNvGrpSpPr>
            <a:grpSpLocks/>
          </p:cNvGrpSpPr>
          <p:nvPr/>
        </p:nvGrpSpPr>
        <p:grpSpPr bwMode="auto">
          <a:xfrm>
            <a:off x="5402263" y="4645270"/>
            <a:ext cx="1719262" cy="744538"/>
            <a:chOff x="2443" y="2712"/>
            <a:chExt cx="1083" cy="469"/>
          </a:xfrm>
        </p:grpSpPr>
        <p:sp>
          <p:nvSpPr>
            <p:cNvPr id="48140" name="Line 12"/>
            <p:cNvSpPr>
              <a:spLocks noChangeShapeType="1"/>
            </p:cNvSpPr>
            <p:nvPr/>
          </p:nvSpPr>
          <p:spPr bwMode="auto">
            <a:xfrm flipH="1" flipV="1">
              <a:off x="2443" y="2913"/>
              <a:ext cx="351" cy="26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1" name="Line 13"/>
            <p:cNvSpPr>
              <a:spLocks noChangeShapeType="1"/>
            </p:cNvSpPr>
            <p:nvPr/>
          </p:nvSpPr>
          <p:spPr bwMode="auto">
            <a:xfrm flipV="1">
              <a:off x="2443" y="2712"/>
              <a:ext cx="234" cy="20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38" name="Line 10"/>
            <p:cNvSpPr>
              <a:spLocks noChangeShapeType="1"/>
            </p:cNvSpPr>
            <p:nvPr/>
          </p:nvSpPr>
          <p:spPr bwMode="auto">
            <a:xfrm>
              <a:off x="2677" y="2712"/>
              <a:ext cx="849" cy="245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39" name="Line 11"/>
            <p:cNvSpPr>
              <a:spLocks noChangeShapeType="1"/>
            </p:cNvSpPr>
            <p:nvPr/>
          </p:nvSpPr>
          <p:spPr bwMode="auto">
            <a:xfrm flipH="1">
              <a:off x="2794" y="2957"/>
              <a:ext cx="732" cy="22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168" name="Rectangle 40"/>
          <p:cNvSpPr>
            <a:spLocks noChangeArrowheads="1"/>
          </p:cNvSpPr>
          <p:nvPr/>
        </p:nvSpPr>
        <p:spPr bwMode="auto">
          <a:xfrm>
            <a:off x="5514975" y="4770684"/>
            <a:ext cx="3698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l"/>
            <a:r>
              <a:rPr lang="en-US" altLang="zh-CN">
                <a:solidFill>
                  <a:srgbClr val="000000"/>
                </a:solidFill>
                <a:latin typeface="Times New Roman" charset="0"/>
                <a:ea typeface="宋体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latin typeface="Times New Roman" charset="0"/>
                <a:ea typeface="宋体" charset="-122"/>
              </a:rPr>
              <a:t>4</a:t>
            </a:r>
            <a:r>
              <a:rPr lang="en-US" altLang="zh-CN">
                <a:solidFill>
                  <a:srgbClr val="000000"/>
                </a:solidFill>
                <a:latin typeface="Times New Roman" charset="0"/>
                <a:ea typeface="宋体" charset="-122"/>
              </a:rPr>
              <a:t>)</a:t>
            </a:r>
            <a:endParaRPr lang="en-US" altLang="zh-CN">
              <a:latin typeface="Times New Roman" charset="0"/>
              <a:ea typeface="宋体" charset="-122"/>
            </a:endParaRPr>
          </a:p>
        </p:txBody>
      </p:sp>
      <p:sp>
        <p:nvSpPr>
          <p:cNvPr id="48166" name="Rectangle 38"/>
          <p:cNvSpPr>
            <a:spLocks noChangeArrowheads="1"/>
          </p:cNvSpPr>
          <p:nvPr/>
        </p:nvSpPr>
        <p:spPr bwMode="auto">
          <a:xfrm>
            <a:off x="5591176" y="4777034"/>
            <a:ext cx="30321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l"/>
            <a:r>
              <a:rPr lang="en-US" altLang="zh-CN" i="1">
                <a:solidFill>
                  <a:srgbClr val="000000"/>
                </a:solidFill>
                <a:latin typeface="Times New Roman" charset="0"/>
                <a:ea typeface="宋体" charset="-122"/>
              </a:rPr>
              <a:t>4</a:t>
            </a:r>
            <a:endParaRPr lang="en-US" altLang="zh-CN" i="1">
              <a:latin typeface="Times New Roman" charset="0"/>
              <a:ea typeface="宋体" charset="-122"/>
            </a:endParaRPr>
          </a:p>
        </p:txBody>
      </p:sp>
      <p:grpSp>
        <p:nvGrpSpPr>
          <p:cNvPr id="48292" name="Group 164"/>
          <p:cNvGrpSpPr>
            <a:grpSpLocks/>
          </p:cNvGrpSpPr>
          <p:nvPr/>
        </p:nvGrpSpPr>
        <p:grpSpPr bwMode="auto">
          <a:xfrm>
            <a:off x="5435601" y="1811583"/>
            <a:ext cx="1558925" cy="1198562"/>
            <a:chOff x="2464" y="927"/>
            <a:chExt cx="982" cy="755"/>
          </a:xfrm>
        </p:grpSpPr>
        <p:sp>
          <p:nvSpPr>
            <p:cNvPr id="48279" name="Line 151"/>
            <p:cNvSpPr>
              <a:spLocks noChangeShapeType="1"/>
            </p:cNvSpPr>
            <p:nvPr/>
          </p:nvSpPr>
          <p:spPr bwMode="auto">
            <a:xfrm>
              <a:off x="3232" y="927"/>
              <a:ext cx="214" cy="5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80" name="Line 152"/>
            <p:cNvSpPr>
              <a:spLocks noChangeShapeType="1"/>
            </p:cNvSpPr>
            <p:nvPr/>
          </p:nvSpPr>
          <p:spPr bwMode="auto">
            <a:xfrm flipH="1">
              <a:off x="3194" y="1471"/>
              <a:ext cx="252" cy="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81" name="Line 153"/>
            <p:cNvSpPr>
              <a:spLocks noChangeShapeType="1"/>
            </p:cNvSpPr>
            <p:nvPr/>
          </p:nvSpPr>
          <p:spPr bwMode="auto">
            <a:xfrm flipH="1">
              <a:off x="2842" y="1559"/>
              <a:ext cx="352" cy="1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82" name="Line 154"/>
            <p:cNvSpPr>
              <a:spLocks noChangeShapeType="1"/>
            </p:cNvSpPr>
            <p:nvPr/>
          </p:nvSpPr>
          <p:spPr bwMode="auto">
            <a:xfrm flipH="1" flipV="1">
              <a:off x="2464" y="1546"/>
              <a:ext cx="378" cy="1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83" name="Line 155"/>
            <p:cNvSpPr>
              <a:spLocks noChangeShapeType="1"/>
            </p:cNvSpPr>
            <p:nvPr/>
          </p:nvSpPr>
          <p:spPr bwMode="auto">
            <a:xfrm flipV="1">
              <a:off x="2464" y="1403"/>
              <a:ext cx="177" cy="14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84" name="Line 156"/>
            <p:cNvSpPr>
              <a:spLocks noChangeShapeType="1"/>
            </p:cNvSpPr>
            <p:nvPr/>
          </p:nvSpPr>
          <p:spPr bwMode="auto">
            <a:xfrm flipV="1">
              <a:off x="2641" y="927"/>
              <a:ext cx="591" cy="4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278" name="Line 150"/>
          <p:cNvSpPr>
            <a:spLocks noChangeShapeType="1"/>
          </p:cNvSpPr>
          <p:nvPr/>
        </p:nvSpPr>
        <p:spPr bwMode="auto">
          <a:xfrm>
            <a:off x="5716589" y="2567233"/>
            <a:ext cx="877887" cy="247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293" name="Group 165"/>
          <p:cNvGrpSpPr>
            <a:grpSpLocks/>
          </p:cNvGrpSpPr>
          <p:nvPr/>
        </p:nvGrpSpPr>
        <p:grpSpPr bwMode="auto">
          <a:xfrm>
            <a:off x="5435601" y="1811583"/>
            <a:ext cx="1558925" cy="1198562"/>
            <a:chOff x="2464" y="927"/>
            <a:chExt cx="982" cy="755"/>
          </a:xfrm>
        </p:grpSpPr>
        <p:sp>
          <p:nvSpPr>
            <p:cNvPr id="48144" name="Line 16"/>
            <p:cNvSpPr>
              <a:spLocks noChangeShapeType="1"/>
            </p:cNvSpPr>
            <p:nvPr/>
          </p:nvSpPr>
          <p:spPr bwMode="auto">
            <a:xfrm flipH="1" flipV="1">
              <a:off x="2464" y="1546"/>
              <a:ext cx="378" cy="13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2" name="Line 14"/>
            <p:cNvSpPr>
              <a:spLocks noChangeShapeType="1"/>
            </p:cNvSpPr>
            <p:nvPr/>
          </p:nvSpPr>
          <p:spPr bwMode="auto">
            <a:xfrm>
              <a:off x="3232" y="927"/>
              <a:ext cx="214" cy="54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43" name="Line 15"/>
            <p:cNvSpPr>
              <a:spLocks noChangeShapeType="1"/>
            </p:cNvSpPr>
            <p:nvPr/>
          </p:nvSpPr>
          <p:spPr bwMode="auto">
            <a:xfrm flipH="1">
              <a:off x="2842" y="1471"/>
              <a:ext cx="604" cy="21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290" name="Line 162"/>
            <p:cNvSpPr>
              <a:spLocks noChangeShapeType="1"/>
            </p:cNvSpPr>
            <p:nvPr/>
          </p:nvSpPr>
          <p:spPr bwMode="auto">
            <a:xfrm flipH="1">
              <a:off x="2464" y="927"/>
              <a:ext cx="768" cy="619"/>
            </a:xfrm>
            <a:prstGeom prst="line">
              <a:avLst/>
            </a:prstGeom>
            <a:noFill/>
            <a:ln w="12700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156" name="Rectangle 28"/>
          <p:cNvSpPr>
            <a:spLocks noChangeArrowheads="1"/>
          </p:cNvSpPr>
          <p:nvPr/>
        </p:nvSpPr>
        <p:spPr bwMode="auto">
          <a:xfrm>
            <a:off x="6829425" y="1673470"/>
            <a:ext cx="4333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l"/>
            <a:r>
              <a:rPr lang="en-US" altLang="zh-CN" i="1">
                <a:solidFill>
                  <a:srgbClr val="000000"/>
                </a:solidFill>
                <a:latin typeface="Times New Roman" charset="0"/>
                <a:ea typeface="宋体" charset="-122"/>
              </a:rPr>
              <a:t>2'</a:t>
            </a:r>
            <a:endParaRPr lang="en-US" altLang="zh-CN" i="1">
              <a:latin typeface="Times New Roman" charset="0"/>
              <a:ea typeface="宋体" charset="-122"/>
            </a:endParaRPr>
          </a:p>
        </p:txBody>
      </p:sp>
      <p:sp>
        <p:nvSpPr>
          <p:cNvPr id="48136" name="Line 8"/>
          <p:cNvSpPr>
            <a:spLocks noChangeShapeType="1"/>
          </p:cNvSpPr>
          <p:nvPr/>
        </p:nvSpPr>
        <p:spPr bwMode="auto">
          <a:xfrm flipV="1">
            <a:off x="5402264" y="2029070"/>
            <a:ext cx="1587" cy="293528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137" name="Line 9"/>
          <p:cNvSpPr>
            <a:spLocks noChangeShapeType="1"/>
          </p:cNvSpPr>
          <p:nvPr/>
        </p:nvSpPr>
        <p:spPr bwMode="auto">
          <a:xfrm>
            <a:off x="6654800" y="1811584"/>
            <a:ext cx="1588" cy="41100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295" name="Group 167"/>
          <p:cNvGrpSpPr>
            <a:grpSpLocks/>
          </p:cNvGrpSpPr>
          <p:nvPr/>
        </p:nvGrpSpPr>
        <p:grpSpPr bwMode="auto">
          <a:xfrm>
            <a:off x="5268914" y="1771895"/>
            <a:ext cx="433387" cy="298450"/>
            <a:chOff x="2359" y="902"/>
            <a:chExt cx="273" cy="188"/>
          </a:xfrm>
        </p:grpSpPr>
        <p:sp>
          <p:nvSpPr>
            <p:cNvPr id="48152" name="Rectangle 24"/>
            <p:cNvSpPr>
              <a:spLocks noChangeArrowheads="1"/>
            </p:cNvSpPr>
            <p:nvPr/>
          </p:nvSpPr>
          <p:spPr bwMode="auto">
            <a:xfrm>
              <a:off x="2359" y="902"/>
              <a:ext cx="2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-122"/>
                </a:rPr>
                <a:t>3'</a:t>
              </a:r>
              <a:endParaRPr lang="en-US" altLang="zh-CN" i="1">
                <a:latin typeface="Times New Roman" charset="0"/>
                <a:ea typeface="宋体" charset="-122"/>
              </a:endParaRPr>
            </a:p>
          </p:txBody>
        </p:sp>
        <p:sp>
          <p:nvSpPr>
            <p:cNvPr id="48186" name="Freeform 58"/>
            <p:cNvSpPr>
              <a:spLocks/>
            </p:cNvSpPr>
            <p:nvPr/>
          </p:nvSpPr>
          <p:spPr bwMode="auto">
            <a:xfrm>
              <a:off x="2418" y="1040"/>
              <a:ext cx="50" cy="50"/>
            </a:xfrm>
            <a:custGeom>
              <a:avLst/>
              <a:gdLst>
                <a:gd name="T0" fmla="*/ 300 w 300"/>
                <a:gd name="T1" fmla="*/ 149 h 299"/>
                <a:gd name="T2" fmla="*/ 255 w 300"/>
                <a:gd name="T3" fmla="*/ 43 h 299"/>
                <a:gd name="T4" fmla="*/ 150 w 300"/>
                <a:gd name="T5" fmla="*/ 0 h 299"/>
                <a:gd name="T6" fmla="*/ 44 w 300"/>
                <a:gd name="T7" fmla="*/ 43 h 299"/>
                <a:gd name="T8" fmla="*/ 0 w 300"/>
                <a:gd name="T9" fmla="*/ 149 h 299"/>
                <a:gd name="T10" fmla="*/ 44 w 300"/>
                <a:gd name="T11" fmla="*/ 255 h 299"/>
                <a:gd name="T12" fmla="*/ 150 w 300"/>
                <a:gd name="T13" fmla="*/ 299 h 299"/>
                <a:gd name="T14" fmla="*/ 255 w 300"/>
                <a:gd name="T15" fmla="*/ 255 h 299"/>
                <a:gd name="T16" fmla="*/ 300 w 300"/>
                <a:gd name="T17" fmla="*/ 14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0" h="299">
                  <a:moveTo>
                    <a:pt x="300" y="149"/>
                  </a:moveTo>
                  <a:lnTo>
                    <a:pt x="255" y="43"/>
                  </a:lnTo>
                  <a:lnTo>
                    <a:pt x="150" y="0"/>
                  </a:lnTo>
                  <a:lnTo>
                    <a:pt x="44" y="43"/>
                  </a:lnTo>
                  <a:lnTo>
                    <a:pt x="0" y="149"/>
                  </a:lnTo>
                  <a:lnTo>
                    <a:pt x="44" y="255"/>
                  </a:lnTo>
                  <a:lnTo>
                    <a:pt x="150" y="299"/>
                  </a:lnTo>
                  <a:lnTo>
                    <a:pt x="255" y="255"/>
                  </a:lnTo>
                  <a:lnTo>
                    <a:pt x="300" y="149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296" name="Group 168"/>
          <p:cNvGrpSpPr>
            <a:grpSpLocks/>
          </p:cNvGrpSpPr>
          <p:nvPr/>
        </p:nvGrpSpPr>
        <p:grpSpPr bwMode="auto">
          <a:xfrm>
            <a:off x="5159375" y="2692645"/>
            <a:ext cx="433388" cy="274638"/>
            <a:chOff x="2290" y="1482"/>
            <a:chExt cx="273" cy="173"/>
          </a:xfrm>
        </p:grpSpPr>
        <p:sp>
          <p:nvSpPr>
            <p:cNvPr id="48160" name="Rectangle 32"/>
            <p:cNvSpPr>
              <a:spLocks noChangeArrowheads="1"/>
            </p:cNvSpPr>
            <p:nvPr/>
          </p:nvSpPr>
          <p:spPr bwMode="auto">
            <a:xfrm>
              <a:off x="2290" y="1482"/>
              <a:ext cx="2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-122"/>
                </a:rPr>
                <a:t>4'</a:t>
              </a:r>
              <a:endParaRPr lang="en-US" altLang="zh-CN" i="1">
                <a:latin typeface="Times New Roman" charset="0"/>
                <a:ea typeface="宋体" charset="-122"/>
              </a:endParaRPr>
            </a:p>
          </p:txBody>
        </p:sp>
        <p:sp>
          <p:nvSpPr>
            <p:cNvPr id="48187" name="Freeform 59"/>
            <p:cNvSpPr>
              <a:spLocks/>
            </p:cNvSpPr>
            <p:nvPr/>
          </p:nvSpPr>
          <p:spPr bwMode="auto">
            <a:xfrm>
              <a:off x="2418" y="1538"/>
              <a:ext cx="50" cy="50"/>
            </a:xfrm>
            <a:custGeom>
              <a:avLst/>
              <a:gdLst>
                <a:gd name="T0" fmla="*/ 300 w 300"/>
                <a:gd name="T1" fmla="*/ 149 h 299"/>
                <a:gd name="T2" fmla="*/ 255 w 300"/>
                <a:gd name="T3" fmla="*/ 43 h 299"/>
                <a:gd name="T4" fmla="*/ 150 w 300"/>
                <a:gd name="T5" fmla="*/ 0 h 299"/>
                <a:gd name="T6" fmla="*/ 44 w 300"/>
                <a:gd name="T7" fmla="*/ 43 h 299"/>
                <a:gd name="T8" fmla="*/ 0 w 300"/>
                <a:gd name="T9" fmla="*/ 149 h 299"/>
                <a:gd name="T10" fmla="*/ 44 w 300"/>
                <a:gd name="T11" fmla="*/ 255 h 299"/>
                <a:gd name="T12" fmla="*/ 150 w 300"/>
                <a:gd name="T13" fmla="*/ 299 h 299"/>
                <a:gd name="T14" fmla="*/ 255 w 300"/>
                <a:gd name="T15" fmla="*/ 255 h 299"/>
                <a:gd name="T16" fmla="*/ 300 w 300"/>
                <a:gd name="T17" fmla="*/ 14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0" h="299">
                  <a:moveTo>
                    <a:pt x="300" y="149"/>
                  </a:moveTo>
                  <a:lnTo>
                    <a:pt x="255" y="43"/>
                  </a:lnTo>
                  <a:lnTo>
                    <a:pt x="150" y="0"/>
                  </a:lnTo>
                  <a:lnTo>
                    <a:pt x="44" y="43"/>
                  </a:lnTo>
                  <a:lnTo>
                    <a:pt x="0" y="149"/>
                  </a:lnTo>
                  <a:lnTo>
                    <a:pt x="44" y="255"/>
                  </a:lnTo>
                  <a:lnTo>
                    <a:pt x="150" y="299"/>
                  </a:lnTo>
                  <a:lnTo>
                    <a:pt x="255" y="255"/>
                  </a:lnTo>
                  <a:lnTo>
                    <a:pt x="300" y="149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272" name="Group 144"/>
          <p:cNvGrpSpPr>
            <a:grpSpLocks/>
          </p:cNvGrpSpPr>
          <p:nvPr/>
        </p:nvGrpSpPr>
        <p:grpSpPr bwMode="auto">
          <a:xfrm>
            <a:off x="6615113" y="3775321"/>
            <a:ext cx="393700" cy="315913"/>
            <a:chOff x="3207" y="2164"/>
            <a:chExt cx="248" cy="199"/>
          </a:xfrm>
        </p:grpSpPr>
        <p:sp>
          <p:nvSpPr>
            <p:cNvPr id="48176" name="Rectangle 48"/>
            <p:cNvSpPr>
              <a:spLocks noChangeArrowheads="1"/>
            </p:cNvSpPr>
            <p:nvPr/>
          </p:nvSpPr>
          <p:spPr bwMode="auto">
            <a:xfrm>
              <a:off x="3264" y="2164"/>
              <a:ext cx="1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-122"/>
                </a:rPr>
                <a:t>2</a:t>
              </a:r>
              <a:endParaRPr lang="en-US" altLang="zh-CN" i="1">
                <a:latin typeface="Times New Roman" charset="0"/>
                <a:ea typeface="宋体" charset="-122"/>
              </a:endParaRPr>
            </a:p>
          </p:txBody>
        </p:sp>
        <p:sp>
          <p:nvSpPr>
            <p:cNvPr id="48188" name="Freeform 60"/>
            <p:cNvSpPr>
              <a:spLocks/>
            </p:cNvSpPr>
            <p:nvPr/>
          </p:nvSpPr>
          <p:spPr bwMode="auto">
            <a:xfrm>
              <a:off x="3207" y="2313"/>
              <a:ext cx="50" cy="50"/>
            </a:xfrm>
            <a:custGeom>
              <a:avLst/>
              <a:gdLst>
                <a:gd name="T0" fmla="*/ 299 w 299"/>
                <a:gd name="T1" fmla="*/ 150 h 300"/>
                <a:gd name="T2" fmla="*/ 255 w 299"/>
                <a:gd name="T3" fmla="*/ 45 h 300"/>
                <a:gd name="T4" fmla="*/ 149 w 299"/>
                <a:gd name="T5" fmla="*/ 0 h 300"/>
                <a:gd name="T6" fmla="*/ 44 w 299"/>
                <a:gd name="T7" fmla="*/ 45 h 300"/>
                <a:gd name="T8" fmla="*/ 0 w 299"/>
                <a:gd name="T9" fmla="*/ 150 h 300"/>
                <a:gd name="T10" fmla="*/ 44 w 299"/>
                <a:gd name="T11" fmla="*/ 256 h 300"/>
                <a:gd name="T12" fmla="*/ 149 w 299"/>
                <a:gd name="T13" fmla="*/ 300 h 300"/>
                <a:gd name="T14" fmla="*/ 255 w 299"/>
                <a:gd name="T15" fmla="*/ 256 h 300"/>
                <a:gd name="T16" fmla="*/ 299 w 299"/>
                <a:gd name="T17" fmla="*/ 15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9" h="300">
                  <a:moveTo>
                    <a:pt x="299" y="150"/>
                  </a:moveTo>
                  <a:lnTo>
                    <a:pt x="255" y="45"/>
                  </a:lnTo>
                  <a:lnTo>
                    <a:pt x="149" y="0"/>
                  </a:lnTo>
                  <a:lnTo>
                    <a:pt x="44" y="45"/>
                  </a:lnTo>
                  <a:lnTo>
                    <a:pt x="0" y="150"/>
                  </a:lnTo>
                  <a:lnTo>
                    <a:pt x="44" y="256"/>
                  </a:lnTo>
                  <a:lnTo>
                    <a:pt x="149" y="300"/>
                  </a:lnTo>
                  <a:lnTo>
                    <a:pt x="255" y="256"/>
                  </a:lnTo>
                  <a:lnTo>
                    <a:pt x="299" y="150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273" name="Group 145"/>
          <p:cNvGrpSpPr>
            <a:grpSpLocks/>
          </p:cNvGrpSpPr>
          <p:nvPr/>
        </p:nvGrpSpPr>
        <p:grpSpPr bwMode="auto">
          <a:xfrm>
            <a:off x="6494463" y="5856534"/>
            <a:ext cx="303212" cy="274637"/>
            <a:chOff x="3131" y="3475"/>
            <a:chExt cx="191" cy="173"/>
          </a:xfrm>
        </p:grpSpPr>
        <p:sp>
          <p:nvSpPr>
            <p:cNvPr id="48175" name="Rectangle 47"/>
            <p:cNvSpPr>
              <a:spLocks noChangeArrowheads="1"/>
            </p:cNvSpPr>
            <p:nvPr/>
          </p:nvSpPr>
          <p:spPr bwMode="auto">
            <a:xfrm>
              <a:off x="3131" y="3475"/>
              <a:ext cx="1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-122"/>
                </a:rPr>
                <a:t>1</a:t>
              </a:r>
              <a:endParaRPr lang="en-US" altLang="zh-CN" i="1">
                <a:latin typeface="Times New Roman" charset="0"/>
                <a:ea typeface="宋体" charset="-122"/>
              </a:endParaRPr>
            </a:p>
          </p:txBody>
        </p:sp>
        <p:sp>
          <p:nvSpPr>
            <p:cNvPr id="48189" name="Freeform 61"/>
            <p:cNvSpPr>
              <a:spLocks/>
            </p:cNvSpPr>
            <p:nvPr/>
          </p:nvSpPr>
          <p:spPr bwMode="auto">
            <a:xfrm>
              <a:off x="3207" y="3491"/>
              <a:ext cx="50" cy="50"/>
            </a:xfrm>
            <a:custGeom>
              <a:avLst/>
              <a:gdLst>
                <a:gd name="T0" fmla="*/ 299 w 299"/>
                <a:gd name="T1" fmla="*/ 149 h 298"/>
                <a:gd name="T2" fmla="*/ 255 w 299"/>
                <a:gd name="T3" fmla="*/ 43 h 298"/>
                <a:gd name="T4" fmla="*/ 149 w 299"/>
                <a:gd name="T5" fmla="*/ 0 h 298"/>
                <a:gd name="T6" fmla="*/ 44 w 299"/>
                <a:gd name="T7" fmla="*/ 43 h 298"/>
                <a:gd name="T8" fmla="*/ 0 w 299"/>
                <a:gd name="T9" fmla="*/ 149 h 298"/>
                <a:gd name="T10" fmla="*/ 44 w 299"/>
                <a:gd name="T11" fmla="*/ 255 h 298"/>
                <a:gd name="T12" fmla="*/ 149 w 299"/>
                <a:gd name="T13" fmla="*/ 298 h 298"/>
                <a:gd name="T14" fmla="*/ 255 w 299"/>
                <a:gd name="T15" fmla="*/ 255 h 298"/>
                <a:gd name="T16" fmla="*/ 299 w 299"/>
                <a:gd name="T1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9" h="298">
                  <a:moveTo>
                    <a:pt x="299" y="149"/>
                  </a:moveTo>
                  <a:lnTo>
                    <a:pt x="255" y="43"/>
                  </a:lnTo>
                  <a:lnTo>
                    <a:pt x="149" y="0"/>
                  </a:lnTo>
                  <a:lnTo>
                    <a:pt x="44" y="43"/>
                  </a:lnTo>
                  <a:lnTo>
                    <a:pt x="0" y="149"/>
                  </a:lnTo>
                  <a:lnTo>
                    <a:pt x="44" y="255"/>
                  </a:lnTo>
                  <a:lnTo>
                    <a:pt x="149" y="298"/>
                  </a:lnTo>
                  <a:lnTo>
                    <a:pt x="255" y="255"/>
                  </a:lnTo>
                  <a:lnTo>
                    <a:pt x="299" y="149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294" name="Group 166"/>
          <p:cNvGrpSpPr>
            <a:grpSpLocks/>
          </p:cNvGrpSpPr>
          <p:nvPr/>
        </p:nvGrpSpPr>
        <p:grpSpPr bwMode="auto">
          <a:xfrm>
            <a:off x="5159376" y="4826245"/>
            <a:ext cx="303213" cy="274638"/>
            <a:chOff x="2290" y="2826"/>
            <a:chExt cx="191" cy="173"/>
          </a:xfrm>
        </p:grpSpPr>
        <p:sp>
          <p:nvSpPr>
            <p:cNvPr id="48164" name="Rectangle 36"/>
            <p:cNvSpPr>
              <a:spLocks noChangeArrowheads="1"/>
            </p:cNvSpPr>
            <p:nvPr/>
          </p:nvSpPr>
          <p:spPr bwMode="auto">
            <a:xfrm>
              <a:off x="2290" y="2826"/>
              <a:ext cx="1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-122"/>
                </a:rPr>
                <a:t>3</a:t>
              </a:r>
              <a:endParaRPr lang="en-US" altLang="zh-CN" i="1">
                <a:latin typeface="Times New Roman" charset="0"/>
                <a:ea typeface="宋体" charset="-122"/>
              </a:endParaRPr>
            </a:p>
          </p:txBody>
        </p:sp>
        <p:sp>
          <p:nvSpPr>
            <p:cNvPr id="48190" name="Freeform 62"/>
            <p:cNvSpPr>
              <a:spLocks/>
            </p:cNvSpPr>
            <p:nvPr/>
          </p:nvSpPr>
          <p:spPr bwMode="auto">
            <a:xfrm>
              <a:off x="2418" y="2888"/>
              <a:ext cx="50" cy="50"/>
            </a:xfrm>
            <a:custGeom>
              <a:avLst/>
              <a:gdLst>
                <a:gd name="T0" fmla="*/ 300 w 300"/>
                <a:gd name="T1" fmla="*/ 150 h 299"/>
                <a:gd name="T2" fmla="*/ 255 w 300"/>
                <a:gd name="T3" fmla="*/ 44 h 299"/>
                <a:gd name="T4" fmla="*/ 150 w 300"/>
                <a:gd name="T5" fmla="*/ 0 h 299"/>
                <a:gd name="T6" fmla="*/ 44 w 300"/>
                <a:gd name="T7" fmla="*/ 44 h 299"/>
                <a:gd name="T8" fmla="*/ 0 w 300"/>
                <a:gd name="T9" fmla="*/ 150 h 299"/>
                <a:gd name="T10" fmla="*/ 44 w 300"/>
                <a:gd name="T11" fmla="*/ 256 h 299"/>
                <a:gd name="T12" fmla="*/ 150 w 300"/>
                <a:gd name="T13" fmla="*/ 299 h 299"/>
                <a:gd name="T14" fmla="*/ 255 w 300"/>
                <a:gd name="T15" fmla="*/ 256 h 299"/>
                <a:gd name="T16" fmla="*/ 300 w 300"/>
                <a:gd name="T17" fmla="*/ 15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0" h="299">
                  <a:moveTo>
                    <a:pt x="300" y="150"/>
                  </a:moveTo>
                  <a:lnTo>
                    <a:pt x="255" y="44"/>
                  </a:lnTo>
                  <a:lnTo>
                    <a:pt x="150" y="0"/>
                  </a:lnTo>
                  <a:lnTo>
                    <a:pt x="44" y="44"/>
                  </a:lnTo>
                  <a:lnTo>
                    <a:pt x="0" y="150"/>
                  </a:lnTo>
                  <a:lnTo>
                    <a:pt x="44" y="256"/>
                  </a:lnTo>
                  <a:lnTo>
                    <a:pt x="150" y="299"/>
                  </a:lnTo>
                  <a:lnTo>
                    <a:pt x="255" y="256"/>
                  </a:lnTo>
                  <a:lnTo>
                    <a:pt x="300" y="150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271" name="Group 143"/>
          <p:cNvGrpSpPr>
            <a:grpSpLocks/>
          </p:cNvGrpSpPr>
          <p:nvPr/>
        </p:nvGrpSpPr>
        <p:grpSpPr bwMode="auto">
          <a:xfrm>
            <a:off x="6451600" y="1641720"/>
            <a:ext cx="433388" cy="274638"/>
            <a:chOff x="3104" y="820"/>
            <a:chExt cx="273" cy="173"/>
          </a:xfrm>
        </p:grpSpPr>
        <p:sp>
          <p:nvSpPr>
            <p:cNvPr id="48155" name="Rectangle 27"/>
            <p:cNvSpPr>
              <a:spLocks noChangeArrowheads="1"/>
            </p:cNvSpPr>
            <p:nvPr/>
          </p:nvSpPr>
          <p:spPr bwMode="auto">
            <a:xfrm>
              <a:off x="3104" y="820"/>
              <a:ext cx="2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solidFill>
                    <a:srgbClr val="000000"/>
                  </a:solidFill>
                  <a:latin typeface="Times New Roman" charset="0"/>
                  <a:ea typeface="宋体" charset="-122"/>
                </a:rPr>
                <a:t>1'</a:t>
              </a:r>
              <a:endParaRPr lang="en-US" altLang="zh-CN" i="1">
                <a:latin typeface="Times New Roman" charset="0"/>
                <a:ea typeface="宋体" charset="-122"/>
              </a:endParaRPr>
            </a:p>
          </p:txBody>
        </p:sp>
        <p:sp>
          <p:nvSpPr>
            <p:cNvPr id="48191" name="Freeform 63"/>
            <p:cNvSpPr>
              <a:spLocks/>
            </p:cNvSpPr>
            <p:nvPr/>
          </p:nvSpPr>
          <p:spPr bwMode="auto">
            <a:xfrm>
              <a:off x="3207" y="902"/>
              <a:ext cx="50" cy="50"/>
            </a:xfrm>
            <a:custGeom>
              <a:avLst/>
              <a:gdLst>
                <a:gd name="T0" fmla="*/ 299 w 299"/>
                <a:gd name="T1" fmla="*/ 149 h 299"/>
                <a:gd name="T2" fmla="*/ 255 w 299"/>
                <a:gd name="T3" fmla="*/ 44 h 299"/>
                <a:gd name="T4" fmla="*/ 149 w 299"/>
                <a:gd name="T5" fmla="*/ 0 h 299"/>
                <a:gd name="T6" fmla="*/ 44 w 299"/>
                <a:gd name="T7" fmla="*/ 44 h 299"/>
                <a:gd name="T8" fmla="*/ 0 w 299"/>
                <a:gd name="T9" fmla="*/ 149 h 299"/>
                <a:gd name="T10" fmla="*/ 44 w 299"/>
                <a:gd name="T11" fmla="*/ 255 h 299"/>
                <a:gd name="T12" fmla="*/ 149 w 299"/>
                <a:gd name="T13" fmla="*/ 299 h 299"/>
                <a:gd name="T14" fmla="*/ 255 w 299"/>
                <a:gd name="T15" fmla="*/ 255 h 299"/>
                <a:gd name="T16" fmla="*/ 299 w 299"/>
                <a:gd name="T17" fmla="*/ 14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99" h="299">
                  <a:moveTo>
                    <a:pt x="299" y="149"/>
                  </a:moveTo>
                  <a:lnTo>
                    <a:pt x="255" y="44"/>
                  </a:lnTo>
                  <a:lnTo>
                    <a:pt x="149" y="0"/>
                  </a:lnTo>
                  <a:lnTo>
                    <a:pt x="44" y="44"/>
                  </a:lnTo>
                  <a:lnTo>
                    <a:pt x="0" y="149"/>
                  </a:lnTo>
                  <a:lnTo>
                    <a:pt x="44" y="255"/>
                  </a:lnTo>
                  <a:lnTo>
                    <a:pt x="149" y="299"/>
                  </a:lnTo>
                  <a:lnTo>
                    <a:pt x="255" y="255"/>
                  </a:lnTo>
                  <a:lnTo>
                    <a:pt x="299" y="149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095D109A-7840-4E5C-8EB6-094FB454F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70" y="320121"/>
            <a:ext cx="7459332" cy="589236"/>
          </a:xfrm>
        </p:spPr>
        <p:txBody>
          <a:bodyPr>
            <a:normAutofit/>
          </a:bodyPr>
          <a:lstStyle/>
          <a:p>
            <a:r>
              <a:rPr lang="zh-CN" altLang="en-US" dirty="0"/>
              <a:t>两一般位置平面相交，判别可见性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364DE-14DD-4B55-8455-B1FE02AE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0F30-D2DE-9B4B-A032-92183C4DB95C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79796B-E9C0-4D65-B284-30779F14A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4B320-B483-4057-AB54-AC423774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991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8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8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4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57" grpId="0"/>
      <p:bldP spid="48168" grpId="0"/>
      <p:bldP spid="48166" grpId="0"/>
      <p:bldP spid="48166" grpId="1"/>
      <p:bldP spid="48156" grpId="0"/>
      <p:bldP spid="48156" grpId="1"/>
      <p:bldP spid="48136" grpId="0" animBg="1"/>
      <p:bldP spid="4813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22" name="Picture 278" descr="第五章  直线与平面、平面与平面的相对位置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11" b="10072"/>
          <a:stretch>
            <a:fillRect/>
          </a:stretch>
        </p:blipFill>
        <p:spPr bwMode="auto">
          <a:xfrm>
            <a:off x="1524001" y="1292256"/>
            <a:ext cx="9142413" cy="561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018" name="Group 274"/>
          <p:cNvGrpSpPr>
            <a:grpSpLocks/>
          </p:cNvGrpSpPr>
          <p:nvPr/>
        </p:nvGrpSpPr>
        <p:grpSpPr bwMode="auto">
          <a:xfrm>
            <a:off x="6040439" y="2973418"/>
            <a:ext cx="249237" cy="3033712"/>
            <a:chOff x="2849" y="1409"/>
            <a:chExt cx="157" cy="1911"/>
          </a:xfrm>
        </p:grpSpPr>
        <p:sp>
          <p:nvSpPr>
            <p:cNvPr id="31939" name="Line 195"/>
            <p:cNvSpPr>
              <a:spLocks noChangeShapeType="1"/>
            </p:cNvSpPr>
            <p:nvPr/>
          </p:nvSpPr>
          <p:spPr bwMode="auto">
            <a:xfrm>
              <a:off x="2849" y="1409"/>
              <a:ext cx="1" cy="191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40" name="Line 196"/>
            <p:cNvSpPr>
              <a:spLocks noChangeShapeType="1"/>
            </p:cNvSpPr>
            <p:nvPr/>
          </p:nvSpPr>
          <p:spPr bwMode="auto">
            <a:xfrm>
              <a:off x="3005" y="2210"/>
              <a:ext cx="1" cy="13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932" name="Line 188"/>
          <p:cNvSpPr>
            <a:spLocks noChangeShapeType="1"/>
          </p:cNvSpPr>
          <p:nvPr/>
        </p:nvSpPr>
        <p:spPr bwMode="auto">
          <a:xfrm>
            <a:off x="4410076" y="2132043"/>
            <a:ext cx="1681163" cy="1084262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33" name="Line 189"/>
          <p:cNvSpPr>
            <a:spLocks noChangeShapeType="1"/>
          </p:cNvSpPr>
          <p:nvPr/>
        </p:nvSpPr>
        <p:spPr bwMode="auto">
          <a:xfrm>
            <a:off x="4086226" y="2627343"/>
            <a:ext cx="2162175" cy="139065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34" name="Line 190"/>
          <p:cNvSpPr>
            <a:spLocks noChangeShapeType="1"/>
          </p:cNvSpPr>
          <p:nvPr/>
        </p:nvSpPr>
        <p:spPr bwMode="auto">
          <a:xfrm flipH="1">
            <a:off x="6091238" y="2363819"/>
            <a:ext cx="1003300" cy="85248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35" name="Line 191"/>
          <p:cNvSpPr>
            <a:spLocks noChangeShapeType="1"/>
          </p:cNvSpPr>
          <p:nvPr/>
        </p:nvSpPr>
        <p:spPr bwMode="auto">
          <a:xfrm flipH="1">
            <a:off x="6248401" y="2520981"/>
            <a:ext cx="1770063" cy="1497013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899" name="Line 155"/>
          <p:cNvSpPr>
            <a:spLocks noChangeShapeType="1"/>
          </p:cNvSpPr>
          <p:nvPr/>
        </p:nvSpPr>
        <p:spPr bwMode="auto">
          <a:xfrm>
            <a:off x="6046788" y="2979769"/>
            <a:ext cx="247650" cy="12715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900" name="Line 156"/>
          <p:cNvSpPr>
            <a:spLocks noChangeShapeType="1"/>
          </p:cNvSpPr>
          <p:nvPr/>
        </p:nvSpPr>
        <p:spPr bwMode="auto">
          <a:xfrm flipH="1">
            <a:off x="6048376" y="4460906"/>
            <a:ext cx="246063" cy="15271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978" name="Group 234"/>
          <p:cNvGrpSpPr>
            <a:grpSpLocks/>
          </p:cNvGrpSpPr>
          <p:nvPr/>
        </p:nvGrpSpPr>
        <p:grpSpPr bwMode="auto">
          <a:xfrm>
            <a:off x="3460750" y="4532344"/>
            <a:ext cx="5372100" cy="274637"/>
            <a:chOff x="1220" y="2387"/>
            <a:chExt cx="3384" cy="173"/>
          </a:xfrm>
        </p:grpSpPr>
        <p:sp>
          <p:nvSpPr>
            <p:cNvPr id="31854" name="Rectangle 110"/>
            <p:cNvSpPr>
              <a:spLocks noChangeArrowheads="1"/>
            </p:cNvSpPr>
            <p:nvPr/>
          </p:nvSpPr>
          <p:spPr bwMode="auto">
            <a:xfrm>
              <a:off x="4374" y="2387"/>
              <a:ext cx="23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P</a:t>
              </a:r>
              <a:r>
                <a:rPr lang="en-US" altLang="zh-CN" i="1" baseline="24000">
                  <a:latin typeface="Times New Roman" charset="0"/>
                  <a:ea typeface="宋体" charset="-122"/>
                </a:rPr>
                <a:t>H</a:t>
              </a:r>
            </a:p>
          </p:txBody>
        </p:sp>
        <p:sp>
          <p:nvSpPr>
            <p:cNvPr id="31914" name="Line 170"/>
            <p:cNvSpPr>
              <a:spLocks noChangeShapeType="1"/>
            </p:cNvSpPr>
            <p:nvPr/>
          </p:nvSpPr>
          <p:spPr bwMode="auto">
            <a:xfrm>
              <a:off x="1220" y="2522"/>
              <a:ext cx="3132" cy="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69" name="Group 225"/>
          <p:cNvGrpSpPr>
            <a:grpSpLocks/>
          </p:cNvGrpSpPr>
          <p:nvPr/>
        </p:nvGrpSpPr>
        <p:grpSpPr bwMode="auto">
          <a:xfrm>
            <a:off x="3562350" y="5535644"/>
            <a:ext cx="5341938" cy="274637"/>
            <a:chOff x="1284" y="3019"/>
            <a:chExt cx="3365" cy="173"/>
          </a:xfrm>
        </p:grpSpPr>
        <p:sp>
          <p:nvSpPr>
            <p:cNvPr id="31859" name="Rectangle 115"/>
            <p:cNvSpPr>
              <a:spLocks noChangeArrowheads="1"/>
            </p:cNvSpPr>
            <p:nvPr/>
          </p:nvSpPr>
          <p:spPr bwMode="auto">
            <a:xfrm>
              <a:off x="4410" y="3019"/>
              <a:ext cx="23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Q</a:t>
              </a:r>
              <a:r>
                <a:rPr lang="en-US" altLang="zh-CN" i="1" baseline="24000">
                  <a:latin typeface="Times New Roman" charset="0"/>
                  <a:ea typeface="宋体" charset="-122"/>
                </a:rPr>
                <a:t>H</a:t>
              </a:r>
            </a:p>
          </p:txBody>
        </p:sp>
        <p:sp>
          <p:nvSpPr>
            <p:cNvPr id="31915" name="Line 171"/>
            <p:cNvSpPr>
              <a:spLocks noChangeShapeType="1"/>
            </p:cNvSpPr>
            <p:nvPr/>
          </p:nvSpPr>
          <p:spPr bwMode="auto">
            <a:xfrm>
              <a:off x="1284" y="3140"/>
              <a:ext cx="3083" cy="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80" name="Group 236"/>
          <p:cNvGrpSpPr>
            <a:grpSpLocks/>
          </p:cNvGrpSpPr>
          <p:nvPr/>
        </p:nvGrpSpPr>
        <p:grpSpPr bwMode="auto">
          <a:xfrm>
            <a:off x="4086225" y="2627343"/>
            <a:ext cx="1588" cy="2119312"/>
            <a:chOff x="1614" y="1187"/>
            <a:chExt cx="1" cy="1335"/>
          </a:xfrm>
        </p:grpSpPr>
        <p:sp>
          <p:nvSpPr>
            <p:cNvPr id="31916" name="Line 172"/>
            <p:cNvSpPr>
              <a:spLocks noChangeShapeType="1"/>
            </p:cNvSpPr>
            <p:nvPr/>
          </p:nvSpPr>
          <p:spPr bwMode="auto">
            <a:xfrm flipV="1">
              <a:off x="1614" y="2333"/>
              <a:ext cx="1" cy="189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8" name="Line 174"/>
            <p:cNvSpPr>
              <a:spLocks noChangeShapeType="1"/>
            </p:cNvSpPr>
            <p:nvPr/>
          </p:nvSpPr>
          <p:spPr bwMode="auto">
            <a:xfrm flipV="1">
              <a:off x="1614" y="1187"/>
              <a:ext cx="1" cy="21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79" name="Group 235"/>
          <p:cNvGrpSpPr>
            <a:grpSpLocks/>
          </p:cNvGrpSpPr>
          <p:nvPr/>
        </p:nvGrpSpPr>
        <p:grpSpPr bwMode="auto">
          <a:xfrm>
            <a:off x="4410075" y="2132044"/>
            <a:ext cx="1588" cy="3595687"/>
            <a:chOff x="1818" y="875"/>
            <a:chExt cx="1" cy="2265"/>
          </a:xfrm>
        </p:grpSpPr>
        <p:sp>
          <p:nvSpPr>
            <p:cNvPr id="31917" name="Line 173"/>
            <p:cNvSpPr>
              <a:spLocks noChangeShapeType="1"/>
            </p:cNvSpPr>
            <p:nvPr/>
          </p:nvSpPr>
          <p:spPr bwMode="auto">
            <a:xfrm flipV="1">
              <a:off x="1818" y="2951"/>
              <a:ext cx="1" cy="189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19" name="Line 175"/>
            <p:cNvSpPr>
              <a:spLocks noChangeShapeType="1"/>
            </p:cNvSpPr>
            <p:nvPr/>
          </p:nvSpPr>
          <p:spPr bwMode="auto">
            <a:xfrm flipV="1">
              <a:off x="1818" y="875"/>
              <a:ext cx="1" cy="183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89" name="Group 245"/>
          <p:cNvGrpSpPr>
            <a:grpSpLocks/>
          </p:cNvGrpSpPr>
          <p:nvPr/>
        </p:nvGrpSpPr>
        <p:grpSpPr bwMode="auto">
          <a:xfrm>
            <a:off x="4979989" y="3202019"/>
            <a:ext cx="1587" cy="1544637"/>
            <a:chOff x="2177" y="1549"/>
            <a:chExt cx="1" cy="973"/>
          </a:xfrm>
        </p:grpSpPr>
        <p:sp>
          <p:nvSpPr>
            <p:cNvPr id="31920" name="Line 176"/>
            <p:cNvSpPr>
              <a:spLocks noChangeShapeType="1"/>
            </p:cNvSpPr>
            <p:nvPr/>
          </p:nvSpPr>
          <p:spPr bwMode="auto">
            <a:xfrm flipV="1">
              <a:off x="2177" y="2356"/>
              <a:ext cx="1" cy="166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21" name="Line 177"/>
            <p:cNvSpPr>
              <a:spLocks noChangeShapeType="1"/>
            </p:cNvSpPr>
            <p:nvPr/>
          </p:nvSpPr>
          <p:spPr bwMode="auto">
            <a:xfrm flipV="1">
              <a:off x="2177" y="1549"/>
              <a:ext cx="1" cy="17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90" name="Group 246"/>
          <p:cNvGrpSpPr>
            <a:grpSpLocks/>
          </p:cNvGrpSpPr>
          <p:nvPr/>
        </p:nvGrpSpPr>
        <p:grpSpPr bwMode="auto">
          <a:xfrm>
            <a:off x="5413375" y="2778156"/>
            <a:ext cx="1588" cy="2949575"/>
            <a:chOff x="2450" y="1282"/>
            <a:chExt cx="1" cy="1858"/>
          </a:xfrm>
        </p:grpSpPr>
        <p:sp>
          <p:nvSpPr>
            <p:cNvPr id="31922" name="Line 178"/>
            <p:cNvSpPr>
              <a:spLocks noChangeShapeType="1"/>
            </p:cNvSpPr>
            <p:nvPr/>
          </p:nvSpPr>
          <p:spPr bwMode="auto">
            <a:xfrm flipV="1">
              <a:off x="2450" y="2906"/>
              <a:ext cx="1" cy="23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23" name="Line 179"/>
            <p:cNvSpPr>
              <a:spLocks noChangeShapeType="1"/>
            </p:cNvSpPr>
            <p:nvPr/>
          </p:nvSpPr>
          <p:spPr bwMode="auto">
            <a:xfrm flipV="1">
              <a:off x="2450" y="1282"/>
              <a:ext cx="1" cy="17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97" name="Group 253"/>
          <p:cNvGrpSpPr>
            <a:grpSpLocks/>
          </p:cNvGrpSpPr>
          <p:nvPr/>
        </p:nvGrpSpPr>
        <p:grpSpPr bwMode="auto">
          <a:xfrm>
            <a:off x="6713539" y="2689256"/>
            <a:ext cx="1587" cy="3038475"/>
            <a:chOff x="3269" y="1226"/>
            <a:chExt cx="1" cy="1914"/>
          </a:xfrm>
        </p:grpSpPr>
        <p:sp>
          <p:nvSpPr>
            <p:cNvPr id="31924" name="Line 180"/>
            <p:cNvSpPr>
              <a:spLocks noChangeShapeType="1"/>
            </p:cNvSpPr>
            <p:nvPr/>
          </p:nvSpPr>
          <p:spPr bwMode="auto">
            <a:xfrm flipV="1">
              <a:off x="3269" y="2906"/>
              <a:ext cx="1" cy="23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28" name="Line 184"/>
            <p:cNvSpPr>
              <a:spLocks noChangeShapeType="1"/>
            </p:cNvSpPr>
            <p:nvPr/>
          </p:nvSpPr>
          <p:spPr bwMode="auto">
            <a:xfrm flipV="1">
              <a:off x="3269" y="1226"/>
              <a:ext cx="1" cy="19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98" name="Group 254"/>
          <p:cNvGrpSpPr>
            <a:grpSpLocks/>
          </p:cNvGrpSpPr>
          <p:nvPr/>
        </p:nvGrpSpPr>
        <p:grpSpPr bwMode="auto">
          <a:xfrm>
            <a:off x="7089775" y="3306793"/>
            <a:ext cx="1588" cy="1439862"/>
            <a:chOff x="3506" y="1615"/>
            <a:chExt cx="1" cy="907"/>
          </a:xfrm>
        </p:grpSpPr>
        <p:sp>
          <p:nvSpPr>
            <p:cNvPr id="31927" name="Line 183"/>
            <p:cNvSpPr>
              <a:spLocks noChangeShapeType="1"/>
            </p:cNvSpPr>
            <p:nvPr/>
          </p:nvSpPr>
          <p:spPr bwMode="auto">
            <a:xfrm flipV="1">
              <a:off x="3506" y="2318"/>
              <a:ext cx="1" cy="204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29" name="Line 185"/>
            <p:cNvSpPr>
              <a:spLocks noChangeShapeType="1"/>
            </p:cNvSpPr>
            <p:nvPr/>
          </p:nvSpPr>
          <p:spPr bwMode="auto">
            <a:xfrm flipV="1">
              <a:off x="3506" y="1615"/>
              <a:ext cx="1" cy="168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99" name="Group 255"/>
          <p:cNvGrpSpPr>
            <a:grpSpLocks/>
          </p:cNvGrpSpPr>
          <p:nvPr/>
        </p:nvGrpSpPr>
        <p:grpSpPr bwMode="auto">
          <a:xfrm>
            <a:off x="8018464" y="2520981"/>
            <a:ext cx="1587" cy="2225675"/>
            <a:chOff x="4091" y="1120"/>
            <a:chExt cx="1" cy="1402"/>
          </a:xfrm>
        </p:grpSpPr>
        <p:sp>
          <p:nvSpPr>
            <p:cNvPr id="31926" name="Line 182"/>
            <p:cNvSpPr>
              <a:spLocks noChangeShapeType="1"/>
            </p:cNvSpPr>
            <p:nvPr/>
          </p:nvSpPr>
          <p:spPr bwMode="auto">
            <a:xfrm flipV="1">
              <a:off x="4091" y="2323"/>
              <a:ext cx="1" cy="199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30" name="Line 186"/>
            <p:cNvSpPr>
              <a:spLocks noChangeShapeType="1"/>
            </p:cNvSpPr>
            <p:nvPr/>
          </p:nvSpPr>
          <p:spPr bwMode="auto">
            <a:xfrm flipV="1">
              <a:off x="4091" y="1120"/>
              <a:ext cx="1" cy="1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96" name="Group 252"/>
          <p:cNvGrpSpPr>
            <a:grpSpLocks/>
          </p:cNvGrpSpPr>
          <p:nvPr/>
        </p:nvGrpSpPr>
        <p:grpSpPr bwMode="auto">
          <a:xfrm>
            <a:off x="7094539" y="2363818"/>
            <a:ext cx="1587" cy="3363912"/>
            <a:chOff x="3509" y="1021"/>
            <a:chExt cx="1" cy="2119"/>
          </a:xfrm>
        </p:grpSpPr>
        <p:sp>
          <p:nvSpPr>
            <p:cNvPr id="31925" name="Line 181"/>
            <p:cNvSpPr>
              <a:spLocks noChangeShapeType="1"/>
            </p:cNvSpPr>
            <p:nvPr/>
          </p:nvSpPr>
          <p:spPr bwMode="auto">
            <a:xfrm flipV="1">
              <a:off x="3509" y="2921"/>
              <a:ext cx="1" cy="219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31" name="Line 187"/>
            <p:cNvSpPr>
              <a:spLocks noChangeShapeType="1"/>
            </p:cNvSpPr>
            <p:nvPr/>
          </p:nvSpPr>
          <p:spPr bwMode="auto">
            <a:xfrm flipV="1">
              <a:off x="3509" y="1021"/>
              <a:ext cx="1" cy="14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91" name="Group 247"/>
          <p:cNvGrpSpPr>
            <a:grpSpLocks/>
          </p:cNvGrpSpPr>
          <p:nvPr/>
        </p:nvGrpSpPr>
        <p:grpSpPr bwMode="auto">
          <a:xfrm>
            <a:off x="6091239" y="3216306"/>
            <a:ext cx="1587" cy="2511425"/>
            <a:chOff x="2877" y="1558"/>
            <a:chExt cx="1" cy="1582"/>
          </a:xfrm>
        </p:grpSpPr>
        <p:sp>
          <p:nvSpPr>
            <p:cNvPr id="31936" name="Line 192"/>
            <p:cNvSpPr>
              <a:spLocks noChangeShapeType="1"/>
            </p:cNvSpPr>
            <p:nvPr/>
          </p:nvSpPr>
          <p:spPr bwMode="auto">
            <a:xfrm>
              <a:off x="2877" y="1558"/>
              <a:ext cx="1" cy="20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38" name="Line 194"/>
            <p:cNvSpPr>
              <a:spLocks noChangeShapeType="1"/>
            </p:cNvSpPr>
            <p:nvPr/>
          </p:nvSpPr>
          <p:spPr bwMode="auto">
            <a:xfrm>
              <a:off x="2877" y="2869"/>
              <a:ext cx="1" cy="271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937" name="Line 193"/>
          <p:cNvSpPr>
            <a:spLocks noChangeShapeType="1"/>
          </p:cNvSpPr>
          <p:nvPr/>
        </p:nvSpPr>
        <p:spPr bwMode="auto">
          <a:xfrm>
            <a:off x="6248400" y="4017993"/>
            <a:ext cx="1588" cy="728662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982" name="Group 238"/>
          <p:cNvGrpSpPr>
            <a:grpSpLocks/>
          </p:cNvGrpSpPr>
          <p:nvPr/>
        </p:nvGrpSpPr>
        <p:grpSpPr bwMode="auto">
          <a:xfrm>
            <a:off x="4370388" y="1844705"/>
            <a:ext cx="323850" cy="330200"/>
            <a:chOff x="1793" y="694"/>
            <a:chExt cx="204" cy="208"/>
          </a:xfrm>
        </p:grpSpPr>
        <p:sp>
          <p:nvSpPr>
            <p:cNvPr id="31871" name="Rectangle 127"/>
            <p:cNvSpPr>
              <a:spLocks noChangeArrowheads="1"/>
            </p:cNvSpPr>
            <p:nvPr/>
          </p:nvSpPr>
          <p:spPr bwMode="auto">
            <a:xfrm>
              <a:off x="1804" y="694"/>
              <a:ext cx="19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1'</a:t>
              </a:r>
            </a:p>
          </p:txBody>
        </p:sp>
        <p:sp>
          <p:nvSpPr>
            <p:cNvPr id="31947" name="Freeform 203"/>
            <p:cNvSpPr>
              <a:spLocks/>
            </p:cNvSpPr>
            <p:nvPr/>
          </p:nvSpPr>
          <p:spPr bwMode="auto">
            <a:xfrm>
              <a:off x="1793" y="850"/>
              <a:ext cx="52" cy="52"/>
            </a:xfrm>
            <a:custGeom>
              <a:avLst/>
              <a:gdLst>
                <a:gd name="T0" fmla="*/ 52 w 52"/>
                <a:gd name="T1" fmla="*/ 25 h 52"/>
                <a:gd name="T2" fmla="*/ 43 w 52"/>
                <a:gd name="T3" fmla="*/ 7 h 52"/>
                <a:gd name="T4" fmla="*/ 25 w 52"/>
                <a:gd name="T5" fmla="*/ 0 h 52"/>
                <a:gd name="T6" fmla="*/ 7 w 52"/>
                <a:gd name="T7" fmla="*/ 7 h 52"/>
                <a:gd name="T8" fmla="*/ 0 w 52"/>
                <a:gd name="T9" fmla="*/ 25 h 52"/>
                <a:gd name="T10" fmla="*/ 7 w 52"/>
                <a:gd name="T11" fmla="*/ 45 h 52"/>
                <a:gd name="T12" fmla="*/ 25 w 52"/>
                <a:gd name="T13" fmla="*/ 52 h 52"/>
                <a:gd name="T14" fmla="*/ 43 w 52"/>
                <a:gd name="T15" fmla="*/ 45 h 52"/>
                <a:gd name="T16" fmla="*/ 52 w 52"/>
                <a:gd name="T17" fmla="*/ 2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2">
                  <a:moveTo>
                    <a:pt x="52" y="25"/>
                  </a:moveTo>
                  <a:lnTo>
                    <a:pt x="43" y="7"/>
                  </a:lnTo>
                  <a:lnTo>
                    <a:pt x="25" y="0"/>
                  </a:lnTo>
                  <a:lnTo>
                    <a:pt x="7" y="7"/>
                  </a:lnTo>
                  <a:lnTo>
                    <a:pt x="0" y="25"/>
                  </a:lnTo>
                  <a:lnTo>
                    <a:pt x="7" y="45"/>
                  </a:lnTo>
                  <a:lnTo>
                    <a:pt x="25" y="52"/>
                  </a:lnTo>
                  <a:lnTo>
                    <a:pt x="43" y="45"/>
                  </a:lnTo>
                  <a:lnTo>
                    <a:pt x="52" y="25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81" name="Group 237"/>
          <p:cNvGrpSpPr>
            <a:grpSpLocks/>
          </p:cNvGrpSpPr>
          <p:nvPr/>
        </p:nvGrpSpPr>
        <p:grpSpPr bwMode="auto">
          <a:xfrm>
            <a:off x="3833814" y="2511455"/>
            <a:ext cx="306387" cy="274638"/>
            <a:chOff x="1455" y="1114"/>
            <a:chExt cx="193" cy="173"/>
          </a:xfrm>
        </p:grpSpPr>
        <p:sp>
          <p:nvSpPr>
            <p:cNvPr id="31869" name="Rectangle 125"/>
            <p:cNvSpPr>
              <a:spLocks noChangeArrowheads="1"/>
            </p:cNvSpPr>
            <p:nvPr/>
          </p:nvSpPr>
          <p:spPr bwMode="auto">
            <a:xfrm>
              <a:off x="1455" y="1114"/>
              <a:ext cx="19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5'</a:t>
              </a:r>
            </a:p>
          </p:txBody>
        </p:sp>
        <p:sp>
          <p:nvSpPr>
            <p:cNvPr id="31948" name="Freeform 204"/>
            <p:cNvSpPr>
              <a:spLocks/>
            </p:cNvSpPr>
            <p:nvPr/>
          </p:nvSpPr>
          <p:spPr bwMode="auto">
            <a:xfrm>
              <a:off x="1589" y="1160"/>
              <a:ext cx="52" cy="53"/>
            </a:xfrm>
            <a:custGeom>
              <a:avLst/>
              <a:gdLst>
                <a:gd name="T0" fmla="*/ 52 w 52"/>
                <a:gd name="T1" fmla="*/ 27 h 53"/>
                <a:gd name="T2" fmla="*/ 43 w 52"/>
                <a:gd name="T3" fmla="*/ 8 h 53"/>
                <a:gd name="T4" fmla="*/ 25 w 52"/>
                <a:gd name="T5" fmla="*/ 0 h 53"/>
                <a:gd name="T6" fmla="*/ 7 w 52"/>
                <a:gd name="T7" fmla="*/ 8 h 53"/>
                <a:gd name="T8" fmla="*/ 0 w 52"/>
                <a:gd name="T9" fmla="*/ 27 h 53"/>
                <a:gd name="T10" fmla="*/ 7 w 52"/>
                <a:gd name="T11" fmla="*/ 45 h 53"/>
                <a:gd name="T12" fmla="*/ 25 w 52"/>
                <a:gd name="T13" fmla="*/ 53 h 53"/>
                <a:gd name="T14" fmla="*/ 43 w 52"/>
                <a:gd name="T15" fmla="*/ 45 h 53"/>
                <a:gd name="T16" fmla="*/ 52 w 52"/>
                <a:gd name="T17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52" y="27"/>
                  </a:moveTo>
                  <a:lnTo>
                    <a:pt x="43" y="8"/>
                  </a:lnTo>
                  <a:lnTo>
                    <a:pt x="25" y="0"/>
                  </a:lnTo>
                  <a:lnTo>
                    <a:pt x="7" y="8"/>
                  </a:lnTo>
                  <a:lnTo>
                    <a:pt x="0" y="27"/>
                  </a:lnTo>
                  <a:lnTo>
                    <a:pt x="7" y="45"/>
                  </a:lnTo>
                  <a:lnTo>
                    <a:pt x="25" y="53"/>
                  </a:lnTo>
                  <a:lnTo>
                    <a:pt x="43" y="45"/>
                  </a:lnTo>
                  <a:lnTo>
                    <a:pt x="52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83" name="Group 239"/>
          <p:cNvGrpSpPr>
            <a:grpSpLocks/>
          </p:cNvGrpSpPr>
          <p:nvPr/>
        </p:nvGrpSpPr>
        <p:grpSpPr bwMode="auto">
          <a:xfrm>
            <a:off x="4884739" y="2913093"/>
            <a:ext cx="306387" cy="328612"/>
            <a:chOff x="2117" y="1367"/>
            <a:chExt cx="193" cy="207"/>
          </a:xfrm>
        </p:grpSpPr>
        <p:sp>
          <p:nvSpPr>
            <p:cNvPr id="31873" name="Rectangle 129"/>
            <p:cNvSpPr>
              <a:spLocks noChangeArrowheads="1"/>
            </p:cNvSpPr>
            <p:nvPr/>
          </p:nvSpPr>
          <p:spPr bwMode="auto">
            <a:xfrm>
              <a:off x="2117" y="1367"/>
              <a:ext cx="19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6'</a:t>
              </a:r>
            </a:p>
          </p:txBody>
        </p:sp>
        <p:sp>
          <p:nvSpPr>
            <p:cNvPr id="31949" name="Freeform 205"/>
            <p:cNvSpPr>
              <a:spLocks/>
            </p:cNvSpPr>
            <p:nvPr/>
          </p:nvSpPr>
          <p:spPr bwMode="auto">
            <a:xfrm>
              <a:off x="2150" y="1522"/>
              <a:ext cx="52" cy="52"/>
            </a:xfrm>
            <a:custGeom>
              <a:avLst/>
              <a:gdLst>
                <a:gd name="T0" fmla="*/ 52 w 52"/>
                <a:gd name="T1" fmla="*/ 27 h 52"/>
                <a:gd name="T2" fmla="*/ 45 w 52"/>
                <a:gd name="T3" fmla="*/ 9 h 52"/>
                <a:gd name="T4" fmla="*/ 27 w 52"/>
                <a:gd name="T5" fmla="*/ 0 h 52"/>
                <a:gd name="T6" fmla="*/ 7 w 52"/>
                <a:gd name="T7" fmla="*/ 9 h 52"/>
                <a:gd name="T8" fmla="*/ 0 w 52"/>
                <a:gd name="T9" fmla="*/ 27 h 52"/>
                <a:gd name="T10" fmla="*/ 7 w 52"/>
                <a:gd name="T11" fmla="*/ 45 h 52"/>
                <a:gd name="T12" fmla="*/ 27 w 52"/>
                <a:gd name="T13" fmla="*/ 52 h 52"/>
                <a:gd name="T14" fmla="*/ 45 w 52"/>
                <a:gd name="T15" fmla="*/ 45 h 52"/>
                <a:gd name="T16" fmla="*/ 52 w 52"/>
                <a:gd name="T17" fmla="*/ 2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2">
                  <a:moveTo>
                    <a:pt x="52" y="27"/>
                  </a:moveTo>
                  <a:lnTo>
                    <a:pt x="45" y="9"/>
                  </a:lnTo>
                  <a:lnTo>
                    <a:pt x="27" y="0"/>
                  </a:lnTo>
                  <a:lnTo>
                    <a:pt x="7" y="9"/>
                  </a:lnTo>
                  <a:lnTo>
                    <a:pt x="0" y="27"/>
                  </a:lnTo>
                  <a:lnTo>
                    <a:pt x="7" y="45"/>
                  </a:lnTo>
                  <a:lnTo>
                    <a:pt x="27" y="52"/>
                  </a:lnTo>
                  <a:lnTo>
                    <a:pt x="45" y="45"/>
                  </a:lnTo>
                  <a:lnTo>
                    <a:pt x="52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84" name="Group 240"/>
          <p:cNvGrpSpPr>
            <a:grpSpLocks/>
          </p:cNvGrpSpPr>
          <p:nvPr/>
        </p:nvGrpSpPr>
        <p:grpSpPr bwMode="auto">
          <a:xfrm>
            <a:off x="5338764" y="2481293"/>
            <a:ext cx="306387" cy="336550"/>
            <a:chOff x="2403" y="1095"/>
            <a:chExt cx="193" cy="212"/>
          </a:xfrm>
        </p:grpSpPr>
        <p:sp>
          <p:nvSpPr>
            <p:cNvPr id="31872" name="Rectangle 128"/>
            <p:cNvSpPr>
              <a:spLocks noChangeArrowheads="1"/>
            </p:cNvSpPr>
            <p:nvPr/>
          </p:nvSpPr>
          <p:spPr bwMode="auto">
            <a:xfrm>
              <a:off x="2403" y="1095"/>
              <a:ext cx="19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2'</a:t>
              </a:r>
            </a:p>
          </p:txBody>
        </p:sp>
        <p:sp>
          <p:nvSpPr>
            <p:cNvPr id="31950" name="Freeform 206"/>
            <p:cNvSpPr>
              <a:spLocks/>
            </p:cNvSpPr>
            <p:nvPr/>
          </p:nvSpPr>
          <p:spPr bwMode="auto">
            <a:xfrm>
              <a:off x="2423" y="1256"/>
              <a:ext cx="52" cy="51"/>
            </a:xfrm>
            <a:custGeom>
              <a:avLst/>
              <a:gdLst>
                <a:gd name="T0" fmla="*/ 52 w 52"/>
                <a:gd name="T1" fmla="*/ 26 h 51"/>
                <a:gd name="T2" fmla="*/ 45 w 52"/>
                <a:gd name="T3" fmla="*/ 8 h 51"/>
                <a:gd name="T4" fmla="*/ 27 w 52"/>
                <a:gd name="T5" fmla="*/ 0 h 51"/>
                <a:gd name="T6" fmla="*/ 7 w 52"/>
                <a:gd name="T7" fmla="*/ 8 h 51"/>
                <a:gd name="T8" fmla="*/ 0 w 52"/>
                <a:gd name="T9" fmla="*/ 26 h 51"/>
                <a:gd name="T10" fmla="*/ 7 w 52"/>
                <a:gd name="T11" fmla="*/ 44 h 51"/>
                <a:gd name="T12" fmla="*/ 27 w 52"/>
                <a:gd name="T13" fmla="*/ 51 h 51"/>
                <a:gd name="T14" fmla="*/ 45 w 52"/>
                <a:gd name="T15" fmla="*/ 44 h 51"/>
                <a:gd name="T16" fmla="*/ 52 w 52"/>
                <a:gd name="T17" fmla="*/ 2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1">
                  <a:moveTo>
                    <a:pt x="52" y="26"/>
                  </a:moveTo>
                  <a:lnTo>
                    <a:pt x="45" y="8"/>
                  </a:lnTo>
                  <a:lnTo>
                    <a:pt x="27" y="0"/>
                  </a:lnTo>
                  <a:lnTo>
                    <a:pt x="7" y="8"/>
                  </a:lnTo>
                  <a:lnTo>
                    <a:pt x="0" y="26"/>
                  </a:lnTo>
                  <a:lnTo>
                    <a:pt x="7" y="44"/>
                  </a:lnTo>
                  <a:lnTo>
                    <a:pt x="27" y="51"/>
                  </a:lnTo>
                  <a:lnTo>
                    <a:pt x="45" y="44"/>
                  </a:lnTo>
                  <a:lnTo>
                    <a:pt x="52" y="26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85" name="Group 241"/>
          <p:cNvGrpSpPr>
            <a:grpSpLocks/>
          </p:cNvGrpSpPr>
          <p:nvPr/>
        </p:nvGrpSpPr>
        <p:grpSpPr bwMode="auto">
          <a:xfrm>
            <a:off x="7053264" y="2079656"/>
            <a:ext cx="312737" cy="327025"/>
            <a:chOff x="3483" y="842"/>
            <a:chExt cx="197" cy="206"/>
          </a:xfrm>
        </p:grpSpPr>
        <p:sp>
          <p:nvSpPr>
            <p:cNvPr id="31876" name="Rectangle 132"/>
            <p:cNvSpPr>
              <a:spLocks noChangeArrowheads="1"/>
            </p:cNvSpPr>
            <p:nvPr/>
          </p:nvSpPr>
          <p:spPr bwMode="auto">
            <a:xfrm>
              <a:off x="3487" y="842"/>
              <a:ext cx="19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4'</a:t>
              </a:r>
            </a:p>
          </p:txBody>
        </p:sp>
        <p:sp>
          <p:nvSpPr>
            <p:cNvPr id="31951" name="Freeform 207"/>
            <p:cNvSpPr>
              <a:spLocks/>
            </p:cNvSpPr>
            <p:nvPr/>
          </p:nvSpPr>
          <p:spPr bwMode="auto">
            <a:xfrm>
              <a:off x="3483" y="995"/>
              <a:ext cx="53" cy="53"/>
            </a:xfrm>
            <a:custGeom>
              <a:avLst/>
              <a:gdLst>
                <a:gd name="T0" fmla="*/ 53 w 53"/>
                <a:gd name="T1" fmla="*/ 26 h 53"/>
                <a:gd name="T2" fmla="*/ 45 w 53"/>
                <a:gd name="T3" fmla="*/ 8 h 53"/>
                <a:gd name="T4" fmla="*/ 26 w 53"/>
                <a:gd name="T5" fmla="*/ 0 h 53"/>
                <a:gd name="T6" fmla="*/ 8 w 53"/>
                <a:gd name="T7" fmla="*/ 8 h 53"/>
                <a:gd name="T8" fmla="*/ 0 w 53"/>
                <a:gd name="T9" fmla="*/ 26 h 53"/>
                <a:gd name="T10" fmla="*/ 8 w 53"/>
                <a:gd name="T11" fmla="*/ 45 h 53"/>
                <a:gd name="T12" fmla="*/ 26 w 53"/>
                <a:gd name="T13" fmla="*/ 53 h 53"/>
                <a:gd name="T14" fmla="*/ 45 w 53"/>
                <a:gd name="T15" fmla="*/ 45 h 53"/>
                <a:gd name="T16" fmla="*/ 53 w 53"/>
                <a:gd name="T17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3">
                  <a:moveTo>
                    <a:pt x="53" y="26"/>
                  </a:moveTo>
                  <a:lnTo>
                    <a:pt x="45" y="8"/>
                  </a:lnTo>
                  <a:lnTo>
                    <a:pt x="26" y="0"/>
                  </a:lnTo>
                  <a:lnTo>
                    <a:pt x="8" y="8"/>
                  </a:lnTo>
                  <a:lnTo>
                    <a:pt x="0" y="26"/>
                  </a:lnTo>
                  <a:lnTo>
                    <a:pt x="8" y="45"/>
                  </a:lnTo>
                  <a:lnTo>
                    <a:pt x="26" y="53"/>
                  </a:lnTo>
                  <a:lnTo>
                    <a:pt x="45" y="45"/>
                  </a:lnTo>
                  <a:lnTo>
                    <a:pt x="53" y="26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86" name="Group 242"/>
          <p:cNvGrpSpPr>
            <a:grpSpLocks/>
          </p:cNvGrpSpPr>
          <p:nvPr/>
        </p:nvGrpSpPr>
        <p:grpSpPr bwMode="auto">
          <a:xfrm>
            <a:off x="6670675" y="2536855"/>
            <a:ext cx="431800" cy="274638"/>
            <a:chOff x="3242" y="1130"/>
            <a:chExt cx="272" cy="173"/>
          </a:xfrm>
        </p:grpSpPr>
        <p:sp>
          <p:nvSpPr>
            <p:cNvPr id="31878" name="Rectangle 134"/>
            <p:cNvSpPr>
              <a:spLocks noChangeArrowheads="1"/>
            </p:cNvSpPr>
            <p:nvPr/>
          </p:nvSpPr>
          <p:spPr bwMode="auto">
            <a:xfrm>
              <a:off x="3321" y="1130"/>
              <a:ext cx="19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3'</a:t>
              </a:r>
            </a:p>
          </p:txBody>
        </p:sp>
        <p:sp>
          <p:nvSpPr>
            <p:cNvPr id="31952" name="Freeform 208"/>
            <p:cNvSpPr>
              <a:spLocks/>
            </p:cNvSpPr>
            <p:nvPr/>
          </p:nvSpPr>
          <p:spPr bwMode="auto">
            <a:xfrm>
              <a:off x="3242" y="1199"/>
              <a:ext cx="52" cy="53"/>
            </a:xfrm>
            <a:custGeom>
              <a:avLst/>
              <a:gdLst>
                <a:gd name="T0" fmla="*/ 52 w 52"/>
                <a:gd name="T1" fmla="*/ 27 h 53"/>
                <a:gd name="T2" fmla="*/ 45 w 52"/>
                <a:gd name="T3" fmla="*/ 8 h 53"/>
                <a:gd name="T4" fmla="*/ 27 w 52"/>
                <a:gd name="T5" fmla="*/ 0 h 53"/>
                <a:gd name="T6" fmla="*/ 7 w 52"/>
                <a:gd name="T7" fmla="*/ 8 h 53"/>
                <a:gd name="T8" fmla="*/ 0 w 52"/>
                <a:gd name="T9" fmla="*/ 27 h 53"/>
                <a:gd name="T10" fmla="*/ 7 w 52"/>
                <a:gd name="T11" fmla="*/ 45 h 53"/>
                <a:gd name="T12" fmla="*/ 27 w 52"/>
                <a:gd name="T13" fmla="*/ 53 h 53"/>
                <a:gd name="T14" fmla="*/ 45 w 52"/>
                <a:gd name="T15" fmla="*/ 45 h 53"/>
                <a:gd name="T16" fmla="*/ 52 w 52"/>
                <a:gd name="T17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52" y="27"/>
                  </a:moveTo>
                  <a:lnTo>
                    <a:pt x="45" y="8"/>
                  </a:lnTo>
                  <a:lnTo>
                    <a:pt x="27" y="0"/>
                  </a:lnTo>
                  <a:lnTo>
                    <a:pt x="7" y="8"/>
                  </a:lnTo>
                  <a:lnTo>
                    <a:pt x="0" y="27"/>
                  </a:lnTo>
                  <a:lnTo>
                    <a:pt x="7" y="45"/>
                  </a:lnTo>
                  <a:lnTo>
                    <a:pt x="27" y="53"/>
                  </a:lnTo>
                  <a:lnTo>
                    <a:pt x="45" y="45"/>
                  </a:lnTo>
                  <a:lnTo>
                    <a:pt x="52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87" name="Group 243"/>
          <p:cNvGrpSpPr>
            <a:grpSpLocks/>
          </p:cNvGrpSpPr>
          <p:nvPr/>
        </p:nvGrpSpPr>
        <p:grpSpPr bwMode="auto">
          <a:xfrm>
            <a:off x="7969250" y="2224118"/>
            <a:ext cx="306388" cy="336550"/>
            <a:chOff x="4060" y="933"/>
            <a:chExt cx="193" cy="212"/>
          </a:xfrm>
        </p:grpSpPr>
        <p:sp>
          <p:nvSpPr>
            <p:cNvPr id="31877" name="Rectangle 133"/>
            <p:cNvSpPr>
              <a:spLocks noChangeArrowheads="1"/>
            </p:cNvSpPr>
            <p:nvPr/>
          </p:nvSpPr>
          <p:spPr bwMode="auto">
            <a:xfrm>
              <a:off x="4060" y="933"/>
              <a:ext cx="19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8'</a:t>
              </a:r>
            </a:p>
          </p:txBody>
        </p:sp>
        <p:sp>
          <p:nvSpPr>
            <p:cNvPr id="31953" name="Freeform 209"/>
            <p:cNvSpPr>
              <a:spLocks/>
            </p:cNvSpPr>
            <p:nvPr/>
          </p:nvSpPr>
          <p:spPr bwMode="auto">
            <a:xfrm>
              <a:off x="4064" y="1093"/>
              <a:ext cx="52" cy="52"/>
            </a:xfrm>
            <a:custGeom>
              <a:avLst/>
              <a:gdLst>
                <a:gd name="T0" fmla="*/ 52 w 52"/>
                <a:gd name="T1" fmla="*/ 27 h 52"/>
                <a:gd name="T2" fmla="*/ 45 w 52"/>
                <a:gd name="T3" fmla="*/ 7 h 52"/>
                <a:gd name="T4" fmla="*/ 27 w 52"/>
                <a:gd name="T5" fmla="*/ 0 h 52"/>
                <a:gd name="T6" fmla="*/ 9 w 52"/>
                <a:gd name="T7" fmla="*/ 7 h 52"/>
                <a:gd name="T8" fmla="*/ 0 w 52"/>
                <a:gd name="T9" fmla="*/ 27 h 52"/>
                <a:gd name="T10" fmla="*/ 9 w 52"/>
                <a:gd name="T11" fmla="*/ 45 h 52"/>
                <a:gd name="T12" fmla="*/ 27 w 52"/>
                <a:gd name="T13" fmla="*/ 52 h 52"/>
                <a:gd name="T14" fmla="*/ 45 w 52"/>
                <a:gd name="T15" fmla="*/ 45 h 52"/>
                <a:gd name="T16" fmla="*/ 52 w 52"/>
                <a:gd name="T17" fmla="*/ 2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2">
                  <a:moveTo>
                    <a:pt x="52" y="27"/>
                  </a:moveTo>
                  <a:lnTo>
                    <a:pt x="45" y="7"/>
                  </a:lnTo>
                  <a:lnTo>
                    <a:pt x="27" y="0"/>
                  </a:lnTo>
                  <a:lnTo>
                    <a:pt x="9" y="7"/>
                  </a:lnTo>
                  <a:lnTo>
                    <a:pt x="0" y="27"/>
                  </a:lnTo>
                  <a:lnTo>
                    <a:pt x="9" y="45"/>
                  </a:lnTo>
                  <a:lnTo>
                    <a:pt x="27" y="52"/>
                  </a:lnTo>
                  <a:lnTo>
                    <a:pt x="45" y="45"/>
                  </a:lnTo>
                  <a:lnTo>
                    <a:pt x="52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88" name="Group 244"/>
          <p:cNvGrpSpPr>
            <a:grpSpLocks/>
          </p:cNvGrpSpPr>
          <p:nvPr/>
        </p:nvGrpSpPr>
        <p:grpSpPr bwMode="auto">
          <a:xfrm>
            <a:off x="7046913" y="3167094"/>
            <a:ext cx="423862" cy="274637"/>
            <a:chOff x="3479" y="1527"/>
            <a:chExt cx="267" cy="173"/>
          </a:xfrm>
        </p:grpSpPr>
        <p:sp>
          <p:nvSpPr>
            <p:cNvPr id="31879" name="Rectangle 135"/>
            <p:cNvSpPr>
              <a:spLocks noChangeArrowheads="1"/>
            </p:cNvSpPr>
            <p:nvPr/>
          </p:nvSpPr>
          <p:spPr bwMode="auto">
            <a:xfrm>
              <a:off x="3553" y="1527"/>
              <a:ext cx="19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7'</a:t>
              </a:r>
            </a:p>
          </p:txBody>
        </p:sp>
        <p:sp>
          <p:nvSpPr>
            <p:cNvPr id="31954" name="Freeform 210"/>
            <p:cNvSpPr>
              <a:spLocks/>
            </p:cNvSpPr>
            <p:nvPr/>
          </p:nvSpPr>
          <p:spPr bwMode="auto">
            <a:xfrm>
              <a:off x="3479" y="1589"/>
              <a:ext cx="52" cy="53"/>
            </a:xfrm>
            <a:custGeom>
              <a:avLst/>
              <a:gdLst>
                <a:gd name="T0" fmla="*/ 52 w 52"/>
                <a:gd name="T1" fmla="*/ 26 h 53"/>
                <a:gd name="T2" fmla="*/ 45 w 52"/>
                <a:gd name="T3" fmla="*/ 8 h 53"/>
                <a:gd name="T4" fmla="*/ 27 w 52"/>
                <a:gd name="T5" fmla="*/ 0 h 53"/>
                <a:gd name="T6" fmla="*/ 7 w 52"/>
                <a:gd name="T7" fmla="*/ 8 h 53"/>
                <a:gd name="T8" fmla="*/ 0 w 52"/>
                <a:gd name="T9" fmla="*/ 26 h 53"/>
                <a:gd name="T10" fmla="*/ 7 w 52"/>
                <a:gd name="T11" fmla="*/ 44 h 53"/>
                <a:gd name="T12" fmla="*/ 27 w 52"/>
                <a:gd name="T13" fmla="*/ 53 h 53"/>
                <a:gd name="T14" fmla="*/ 45 w 52"/>
                <a:gd name="T15" fmla="*/ 44 h 53"/>
                <a:gd name="T16" fmla="*/ 52 w 52"/>
                <a:gd name="T17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52" y="26"/>
                  </a:moveTo>
                  <a:lnTo>
                    <a:pt x="45" y="8"/>
                  </a:lnTo>
                  <a:lnTo>
                    <a:pt x="27" y="0"/>
                  </a:lnTo>
                  <a:lnTo>
                    <a:pt x="7" y="8"/>
                  </a:lnTo>
                  <a:lnTo>
                    <a:pt x="0" y="26"/>
                  </a:lnTo>
                  <a:lnTo>
                    <a:pt x="7" y="44"/>
                  </a:lnTo>
                  <a:lnTo>
                    <a:pt x="27" y="53"/>
                  </a:lnTo>
                  <a:lnTo>
                    <a:pt x="45" y="44"/>
                  </a:lnTo>
                  <a:lnTo>
                    <a:pt x="52" y="26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76" name="Group 232"/>
          <p:cNvGrpSpPr>
            <a:grpSpLocks/>
          </p:cNvGrpSpPr>
          <p:nvPr/>
        </p:nvGrpSpPr>
        <p:grpSpPr bwMode="auto">
          <a:xfrm>
            <a:off x="7046914" y="4703793"/>
            <a:ext cx="269875" cy="303212"/>
            <a:chOff x="3479" y="2495"/>
            <a:chExt cx="170" cy="191"/>
          </a:xfrm>
        </p:grpSpPr>
        <p:sp>
          <p:nvSpPr>
            <p:cNvPr id="31848" name="Rectangle 104"/>
            <p:cNvSpPr>
              <a:spLocks noChangeArrowheads="1"/>
            </p:cNvSpPr>
            <p:nvPr/>
          </p:nvSpPr>
          <p:spPr bwMode="auto">
            <a:xfrm>
              <a:off x="3514" y="2513"/>
              <a:ext cx="1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7</a:t>
              </a:r>
            </a:p>
          </p:txBody>
        </p:sp>
        <p:sp>
          <p:nvSpPr>
            <p:cNvPr id="31955" name="Freeform 211"/>
            <p:cNvSpPr>
              <a:spLocks/>
            </p:cNvSpPr>
            <p:nvPr/>
          </p:nvSpPr>
          <p:spPr bwMode="auto">
            <a:xfrm>
              <a:off x="3479" y="2495"/>
              <a:ext cx="52" cy="53"/>
            </a:xfrm>
            <a:custGeom>
              <a:avLst/>
              <a:gdLst>
                <a:gd name="T0" fmla="*/ 52 w 52"/>
                <a:gd name="T1" fmla="*/ 27 h 53"/>
                <a:gd name="T2" fmla="*/ 45 w 52"/>
                <a:gd name="T3" fmla="*/ 8 h 53"/>
                <a:gd name="T4" fmla="*/ 27 w 52"/>
                <a:gd name="T5" fmla="*/ 0 h 53"/>
                <a:gd name="T6" fmla="*/ 7 w 52"/>
                <a:gd name="T7" fmla="*/ 8 h 53"/>
                <a:gd name="T8" fmla="*/ 0 w 52"/>
                <a:gd name="T9" fmla="*/ 27 h 53"/>
                <a:gd name="T10" fmla="*/ 7 w 52"/>
                <a:gd name="T11" fmla="*/ 45 h 53"/>
                <a:gd name="T12" fmla="*/ 27 w 52"/>
                <a:gd name="T13" fmla="*/ 53 h 53"/>
                <a:gd name="T14" fmla="*/ 45 w 52"/>
                <a:gd name="T15" fmla="*/ 45 h 53"/>
                <a:gd name="T16" fmla="*/ 52 w 52"/>
                <a:gd name="T17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52" y="27"/>
                  </a:moveTo>
                  <a:lnTo>
                    <a:pt x="45" y="8"/>
                  </a:lnTo>
                  <a:lnTo>
                    <a:pt x="27" y="0"/>
                  </a:lnTo>
                  <a:lnTo>
                    <a:pt x="7" y="8"/>
                  </a:lnTo>
                  <a:lnTo>
                    <a:pt x="0" y="27"/>
                  </a:lnTo>
                  <a:lnTo>
                    <a:pt x="7" y="45"/>
                  </a:lnTo>
                  <a:lnTo>
                    <a:pt x="27" y="53"/>
                  </a:lnTo>
                  <a:lnTo>
                    <a:pt x="45" y="45"/>
                  </a:lnTo>
                  <a:lnTo>
                    <a:pt x="52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77" name="Group 233"/>
          <p:cNvGrpSpPr>
            <a:grpSpLocks/>
          </p:cNvGrpSpPr>
          <p:nvPr/>
        </p:nvGrpSpPr>
        <p:grpSpPr bwMode="auto">
          <a:xfrm>
            <a:off x="7975600" y="4703794"/>
            <a:ext cx="249238" cy="306387"/>
            <a:chOff x="4064" y="2495"/>
            <a:chExt cx="157" cy="193"/>
          </a:xfrm>
        </p:grpSpPr>
        <p:sp>
          <p:nvSpPr>
            <p:cNvPr id="31849" name="Rectangle 105"/>
            <p:cNvSpPr>
              <a:spLocks noChangeArrowheads="1"/>
            </p:cNvSpPr>
            <p:nvPr/>
          </p:nvSpPr>
          <p:spPr bwMode="auto">
            <a:xfrm>
              <a:off x="4086" y="2515"/>
              <a:ext cx="1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8</a:t>
              </a:r>
            </a:p>
          </p:txBody>
        </p:sp>
        <p:sp>
          <p:nvSpPr>
            <p:cNvPr id="31956" name="Freeform 212"/>
            <p:cNvSpPr>
              <a:spLocks/>
            </p:cNvSpPr>
            <p:nvPr/>
          </p:nvSpPr>
          <p:spPr bwMode="auto">
            <a:xfrm>
              <a:off x="4064" y="2495"/>
              <a:ext cx="52" cy="53"/>
            </a:xfrm>
            <a:custGeom>
              <a:avLst/>
              <a:gdLst>
                <a:gd name="T0" fmla="*/ 52 w 52"/>
                <a:gd name="T1" fmla="*/ 27 h 53"/>
                <a:gd name="T2" fmla="*/ 45 w 52"/>
                <a:gd name="T3" fmla="*/ 8 h 53"/>
                <a:gd name="T4" fmla="*/ 27 w 52"/>
                <a:gd name="T5" fmla="*/ 0 h 53"/>
                <a:gd name="T6" fmla="*/ 9 w 52"/>
                <a:gd name="T7" fmla="*/ 8 h 53"/>
                <a:gd name="T8" fmla="*/ 0 w 52"/>
                <a:gd name="T9" fmla="*/ 27 h 53"/>
                <a:gd name="T10" fmla="*/ 9 w 52"/>
                <a:gd name="T11" fmla="*/ 45 h 53"/>
                <a:gd name="T12" fmla="*/ 27 w 52"/>
                <a:gd name="T13" fmla="*/ 53 h 53"/>
                <a:gd name="T14" fmla="*/ 45 w 52"/>
                <a:gd name="T15" fmla="*/ 45 h 53"/>
                <a:gd name="T16" fmla="*/ 52 w 52"/>
                <a:gd name="T17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52" y="27"/>
                  </a:moveTo>
                  <a:lnTo>
                    <a:pt x="45" y="8"/>
                  </a:lnTo>
                  <a:lnTo>
                    <a:pt x="27" y="0"/>
                  </a:lnTo>
                  <a:lnTo>
                    <a:pt x="9" y="8"/>
                  </a:lnTo>
                  <a:lnTo>
                    <a:pt x="0" y="27"/>
                  </a:lnTo>
                  <a:lnTo>
                    <a:pt x="9" y="45"/>
                  </a:lnTo>
                  <a:lnTo>
                    <a:pt x="27" y="53"/>
                  </a:lnTo>
                  <a:lnTo>
                    <a:pt x="45" y="45"/>
                  </a:lnTo>
                  <a:lnTo>
                    <a:pt x="52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75" name="Group 231"/>
          <p:cNvGrpSpPr>
            <a:grpSpLocks/>
          </p:cNvGrpSpPr>
          <p:nvPr/>
        </p:nvGrpSpPr>
        <p:grpSpPr bwMode="auto">
          <a:xfrm>
            <a:off x="4818063" y="4703794"/>
            <a:ext cx="214312" cy="293687"/>
            <a:chOff x="2075" y="2495"/>
            <a:chExt cx="135" cy="185"/>
          </a:xfrm>
        </p:grpSpPr>
        <p:sp>
          <p:nvSpPr>
            <p:cNvPr id="31846" name="Rectangle 102"/>
            <p:cNvSpPr>
              <a:spLocks noChangeArrowheads="1"/>
            </p:cNvSpPr>
            <p:nvPr/>
          </p:nvSpPr>
          <p:spPr bwMode="auto">
            <a:xfrm>
              <a:off x="2075" y="2507"/>
              <a:ext cx="1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6</a:t>
              </a:r>
            </a:p>
          </p:txBody>
        </p:sp>
        <p:sp>
          <p:nvSpPr>
            <p:cNvPr id="31957" name="Freeform 213"/>
            <p:cNvSpPr>
              <a:spLocks/>
            </p:cNvSpPr>
            <p:nvPr/>
          </p:nvSpPr>
          <p:spPr bwMode="auto">
            <a:xfrm>
              <a:off x="2150" y="2495"/>
              <a:ext cx="52" cy="53"/>
            </a:xfrm>
            <a:custGeom>
              <a:avLst/>
              <a:gdLst>
                <a:gd name="T0" fmla="*/ 52 w 52"/>
                <a:gd name="T1" fmla="*/ 27 h 53"/>
                <a:gd name="T2" fmla="*/ 45 w 52"/>
                <a:gd name="T3" fmla="*/ 8 h 53"/>
                <a:gd name="T4" fmla="*/ 27 w 52"/>
                <a:gd name="T5" fmla="*/ 0 h 53"/>
                <a:gd name="T6" fmla="*/ 7 w 52"/>
                <a:gd name="T7" fmla="*/ 8 h 53"/>
                <a:gd name="T8" fmla="*/ 0 w 52"/>
                <a:gd name="T9" fmla="*/ 27 h 53"/>
                <a:gd name="T10" fmla="*/ 7 w 52"/>
                <a:gd name="T11" fmla="*/ 45 h 53"/>
                <a:gd name="T12" fmla="*/ 27 w 52"/>
                <a:gd name="T13" fmla="*/ 53 h 53"/>
                <a:gd name="T14" fmla="*/ 45 w 52"/>
                <a:gd name="T15" fmla="*/ 45 h 53"/>
                <a:gd name="T16" fmla="*/ 52 w 52"/>
                <a:gd name="T17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52" y="27"/>
                  </a:moveTo>
                  <a:lnTo>
                    <a:pt x="45" y="8"/>
                  </a:lnTo>
                  <a:lnTo>
                    <a:pt x="27" y="0"/>
                  </a:lnTo>
                  <a:lnTo>
                    <a:pt x="7" y="8"/>
                  </a:lnTo>
                  <a:lnTo>
                    <a:pt x="0" y="27"/>
                  </a:lnTo>
                  <a:lnTo>
                    <a:pt x="7" y="45"/>
                  </a:lnTo>
                  <a:lnTo>
                    <a:pt x="27" y="53"/>
                  </a:lnTo>
                  <a:lnTo>
                    <a:pt x="45" y="45"/>
                  </a:lnTo>
                  <a:lnTo>
                    <a:pt x="52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74" name="Group 230"/>
          <p:cNvGrpSpPr>
            <a:grpSpLocks/>
          </p:cNvGrpSpPr>
          <p:nvPr/>
        </p:nvGrpSpPr>
        <p:grpSpPr bwMode="auto">
          <a:xfrm>
            <a:off x="4046539" y="4703793"/>
            <a:ext cx="250825" cy="290512"/>
            <a:chOff x="1589" y="2495"/>
            <a:chExt cx="158" cy="183"/>
          </a:xfrm>
        </p:grpSpPr>
        <p:sp>
          <p:nvSpPr>
            <p:cNvPr id="31845" name="Rectangle 101"/>
            <p:cNvSpPr>
              <a:spLocks noChangeArrowheads="1"/>
            </p:cNvSpPr>
            <p:nvPr/>
          </p:nvSpPr>
          <p:spPr bwMode="auto">
            <a:xfrm>
              <a:off x="1612" y="2505"/>
              <a:ext cx="1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5</a:t>
              </a:r>
            </a:p>
          </p:txBody>
        </p:sp>
        <p:sp>
          <p:nvSpPr>
            <p:cNvPr id="31958" name="Freeform 214"/>
            <p:cNvSpPr>
              <a:spLocks/>
            </p:cNvSpPr>
            <p:nvPr/>
          </p:nvSpPr>
          <p:spPr bwMode="auto">
            <a:xfrm>
              <a:off x="1589" y="2495"/>
              <a:ext cx="52" cy="53"/>
            </a:xfrm>
            <a:custGeom>
              <a:avLst/>
              <a:gdLst>
                <a:gd name="T0" fmla="*/ 52 w 52"/>
                <a:gd name="T1" fmla="*/ 27 h 53"/>
                <a:gd name="T2" fmla="*/ 43 w 52"/>
                <a:gd name="T3" fmla="*/ 8 h 53"/>
                <a:gd name="T4" fmla="*/ 25 w 52"/>
                <a:gd name="T5" fmla="*/ 0 h 53"/>
                <a:gd name="T6" fmla="*/ 7 w 52"/>
                <a:gd name="T7" fmla="*/ 8 h 53"/>
                <a:gd name="T8" fmla="*/ 0 w 52"/>
                <a:gd name="T9" fmla="*/ 27 h 53"/>
                <a:gd name="T10" fmla="*/ 7 w 52"/>
                <a:gd name="T11" fmla="*/ 45 h 53"/>
                <a:gd name="T12" fmla="*/ 25 w 52"/>
                <a:gd name="T13" fmla="*/ 53 h 53"/>
                <a:gd name="T14" fmla="*/ 43 w 52"/>
                <a:gd name="T15" fmla="*/ 45 h 53"/>
                <a:gd name="T16" fmla="*/ 52 w 52"/>
                <a:gd name="T17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52" y="27"/>
                  </a:moveTo>
                  <a:lnTo>
                    <a:pt x="43" y="8"/>
                  </a:lnTo>
                  <a:lnTo>
                    <a:pt x="25" y="0"/>
                  </a:lnTo>
                  <a:lnTo>
                    <a:pt x="7" y="8"/>
                  </a:lnTo>
                  <a:lnTo>
                    <a:pt x="0" y="27"/>
                  </a:lnTo>
                  <a:lnTo>
                    <a:pt x="7" y="45"/>
                  </a:lnTo>
                  <a:lnTo>
                    <a:pt x="25" y="53"/>
                  </a:lnTo>
                  <a:lnTo>
                    <a:pt x="43" y="45"/>
                  </a:lnTo>
                  <a:lnTo>
                    <a:pt x="52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70" name="Group 226"/>
          <p:cNvGrpSpPr>
            <a:grpSpLocks/>
          </p:cNvGrpSpPr>
          <p:nvPr/>
        </p:nvGrpSpPr>
        <p:grpSpPr bwMode="auto">
          <a:xfrm>
            <a:off x="4357688" y="5684868"/>
            <a:ext cx="214312" cy="315912"/>
            <a:chOff x="1785" y="3113"/>
            <a:chExt cx="135" cy="199"/>
          </a:xfrm>
        </p:grpSpPr>
        <p:sp>
          <p:nvSpPr>
            <p:cNvPr id="31866" name="Rectangle 122"/>
            <p:cNvSpPr>
              <a:spLocks noChangeArrowheads="1"/>
            </p:cNvSpPr>
            <p:nvPr/>
          </p:nvSpPr>
          <p:spPr bwMode="auto">
            <a:xfrm>
              <a:off x="1785" y="3139"/>
              <a:ext cx="1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1</a:t>
              </a:r>
            </a:p>
          </p:txBody>
        </p:sp>
        <p:sp>
          <p:nvSpPr>
            <p:cNvPr id="31959" name="Freeform 215"/>
            <p:cNvSpPr>
              <a:spLocks/>
            </p:cNvSpPr>
            <p:nvPr/>
          </p:nvSpPr>
          <p:spPr bwMode="auto">
            <a:xfrm>
              <a:off x="1793" y="3113"/>
              <a:ext cx="52" cy="53"/>
            </a:xfrm>
            <a:custGeom>
              <a:avLst/>
              <a:gdLst>
                <a:gd name="T0" fmla="*/ 52 w 52"/>
                <a:gd name="T1" fmla="*/ 27 h 53"/>
                <a:gd name="T2" fmla="*/ 43 w 52"/>
                <a:gd name="T3" fmla="*/ 8 h 53"/>
                <a:gd name="T4" fmla="*/ 25 w 52"/>
                <a:gd name="T5" fmla="*/ 0 h 53"/>
                <a:gd name="T6" fmla="*/ 7 w 52"/>
                <a:gd name="T7" fmla="*/ 8 h 53"/>
                <a:gd name="T8" fmla="*/ 0 w 52"/>
                <a:gd name="T9" fmla="*/ 27 h 53"/>
                <a:gd name="T10" fmla="*/ 7 w 52"/>
                <a:gd name="T11" fmla="*/ 45 h 53"/>
                <a:gd name="T12" fmla="*/ 25 w 52"/>
                <a:gd name="T13" fmla="*/ 53 h 53"/>
                <a:gd name="T14" fmla="*/ 43 w 52"/>
                <a:gd name="T15" fmla="*/ 45 h 53"/>
                <a:gd name="T16" fmla="*/ 52 w 52"/>
                <a:gd name="T17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52" y="27"/>
                  </a:moveTo>
                  <a:lnTo>
                    <a:pt x="43" y="8"/>
                  </a:lnTo>
                  <a:lnTo>
                    <a:pt x="25" y="0"/>
                  </a:lnTo>
                  <a:lnTo>
                    <a:pt x="7" y="8"/>
                  </a:lnTo>
                  <a:lnTo>
                    <a:pt x="0" y="27"/>
                  </a:lnTo>
                  <a:lnTo>
                    <a:pt x="7" y="45"/>
                  </a:lnTo>
                  <a:lnTo>
                    <a:pt x="25" y="53"/>
                  </a:lnTo>
                  <a:lnTo>
                    <a:pt x="43" y="45"/>
                  </a:lnTo>
                  <a:lnTo>
                    <a:pt x="52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71" name="Group 227"/>
          <p:cNvGrpSpPr>
            <a:grpSpLocks/>
          </p:cNvGrpSpPr>
          <p:nvPr/>
        </p:nvGrpSpPr>
        <p:grpSpPr bwMode="auto">
          <a:xfrm>
            <a:off x="5256213" y="5684869"/>
            <a:ext cx="214312" cy="301625"/>
            <a:chOff x="2351" y="3113"/>
            <a:chExt cx="135" cy="190"/>
          </a:xfrm>
        </p:grpSpPr>
        <p:sp>
          <p:nvSpPr>
            <p:cNvPr id="31865" name="Rectangle 121"/>
            <p:cNvSpPr>
              <a:spLocks noChangeArrowheads="1"/>
            </p:cNvSpPr>
            <p:nvPr/>
          </p:nvSpPr>
          <p:spPr bwMode="auto">
            <a:xfrm>
              <a:off x="2351" y="3130"/>
              <a:ext cx="1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2</a:t>
              </a:r>
            </a:p>
          </p:txBody>
        </p:sp>
        <p:sp>
          <p:nvSpPr>
            <p:cNvPr id="31960" name="Freeform 216"/>
            <p:cNvSpPr>
              <a:spLocks/>
            </p:cNvSpPr>
            <p:nvPr/>
          </p:nvSpPr>
          <p:spPr bwMode="auto">
            <a:xfrm>
              <a:off x="2423" y="3113"/>
              <a:ext cx="52" cy="53"/>
            </a:xfrm>
            <a:custGeom>
              <a:avLst/>
              <a:gdLst>
                <a:gd name="T0" fmla="*/ 52 w 52"/>
                <a:gd name="T1" fmla="*/ 27 h 53"/>
                <a:gd name="T2" fmla="*/ 45 w 52"/>
                <a:gd name="T3" fmla="*/ 8 h 53"/>
                <a:gd name="T4" fmla="*/ 27 w 52"/>
                <a:gd name="T5" fmla="*/ 0 h 53"/>
                <a:gd name="T6" fmla="*/ 7 w 52"/>
                <a:gd name="T7" fmla="*/ 8 h 53"/>
                <a:gd name="T8" fmla="*/ 0 w 52"/>
                <a:gd name="T9" fmla="*/ 27 h 53"/>
                <a:gd name="T10" fmla="*/ 7 w 52"/>
                <a:gd name="T11" fmla="*/ 45 h 53"/>
                <a:gd name="T12" fmla="*/ 27 w 52"/>
                <a:gd name="T13" fmla="*/ 53 h 53"/>
                <a:gd name="T14" fmla="*/ 45 w 52"/>
                <a:gd name="T15" fmla="*/ 45 h 53"/>
                <a:gd name="T16" fmla="*/ 52 w 52"/>
                <a:gd name="T17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52" y="27"/>
                  </a:moveTo>
                  <a:lnTo>
                    <a:pt x="45" y="8"/>
                  </a:lnTo>
                  <a:lnTo>
                    <a:pt x="27" y="0"/>
                  </a:lnTo>
                  <a:lnTo>
                    <a:pt x="7" y="8"/>
                  </a:lnTo>
                  <a:lnTo>
                    <a:pt x="0" y="27"/>
                  </a:lnTo>
                  <a:lnTo>
                    <a:pt x="7" y="45"/>
                  </a:lnTo>
                  <a:lnTo>
                    <a:pt x="27" y="53"/>
                  </a:lnTo>
                  <a:lnTo>
                    <a:pt x="45" y="45"/>
                  </a:lnTo>
                  <a:lnTo>
                    <a:pt x="52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72" name="Group 228"/>
          <p:cNvGrpSpPr>
            <a:grpSpLocks/>
          </p:cNvGrpSpPr>
          <p:nvPr/>
        </p:nvGrpSpPr>
        <p:grpSpPr bwMode="auto">
          <a:xfrm>
            <a:off x="6534151" y="5684869"/>
            <a:ext cx="219075" cy="276225"/>
            <a:chOff x="3156" y="3113"/>
            <a:chExt cx="138" cy="174"/>
          </a:xfrm>
        </p:grpSpPr>
        <p:sp>
          <p:nvSpPr>
            <p:cNvPr id="31862" name="Rectangle 118"/>
            <p:cNvSpPr>
              <a:spLocks noChangeArrowheads="1"/>
            </p:cNvSpPr>
            <p:nvPr/>
          </p:nvSpPr>
          <p:spPr bwMode="auto">
            <a:xfrm>
              <a:off x="3156" y="3114"/>
              <a:ext cx="1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3</a:t>
              </a:r>
            </a:p>
          </p:txBody>
        </p:sp>
        <p:sp>
          <p:nvSpPr>
            <p:cNvPr id="31961" name="Freeform 217"/>
            <p:cNvSpPr>
              <a:spLocks/>
            </p:cNvSpPr>
            <p:nvPr/>
          </p:nvSpPr>
          <p:spPr bwMode="auto">
            <a:xfrm>
              <a:off x="3242" y="3113"/>
              <a:ext cx="52" cy="53"/>
            </a:xfrm>
            <a:custGeom>
              <a:avLst/>
              <a:gdLst>
                <a:gd name="T0" fmla="*/ 52 w 52"/>
                <a:gd name="T1" fmla="*/ 27 h 53"/>
                <a:gd name="T2" fmla="*/ 45 w 52"/>
                <a:gd name="T3" fmla="*/ 8 h 53"/>
                <a:gd name="T4" fmla="*/ 27 w 52"/>
                <a:gd name="T5" fmla="*/ 0 h 53"/>
                <a:gd name="T6" fmla="*/ 7 w 52"/>
                <a:gd name="T7" fmla="*/ 8 h 53"/>
                <a:gd name="T8" fmla="*/ 0 w 52"/>
                <a:gd name="T9" fmla="*/ 27 h 53"/>
                <a:gd name="T10" fmla="*/ 7 w 52"/>
                <a:gd name="T11" fmla="*/ 45 h 53"/>
                <a:gd name="T12" fmla="*/ 27 w 52"/>
                <a:gd name="T13" fmla="*/ 53 h 53"/>
                <a:gd name="T14" fmla="*/ 45 w 52"/>
                <a:gd name="T15" fmla="*/ 45 h 53"/>
                <a:gd name="T16" fmla="*/ 52 w 52"/>
                <a:gd name="T17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3">
                  <a:moveTo>
                    <a:pt x="52" y="27"/>
                  </a:moveTo>
                  <a:lnTo>
                    <a:pt x="45" y="8"/>
                  </a:lnTo>
                  <a:lnTo>
                    <a:pt x="27" y="0"/>
                  </a:lnTo>
                  <a:lnTo>
                    <a:pt x="7" y="8"/>
                  </a:lnTo>
                  <a:lnTo>
                    <a:pt x="0" y="27"/>
                  </a:lnTo>
                  <a:lnTo>
                    <a:pt x="7" y="45"/>
                  </a:lnTo>
                  <a:lnTo>
                    <a:pt x="27" y="53"/>
                  </a:lnTo>
                  <a:lnTo>
                    <a:pt x="45" y="45"/>
                  </a:lnTo>
                  <a:lnTo>
                    <a:pt x="52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73" name="Group 229"/>
          <p:cNvGrpSpPr>
            <a:grpSpLocks/>
          </p:cNvGrpSpPr>
          <p:nvPr/>
        </p:nvGrpSpPr>
        <p:grpSpPr bwMode="auto">
          <a:xfrm>
            <a:off x="7053263" y="5684868"/>
            <a:ext cx="241300" cy="290512"/>
            <a:chOff x="3483" y="3113"/>
            <a:chExt cx="152" cy="183"/>
          </a:xfrm>
        </p:grpSpPr>
        <p:sp>
          <p:nvSpPr>
            <p:cNvPr id="31861" name="Rectangle 117"/>
            <p:cNvSpPr>
              <a:spLocks noChangeArrowheads="1"/>
            </p:cNvSpPr>
            <p:nvPr/>
          </p:nvSpPr>
          <p:spPr bwMode="auto">
            <a:xfrm>
              <a:off x="3500" y="3123"/>
              <a:ext cx="1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4</a:t>
              </a:r>
            </a:p>
          </p:txBody>
        </p:sp>
        <p:sp>
          <p:nvSpPr>
            <p:cNvPr id="31962" name="Freeform 218"/>
            <p:cNvSpPr>
              <a:spLocks/>
            </p:cNvSpPr>
            <p:nvPr/>
          </p:nvSpPr>
          <p:spPr bwMode="auto">
            <a:xfrm>
              <a:off x="3483" y="3113"/>
              <a:ext cx="53" cy="53"/>
            </a:xfrm>
            <a:custGeom>
              <a:avLst/>
              <a:gdLst>
                <a:gd name="T0" fmla="*/ 53 w 53"/>
                <a:gd name="T1" fmla="*/ 27 h 53"/>
                <a:gd name="T2" fmla="*/ 45 w 53"/>
                <a:gd name="T3" fmla="*/ 8 h 53"/>
                <a:gd name="T4" fmla="*/ 26 w 53"/>
                <a:gd name="T5" fmla="*/ 0 h 53"/>
                <a:gd name="T6" fmla="*/ 8 w 53"/>
                <a:gd name="T7" fmla="*/ 8 h 53"/>
                <a:gd name="T8" fmla="*/ 0 w 53"/>
                <a:gd name="T9" fmla="*/ 27 h 53"/>
                <a:gd name="T10" fmla="*/ 8 w 53"/>
                <a:gd name="T11" fmla="*/ 45 h 53"/>
                <a:gd name="T12" fmla="*/ 26 w 53"/>
                <a:gd name="T13" fmla="*/ 53 h 53"/>
                <a:gd name="T14" fmla="*/ 45 w 53"/>
                <a:gd name="T15" fmla="*/ 45 h 53"/>
                <a:gd name="T16" fmla="*/ 53 w 53"/>
                <a:gd name="T17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3">
                  <a:moveTo>
                    <a:pt x="53" y="27"/>
                  </a:moveTo>
                  <a:lnTo>
                    <a:pt x="45" y="8"/>
                  </a:lnTo>
                  <a:lnTo>
                    <a:pt x="26" y="0"/>
                  </a:lnTo>
                  <a:lnTo>
                    <a:pt x="8" y="8"/>
                  </a:lnTo>
                  <a:lnTo>
                    <a:pt x="0" y="27"/>
                  </a:lnTo>
                  <a:lnTo>
                    <a:pt x="8" y="45"/>
                  </a:lnTo>
                  <a:lnTo>
                    <a:pt x="26" y="53"/>
                  </a:lnTo>
                  <a:lnTo>
                    <a:pt x="45" y="45"/>
                  </a:lnTo>
                  <a:lnTo>
                    <a:pt x="53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95" name="Group 251"/>
          <p:cNvGrpSpPr>
            <a:grpSpLocks/>
          </p:cNvGrpSpPr>
          <p:nvPr/>
        </p:nvGrpSpPr>
        <p:grpSpPr bwMode="auto">
          <a:xfrm>
            <a:off x="6208714" y="4486306"/>
            <a:ext cx="327025" cy="301625"/>
            <a:chOff x="2951" y="2358"/>
            <a:chExt cx="206" cy="190"/>
          </a:xfrm>
        </p:grpSpPr>
        <p:sp>
          <p:nvSpPr>
            <p:cNvPr id="31847" name="Rectangle 103"/>
            <p:cNvSpPr>
              <a:spLocks noChangeArrowheads="1"/>
            </p:cNvSpPr>
            <p:nvPr/>
          </p:nvSpPr>
          <p:spPr bwMode="auto">
            <a:xfrm>
              <a:off x="3022" y="2358"/>
              <a:ext cx="1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n</a:t>
              </a:r>
            </a:p>
          </p:txBody>
        </p:sp>
        <p:sp>
          <p:nvSpPr>
            <p:cNvPr id="31963" name="Freeform 219"/>
            <p:cNvSpPr>
              <a:spLocks/>
            </p:cNvSpPr>
            <p:nvPr/>
          </p:nvSpPr>
          <p:spPr bwMode="auto">
            <a:xfrm>
              <a:off x="2951" y="2495"/>
              <a:ext cx="51" cy="53"/>
            </a:xfrm>
            <a:custGeom>
              <a:avLst/>
              <a:gdLst>
                <a:gd name="T0" fmla="*/ 51 w 51"/>
                <a:gd name="T1" fmla="*/ 27 h 53"/>
                <a:gd name="T2" fmla="*/ 43 w 51"/>
                <a:gd name="T3" fmla="*/ 8 h 53"/>
                <a:gd name="T4" fmla="*/ 25 w 51"/>
                <a:gd name="T5" fmla="*/ 0 h 53"/>
                <a:gd name="T6" fmla="*/ 7 w 51"/>
                <a:gd name="T7" fmla="*/ 8 h 53"/>
                <a:gd name="T8" fmla="*/ 0 w 51"/>
                <a:gd name="T9" fmla="*/ 27 h 53"/>
                <a:gd name="T10" fmla="*/ 7 w 51"/>
                <a:gd name="T11" fmla="*/ 45 h 53"/>
                <a:gd name="T12" fmla="*/ 25 w 51"/>
                <a:gd name="T13" fmla="*/ 53 h 53"/>
                <a:gd name="T14" fmla="*/ 43 w 51"/>
                <a:gd name="T15" fmla="*/ 45 h 53"/>
                <a:gd name="T16" fmla="*/ 51 w 51"/>
                <a:gd name="T17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53">
                  <a:moveTo>
                    <a:pt x="51" y="27"/>
                  </a:moveTo>
                  <a:lnTo>
                    <a:pt x="43" y="8"/>
                  </a:lnTo>
                  <a:lnTo>
                    <a:pt x="25" y="0"/>
                  </a:lnTo>
                  <a:lnTo>
                    <a:pt x="7" y="8"/>
                  </a:lnTo>
                  <a:lnTo>
                    <a:pt x="0" y="27"/>
                  </a:lnTo>
                  <a:lnTo>
                    <a:pt x="7" y="45"/>
                  </a:lnTo>
                  <a:lnTo>
                    <a:pt x="25" y="53"/>
                  </a:lnTo>
                  <a:lnTo>
                    <a:pt x="43" y="45"/>
                  </a:lnTo>
                  <a:lnTo>
                    <a:pt x="51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92" name="Group 248"/>
          <p:cNvGrpSpPr>
            <a:grpSpLocks/>
          </p:cNvGrpSpPr>
          <p:nvPr/>
        </p:nvGrpSpPr>
        <p:grpSpPr bwMode="auto">
          <a:xfrm>
            <a:off x="6048376" y="5484843"/>
            <a:ext cx="415925" cy="284162"/>
            <a:chOff x="2850" y="2987"/>
            <a:chExt cx="262" cy="179"/>
          </a:xfrm>
        </p:grpSpPr>
        <p:sp>
          <p:nvSpPr>
            <p:cNvPr id="31863" name="Rectangle 119"/>
            <p:cNvSpPr>
              <a:spLocks noChangeArrowheads="1"/>
            </p:cNvSpPr>
            <p:nvPr/>
          </p:nvSpPr>
          <p:spPr bwMode="auto">
            <a:xfrm>
              <a:off x="2917" y="2987"/>
              <a:ext cx="19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m</a:t>
              </a:r>
            </a:p>
          </p:txBody>
        </p:sp>
        <p:sp>
          <p:nvSpPr>
            <p:cNvPr id="31964" name="Freeform 220"/>
            <p:cNvSpPr>
              <a:spLocks/>
            </p:cNvSpPr>
            <p:nvPr/>
          </p:nvSpPr>
          <p:spPr bwMode="auto">
            <a:xfrm>
              <a:off x="2850" y="3113"/>
              <a:ext cx="53" cy="53"/>
            </a:xfrm>
            <a:custGeom>
              <a:avLst/>
              <a:gdLst>
                <a:gd name="T0" fmla="*/ 53 w 53"/>
                <a:gd name="T1" fmla="*/ 27 h 53"/>
                <a:gd name="T2" fmla="*/ 45 w 53"/>
                <a:gd name="T3" fmla="*/ 8 h 53"/>
                <a:gd name="T4" fmla="*/ 27 w 53"/>
                <a:gd name="T5" fmla="*/ 0 h 53"/>
                <a:gd name="T6" fmla="*/ 9 w 53"/>
                <a:gd name="T7" fmla="*/ 8 h 53"/>
                <a:gd name="T8" fmla="*/ 0 w 53"/>
                <a:gd name="T9" fmla="*/ 27 h 53"/>
                <a:gd name="T10" fmla="*/ 9 w 53"/>
                <a:gd name="T11" fmla="*/ 45 h 53"/>
                <a:gd name="T12" fmla="*/ 27 w 53"/>
                <a:gd name="T13" fmla="*/ 53 h 53"/>
                <a:gd name="T14" fmla="*/ 45 w 53"/>
                <a:gd name="T15" fmla="*/ 45 h 53"/>
                <a:gd name="T16" fmla="*/ 53 w 53"/>
                <a:gd name="T17" fmla="*/ 2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3">
                  <a:moveTo>
                    <a:pt x="53" y="27"/>
                  </a:moveTo>
                  <a:lnTo>
                    <a:pt x="45" y="8"/>
                  </a:lnTo>
                  <a:lnTo>
                    <a:pt x="27" y="0"/>
                  </a:lnTo>
                  <a:lnTo>
                    <a:pt x="9" y="8"/>
                  </a:lnTo>
                  <a:lnTo>
                    <a:pt x="0" y="27"/>
                  </a:lnTo>
                  <a:lnTo>
                    <a:pt x="9" y="45"/>
                  </a:lnTo>
                  <a:lnTo>
                    <a:pt x="27" y="53"/>
                  </a:lnTo>
                  <a:lnTo>
                    <a:pt x="45" y="45"/>
                  </a:lnTo>
                  <a:lnTo>
                    <a:pt x="53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94" name="Group 250"/>
          <p:cNvGrpSpPr>
            <a:grpSpLocks/>
          </p:cNvGrpSpPr>
          <p:nvPr/>
        </p:nvGrpSpPr>
        <p:grpSpPr bwMode="auto">
          <a:xfrm>
            <a:off x="6208714" y="3856069"/>
            <a:ext cx="415925" cy="274637"/>
            <a:chOff x="2951" y="1961"/>
            <a:chExt cx="262" cy="173"/>
          </a:xfrm>
        </p:grpSpPr>
        <p:sp>
          <p:nvSpPr>
            <p:cNvPr id="31850" name="Rectangle 106"/>
            <p:cNvSpPr>
              <a:spLocks noChangeArrowheads="1"/>
            </p:cNvSpPr>
            <p:nvPr/>
          </p:nvSpPr>
          <p:spPr bwMode="auto">
            <a:xfrm>
              <a:off x="3020" y="1961"/>
              <a:ext cx="19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n'</a:t>
              </a:r>
            </a:p>
          </p:txBody>
        </p:sp>
        <p:sp>
          <p:nvSpPr>
            <p:cNvPr id="31965" name="Freeform 221"/>
            <p:cNvSpPr>
              <a:spLocks/>
            </p:cNvSpPr>
            <p:nvPr/>
          </p:nvSpPr>
          <p:spPr bwMode="auto">
            <a:xfrm>
              <a:off x="2951" y="2038"/>
              <a:ext cx="51" cy="52"/>
            </a:xfrm>
            <a:custGeom>
              <a:avLst/>
              <a:gdLst>
                <a:gd name="T0" fmla="*/ 51 w 51"/>
                <a:gd name="T1" fmla="*/ 25 h 52"/>
                <a:gd name="T2" fmla="*/ 43 w 51"/>
                <a:gd name="T3" fmla="*/ 7 h 52"/>
                <a:gd name="T4" fmla="*/ 25 w 51"/>
                <a:gd name="T5" fmla="*/ 0 h 52"/>
                <a:gd name="T6" fmla="*/ 7 w 51"/>
                <a:gd name="T7" fmla="*/ 7 h 52"/>
                <a:gd name="T8" fmla="*/ 0 w 51"/>
                <a:gd name="T9" fmla="*/ 25 h 52"/>
                <a:gd name="T10" fmla="*/ 7 w 51"/>
                <a:gd name="T11" fmla="*/ 43 h 52"/>
                <a:gd name="T12" fmla="*/ 25 w 51"/>
                <a:gd name="T13" fmla="*/ 52 h 52"/>
                <a:gd name="T14" fmla="*/ 43 w 51"/>
                <a:gd name="T15" fmla="*/ 43 h 52"/>
                <a:gd name="T16" fmla="*/ 51 w 51"/>
                <a:gd name="T17" fmla="*/ 2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1" h="52">
                  <a:moveTo>
                    <a:pt x="51" y="25"/>
                  </a:moveTo>
                  <a:lnTo>
                    <a:pt x="43" y="7"/>
                  </a:lnTo>
                  <a:lnTo>
                    <a:pt x="25" y="0"/>
                  </a:lnTo>
                  <a:lnTo>
                    <a:pt x="7" y="7"/>
                  </a:lnTo>
                  <a:lnTo>
                    <a:pt x="0" y="25"/>
                  </a:lnTo>
                  <a:lnTo>
                    <a:pt x="7" y="43"/>
                  </a:lnTo>
                  <a:lnTo>
                    <a:pt x="25" y="52"/>
                  </a:lnTo>
                  <a:lnTo>
                    <a:pt x="43" y="43"/>
                  </a:lnTo>
                  <a:lnTo>
                    <a:pt x="51" y="25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993" name="Group 249"/>
          <p:cNvGrpSpPr>
            <a:grpSpLocks/>
          </p:cNvGrpSpPr>
          <p:nvPr/>
        </p:nvGrpSpPr>
        <p:grpSpPr bwMode="auto">
          <a:xfrm>
            <a:off x="6048375" y="3070255"/>
            <a:ext cx="514350" cy="274638"/>
            <a:chOff x="2850" y="1466"/>
            <a:chExt cx="324" cy="173"/>
          </a:xfrm>
        </p:grpSpPr>
        <p:sp>
          <p:nvSpPr>
            <p:cNvPr id="31881" name="Rectangle 137"/>
            <p:cNvSpPr>
              <a:spLocks noChangeArrowheads="1"/>
            </p:cNvSpPr>
            <p:nvPr/>
          </p:nvSpPr>
          <p:spPr bwMode="auto">
            <a:xfrm>
              <a:off x="2921" y="1466"/>
              <a:ext cx="25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altLang="zh-CN" i="1">
                  <a:latin typeface="Times New Roman" charset="0"/>
                  <a:ea typeface="宋体" charset="-122"/>
                </a:rPr>
                <a:t>m'</a:t>
              </a:r>
            </a:p>
          </p:txBody>
        </p:sp>
        <p:sp>
          <p:nvSpPr>
            <p:cNvPr id="31966" name="Freeform 222"/>
            <p:cNvSpPr>
              <a:spLocks/>
            </p:cNvSpPr>
            <p:nvPr/>
          </p:nvSpPr>
          <p:spPr bwMode="auto">
            <a:xfrm>
              <a:off x="2850" y="1531"/>
              <a:ext cx="53" cy="52"/>
            </a:xfrm>
            <a:custGeom>
              <a:avLst/>
              <a:gdLst>
                <a:gd name="T0" fmla="*/ 53 w 53"/>
                <a:gd name="T1" fmla="*/ 27 h 52"/>
                <a:gd name="T2" fmla="*/ 45 w 53"/>
                <a:gd name="T3" fmla="*/ 7 h 52"/>
                <a:gd name="T4" fmla="*/ 27 w 53"/>
                <a:gd name="T5" fmla="*/ 0 h 52"/>
                <a:gd name="T6" fmla="*/ 9 w 53"/>
                <a:gd name="T7" fmla="*/ 7 h 52"/>
                <a:gd name="T8" fmla="*/ 0 w 53"/>
                <a:gd name="T9" fmla="*/ 27 h 52"/>
                <a:gd name="T10" fmla="*/ 9 w 53"/>
                <a:gd name="T11" fmla="*/ 45 h 52"/>
                <a:gd name="T12" fmla="*/ 27 w 53"/>
                <a:gd name="T13" fmla="*/ 52 h 52"/>
                <a:gd name="T14" fmla="*/ 45 w 53"/>
                <a:gd name="T15" fmla="*/ 45 h 52"/>
                <a:gd name="T16" fmla="*/ 53 w 53"/>
                <a:gd name="T17" fmla="*/ 2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2">
                  <a:moveTo>
                    <a:pt x="53" y="27"/>
                  </a:moveTo>
                  <a:lnTo>
                    <a:pt x="45" y="7"/>
                  </a:lnTo>
                  <a:lnTo>
                    <a:pt x="27" y="0"/>
                  </a:lnTo>
                  <a:lnTo>
                    <a:pt x="9" y="7"/>
                  </a:lnTo>
                  <a:lnTo>
                    <a:pt x="0" y="27"/>
                  </a:lnTo>
                  <a:lnTo>
                    <a:pt x="9" y="45"/>
                  </a:lnTo>
                  <a:lnTo>
                    <a:pt x="27" y="52"/>
                  </a:lnTo>
                  <a:lnTo>
                    <a:pt x="45" y="45"/>
                  </a:lnTo>
                  <a:lnTo>
                    <a:pt x="53" y="27"/>
                  </a:lnTo>
                  <a:close/>
                </a:path>
              </a:pathLst>
            </a:custGeom>
            <a:solidFill>
              <a:schemeClr val="bg1"/>
            </a:solidFill>
            <a:ln w="1270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7357D4E1-0815-4A3E-B930-993C2C73E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48" y="394516"/>
            <a:ext cx="8558582" cy="626276"/>
          </a:xfrm>
        </p:spPr>
        <p:txBody>
          <a:bodyPr>
            <a:normAutofit/>
          </a:bodyPr>
          <a:lstStyle/>
          <a:p>
            <a:r>
              <a:rPr lang="zh-CN" altLang="en-US" dirty="0"/>
              <a:t>例</a:t>
            </a:r>
            <a:r>
              <a:rPr lang="en-US" altLang="zh-CN" dirty="0"/>
              <a:t>6.4 </a:t>
            </a:r>
            <a:r>
              <a:rPr lang="zh-CN" altLang="en-US" dirty="0"/>
              <a:t>两一般位置平面相交（辅助平面法）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35829A-973D-4DC9-9D04-DF553043A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6B3AB-A2AB-7D45-9FA4-4004F7964390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C6291-5C90-4169-BB8D-217CDCDF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C191F-C795-40AA-80F1-38BC3FF38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3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3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3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3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3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3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500"/>
                                        <p:tgtEl>
                                          <p:spTgt spid="31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3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3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3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3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3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3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1" dur="500"/>
                                        <p:tgtEl>
                                          <p:spTgt spid="320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32" grpId="0" animBg="1"/>
      <p:bldP spid="31933" grpId="0" animBg="1"/>
      <p:bldP spid="31934" grpId="0" animBg="1"/>
      <p:bldP spid="31935" grpId="0" animBg="1"/>
      <p:bldP spid="31899" grpId="0" animBg="1"/>
      <p:bldP spid="31900" grpId="0" animBg="1"/>
      <p:bldP spid="319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5D031-D6E4-102A-BF3E-AC8A6C923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77D73-0E64-6819-9CE5-6E3E6154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6.5</a:t>
            </a:r>
            <a:r>
              <a:rPr lang="zh-CN" altLang="en-US" dirty="0"/>
              <a:t> 判别可见性实例</a:t>
            </a:r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4A5F16-D240-1C43-4EB2-4EAD39139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890" y="1258529"/>
            <a:ext cx="2472064" cy="5225844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FF65C2-86E9-149C-A421-9A340D0F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C7DBE-3962-9646-BEFF-65688D93508A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A06E14-DB87-9380-D88A-8F0ABF04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46A54F-ED9E-7A73-6C0C-2C7F16D8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20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5C61D90-F152-7423-D058-10359B3F9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778" y="2202426"/>
            <a:ext cx="1328891" cy="398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47851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EADD3B-11BB-4DA5-9C36-A2F7733D9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101C0-C3D0-DF44-8028-D120CEADC6EA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10AA860-3789-497B-9DCD-264CFB4F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AA3DDEF-7FDD-4845-939D-05B3C3C68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21</a:t>
            </a:fld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604" y="-42085"/>
            <a:ext cx="3037885" cy="65756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026" y="142568"/>
            <a:ext cx="2945158" cy="6503889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V="1">
            <a:off x="6911009" y="944218"/>
            <a:ext cx="2236304" cy="447261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H="1">
            <a:off x="7666383" y="208723"/>
            <a:ext cx="939248" cy="23207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661413" y="3771901"/>
            <a:ext cx="914398" cy="2554357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6911009" y="4532243"/>
            <a:ext cx="2236304" cy="4046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899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30C39C-7356-8217-5476-88E6C49A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E3408-0A69-3449-96F5-77B26202A5D2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8BE284-3330-4567-16D2-E38931EE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E04D1-8BDD-E494-E2C2-328897EFB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22</a:t>
            </a:fld>
            <a:endParaRPr lang="en-US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727E8DA-4F19-E08F-00AC-170310A49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7107" y="313884"/>
            <a:ext cx="3921125" cy="68829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1352" tIns="45680" rIns="91352" bIns="45680" anchor="ctr"/>
          <a:lstStyle/>
          <a:p>
            <a:pPr algn="ctr" defTabSz="1279525"/>
            <a:r>
              <a:rPr kumimoji="1" lang="zh-CN" altLang="en-US" sz="3214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</a:rPr>
              <a:t>综合复习</a:t>
            </a:r>
            <a:r>
              <a:rPr lang="zh-CN" alt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</a:t>
            </a:r>
            <a:endParaRPr kumimoji="1" lang="zh-CN" altLang="en-US" sz="3214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E69C4EE6-B7AB-4592-740A-F0BDD8242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741" y="1167947"/>
            <a:ext cx="2312080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endParaRPr kumimoji="1" lang="en-US" altLang="en-US" sz="2429"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57C0F33-2445-830B-97C5-9B3A7C405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1741" y="1134111"/>
            <a:ext cx="6611937" cy="543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929" b="1" dirty="0">
                <a:solidFill>
                  <a:srgbClr val="002060"/>
                </a:solidFill>
                <a:latin typeface="+mn-ea"/>
                <a:ea typeface="+mn-ea"/>
              </a:rPr>
              <a:t>过点</a:t>
            </a:r>
            <a:r>
              <a:rPr kumimoji="1" lang="en-US" altLang="zh-CN" sz="2929" b="1" dirty="0">
                <a:solidFill>
                  <a:srgbClr val="002060"/>
                </a:solidFill>
                <a:latin typeface="+mn-ea"/>
                <a:ea typeface="+mn-ea"/>
              </a:rPr>
              <a:t>A</a:t>
            </a:r>
            <a:r>
              <a:rPr kumimoji="1" lang="zh-CN" altLang="en-US" sz="2929" b="1" dirty="0">
                <a:solidFill>
                  <a:srgbClr val="002060"/>
                </a:solidFill>
                <a:latin typeface="+mn-ea"/>
                <a:ea typeface="+mn-ea"/>
              </a:rPr>
              <a:t>作平面平行</a:t>
            </a:r>
            <a:r>
              <a:rPr kumimoji="1" lang="en-US" altLang="zh-CN" sz="2929" b="1" dirty="0">
                <a:solidFill>
                  <a:srgbClr val="002060"/>
                </a:solidFill>
                <a:latin typeface="+mn-ea"/>
                <a:ea typeface="+mn-ea"/>
              </a:rPr>
              <a:t>BC</a:t>
            </a:r>
            <a:r>
              <a:rPr kumimoji="1" lang="zh-CN" altLang="en-US" sz="2929" b="1" dirty="0">
                <a:solidFill>
                  <a:srgbClr val="002060"/>
                </a:solidFill>
                <a:latin typeface="+mn-ea"/>
                <a:ea typeface="+mn-ea"/>
              </a:rPr>
              <a:t>，垂直</a:t>
            </a:r>
            <a:r>
              <a:rPr kumimoji="1" lang="en-US" altLang="zh-CN" sz="2929" b="1" dirty="0">
                <a:solidFill>
                  <a:srgbClr val="002060"/>
                </a:solidFill>
                <a:latin typeface="+mn-ea"/>
                <a:ea typeface="+mn-ea"/>
              </a:rPr>
              <a:t>DEFG</a:t>
            </a:r>
            <a:r>
              <a:rPr kumimoji="1" lang="zh-CN" altLang="en-US" sz="2929" b="1" dirty="0">
                <a:solidFill>
                  <a:srgbClr val="002060"/>
                </a:solidFill>
                <a:latin typeface="+mn-ea"/>
                <a:ea typeface="+mn-ea"/>
              </a:rPr>
              <a:t>平面。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623072D8-F247-5EEB-6B00-21AF43B1B3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8617" y="3755090"/>
            <a:ext cx="4551589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B495F35C-61E8-FACB-4BA6-5FFE849302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71474" y="2013376"/>
            <a:ext cx="1180419" cy="138679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ECA37592-6321-C038-9E39-0C8A6F39A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1679" y="4519358"/>
            <a:ext cx="9071" cy="159430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774D8382-5458-9BDC-C09A-2DF4D5A6D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1688" y="4521625"/>
            <a:ext cx="0" cy="158296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C982C59E-E072-1353-889D-742B57369A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0956" y="6104589"/>
            <a:ext cx="1150937" cy="1020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734E46A4-3C77-6FB8-1BBA-7AD903313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1679" y="4530697"/>
            <a:ext cx="116000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CD77F0B9-22E4-CA82-F26D-E0A4D2C9D3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1678" y="3370688"/>
            <a:ext cx="0" cy="1160009"/>
          </a:xfrm>
          <a:prstGeom prst="line">
            <a:avLst/>
          </a:prstGeom>
          <a:noFill/>
          <a:ln w="635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E818436D-0925-2925-3464-059458B130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1688" y="2022447"/>
            <a:ext cx="0" cy="2508250"/>
          </a:xfrm>
          <a:prstGeom prst="line">
            <a:avLst/>
          </a:prstGeom>
          <a:noFill/>
          <a:ln w="635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4D6FA8AE-5EA1-9EF6-B19B-7CAA82E83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2348" y="2640438"/>
            <a:ext cx="1042080" cy="874259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6B1E2FD8-E955-78DE-2555-1F836938E7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4018" y="2622295"/>
            <a:ext cx="1081768" cy="895804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CE35929D-49A0-0D12-66A4-112527642A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3723" y="2397778"/>
            <a:ext cx="1141866" cy="934357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5108C0C7-295C-C8B0-29DE-B83D8E4D2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4018" y="3518099"/>
            <a:ext cx="0" cy="1552348"/>
          </a:xfrm>
          <a:prstGeom prst="line">
            <a:avLst/>
          </a:prstGeom>
          <a:noFill/>
          <a:ln w="635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694A15A0-C097-7D66-F74A-13222C384B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4018" y="5061375"/>
            <a:ext cx="1111250" cy="1043214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09434ECA-5F10-A948-73BD-34F0F8537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5063" y="3340072"/>
            <a:ext cx="0" cy="1377724"/>
          </a:xfrm>
          <a:prstGeom prst="line">
            <a:avLst/>
          </a:prstGeom>
          <a:noFill/>
          <a:ln w="635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90E328AE-2A6E-2239-AB85-7397B8F51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6518" y="2406849"/>
            <a:ext cx="0" cy="3333750"/>
          </a:xfrm>
          <a:prstGeom prst="line">
            <a:avLst/>
          </a:prstGeom>
          <a:noFill/>
          <a:ln w="6350">
            <a:solidFill>
              <a:srgbClr val="FF66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4" name="Line 20">
            <a:extLst>
              <a:ext uri="{FF2B5EF4-FFF2-40B4-BE49-F238E27FC236}">
                <a16:creationId xmlns:a16="http://schemas.microsoft.com/office/drawing/2014/main" id="{462DC553-6FD2-65FC-E1D5-998C706B06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7331" y="4697385"/>
            <a:ext cx="1108982" cy="1034143"/>
          </a:xfrm>
          <a:prstGeom prst="line">
            <a:avLst/>
          </a:prstGeom>
          <a:noFill/>
          <a:ln w="38100">
            <a:solidFill>
              <a:srgbClr val="CC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799CBD58-680D-6474-7950-6F6ADE0BE2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1214" y="2633635"/>
            <a:ext cx="0" cy="290058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6" name="Line 22">
            <a:extLst>
              <a:ext uri="{FF2B5EF4-FFF2-40B4-BE49-F238E27FC236}">
                <a16:creationId xmlns:a16="http://schemas.microsoft.com/office/drawing/2014/main" id="{C72774C0-3E4D-181F-8ACB-9ECC70E345C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09875" y="5042099"/>
            <a:ext cx="1034143" cy="9071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grpSp>
        <p:nvGrpSpPr>
          <p:cNvPr id="27" name="Group 23">
            <a:extLst>
              <a:ext uri="{FF2B5EF4-FFF2-40B4-BE49-F238E27FC236}">
                <a16:creationId xmlns:a16="http://schemas.microsoft.com/office/drawing/2014/main" id="{F1A54F97-9990-4CE4-63FE-84960E96BE94}"/>
              </a:ext>
            </a:extLst>
          </p:cNvPr>
          <p:cNvGrpSpPr>
            <a:grpSpLocks/>
          </p:cNvGrpSpPr>
          <p:nvPr/>
        </p:nvGrpSpPr>
        <p:grpSpPr bwMode="auto">
          <a:xfrm>
            <a:off x="2919866" y="2505500"/>
            <a:ext cx="147411" cy="246063"/>
            <a:chOff x="2047" y="2194"/>
            <a:chExt cx="130" cy="217"/>
          </a:xfrm>
        </p:grpSpPr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EEC56093-1156-72B0-3B74-67EC3C979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7" y="2194"/>
              <a:ext cx="130" cy="103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86"/>
            </a:p>
          </p:txBody>
        </p:sp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C7200CFC-8E96-25B9-1357-9F7673C4E1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0" y="2297"/>
              <a:ext cx="97" cy="11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86"/>
            </a:p>
          </p:txBody>
        </p:sp>
      </p:grpSp>
      <p:sp>
        <p:nvSpPr>
          <p:cNvPr id="30" name="Oval 26">
            <a:extLst>
              <a:ext uri="{FF2B5EF4-FFF2-40B4-BE49-F238E27FC236}">
                <a16:creationId xmlns:a16="http://schemas.microsoft.com/office/drawing/2014/main" id="{721D999C-44F6-0473-9EC8-F371CA5D1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402" y="3467072"/>
            <a:ext cx="68036" cy="6236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86"/>
          </a:p>
        </p:txBody>
      </p:sp>
      <p:sp>
        <p:nvSpPr>
          <p:cNvPr id="31" name="Oval 27">
            <a:extLst>
              <a:ext uri="{FF2B5EF4-FFF2-40B4-BE49-F238E27FC236}">
                <a16:creationId xmlns:a16="http://schemas.microsoft.com/office/drawing/2014/main" id="{D125C628-A107-691F-A1F9-5A23EE0E5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3402" y="5019420"/>
            <a:ext cx="68036" cy="6236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86"/>
          </a:p>
        </p:txBody>
      </p:sp>
      <p:sp>
        <p:nvSpPr>
          <p:cNvPr id="32" name="Text Box 28">
            <a:extLst>
              <a:ext uri="{FF2B5EF4-FFF2-40B4-BE49-F238E27FC236}">
                <a16:creationId xmlns:a16="http://schemas.microsoft.com/office/drawing/2014/main" id="{2E2AD527-6110-096D-BEC8-DF37D7DA6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6241" y="4265358"/>
            <a:ext cx="344714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>
                <a:latin typeface="Times New Roman" panose="02020603050405020304" pitchFamily="18" charset="0"/>
                <a:ea typeface="方正舒体" panose="02010601030101010101" pitchFamily="2" charset="-122"/>
              </a:rPr>
              <a:t>e</a:t>
            </a:r>
          </a:p>
        </p:txBody>
      </p:sp>
      <p:sp>
        <p:nvSpPr>
          <p:cNvPr id="33" name="Text Box 29">
            <a:extLst>
              <a:ext uri="{FF2B5EF4-FFF2-40B4-BE49-F238E27FC236}">
                <a16:creationId xmlns:a16="http://schemas.microsoft.com/office/drawing/2014/main" id="{ECA87BA9-C484-E323-D3DD-2441F66B1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099" y="5890278"/>
            <a:ext cx="511401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4" name="Text Box 30">
            <a:extLst>
              <a:ext uri="{FF2B5EF4-FFF2-40B4-BE49-F238E27FC236}">
                <a16:creationId xmlns:a16="http://schemas.microsoft.com/office/drawing/2014/main" id="{8F62F020-0C25-A4F7-DFE4-AC6CDD72F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3652" y="5826778"/>
            <a:ext cx="373062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35" name="Text Box 31">
            <a:extLst>
              <a:ext uri="{FF2B5EF4-FFF2-40B4-BE49-F238E27FC236}">
                <a16:creationId xmlns:a16="http://schemas.microsoft.com/office/drawing/2014/main" id="{B4C6F378-8484-4B58-6425-5961FE927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152" y="4312983"/>
            <a:ext cx="412750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36" name="Text Box 32">
            <a:extLst>
              <a:ext uri="{FF2B5EF4-FFF2-40B4-BE49-F238E27FC236}">
                <a16:creationId xmlns:a16="http://schemas.microsoft.com/office/drawing/2014/main" id="{FF302E4D-21D1-DE0A-F0AB-17011ED89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1112" y="3277985"/>
            <a:ext cx="667884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dirty="0">
                <a:latin typeface="Times New Roman" panose="02020603050405020304" pitchFamily="18" charset="0"/>
              </a:rPr>
              <a:t>e′</a:t>
            </a:r>
          </a:p>
        </p:txBody>
      </p:sp>
      <p:sp>
        <p:nvSpPr>
          <p:cNvPr id="37" name="Text Box 33">
            <a:extLst>
              <a:ext uri="{FF2B5EF4-FFF2-40B4-BE49-F238E27FC236}">
                <a16:creationId xmlns:a16="http://schemas.microsoft.com/office/drawing/2014/main" id="{6F7011E7-8800-106B-3DA4-81733D645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241" y="3041232"/>
            <a:ext cx="720044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 dirty="0">
                <a:latin typeface="Times New Roman" panose="02020603050405020304" pitchFamily="18" charset="0"/>
              </a:rPr>
              <a:t>a′</a:t>
            </a:r>
          </a:p>
        </p:txBody>
      </p:sp>
      <p:sp>
        <p:nvSpPr>
          <p:cNvPr id="38" name="Text Box 34">
            <a:extLst>
              <a:ext uri="{FF2B5EF4-FFF2-40B4-BE49-F238E27FC236}">
                <a16:creationId xmlns:a16="http://schemas.microsoft.com/office/drawing/2014/main" id="{59CA524A-DF3F-119C-40AA-A766169E4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1652" y="4678108"/>
            <a:ext cx="356054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9" name="Text Box 35">
            <a:extLst>
              <a:ext uri="{FF2B5EF4-FFF2-40B4-BE49-F238E27FC236}">
                <a16:creationId xmlns:a16="http://schemas.microsoft.com/office/drawing/2014/main" id="{9DB4B7E2-5BBE-DBC7-E3A9-92BB66C56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3418" y="2952282"/>
            <a:ext cx="709839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>
                <a:latin typeface="Times New Roman" panose="02020603050405020304" pitchFamily="18" charset="0"/>
              </a:rPr>
              <a:t>b′</a:t>
            </a:r>
          </a:p>
        </p:txBody>
      </p:sp>
      <p:sp>
        <p:nvSpPr>
          <p:cNvPr id="40" name="Text Box 36">
            <a:extLst>
              <a:ext uri="{FF2B5EF4-FFF2-40B4-BE49-F238E27FC236}">
                <a16:creationId xmlns:a16="http://schemas.microsoft.com/office/drawing/2014/main" id="{D33079DD-B485-5E43-0714-02F8B2070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2480" y="2020193"/>
            <a:ext cx="678089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 dirty="0">
                <a:latin typeface="Times New Roman" panose="02020603050405020304" pitchFamily="18" charset="0"/>
              </a:rPr>
              <a:t>c′</a:t>
            </a:r>
          </a:p>
        </p:txBody>
      </p:sp>
      <p:sp>
        <p:nvSpPr>
          <p:cNvPr id="41" name="Text Box 37">
            <a:extLst>
              <a:ext uri="{FF2B5EF4-FFF2-40B4-BE49-F238E27FC236}">
                <a16:creationId xmlns:a16="http://schemas.microsoft.com/office/drawing/2014/main" id="{7FBE2FE1-75E4-E11B-EF05-31F6F3411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0" y="4413903"/>
            <a:ext cx="530679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2" name="Text Box 38">
            <a:extLst>
              <a:ext uri="{FF2B5EF4-FFF2-40B4-BE49-F238E27FC236}">
                <a16:creationId xmlns:a16="http://schemas.microsoft.com/office/drawing/2014/main" id="{925B81F7-5D0D-31E9-99D5-C35C15022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25" y="5553501"/>
            <a:ext cx="412750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43" name="Text Box 39">
            <a:extLst>
              <a:ext uri="{FF2B5EF4-FFF2-40B4-BE49-F238E27FC236}">
                <a16:creationId xmlns:a16="http://schemas.microsoft.com/office/drawing/2014/main" id="{62F4C84E-B4AA-9F35-F508-06088E174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2962" y="2304081"/>
            <a:ext cx="1974170" cy="58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zh-CN" altLang="en-US" sz="3200" b="1" dirty="0">
                <a:solidFill>
                  <a:srgbClr val="C00000"/>
                </a:solidFill>
                <a:latin typeface="+mn-ea"/>
                <a:ea typeface="+mn-ea"/>
              </a:rPr>
              <a:t>复习内容</a:t>
            </a:r>
          </a:p>
        </p:txBody>
      </p:sp>
      <p:sp>
        <p:nvSpPr>
          <p:cNvPr id="44" name="Text Box 40">
            <a:extLst>
              <a:ext uri="{FF2B5EF4-FFF2-40B4-BE49-F238E27FC236}">
                <a16:creationId xmlns:a16="http://schemas.microsoft.com/office/drawing/2014/main" id="{E4399506-F67C-B707-F760-3DDC6F936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8321" y="2966180"/>
            <a:ext cx="2393724" cy="461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1400" dirty="0">
                <a:latin typeface="+mn-ea"/>
                <a:ea typeface="+mn-ea"/>
              </a:rPr>
              <a:t>●  </a:t>
            </a:r>
            <a:r>
              <a:rPr kumimoji="1"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平面的定义</a:t>
            </a:r>
          </a:p>
        </p:txBody>
      </p:sp>
      <p:sp>
        <p:nvSpPr>
          <p:cNvPr id="45" name="Text Box 41">
            <a:extLst>
              <a:ext uri="{FF2B5EF4-FFF2-40B4-BE49-F238E27FC236}">
                <a16:creationId xmlns:a16="http://schemas.microsoft.com/office/drawing/2014/main" id="{11F47204-DFC8-60EF-8D43-CD0F9CA71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4197" y="3535413"/>
            <a:ext cx="5273674" cy="479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kumimoji="1" lang="en-US" altLang="zh-CN" sz="1400" dirty="0">
                <a:latin typeface="+mn-ea"/>
                <a:ea typeface="+mn-ea"/>
              </a:rPr>
              <a:t>●  </a:t>
            </a:r>
            <a:r>
              <a:rPr kumimoji="1" lang="zh-CN" altLang="en-US" sz="2400" b="1" dirty="0">
                <a:solidFill>
                  <a:schemeClr val="tx2"/>
                </a:solidFill>
                <a:latin typeface="+mn-ea"/>
                <a:ea typeface="+mn-ea"/>
              </a:rPr>
              <a:t>直线与平面平行的条件</a:t>
            </a:r>
            <a:endParaRPr kumimoji="1" lang="zh-CN" altLang="en-US" sz="1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46" name="Text Box 42">
            <a:extLst>
              <a:ext uri="{FF2B5EF4-FFF2-40B4-BE49-F238E27FC236}">
                <a16:creationId xmlns:a16="http://schemas.microsoft.com/office/drawing/2014/main" id="{6656B4C5-C8ED-B20C-6DE8-75BAC9F3C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0" y="4194118"/>
            <a:ext cx="5221514" cy="885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kumimoji="1" lang="en-US" altLang="zh-CN" sz="1400" dirty="0">
                <a:latin typeface="+mn-ea"/>
                <a:ea typeface="+mn-ea"/>
              </a:rPr>
              <a:t>●  </a:t>
            </a:r>
            <a:r>
              <a:rPr kumimoji="1" lang="zh-CN" altLang="en-US" sz="2400" b="1" dirty="0">
                <a:latin typeface="+mn-ea"/>
                <a:ea typeface="+mn-ea"/>
              </a:rPr>
              <a:t>平面中有一直线垂直于另一平面，则两平面垂直。</a:t>
            </a:r>
            <a:endParaRPr kumimoji="1" lang="zh-CN" altLang="en-US" sz="1400" b="1" dirty="0">
              <a:latin typeface="+mn-ea"/>
              <a:ea typeface="+mn-ea"/>
            </a:endParaRPr>
          </a:p>
        </p:txBody>
      </p:sp>
      <p:grpSp>
        <p:nvGrpSpPr>
          <p:cNvPr id="47" name="Group 43">
            <a:extLst>
              <a:ext uri="{FF2B5EF4-FFF2-40B4-BE49-F238E27FC236}">
                <a16:creationId xmlns:a16="http://schemas.microsoft.com/office/drawing/2014/main" id="{B69E87AB-5087-53A6-55CF-03471CA47C4E}"/>
              </a:ext>
            </a:extLst>
          </p:cNvPr>
          <p:cNvGrpSpPr>
            <a:grpSpLocks/>
          </p:cNvGrpSpPr>
          <p:nvPr/>
        </p:nvGrpSpPr>
        <p:grpSpPr bwMode="auto">
          <a:xfrm>
            <a:off x="1708988" y="3285643"/>
            <a:ext cx="1291441" cy="466045"/>
            <a:chOff x="347" y="4470"/>
            <a:chExt cx="1137" cy="411"/>
          </a:xfrm>
        </p:grpSpPr>
        <p:sp>
          <p:nvSpPr>
            <p:cNvPr id="48" name="Text Box 44">
              <a:extLst>
                <a:ext uri="{FF2B5EF4-FFF2-40B4-BE49-F238E27FC236}">
                  <a16:creationId xmlns:a16="http://schemas.microsoft.com/office/drawing/2014/main" id="{60F28553-3454-F0CF-D73C-8A7236516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" y="4470"/>
              <a:ext cx="563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352" tIns="45680" rIns="91352" bIns="45680"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639763"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279525"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920875"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560638"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3017838"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475038"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932238"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389438"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kumimoji="1" lang="en-US" altLang="zh-CN" sz="2429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d′</a:t>
              </a:r>
            </a:p>
          </p:txBody>
        </p:sp>
        <p:sp>
          <p:nvSpPr>
            <p:cNvPr id="49" name="Text Box 45">
              <a:extLst>
                <a:ext uri="{FF2B5EF4-FFF2-40B4-BE49-F238E27FC236}">
                  <a16:creationId xmlns:a16="http://schemas.microsoft.com/office/drawing/2014/main" id="{39ACD0F0-F51D-5A26-E4B5-0B391CCFAA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" y="4556"/>
              <a:ext cx="596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5250" tIns="32625" rIns="65250" bIns="32625"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2813"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786" i="1" dirty="0"/>
                <a:t>(    )</a:t>
              </a:r>
            </a:p>
          </p:txBody>
        </p:sp>
      </p:grpSp>
      <p:sp>
        <p:nvSpPr>
          <p:cNvPr id="50" name="Text Box 46">
            <a:extLst>
              <a:ext uri="{FF2B5EF4-FFF2-40B4-BE49-F238E27FC236}">
                <a16:creationId xmlns:a16="http://schemas.microsoft.com/office/drawing/2014/main" id="{B5BEC61C-E6F1-A303-0FC8-7F1CCA922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856" y="1572544"/>
            <a:ext cx="757464" cy="444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286" dirty="0">
                <a:latin typeface="Times New Roman" panose="02020603050405020304" pitchFamily="18" charset="0"/>
              </a:rPr>
              <a:t>g′</a:t>
            </a:r>
          </a:p>
        </p:txBody>
      </p:sp>
      <p:grpSp>
        <p:nvGrpSpPr>
          <p:cNvPr id="51" name="Group 47">
            <a:extLst>
              <a:ext uri="{FF2B5EF4-FFF2-40B4-BE49-F238E27FC236}">
                <a16:creationId xmlns:a16="http://schemas.microsoft.com/office/drawing/2014/main" id="{CBEA7431-49D4-1F99-3D50-4573A621F454}"/>
              </a:ext>
            </a:extLst>
          </p:cNvPr>
          <p:cNvGrpSpPr>
            <a:grpSpLocks/>
          </p:cNvGrpSpPr>
          <p:nvPr/>
        </p:nvGrpSpPr>
        <p:grpSpPr bwMode="auto">
          <a:xfrm>
            <a:off x="3166495" y="1623170"/>
            <a:ext cx="1056822" cy="466045"/>
            <a:chOff x="488" y="2230"/>
            <a:chExt cx="932" cy="411"/>
          </a:xfrm>
        </p:grpSpPr>
        <p:sp>
          <p:nvSpPr>
            <p:cNvPr id="52" name="Text Box 48">
              <a:extLst>
                <a:ext uri="{FF2B5EF4-FFF2-40B4-BE49-F238E27FC236}">
                  <a16:creationId xmlns:a16="http://schemas.microsoft.com/office/drawing/2014/main" id="{41625EA8-4281-C56A-D168-D30FB18935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" y="2230"/>
              <a:ext cx="588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1352" tIns="45680" rIns="91352" bIns="45680"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639763"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279525"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920875"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560638"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3017838"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475038"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932238"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389438"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50000"/>
                </a:spcBef>
              </a:pPr>
              <a:r>
                <a:rPr kumimoji="1" lang="en-US" altLang="zh-CN" sz="2429" i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f′</a:t>
              </a:r>
            </a:p>
          </p:txBody>
        </p:sp>
        <p:sp>
          <p:nvSpPr>
            <p:cNvPr id="53" name="Text Box 49">
              <a:extLst>
                <a:ext uri="{FF2B5EF4-FFF2-40B4-BE49-F238E27FC236}">
                  <a16:creationId xmlns:a16="http://schemas.microsoft.com/office/drawing/2014/main" id="{2A48634A-1EEE-7B46-C095-9E6154741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" y="2273"/>
              <a:ext cx="765" cy="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5250" tIns="32625" rIns="65250" bIns="32625">
              <a:spAutoFit/>
            </a:bodyPr>
            <a:lstStyle>
              <a:lvl1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2813"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defTabSz="1279525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defTabSz="12795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786" i="1" dirty="0"/>
                <a:t>(    )</a:t>
              </a:r>
            </a:p>
          </p:txBody>
        </p:sp>
      </p:grpSp>
      <p:sp>
        <p:nvSpPr>
          <p:cNvPr id="54" name="AutoShape 50">
            <a:extLst>
              <a:ext uri="{FF2B5EF4-FFF2-40B4-BE49-F238E27FC236}">
                <a16:creationId xmlns:a16="http://schemas.microsoft.com/office/drawing/2014/main" id="{2A0D7126-7105-3578-0BD5-63F894178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474" y="6240010"/>
            <a:ext cx="179161" cy="436562"/>
          </a:xfrm>
          <a:prstGeom prst="downArrow">
            <a:avLst>
              <a:gd name="adj1" fmla="val 15324"/>
              <a:gd name="adj2" fmla="val 145943"/>
            </a:avLst>
          </a:prstGeom>
          <a:solidFill>
            <a:srgbClr val="FF66FF">
              <a:alpha val="8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86"/>
          </a:p>
        </p:txBody>
      </p:sp>
      <p:sp>
        <p:nvSpPr>
          <p:cNvPr id="55" name="Text Box 34">
            <a:extLst>
              <a:ext uri="{FF2B5EF4-FFF2-40B4-BE49-F238E27FC236}">
                <a16:creationId xmlns:a16="http://schemas.microsoft.com/office/drawing/2014/main" id="{2CB5DFB9-0E83-7AF8-4F0C-8EFEC0587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820" y="5890278"/>
            <a:ext cx="356054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 dirty="0"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56" name="Text Box 34">
            <a:extLst>
              <a:ext uri="{FF2B5EF4-FFF2-40B4-BE49-F238E27FC236}">
                <a16:creationId xmlns:a16="http://schemas.microsoft.com/office/drawing/2014/main" id="{B74D895A-6616-E8B1-3470-A43A59050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442" y="4731430"/>
            <a:ext cx="356054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 dirty="0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57" name="Text Box 33">
            <a:extLst>
              <a:ext uri="{FF2B5EF4-FFF2-40B4-BE49-F238E27FC236}">
                <a16:creationId xmlns:a16="http://schemas.microsoft.com/office/drawing/2014/main" id="{C17475A4-ACB8-E1A0-C9BF-39600083C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2528" y="2213187"/>
            <a:ext cx="720044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 dirty="0">
                <a:latin typeface="Times New Roman" panose="02020603050405020304" pitchFamily="18" charset="0"/>
              </a:rPr>
              <a:t>h′</a:t>
            </a:r>
          </a:p>
        </p:txBody>
      </p:sp>
      <p:sp>
        <p:nvSpPr>
          <p:cNvPr id="58" name="Text Box 33">
            <a:extLst>
              <a:ext uri="{FF2B5EF4-FFF2-40B4-BE49-F238E27FC236}">
                <a16:creationId xmlns:a16="http://schemas.microsoft.com/office/drawing/2014/main" id="{5B2F9995-5B29-E7FB-5B9E-080916B15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0292" y="2214040"/>
            <a:ext cx="720044" cy="4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50000"/>
              </a:spcBef>
            </a:pPr>
            <a:r>
              <a:rPr kumimoji="1" lang="en-US" altLang="zh-CN" sz="2429" i="1" dirty="0">
                <a:latin typeface="Times New Roman" panose="02020603050405020304" pitchFamily="18" charset="0"/>
              </a:rPr>
              <a:t>k′</a:t>
            </a:r>
          </a:p>
        </p:txBody>
      </p:sp>
    </p:spTree>
    <p:extLst>
      <p:ext uri="{BB962C8B-B14F-4D97-AF65-F5344CB8AC3E}">
        <p14:creationId xmlns:p14="http://schemas.microsoft.com/office/powerpoint/2010/main" val="331232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55" grpId="0"/>
      <p:bldP spid="56" grpId="0"/>
      <p:bldP spid="57" grpId="0"/>
      <p:bldP spid="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C421EC-F1DA-8CF6-F9D3-7336A3AA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0845-0298-C44B-92DD-7994C3F09FDF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C698AE-B7E6-866E-040F-5CE3BB10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006C7C-4069-D54A-65B3-29F0CDC6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23</a:t>
            </a:fld>
            <a:endParaRPr lang="en-US"/>
          </a:p>
        </p:txBody>
      </p:sp>
      <p:sp>
        <p:nvSpPr>
          <p:cNvPr id="6" name="AutoShape 2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E608F3AE-C440-C37E-5A61-A67A1C212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496" y="220193"/>
            <a:ext cx="4244294" cy="689429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lIns="91352" tIns="45680" rIns="91352" bIns="45680" anchor="ctr"/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6.6 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rPr>
              <a:t>综合复习</a:t>
            </a:r>
            <a:r>
              <a:rPr lang="zh-CN" altLang="en-US" sz="2800" dirty="0">
                <a:solidFill>
                  <a:srgbClr val="C00000"/>
                </a:solidFill>
                <a:sym typeface="Wingdings" panose="05000000000000000000" pitchFamily="2" charset="2"/>
              </a:rPr>
              <a:t></a:t>
            </a:r>
            <a:endParaRPr kumimoji="1" lang="zh-CN" altLang="en-US" sz="2800" b="1" baseline="300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ea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905BA48A-CD28-ED7D-BEC1-62F6FBE7D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732" y="941371"/>
            <a:ext cx="10672728" cy="857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571" b="1" dirty="0">
                <a:latin typeface="+mn-ea"/>
                <a:ea typeface="+mn-ea"/>
              </a:rPr>
              <a:t>        </a:t>
            </a:r>
            <a:r>
              <a:rPr lang="zh-CN" altLang="en-US" sz="2571" b="1" dirty="0">
                <a:latin typeface="+mn-ea"/>
                <a:ea typeface="+mn-ea"/>
              </a:rPr>
              <a:t>正平线</a:t>
            </a:r>
            <a:r>
              <a:rPr lang="en-US" altLang="zh-CN" sz="2571" b="1" dirty="0">
                <a:latin typeface="+mn-ea"/>
                <a:ea typeface="+mn-ea"/>
              </a:rPr>
              <a:t>AB</a:t>
            </a:r>
            <a:r>
              <a:rPr lang="zh-CN" altLang="en-US" sz="2571" b="1" dirty="0">
                <a:latin typeface="+mn-ea"/>
                <a:ea typeface="+mn-ea"/>
              </a:rPr>
              <a:t>是正方形</a:t>
            </a:r>
            <a:r>
              <a:rPr lang="en-US" altLang="zh-CN" sz="2571" b="1" dirty="0">
                <a:latin typeface="+mn-ea"/>
                <a:ea typeface="+mn-ea"/>
              </a:rPr>
              <a:t>ABCD</a:t>
            </a:r>
            <a:r>
              <a:rPr lang="zh-CN" altLang="en-US" sz="2571" b="1" dirty="0">
                <a:latin typeface="+mn-ea"/>
                <a:ea typeface="+mn-ea"/>
              </a:rPr>
              <a:t>的边，点</a:t>
            </a:r>
            <a:r>
              <a:rPr lang="en-US" altLang="zh-CN" sz="2571" b="1" dirty="0">
                <a:latin typeface="+mn-ea"/>
                <a:ea typeface="+mn-ea"/>
              </a:rPr>
              <a:t>C</a:t>
            </a:r>
            <a:r>
              <a:rPr lang="zh-CN" altLang="en-US" sz="2571" b="1" dirty="0">
                <a:latin typeface="+mn-ea"/>
                <a:ea typeface="+mn-ea"/>
              </a:rPr>
              <a:t>在点</a:t>
            </a:r>
            <a:r>
              <a:rPr lang="en-US" altLang="zh-CN" sz="2571" b="1" dirty="0">
                <a:latin typeface="+mn-ea"/>
                <a:ea typeface="+mn-ea"/>
              </a:rPr>
              <a:t>B</a:t>
            </a:r>
            <a:r>
              <a:rPr lang="zh-CN" altLang="en-US" sz="2571" b="1" dirty="0">
                <a:latin typeface="+mn-ea"/>
                <a:ea typeface="+mn-ea"/>
              </a:rPr>
              <a:t>的前上方，正方形对</a:t>
            </a:r>
            <a:r>
              <a:rPr lang="en-US" altLang="zh-CN" sz="2571" b="1" dirty="0">
                <a:latin typeface="+mn-ea"/>
                <a:ea typeface="+mn-ea"/>
              </a:rPr>
              <a:t>V</a:t>
            </a:r>
            <a:r>
              <a:rPr lang="zh-CN" altLang="en-US" sz="2571" b="1" dirty="0">
                <a:latin typeface="+mn-ea"/>
                <a:ea typeface="+mn-ea"/>
              </a:rPr>
              <a:t>面的倾角</a:t>
            </a:r>
            <a:r>
              <a:rPr lang="el-GR" altLang="zh-CN" sz="2571" b="1" dirty="0">
                <a:latin typeface="+mn-ea"/>
                <a:ea typeface="+mn-ea"/>
              </a:rPr>
              <a:t>β</a:t>
            </a:r>
            <a:r>
              <a:rPr lang="en-US" altLang="zh-CN" sz="2571" b="1" dirty="0">
                <a:latin typeface="+mn-ea"/>
                <a:ea typeface="+mn-ea"/>
              </a:rPr>
              <a:t>=45°,</a:t>
            </a:r>
            <a:r>
              <a:rPr lang="zh-CN" altLang="en-US" sz="2571" b="1" dirty="0">
                <a:latin typeface="+mn-ea"/>
                <a:ea typeface="+mn-ea"/>
              </a:rPr>
              <a:t>补全正方形的两面投影。</a:t>
            </a:r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9C47E651-4721-A14E-A501-6120B2F5CD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6277" y="4459208"/>
            <a:ext cx="3697741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399F8386-3AB9-2CDE-4E20-52222E1D1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4581" y="3396718"/>
            <a:ext cx="2025196" cy="86858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FD62C3AC-2CB5-9264-8912-9936622FB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4581" y="4842476"/>
            <a:ext cx="2025196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1DB0643A-1737-51E6-31AF-C80CC6CF2A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9777" y="2368245"/>
            <a:ext cx="834571" cy="1897062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2" name="Line 8">
            <a:extLst>
              <a:ext uri="{FF2B5EF4-FFF2-40B4-BE49-F238E27FC236}">
                <a16:creationId xmlns:a16="http://schemas.microsoft.com/office/drawing/2014/main" id="{F5F11EFD-3767-503E-262F-BE5823D498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9778" y="3493102"/>
            <a:ext cx="2056946" cy="77220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ED1D4EC3-8D2E-9EC4-F8DD-9AAE8832A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79" y="2773659"/>
            <a:ext cx="2185078" cy="2179342"/>
          </a:xfrm>
          <a:prstGeom prst="ellipse">
            <a:avLst/>
          </a:prstGeom>
          <a:noFill/>
          <a:ln w="63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86"/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1579DC40-51BB-531E-A068-18D6B17360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9832" y="2881913"/>
            <a:ext cx="1446892" cy="61609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700" dirty="0"/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44127E11-12F6-6947-BACD-B9E32AF8EC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9777" y="4265306"/>
            <a:ext cx="0" cy="57717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6" name="Line 12">
            <a:extLst>
              <a:ext uri="{FF2B5EF4-FFF2-40B4-BE49-F238E27FC236}">
                <a16:creationId xmlns:a16="http://schemas.microsoft.com/office/drawing/2014/main" id="{C7E84EA1-E80B-830A-7AC9-64CA67360F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9777" y="4842476"/>
            <a:ext cx="834571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DAB15E86-AFC5-BB9B-E991-BA7B91B99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9831" y="2881914"/>
            <a:ext cx="0" cy="347435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55408CA7-B73A-AEB8-D67D-58F1DD77D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9777" y="4842476"/>
            <a:ext cx="610054" cy="151379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0CC9E45F-3D37-739F-C87C-295C3C5260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24581" y="2014458"/>
            <a:ext cx="611188" cy="138225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922F5BE6-EB26-1F16-819A-DF7A1C6C3D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4581" y="4842476"/>
            <a:ext cx="611188" cy="1513794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45488A14-AB68-EBC7-1676-D885D5BF1A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24581" y="3396718"/>
            <a:ext cx="0" cy="144575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D692F5B9-ABC7-5A07-F991-311FE12494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5769" y="6356271"/>
            <a:ext cx="20240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194E02B2-BEBF-33B6-E508-81D1106DA0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5769" y="2014459"/>
            <a:ext cx="2024062" cy="86745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71C7AE8F-DC2F-8E0F-3525-2761025FF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958" y="2204832"/>
            <a:ext cx="1975304" cy="523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9300"/>
                </a:solidFill>
                <a:latin typeface="+mn-ea"/>
                <a:ea typeface="+mn-ea"/>
              </a:rPr>
              <a:t>解题思路</a:t>
            </a:r>
          </a:p>
        </p:txBody>
      </p:sp>
      <p:sp>
        <p:nvSpPr>
          <p:cNvPr id="25" name="Text Box 21">
            <a:extLst>
              <a:ext uri="{FF2B5EF4-FFF2-40B4-BE49-F238E27FC236}">
                <a16:creationId xmlns:a16="http://schemas.microsoft.com/office/drawing/2014/main" id="{28A9DBAD-E808-0AAF-FC62-014E273E2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5155" y="2784269"/>
            <a:ext cx="2829151" cy="461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1400">
                <a:solidFill>
                  <a:srgbClr val="FF3300"/>
                </a:solidFill>
                <a:latin typeface="+mn-ea"/>
                <a:ea typeface="+mn-ea"/>
              </a:rPr>
              <a:t>●</a:t>
            </a:r>
            <a:r>
              <a:rPr kumimoji="1" lang="en-US" altLang="zh-CN" sz="1200">
                <a:latin typeface="+mn-ea"/>
                <a:ea typeface="+mn-ea"/>
              </a:rPr>
              <a:t>  </a:t>
            </a:r>
            <a:r>
              <a:rPr kumimoji="1" lang="zh-CN" altLang="en-US" sz="2400" b="1">
                <a:latin typeface="+mn-ea"/>
                <a:ea typeface="+mn-ea"/>
              </a:rPr>
              <a:t>正方形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的特性</a:t>
            </a:r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FC2631E1-CB6E-BADC-0C7E-D54015CC8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5155" y="4297056"/>
            <a:ext cx="4675169" cy="830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dirty="0">
                <a:solidFill>
                  <a:srgbClr val="FF3300"/>
                </a:solidFill>
                <a:latin typeface="+mn-ea"/>
                <a:ea typeface="+mn-ea"/>
              </a:rPr>
              <a:t>●</a:t>
            </a:r>
            <a:r>
              <a:rPr kumimoji="1" lang="en-US" altLang="zh-CN" sz="1200" dirty="0">
                <a:latin typeface="+mn-ea"/>
                <a:ea typeface="+mn-ea"/>
              </a:rPr>
              <a:t>  </a:t>
            </a:r>
            <a:r>
              <a:rPr kumimoji="1" lang="en-US" altLang="zh-CN" sz="2400" b="1" dirty="0">
                <a:latin typeface="+mn-ea"/>
                <a:ea typeface="+mn-ea"/>
              </a:rPr>
              <a:t>AB</a:t>
            </a:r>
            <a:r>
              <a:rPr kumimoji="1" lang="zh-CN" altLang="en-US" sz="2400" b="1" dirty="0">
                <a:latin typeface="+mn-ea"/>
                <a:ea typeface="+mn-ea"/>
              </a:rPr>
              <a:t>是正方形边的实长，知实长和倾角，</a:t>
            </a:r>
            <a:r>
              <a:rPr kumimoji="1" lang="en-US" altLang="zh-CN" sz="2400" b="1" dirty="0">
                <a:latin typeface="+mn-ea"/>
                <a:ea typeface="+mn-ea"/>
              </a:rPr>
              <a:t>BC</a:t>
            </a:r>
            <a:r>
              <a:rPr kumimoji="1" lang="zh-CN" altLang="en-US" sz="2400" b="1" dirty="0">
                <a:latin typeface="+mn-ea"/>
                <a:ea typeface="+mn-ea"/>
              </a:rPr>
              <a:t>的正面投影可求。</a:t>
            </a:r>
          </a:p>
        </p:txBody>
      </p:sp>
      <p:sp>
        <p:nvSpPr>
          <p:cNvPr id="27" name="Text Box 23">
            <a:extLst>
              <a:ext uri="{FF2B5EF4-FFF2-40B4-BE49-F238E27FC236}">
                <a16:creationId xmlns:a16="http://schemas.microsoft.com/office/drawing/2014/main" id="{AEC400C9-1146-7486-69E7-0F055DFD3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5155" y="3297939"/>
            <a:ext cx="4558064" cy="830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352" tIns="45680" rIns="91352" bIns="45680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7952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20875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0638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178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50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22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89438"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400" dirty="0">
                <a:solidFill>
                  <a:srgbClr val="FF3300"/>
                </a:solidFill>
                <a:latin typeface="+mn-ea"/>
                <a:ea typeface="+mn-ea"/>
              </a:rPr>
              <a:t>●</a:t>
            </a:r>
            <a:r>
              <a:rPr kumimoji="1" lang="en-US" altLang="zh-CN" sz="2400" dirty="0"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正方形对</a:t>
            </a:r>
            <a:r>
              <a:rPr kumimoji="1" lang="en-US" altLang="zh-CN" sz="2400" b="1" dirty="0">
                <a:latin typeface="+mn-ea"/>
                <a:ea typeface="+mn-ea"/>
              </a:rPr>
              <a:t>V</a:t>
            </a:r>
            <a:r>
              <a:rPr kumimoji="1" lang="zh-CN" altLang="en-US" sz="2400" b="1" dirty="0">
                <a:latin typeface="+mn-ea"/>
                <a:ea typeface="+mn-ea"/>
              </a:rPr>
              <a:t>面的倾角，就是</a:t>
            </a:r>
            <a:r>
              <a:rPr kumimoji="1" lang="en-US" altLang="zh-CN" sz="2400" b="1" dirty="0">
                <a:latin typeface="+mn-ea"/>
                <a:ea typeface="+mn-ea"/>
              </a:rPr>
              <a:t>BC</a:t>
            </a:r>
            <a:r>
              <a:rPr kumimoji="1" lang="zh-CN" altLang="en-US" sz="2400" b="1" dirty="0">
                <a:latin typeface="+mn-ea"/>
                <a:ea typeface="+mn-ea"/>
              </a:rPr>
              <a:t>对</a:t>
            </a:r>
            <a:r>
              <a:rPr kumimoji="1" lang="en-US" altLang="zh-CN" sz="2400" b="1" dirty="0">
                <a:latin typeface="+mn-ea"/>
                <a:ea typeface="+mn-ea"/>
              </a:rPr>
              <a:t>V</a:t>
            </a:r>
            <a:r>
              <a:rPr kumimoji="1" lang="zh-CN" altLang="en-US" sz="2400" b="1" dirty="0">
                <a:latin typeface="+mn-ea"/>
                <a:ea typeface="+mn-ea"/>
              </a:rPr>
              <a:t>面的倾角</a:t>
            </a:r>
          </a:p>
        </p:txBody>
      </p:sp>
      <p:grpSp>
        <p:nvGrpSpPr>
          <p:cNvPr id="28" name="Group 24">
            <a:extLst>
              <a:ext uri="{FF2B5EF4-FFF2-40B4-BE49-F238E27FC236}">
                <a16:creationId xmlns:a16="http://schemas.microsoft.com/office/drawing/2014/main" id="{3587A25C-24C3-8517-D675-C5BB7A4305EF}"/>
              </a:ext>
            </a:extLst>
          </p:cNvPr>
          <p:cNvGrpSpPr>
            <a:grpSpLocks/>
          </p:cNvGrpSpPr>
          <p:nvPr/>
        </p:nvGrpSpPr>
        <p:grpSpPr bwMode="auto">
          <a:xfrm>
            <a:off x="3858144" y="4007905"/>
            <a:ext cx="256268" cy="159884"/>
            <a:chOff x="2898" y="3563"/>
            <a:chExt cx="227" cy="141"/>
          </a:xfrm>
        </p:grpSpPr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AD09A771-19DE-9C1B-EDD5-DCF4F7DA1F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98" y="3563"/>
              <a:ext cx="57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86"/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14907ADE-94E6-D09F-F007-F573DBE96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5" y="3563"/>
              <a:ext cx="170" cy="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286"/>
            </a:p>
          </p:txBody>
        </p:sp>
      </p:grpSp>
      <p:sp>
        <p:nvSpPr>
          <p:cNvPr id="31" name="Text Box 27">
            <a:extLst>
              <a:ext uri="{FF2B5EF4-FFF2-40B4-BE49-F238E27FC236}">
                <a16:creationId xmlns:a16="http://schemas.microsoft.com/office/drawing/2014/main" id="{34C1D214-DD87-594A-98D2-4F52FA9F0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680" y="3205084"/>
            <a:ext cx="608919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</a:rPr>
              <a:t>a′</a:t>
            </a:r>
          </a:p>
        </p:txBody>
      </p:sp>
      <p:sp>
        <p:nvSpPr>
          <p:cNvPr id="32" name="Text Box 28">
            <a:extLst>
              <a:ext uri="{FF2B5EF4-FFF2-40B4-BE49-F238E27FC236}">
                <a16:creationId xmlns:a16="http://schemas.microsoft.com/office/drawing/2014/main" id="{7EFF2325-E163-9480-B81A-AF2FE33890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9777" y="4167789"/>
            <a:ext cx="610054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b′</a:t>
            </a:r>
          </a:p>
        </p:txBody>
      </p:sp>
      <p:sp>
        <p:nvSpPr>
          <p:cNvPr id="33" name="Text Box 29">
            <a:extLst>
              <a:ext uri="{FF2B5EF4-FFF2-40B4-BE49-F238E27FC236}">
                <a16:creationId xmlns:a16="http://schemas.microsoft.com/office/drawing/2014/main" id="{94DD6EDB-4C35-C3DB-9C7E-E508909AF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005" y="2483683"/>
            <a:ext cx="611188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</a:rPr>
              <a:t>c′</a:t>
            </a:r>
          </a:p>
        </p:txBody>
      </p:sp>
      <p:sp>
        <p:nvSpPr>
          <p:cNvPr id="34" name="Text Box 30">
            <a:extLst>
              <a:ext uri="{FF2B5EF4-FFF2-40B4-BE49-F238E27FC236}">
                <a16:creationId xmlns:a16="http://schemas.microsoft.com/office/drawing/2014/main" id="{E3D5BD6C-195C-4519-ADE9-9354CC4FE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0116" y="1725307"/>
            <a:ext cx="545420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d′</a:t>
            </a:r>
          </a:p>
        </p:txBody>
      </p:sp>
      <p:sp>
        <p:nvSpPr>
          <p:cNvPr id="35" name="Text Box 31">
            <a:extLst>
              <a:ext uri="{FF2B5EF4-FFF2-40B4-BE49-F238E27FC236}">
                <a16:creationId xmlns:a16="http://schemas.microsoft.com/office/drawing/2014/main" id="{3B2E233F-9517-85F6-8ADE-9DA603C2F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7179" y="4650842"/>
            <a:ext cx="320901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6" name="Text Box 32">
            <a:extLst>
              <a:ext uri="{FF2B5EF4-FFF2-40B4-BE49-F238E27FC236}">
                <a16:creationId xmlns:a16="http://schemas.microsoft.com/office/drawing/2014/main" id="{ACD3B91A-8DAB-0174-6A8F-025D2F08C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8027" y="4522709"/>
            <a:ext cx="385536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7" name="Text Box 33">
            <a:extLst>
              <a:ext uri="{FF2B5EF4-FFF2-40B4-BE49-F238E27FC236}">
                <a16:creationId xmlns:a16="http://schemas.microsoft.com/office/drawing/2014/main" id="{73D13AAC-8E3C-736E-FC84-51C7CD440C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0965" y="6191852"/>
            <a:ext cx="353786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8" name="Text Box 34">
            <a:extLst>
              <a:ext uri="{FF2B5EF4-FFF2-40B4-BE49-F238E27FC236}">
                <a16:creationId xmlns:a16="http://schemas.microsoft.com/office/drawing/2014/main" id="{2A6F2F2D-7EE1-EEA7-B7C4-82FFF60D9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848" y="6191852"/>
            <a:ext cx="386670" cy="373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786" i="1"/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9" name="AutoShape 35">
            <a:extLst>
              <a:ext uri="{FF2B5EF4-FFF2-40B4-BE49-F238E27FC236}">
                <a16:creationId xmlns:a16="http://schemas.microsoft.com/office/drawing/2014/main" id="{01F8EC13-FBE6-73CF-B17F-467BF64C0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2269" y="4297056"/>
            <a:ext cx="1317625" cy="450170"/>
          </a:xfrm>
          <a:prstGeom prst="wedgeRoundRectCallout">
            <a:avLst>
              <a:gd name="adj1" fmla="val -49829"/>
              <a:gd name="adj2" fmla="val -14823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/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286" b="1" dirty="0">
                <a:solidFill>
                  <a:srgbClr val="990033"/>
                </a:solidFill>
                <a:latin typeface="宋体" panose="02010600030101010101" pitchFamily="2" charset="-122"/>
              </a:rPr>
              <a:t>AB</a:t>
            </a:r>
            <a:r>
              <a:rPr lang="zh-CN" altLang="en-US" sz="2286" b="1" dirty="0">
                <a:solidFill>
                  <a:srgbClr val="990033"/>
                </a:solidFill>
                <a:latin typeface="宋体" panose="02010600030101010101" pitchFamily="2" charset="-122"/>
              </a:rPr>
              <a:t>实长</a:t>
            </a:r>
          </a:p>
        </p:txBody>
      </p:sp>
      <p:sp>
        <p:nvSpPr>
          <p:cNvPr id="40" name="Text Box 36">
            <a:extLst>
              <a:ext uri="{FF2B5EF4-FFF2-40B4-BE49-F238E27FC236}">
                <a16:creationId xmlns:a16="http://schemas.microsoft.com/office/drawing/2014/main" id="{DEF931C2-E31F-8BA4-D78E-658735194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576" y="3703788"/>
            <a:ext cx="934357" cy="340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5250" tIns="32625" rIns="65250" bIns="32625">
            <a:spAutoFit/>
          </a:bodyPr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l-GR" altLang="zh-CN" sz="1786" dirty="0">
                <a:latin typeface="MS UI Gothic" panose="020B0600070205080204" pitchFamily="34" charset="-128"/>
                <a:ea typeface="MS UI Gothic" panose="020B0600070205080204" pitchFamily="34" charset="-128"/>
              </a:rPr>
              <a:t>β</a:t>
            </a:r>
            <a:r>
              <a:rPr lang="en-US" altLang="zh-CN" sz="1786" dirty="0">
                <a:latin typeface="Symbol" panose="05050102010706020507" pitchFamily="18" charset="2"/>
              </a:rPr>
              <a:t>=45</a:t>
            </a:r>
            <a:r>
              <a:rPr lang="en-US" altLang="zh-CN" sz="1786" baseline="300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◦</a:t>
            </a:r>
            <a:endParaRPr lang="en-US" altLang="zh-CN" sz="1786" baseline="30000" dirty="0">
              <a:latin typeface="Symbol" panose="05050102010706020507" pitchFamily="18" charset="2"/>
            </a:endParaRPr>
          </a:p>
        </p:txBody>
      </p:sp>
      <p:sp>
        <p:nvSpPr>
          <p:cNvPr id="41" name="AutoShape 37">
            <a:extLst>
              <a:ext uri="{FF2B5EF4-FFF2-40B4-BE49-F238E27FC236}">
                <a16:creationId xmlns:a16="http://schemas.microsoft.com/office/drawing/2014/main" id="{1D2E1F74-1A36-EF6D-A227-89CA9AE66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019" y="2110842"/>
            <a:ext cx="1127125" cy="451304"/>
          </a:xfrm>
          <a:prstGeom prst="wedgeRoundRectCallout">
            <a:avLst>
              <a:gd name="adj1" fmla="val -34593"/>
              <a:gd name="adj2" fmla="val 19735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5250" tIns="32625" rIns="65250" bIns="32625"/>
          <a:lstStyle>
            <a:lvl1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2813"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defTabSz="12795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defTabSz="12795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286">
                <a:solidFill>
                  <a:srgbClr val="990033"/>
                </a:solidFill>
                <a:latin typeface="Times New Roman" panose="02020603050405020304" pitchFamily="18" charset="0"/>
              </a:rPr>
              <a:t>△Y</a:t>
            </a:r>
            <a:r>
              <a:rPr lang="en-US" altLang="zh-CN" sz="1429">
                <a:solidFill>
                  <a:srgbClr val="990033"/>
                </a:solidFill>
                <a:latin typeface="Times New Roman" panose="02020603050405020304" pitchFamily="18" charset="0"/>
              </a:rPr>
              <a:t>BC</a:t>
            </a:r>
          </a:p>
        </p:txBody>
      </p:sp>
      <p:sp>
        <p:nvSpPr>
          <p:cNvPr id="42" name="Line 38">
            <a:extLst>
              <a:ext uri="{FF2B5EF4-FFF2-40B4-BE49-F238E27FC236}">
                <a16:creationId xmlns:a16="http://schemas.microsoft.com/office/drawing/2014/main" id="{03A0B742-65FD-93F2-CB88-49778A62F5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9777" y="2881914"/>
            <a:ext cx="611188" cy="1381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286"/>
          </a:p>
        </p:txBody>
      </p:sp>
      <p:sp>
        <p:nvSpPr>
          <p:cNvPr id="43" name="AutoShape 39">
            <a:extLst>
              <a:ext uri="{FF2B5EF4-FFF2-40B4-BE49-F238E27FC236}">
                <a16:creationId xmlns:a16="http://schemas.microsoft.com/office/drawing/2014/main" id="{839C6204-9928-4D7C-82E2-A7654A8AC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0876" y="6207727"/>
            <a:ext cx="179161" cy="436562"/>
          </a:xfrm>
          <a:prstGeom prst="downArrow">
            <a:avLst>
              <a:gd name="adj1" fmla="val 15324"/>
              <a:gd name="adj2" fmla="val 145943"/>
            </a:avLst>
          </a:prstGeom>
          <a:solidFill>
            <a:srgbClr val="FF66FF">
              <a:alpha val="8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286"/>
          </a:p>
        </p:txBody>
      </p:sp>
      <p:sp>
        <p:nvSpPr>
          <p:cNvPr id="44" name="弧形 43">
            <a:extLst>
              <a:ext uri="{FF2B5EF4-FFF2-40B4-BE49-F238E27FC236}">
                <a16:creationId xmlns:a16="http://schemas.microsoft.com/office/drawing/2014/main" id="{848BD98E-2FEA-8616-7683-D935D3179E62}"/>
              </a:ext>
            </a:extLst>
          </p:cNvPr>
          <p:cNvSpPr/>
          <p:nvPr/>
        </p:nvSpPr>
        <p:spPr>
          <a:xfrm>
            <a:off x="4070049" y="4039089"/>
            <a:ext cx="206767" cy="289151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9990804-2A38-26D9-6B2E-036AE8E453EA}"/>
              </a:ext>
            </a:extLst>
          </p:cNvPr>
          <p:cNvSpPr txBox="1"/>
          <p:nvPr/>
        </p:nvSpPr>
        <p:spPr>
          <a:xfrm rot="1767527">
            <a:off x="5048396" y="297271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b="1" dirty="0">
                <a:latin typeface="+mn-ea"/>
                <a:ea typeface="+mn-ea"/>
              </a:rPr>
              <a:t>∥</a:t>
            </a:r>
            <a:endParaRPr 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9387E6C-C305-E955-B216-948868880B9D}"/>
              </a:ext>
            </a:extLst>
          </p:cNvPr>
          <p:cNvSpPr txBox="1"/>
          <p:nvPr/>
        </p:nvSpPr>
        <p:spPr>
          <a:xfrm rot="6264539">
            <a:off x="4457072" y="52929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800" b="1" dirty="0">
                <a:latin typeface="+mn-ea"/>
                <a:ea typeface="+mn-ea"/>
              </a:rPr>
              <a:t>∥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B44E5F-60A3-4C60-09B1-D9A631D8C05E}"/>
              </a:ext>
            </a:extLst>
          </p:cNvPr>
          <p:cNvSpPr txBox="1"/>
          <p:nvPr/>
        </p:nvSpPr>
        <p:spPr>
          <a:xfrm rot="1634373">
            <a:off x="4499110" y="2690340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⌟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352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33" grpId="0"/>
      <p:bldP spid="34" grpId="0"/>
      <p:bldP spid="37" grpId="0"/>
      <p:bldP spid="38" grpId="0"/>
      <p:bldP spid="39" grpId="0" animBg="1"/>
      <p:bldP spid="39" grpId="1" animBg="1"/>
      <p:bldP spid="40" grpId="0"/>
      <p:bldP spid="40" grpId="1"/>
      <p:bldP spid="41" grpId="0" animBg="1"/>
      <p:bldP spid="41" grpId="1" animBg="1"/>
      <p:bldP spid="44" grpId="0" animBg="1"/>
      <p:bldP spid="44" grpId="1" animBg="1"/>
      <p:bldP spid="45" grpId="0"/>
      <p:bldP spid="45" grpId="1"/>
      <p:bldP spid="46" grpId="0"/>
      <p:bldP spid="46" grpId="1"/>
      <p:bldP spid="2" grpId="0"/>
      <p:bldP spid="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749DAF-0430-FC27-44C8-AE5775B69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04A93-9213-3740-9291-6FD71AD0670B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78BFBB-4DED-42EF-4FA1-79DBD0819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2069AE-2610-630D-7F85-8E777BF40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24</a:t>
            </a:fld>
            <a:endParaRPr lang="en-US"/>
          </a:p>
        </p:txBody>
      </p:sp>
      <p:cxnSp>
        <p:nvCxnSpPr>
          <p:cNvPr id="5" name="直接连接符 10">
            <a:extLst>
              <a:ext uri="{FF2B5EF4-FFF2-40B4-BE49-F238E27FC236}">
                <a16:creationId xmlns:a16="http://schemas.microsoft.com/office/drawing/2014/main" id="{E4A311AA-BE8A-B544-E283-6FCCBDE8F72E}"/>
              </a:ext>
            </a:extLst>
          </p:cNvPr>
          <p:cNvCxnSpPr/>
          <p:nvPr/>
        </p:nvCxnSpPr>
        <p:spPr>
          <a:xfrm>
            <a:off x="2504573" y="3324726"/>
            <a:ext cx="219175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12">
            <a:extLst>
              <a:ext uri="{FF2B5EF4-FFF2-40B4-BE49-F238E27FC236}">
                <a16:creationId xmlns:a16="http://schemas.microsoft.com/office/drawing/2014/main" id="{12D94F5B-933A-5362-67B0-9EDBD3F432DC}"/>
              </a:ext>
            </a:extLst>
          </p:cNvPr>
          <p:cNvCxnSpPr/>
          <p:nvPr/>
        </p:nvCxnSpPr>
        <p:spPr>
          <a:xfrm>
            <a:off x="2504572" y="5009147"/>
            <a:ext cx="2191753" cy="144178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19">
            <a:extLst>
              <a:ext uri="{FF2B5EF4-FFF2-40B4-BE49-F238E27FC236}">
                <a16:creationId xmlns:a16="http://schemas.microsoft.com/office/drawing/2014/main" id="{1E73B299-6444-3104-F74D-F227D8183A3D}"/>
              </a:ext>
            </a:extLst>
          </p:cNvPr>
          <p:cNvCxnSpPr>
            <a:cxnSpLocks/>
          </p:cNvCxnSpPr>
          <p:nvPr/>
        </p:nvCxnSpPr>
        <p:spPr>
          <a:xfrm flipV="1">
            <a:off x="2504572" y="992879"/>
            <a:ext cx="1009234" cy="2323373"/>
          </a:xfrm>
          <a:prstGeom prst="line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FDC214C-75D7-6EE1-EAD0-DF7713C6D9E5}"/>
              </a:ext>
            </a:extLst>
          </p:cNvPr>
          <p:cNvSpPr txBox="1"/>
          <p:nvPr/>
        </p:nvSpPr>
        <p:spPr>
          <a:xfrm>
            <a:off x="878304" y="169734"/>
            <a:ext cx="7636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例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6.7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</a:t>
            </a:r>
            <a:r>
              <a:rPr lang="zh-CN" altLang="en-US" sz="2400" dirty="0">
                <a:sym typeface="Wingdings" panose="05000000000000000000" pitchFamily="2" charset="2"/>
              </a:rPr>
              <a:t> 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已知正方形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ABCD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的一边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AB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H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面投影，另一边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BC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V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投影方向，求作此正方形</a:t>
            </a: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ABCD</a:t>
            </a: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的投影</a:t>
            </a:r>
            <a:endParaRPr 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9" name="直接连接符 23">
            <a:extLst>
              <a:ext uri="{FF2B5EF4-FFF2-40B4-BE49-F238E27FC236}">
                <a16:creationId xmlns:a16="http://schemas.microsoft.com/office/drawing/2014/main" id="{8458BC67-9BA6-1879-3E10-208F0EC371FD}"/>
              </a:ext>
            </a:extLst>
          </p:cNvPr>
          <p:cNvCxnSpPr/>
          <p:nvPr/>
        </p:nvCxnSpPr>
        <p:spPr>
          <a:xfrm>
            <a:off x="2504572" y="3324726"/>
            <a:ext cx="0" cy="236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24">
            <a:extLst>
              <a:ext uri="{FF2B5EF4-FFF2-40B4-BE49-F238E27FC236}">
                <a16:creationId xmlns:a16="http://schemas.microsoft.com/office/drawing/2014/main" id="{1B3877A6-8B9B-74E4-7355-F0FC8AE20F4F}"/>
              </a:ext>
            </a:extLst>
          </p:cNvPr>
          <p:cNvCxnSpPr/>
          <p:nvPr/>
        </p:nvCxnSpPr>
        <p:spPr>
          <a:xfrm>
            <a:off x="4696325" y="3324726"/>
            <a:ext cx="0" cy="236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25">
            <a:extLst>
              <a:ext uri="{FF2B5EF4-FFF2-40B4-BE49-F238E27FC236}">
                <a16:creationId xmlns:a16="http://schemas.microsoft.com/office/drawing/2014/main" id="{7208A220-387B-E716-7FD0-D71A8F98950C}"/>
              </a:ext>
            </a:extLst>
          </p:cNvPr>
          <p:cNvCxnSpPr/>
          <p:nvPr/>
        </p:nvCxnSpPr>
        <p:spPr>
          <a:xfrm>
            <a:off x="2504572" y="4772526"/>
            <a:ext cx="0" cy="236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26">
            <a:extLst>
              <a:ext uri="{FF2B5EF4-FFF2-40B4-BE49-F238E27FC236}">
                <a16:creationId xmlns:a16="http://schemas.microsoft.com/office/drawing/2014/main" id="{48EFC5C9-253D-4845-348C-4CD238A50438}"/>
              </a:ext>
            </a:extLst>
          </p:cNvPr>
          <p:cNvCxnSpPr/>
          <p:nvPr/>
        </p:nvCxnSpPr>
        <p:spPr>
          <a:xfrm>
            <a:off x="4696325" y="6214312"/>
            <a:ext cx="0" cy="2366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F4A6081-B619-A47C-2F41-69BC71F3989B}"/>
              </a:ext>
            </a:extLst>
          </p:cNvPr>
          <p:cNvSpPr txBox="1"/>
          <p:nvPr/>
        </p:nvSpPr>
        <p:spPr>
          <a:xfrm>
            <a:off x="2204315" y="3099682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b'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00CA66-5B69-6179-D9B9-64C0CC51EC07}"/>
              </a:ext>
            </a:extLst>
          </p:cNvPr>
          <p:cNvSpPr txBox="1"/>
          <p:nvPr/>
        </p:nvSpPr>
        <p:spPr>
          <a:xfrm>
            <a:off x="4750359" y="3066845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a'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3AFCC28-43FA-9C01-2992-BD3772850429}"/>
              </a:ext>
            </a:extLst>
          </p:cNvPr>
          <p:cNvSpPr txBox="1"/>
          <p:nvPr/>
        </p:nvSpPr>
        <p:spPr>
          <a:xfrm>
            <a:off x="2185600" y="477252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AF7942F-9120-F52A-FA74-A026D2E31C40}"/>
              </a:ext>
            </a:extLst>
          </p:cNvPr>
          <p:cNvSpPr txBox="1"/>
          <p:nvPr/>
        </p:nvSpPr>
        <p:spPr>
          <a:xfrm>
            <a:off x="4677410" y="626626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A7464D-52AA-D973-4DB4-D7EA6D90AD48}"/>
              </a:ext>
            </a:extLst>
          </p:cNvPr>
          <p:cNvSpPr/>
          <p:nvPr/>
        </p:nvSpPr>
        <p:spPr>
          <a:xfrm>
            <a:off x="838200" y="192505"/>
            <a:ext cx="8253663" cy="647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直接连接符 36">
            <a:extLst>
              <a:ext uri="{FF2B5EF4-FFF2-40B4-BE49-F238E27FC236}">
                <a16:creationId xmlns:a16="http://schemas.microsoft.com/office/drawing/2014/main" id="{8F5C33A1-7E4D-6F76-8626-4B98FEF1A89E}"/>
              </a:ext>
            </a:extLst>
          </p:cNvPr>
          <p:cNvCxnSpPr/>
          <p:nvPr/>
        </p:nvCxnSpPr>
        <p:spPr>
          <a:xfrm flipV="1">
            <a:off x="2502654" y="3449051"/>
            <a:ext cx="1083004" cy="15661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39">
            <a:extLst>
              <a:ext uri="{FF2B5EF4-FFF2-40B4-BE49-F238E27FC236}">
                <a16:creationId xmlns:a16="http://schemas.microsoft.com/office/drawing/2014/main" id="{018A6642-500B-AE02-6BDB-AA1C2F8DCFBA}"/>
              </a:ext>
            </a:extLst>
          </p:cNvPr>
          <p:cNvCxnSpPr/>
          <p:nvPr/>
        </p:nvCxnSpPr>
        <p:spPr>
          <a:xfrm>
            <a:off x="2588246" y="4895649"/>
            <a:ext cx="126878" cy="865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40">
            <a:extLst>
              <a:ext uri="{FF2B5EF4-FFF2-40B4-BE49-F238E27FC236}">
                <a16:creationId xmlns:a16="http://schemas.microsoft.com/office/drawing/2014/main" id="{2D3D0239-B88C-EBD4-1F39-1D26953289CA}"/>
              </a:ext>
            </a:extLst>
          </p:cNvPr>
          <p:cNvCxnSpPr/>
          <p:nvPr/>
        </p:nvCxnSpPr>
        <p:spPr>
          <a:xfrm flipH="1">
            <a:off x="2625436" y="4977428"/>
            <a:ext cx="96253" cy="122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52">
            <a:extLst>
              <a:ext uri="{FF2B5EF4-FFF2-40B4-BE49-F238E27FC236}">
                <a16:creationId xmlns:a16="http://schemas.microsoft.com/office/drawing/2014/main" id="{907C0B5A-DF51-099E-7602-A40F5FF4C172}"/>
              </a:ext>
            </a:extLst>
          </p:cNvPr>
          <p:cNvCxnSpPr/>
          <p:nvPr/>
        </p:nvCxnSpPr>
        <p:spPr>
          <a:xfrm flipV="1">
            <a:off x="4696325" y="4884823"/>
            <a:ext cx="1083004" cy="15661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2C70975-89F5-92DE-3C59-A1B0B0D4ED56}"/>
              </a:ext>
            </a:extLst>
          </p:cNvPr>
          <p:cNvSpPr txBox="1"/>
          <p:nvPr/>
        </p:nvSpPr>
        <p:spPr>
          <a:xfrm>
            <a:off x="5992444" y="955426"/>
            <a:ext cx="29769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a typeface="仿宋" panose="02010609060101010101" pitchFamily="49" charset="-122"/>
              </a:rPr>
              <a:t>空间和投影分析：</a:t>
            </a:r>
            <a:endParaRPr lang="en-US" altLang="zh-CN" dirty="0">
              <a:ea typeface="仿宋" panose="02010609060101010101" pitchFamily="49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ea typeface="仿宋" panose="02010609060101010101" pitchFamily="49" charset="-122"/>
              </a:rPr>
              <a:t>AB</a:t>
            </a:r>
            <a:r>
              <a:rPr lang="zh-CN" altLang="en-US" dirty="0">
                <a:ea typeface="仿宋" panose="02010609060101010101" pitchFamily="49" charset="-122"/>
              </a:rPr>
              <a:t>与</a:t>
            </a:r>
            <a:r>
              <a:rPr lang="en-US" altLang="zh-CN" dirty="0">
                <a:ea typeface="仿宋" panose="02010609060101010101" pitchFamily="49" charset="-122"/>
              </a:rPr>
              <a:t>BC</a:t>
            </a:r>
            <a:r>
              <a:rPr lang="zh-CN" altLang="en-US" dirty="0">
                <a:ea typeface="仿宋" panose="02010609060101010101" pitchFamily="49" charset="-122"/>
              </a:rPr>
              <a:t>相互垂直</a:t>
            </a:r>
            <a:endParaRPr lang="en-US" altLang="zh-CN" dirty="0">
              <a:ea typeface="仿宋" panose="02010609060101010101" pitchFamily="49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ea typeface="仿宋" panose="02010609060101010101" pitchFamily="49" charset="-122"/>
              </a:rPr>
              <a:t>AB</a:t>
            </a:r>
            <a:r>
              <a:rPr lang="zh-CN" altLang="en-US" dirty="0">
                <a:ea typeface="仿宋" panose="02010609060101010101" pitchFamily="49" charset="-122"/>
              </a:rPr>
              <a:t>是水平线，因此</a:t>
            </a:r>
            <a:r>
              <a:rPr lang="en-US" altLang="zh-CN" i="1" dirty="0">
                <a:ea typeface="仿宋" panose="02010609060101010101" pitchFamily="49" charset="-122"/>
              </a:rPr>
              <a:t>ab</a:t>
            </a:r>
            <a:r>
              <a:rPr lang="zh-CN" altLang="en-US" dirty="0">
                <a:ea typeface="仿宋" panose="02010609060101010101" pitchFamily="49" charset="-122"/>
              </a:rPr>
              <a:t>与</a:t>
            </a:r>
            <a:r>
              <a:rPr lang="en-US" altLang="zh-CN" i="1" dirty="0" err="1">
                <a:ea typeface="仿宋" panose="02010609060101010101" pitchFamily="49" charset="-122"/>
              </a:rPr>
              <a:t>bc</a:t>
            </a:r>
            <a:r>
              <a:rPr lang="zh-CN" altLang="en-US" dirty="0">
                <a:ea typeface="仿宋" panose="02010609060101010101" pitchFamily="49" charset="-122"/>
              </a:rPr>
              <a:t>和</a:t>
            </a:r>
            <a:r>
              <a:rPr lang="en-US" altLang="zh-CN" i="1" dirty="0">
                <a:ea typeface="仿宋" panose="02010609060101010101" pitchFamily="49" charset="-122"/>
              </a:rPr>
              <a:t>ad</a:t>
            </a:r>
            <a:r>
              <a:rPr lang="zh-CN" altLang="en-US" dirty="0">
                <a:ea typeface="仿宋" panose="02010609060101010101" pitchFamily="49" charset="-122"/>
              </a:rPr>
              <a:t>相互垂直</a:t>
            </a:r>
            <a:endParaRPr lang="en-US" altLang="zh-CN" dirty="0">
              <a:ea typeface="仿宋" panose="02010609060101010101" pitchFamily="49" charset="-122"/>
            </a:endParaRPr>
          </a:p>
          <a:p>
            <a:r>
              <a:rPr lang="zh-CN" altLang="en-US" dirty="0">
                <a:ea typeface="仿宋" panose="02010609060101010101" pitchFamily="49" charset="-122"/>
              </a:rPr>
              <a:t>解题关键：</a:t>
            </a:r>
            <a:endParaRPr lang="en-US" altLang="zh-CN" dirty="0">
              <a:ea typeface="仿宋" panose="02010609060101010101" pitchFamily="49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a typeface="仿宋" panose="02010609060101010101" pitchFamily="49" charset="-122"/>
              </a:rPr>
              <a:t>建立</a:t>
            </a:r>
            <a:r>
              <a:rPr lang="en-US" altLang="zh-CN" dirty="0">
                <a:ea typeface="仿宋" panose="02010609060101010101" pitchFamily="49" charset="-122"/>
              </a:rPr>
              <a:t>BC</a:t>
            </a:r>
            <a:r>
              <a:rPr lang="zh-CN" altLang="en-US" dirty="0">
                <a:ea typeface="仿宋" panose="02010609060101010101" pitchFamily="49" charset="-122"/>
              </a:rPr>
              <a:t>的“直角三角形”</a:t>
            </a:r>
            <a:endParaRPr lang="en-US" altLang="zh-CN" dirty="0">
              <a:ea typeface="仿宋" panose="02010609060101010101" pitchFamily="49" charset="-122"/>
            </a:endParaRPr>
          </a:p>
          <a:p>
            <a:pPr marL="800100" lvl="1" indent="-342900">
              <a:buFont typeface="+mj-lt"/>
              <a:buAutoNum type="alphaLcPeriod"/>
            </a:pPr>
            <a:r>
              <a:rPr lang="zh-CN" altLang="en-US" dirty="0">
                <a:ea typeface="仿宋" panose="02010609060101010101" pitchFamily="49" charset="-122"/>
              </a:rPr>
              <a:t>直角三角形斜边方向</a:t>
            </a:r>
            <a:endParaRPr lang="en-US" altLang="zh-CN" dirty="0">
              <a:ea typeface="仿宋" panose="02010609060101010101" pitchFamily="49" charset="-122"/>
            </a:endParaRPr>
          </a:p>
          <a:p>
            <a:pPr marL="800100" lvl="1" indent="-342900">
              <a:buFont typeface="+mj-lt"/>
              <a:buAutoNum type="alphaLcPeriod"/>
            </a:pPr>
            <a:r>
              <a:rPr lang="zh-CN" altLang="en-US" dirty="0">
                <a:ea typeface="仿宋" panose="02010609060101010101" pitchFamily="49" charset="-122"/>
              </a:rPr>
              <a:t>反求两个直角边（空间几何意义）</a:t>
            </a:r>
            <a:endParaRPr lang="en-US" altLang="zh-CN" dirty="0">
              <a:ea typeface="仿宋" panose="02010609060101010101" pitchFamily="49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a typeface="仿宋" panose="02010609060101010101" pitchFamily="49" charset="-122"/>
              </a:rPr>
              <a:t>通过三角形法作出</a:t>
            </a:r>
            <a:r>
              <a:rPr lang="en-US" altLang="zh-CN" i="1" dirty="0" err="1">
                <a:ea typeface="仿宋" panose="02010609060101010101" pitchFamily="49" charset="-122"/>
              </a:rPr>
              <a:t>b'c</a:t>
            </a:r>
            <a:r>
              <a:rPr lang="en-US" altLang="zh-CN" i="1" dirty="0">
                <a:ea typeface="仿宋" panose="02010609060101010101" pitchFamily="49" charset="-122"/>
              </a:rPr>
              <a:t>'</a:t>
            </a:r>
            <a:r>
              <a:rPr lang="zh-CN" altLang="en-US" dirty="0">
                <a:ea typeface="仿宋" panose="02010609060101010101" pitchFamily="49" charset="-122"/>
              </a:rPr>
              <a:t>和</a:t>
            </a:r>
            <a:r>
              <a:rPr lang="en-US" altLang="zh-CN" i="1" dirty="0" err="1">
                <a:ea typeface="仿宋" panose="02010609060101010101" pitchFamily="49" charset="-122"/>
              </a:rPr>
              <a:t>bc</a:t>
            </a:r>
            <a:endParaRPr lang="en-US" altLang="zh-CN" i="1" dirty="0">
              <a:ea typeface="仿宋" panose="02010609060101010101" pitchFamily="49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a typeface="仿宋" panose="02010609060101010101" pitchFamily="49" charset="-122"/>
              </a:rPr>
              <a:t>完成</a:t>
            </a:r>
            <a:r>
              <a:rPr lang="en-US" altLang="zh-CN" dirty="0">
                <a:ea typeface="仿宋" panose="02010609060101010101" pitchFamily="49" charset="-122"/>
              </a:rPr>
              <a:t>D</a:t>
            </a:r>
            <a:r>
              <a:rPr lang="zh-CN" altLang="en-US" dirty="0">
                <a:ea typeface="仿宋" panose="02010609060101010101" pitchFamily="49" charset="-122"/>
              </a:rPr>
              <a:t>点的投影</a:t>
            </a:r>
            <a:endParaRPr lang="en-US" altLang="zh-CN" dirty="0">
              <a:ea typeface="仿宋" panose="02010609060101010101" pitchFamily="49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ea typeface="仿宋" panose="02010609060101010101" pitchFamily="49" charset="-122"/>
              </a:rPr>
              <a:t>用粗实线表示</a:t>
            </a:r>
            <a:r>
              <a:rPr lang="en-US" altLang="zh-CN" dirty="0">
                <a:ea typeface="仿宋" panose="02010609060101010101" pitchFamily="49" charset="-122"/>
              </a:rPr>
              <a:t>ABCD</a:t>
            </a:r>
            <a:r>
              <a:rPr lang="zh-CN" altLang="en-US" dirty="0">
                <a:ea typeface="仿宋" panose="02010609060101010101" pitchFamily="49" charset="-122"/>
              </a:rPr>
              <a:t>、用正确的符号标注</a:t>
            </a:r>
            <a:r>
              <a:rPr lang="en-US" altLang="zh-CN" dirty="0">
                <a:ea typeface="仿宋" panose="02010609060101010101" pitchFamily="49" charset="-122"/>
              </a:rPr>
              <a:t>ABCD</a:t>
            </a:r>
            <a:r>
              <a:rPr lang="zh-CN" altLang="en-US" dirty="0">
                <a:ea typeface="仿宋" panose="02010609060101010101" pitchFamily="49" charset="-122"/>
              </a:rPr>
              <a:t>的投影点</a:t>
            </a:r>
            <a:endParaRPr lang="en-US" altLang="zh-CN" dirty="0">
              <a:ea typeface="仿宋" panose="02010609060101010101" pitchFamily="49" charset="-122"/>
            </a:endParaRPr>
          </a:p>
        </p:txBody>
      </p:sp>
      <p:cxnSp>
        <p:nvCxnSpPr>
          <p:cNvPr id="23" name="直接连接符 107">
            <a:extLst>
              <a:ext uri="{FF2B5EF4-FFF2-40B4-BE49-F238E27FC236}">
                <a16:creationId xmlns:a16="http://schemas.microsoft.com/office/drawing/2014/main" id="{9EA5F1CA-148B-C358-3006-6CB455BDA673}"/>
              </a:ext>
            </a:extLst>
          </p:cNvPr>
          <p:cNvCxnSpPr/>
          <p:nvPr/>
        </p:nvCxnSpPr>
        <p:spPr>
          <a:xfrm flipH="1">
            <a:off x="3060223" y="2024222"/>
            <a:ext cx="2725" cy="21864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110">
            <a:extLst>
              <a:ext uri="{FF2B5EF4-FFF2-40B4-BE49-F238E27FC236}">
                <a16:creationId xmlns:a16="http://schemas.microsoft.com/office/drawing/2014/main" id="{AAAD59E5-EC34-6E10-540F-9E7874BE7ED2}"/>
              </a:ext>
            </a:extLst>
          </p:cNvPr>
          <p:cNvCxnSpPr>
            <a:cxnSpLocks/>
          </p:cNvCxnSpPr>
          <p:nvPr/>
        </p:nvCxnSpPr>
        <p:spPr>
          <a:xfrm>
            <a:off x="3060223" y="4210684"/>
            <a:ext cx="2055755" cy="12878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114">
            <a:extLst>
              <a:ext uri="{FF2B5EF4-FFF2-40B4-BE49-F238E27FC236}">
                <a16:creationId xmlns:a16="http://schemas.microsoft.com/office/drawing/2014/main" id="{0C1A7E3A-C7FB-60FB-A53E-3F5119258516}"/>
              </a:ext>
            </a:extLst>
          </p:cNvPr>
          <p:cNvCxnSpPr/>
          <p:nvPr/>
        </p:nvCxnSpPr>
        <p:spPr>
          <a:xfrm>
            <a:off x="3061656" y="2024222"/>
            <a:ext cx="0" cy="129202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115">
            <a:extLst>
              <a:ext uri="{FF2B5EF4-FFF2-40B4-BE49-F238E27FC236}">
                <a16:creationId xmlns:a16="http://schemas.microsoft.com/office/drawing/2014/main" id="{6A6B8C8C-70AF-05B3-A470-32255087AE32}"/>
              </a:ext>
            </a:extLst>
          </p:cNvPr>
          <p:cNvCxnSpPr>
            <a:cxnSpLocks/>
          </p:cNvCxnSpPr>
          <p:nvPr/>
        </p:nvCxnSpPr>
        <p:spPr>
          <a:xfrm>
            <a:off x="3060223" y="4210684"/>
            <a:ext cx="1132336" cy="70388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连接符 118">
            <a:extLst>
              <a:ext uri="{FF2B5EF4-FFF2-40B4-BE49-F238E27FC236}">
                <a16:creationId xmlns:a16="http://schemas.microsoft.com/office/drawing/2014/main" id="{A26AFB73-F7B4-322E-D4B0-A759377675B4}"/>
              </a:ext>
            </a:extLst>
          </p:cNvPr>
          <p:cNvCxnSpPr>
            <a:cxnSpLocks/>
          </p:cNvCxnSpPr>
          <p:nvPr/>
        </p:nvCxnSpPr>
        <p:spPr>
          <a:xfrm flipV="1">
            <a:off x="2512414" y="4869620"/>
            <a:ext cx="2681015" cy="118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124">
            <a:extLst>
              <a:ext uri="{FF2B5EF4-FFF2-40B4-BE49-F238E27FC236}">
                <a16:creationId xmlns:a16="http://schemas.microsoft.com/office/drawing/2014/main" id="{48163074-99B3-B0F4-2CFE-6D5D25D7FD9E}"/>
              </a:ext>
            </a:extLst>
          </p:cNvPr>
          <p:cNvCxnSpPr>
            <a:cxnSpLocks/>
          </p:cNvCxnSpPr>
          <p:nvPr/>
        </p:nvCxnSpPr>
        <p:spPr>
          <a:xfrm flipH="1" flipV="1">
            <a:off x="3380289" y="3744579"/>
            <a:ext cx="1813140" cy="11317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126">
            <a:extLst>
              <a:ext uri="{FF2B5EF4-FFF2-40B4-BE49-F238E27FC236}">
                <a16:creationId xmlns:a16="http://schemas.microsoft.com/office/drawing/2014/main" id="{D1311190-561C-2AEE-AE71-0291D37C416E}"/>
              </a:ext>
            </a:extLst>
          </p:cNvPr>
          <p:cNvCxnSpPr/>
          <p:nvPr/>
        </p:nvCxnSpPr>
        <p:spPr>
          <a:xfrm flipH="1" flipV="1">
            <a:off x="3356081" y="1336964"/>
            <a:ext cx="32474" cy="24143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128">
            <a:extLst>
              <a:ext uri="{FF2B5EF4-FFF2-40B4-BE49-F238E27FC236}">
                <a16:creationId xmlns:a16="http://schemas.microsoft.com/office/drawing/2014/main" id="{21A666F9-F829-B15F-0251-7F338120E59D}"/>
              </a:ext>
            </a:extLst>
          </p:cNvPr>
          <p:cNvCxnSpPr/>
          <p:nvPr/>
        </p:nvCxnSpPr>
        <p:spPr>
          <a:xfrm>
            <a:off x="3356081" y="1336964"/>
            <a:ext cx="225756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130">
            <a:extLst>
              <a:ext uri="{FF2B5EF4-FFF2-40B4-BE49-F238E27FC236}">
                <a16:creationId xmlns:a16="http://schemas.microsoft.com/office/drawing/2014/main" id="{C3130835-59B7-A437-A440-5506EE2BB53B}"/>
              </a:ext>
            </a:extLst>
          </p:cNvPr>
          <p:cNvCxnSpPr>
            <a:cxnSpLocks/>
          </p:cNvCxnSpPr>
          <p:nvPr/>
        </p:nvCxnSpPr>
        <p:spPr>
          <a:xfrm flipV="1">
            <a:off x="4696325" y="1336965"/>
            <a:ext cx="921693" cy="19838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接连接符 132">
            <a:extLst>
              <a:ext uri="{FF2B5EF4-FFF2-40B4-BE49-F238E27FC236}">
                <a16:creationId xmlns:a16="http://schemas.microsoft.com/office/drawing/2014/main" id="{18D58479-794E-D3E8-37E6-958DEACAE1BF}"/>
              </a:ext>
            </a:extLst>
          </p:cNvPr>
          <p:cNvCxnSpPr>
            <a:cxnSpLocks/>
          </p:cNvCxnSpPr>
          <p:nvPr/>
        </p:nvCxnSpPr>
        <p:spPr>
          <a:xfrm flipH="1">
            <a:off x="5601201" y="1345440"/>
            <a:ext cx="12442" cy="37786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134">
            <a:extLst>
              <a:ext uri="{FF2B5EF4-FFF2-40B4-BE49-F238E27FC236}">
                <a16:creationId xmlns:a16="http://schemas.microsoft.com/office/drawing/2014/main" id="{BE0509A9-F191-9E59-5E61-8951E225C1BB}"/>
              </a:ext>
            </a:extLst>
          </p:cNvPr>
          <p:cNvCxnSpPr>
            <a:cxnSpLocks/>
          </p:cNvCxnSpPr>
          <p:nvPr/>
        </p:nvCxnSpPr>
        <p:spPr>
          <a:xfrm flipH="1" flipV="1">
            <a:off x="3383014" y="3747885"/>
            <a:ext cx="2224087" cy="13881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136">
            <a:extLst>
              <a:ext uri="{FF2B5EF4-FFF2-40B4-BE49-F238E27FC236}">
                <a16:creationId xmlns:a16="http://schemas.microsoft.com/office/drawing/2014/main" id="{868743BF-77F5-7A42-E90D-554A614E03F7}"/>
              </a:ext>
            </a:extLst>
          </p:cNvPr>
          <p:cNvCxnSpPr/>
          <p:nvPr/>
        </p:nvCxnSpPr>
        <p:spPr>
          <a:xfrm flipH="1">
            <a:off x="2495064" y="3751357"/>
            <a:ext cx="897093" cy="12722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138">
            <a:extLst>
              <a:ext uri="{FF2B5EF4-FFF2-40B4-BE49-F238E27FC236}">
                <a16:creationId xmlns:a16="http://schemas.microsoft.com/office/drawing/2014/main" id="{1190CC69-76A0-6B47-F41E-91A55F307E77}"/>
              </a:ext>
            </a:extLst>
          </p:cNvPr>
          <p:cNvCxnSpPr>
            <a:cxnSpLocks/>
          </p:cNvCxnSpPr>
          <p:nvPr/>
        </p:nvCxnSpPr>
        <p:spPr>
          <a:xfrm flipH="1">
            <a:off x="4705834" y="5119354"/>
            <a:ext cx="903305" cy="13160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140">
            <a:extLst>
              <a:ext uri="{FF2B5EF4-FFF2-40B4-BE49-F238E27FC236}">
                <a16:creationId xmlns:a16="http://schemas.microsoft.com/office/drawing/2014/main" id="{466C33E9-5828-3625-6ADF-ED10DC46BB2B}"/>
              </a:ext>
            </a:extLst>
          </p:cNvPr>
          <p:cNvCxnSpPr/>
          <p:nvPr/>
        </p:nvCxnSpPr>
        <p:spPr>
          <a:xfrm flipV="1">
            <a:off x="2502654" y="1327177"/>
            <a:ext cx="863631" cy="200114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9F360299-B919-6E1D-32F9-753659C70863}"/>
              </a:ext>
            </a:extLst>
          </p:cNvPr>
          <p:cNvSpPr txBox="1"/>
          <p:nvPr/>
        </p:nvSpPr>
        <p:spPr>
          <a:xfrm>
            <a:off x="3060223" y="1035067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c'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6D3E300-36CF-7403-85FC-19A2CF7A6E6C}"/>
              </a:ext>
            </a:extLst>
          </p:cNvPr>
          <p:cNvSpPr txBox="1"/>
          <p:nvPr/>
        </p:nvSpPr>
        <p:spPr>
          <a:xfrm>
            <a:off x="5430289" y="992879"/>
            <a:ext cx="357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d'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868BBD9-8666-928C-E715-D48A4C1948C8}"/>
              </a:ext>
            </a:extLst>
          </p:cNvPr>
          <p:cNvSpPr txBox="1"/>
          <p:nvPr/>
        </p:nvSpPr>
        <p:spPr>
          <a:xfrm>
            <a:off x="3393969" y="3514317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A5FB883-FB26-1D31-EA82-465E1FB430E5}"/>
              </a:ext>
            </a:extLst>
          </p:cNvPr>
          <p:cNvSpPr txBox="1"/>
          <p:nvPr/>
        </p:nvSpPr>
        <p:spPr>
          <a:xfrm>
            <a:off x="5572229" y="496704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</a:t>
            </a:r>
          </a:p>
        </p:txBody>
      </p:sp>
      <p:cxnSp>
        <p:nvCxnSpPr>
          <p:cNvPr id="41" name="直接连接符 38">
            <a:extLst>
              <a:ext uri="{FF2B5EF4-FFF2-40B4-BE49-F238E27FC236}">
                <a16:creationId xmlns:a16="http://schemas.microsoft.com/office/drawing/2014/main" id="{884C2044-5CE7-D126-8107-C42A27436F40}"/>
              </a:ext>
            </a:extLst>
          </p:cNvPr>
          <p:cNvCxnSpPr/>
          <p:nvPr/>
        </p:nvCxnSpPr>
        <p:spPr>
          <a:xfrm>
            <a:off x="4670470" y="6237673"/>
            <a:ext cx="126878" cy="865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397BDE2-3A19-E068-FFEC-D22193501AF5}"/>
              </a:ext>
            </a:extLst>
          </p:cNvPr>
          <p:cNvCxnSpPr/>
          <p:nvPr/>
        </p:nvCxnSpPr>
        <p:spPr>
          <a:xfrm flipH="1">
            <a:off x="4581478" y="6237273"/>
            <a:ext cx="96253" cy="122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内容占位符 3">
            <a:extLst>
              <a:ext uri="{FF2B5EF4-FFF2-40B4-BE49-F238E27FC236}">
                <a16:creationId xmlns:a16="http://schemas.microsoft.com/office/drawing/2014/main" id="{602CFE89-804D-F94A-9C7C-BD910BCD340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0412" r="-316" b="18854"/>
          <a:stretch/>
        </p:blipFill>
        <p:spPr>
          <a:xfrm>
            <a:off x="6393232" y="4282952"/>
            <a:ext cx="2567821" cy="2463265"/>
          </a:xfrm>
          <a:prstGeom prst="rect">
            <a:avLst/>
          </a:prstGeom>
        </p:spPr>
      </p:pic>
      <p:sp>
        <p:nvSpPr>
          <p:cNvPr id="44" name="文本框 142">
            <a:extLst>
              <a:ext uri="{FF2B5EF4-FFF2-40B4-BE49-F238E27FC236}">
                <a16:creationId xmlns:a16="http://schemas.microsoft.com/office/drawing/2014/main" id="{06FA65ED-9442-F2B4-FDAA-2A72940DB9BC}"/>
              </a:ext>
            </a:extLst>
          </p:cNvPr>
          <p:cNvSpPr txBox="1"/>
          <p:nvPr/>
        </p:nvSpPr>
        <p:spPr>
          <a:xfrm>
            <a:off x="2776737" y="1755149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k'</a:t>
            </a:r>
          </a:p>
        </p:txBody>
      </p:sp>
      <p:sp>
        <p:nvSpPr>
          <p:cNvPr id="45" name="文本框 142">
            <a:extLst>
              <a:ext uri="{FF2B5EF4-FFF2-40B4-BE49-F238E27FC236}">
                <a16:creationId xmlns:a16="http://schemas.microsoft.com/office/drawing/2014/main" id="{45B46527-FE80-A6E4-6E03-FF901719F962}"/>
              </a:ext>
            </a:extLst>
          </p:cNvPr>
          <p:cNvSpPr txBox="1"/>
          <p:nvPr/>
        </p:nvSpPr>
        <p:spPr>
          <a:xfrm>
            <a:off x="4099887" y="4579432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k</a:t>
            </a:r>
            <a:r>
              <a:rPr lang="en-US" i="1" baseline="-25000" dirty="0"/>
              <a:t>1</a:t>
            </a:r>
          </a:p>
        </p:txBody>
      </p:sp>
      <p:sp>
        <p:nvSpPr>
          <p:cNvPr id="46" name="文本框 142">
            <a:extLst>
              <a:ext uri="{FF2B5EF4-FFF2-40B4-BE49-F238E27FC236}">
                <a16:creationId xmlns:a16="http://schemas.microsoft.com/office/drawing/2014/main" id="{88A4BF56-B9A3-F617-4127-5DD166CB6FF0}"/>
              </a:ext>
            </a:extLst>
          </p:cNvPr>
          <p:cNvSpPr txBox="1"/>
          <p:nvPr/>
        </p:nvSpPr>
        <p:spPr>
          <a:xfrm>
            <a:off x="5150455" y="457227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c</a:t>
            </a:r>
            <a:r>
              <a:rPr lang="en-US" i="1" baseline="-25000" dirty="0"/>
              <a:t>1</a:t>
            </a:r>
          </a:p>
        </p:txBody>
      </p:sp>
      <p:sp>
        <p:nvSpPr>
          <p:cNvPr id="47" name="灯片编号占位符 5">
            <a:extLst>
              <a:ext uri="{FF2B5EF4-FFF2-40B4-BE49-F238E27FC236}">
                <a16:creationId xmlns:a16="http://schemas.microsoft.com/office/drawing/2014/main" id="{F46ED522-77AC-6150-7369-F496D3DDB9FC}"/>
              </a:ext>
            </a:extLst>
          </p:cNvPr>
          <p:cNvSpPr txBox="1">
            <a:spLocks/>
          </p:cNvSpPr>
          <p:nvPr/>
        </p:nvSpPr>
        <p:spPr>
          <a:xfrm>
            <a:off x="6887076" y="632426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8F952B-8205-4A3F-8B8C-DB9DCBA03AAE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8" name="文本框 142">
            <a:extLst>
              <a:ext uri="{FF2B5EF4-FFF2-40B4-BE49-F238E27FC236}">
                <a16:creationId xmlns:a16="http://schemas.microsoft.com/office/drawing/2014/main" id="{2A28884D-97B4-2BD6-37EC-2DC29360865C}"/>
              </a:ext>
            </a:extLst>
          </p:cNvPr>
          <p:cNvSpPr txBox="1"/>
          <p:nvPr/>
        </p:nvSpPr>
        <p:spPr>
          <a:xfrm>
            <a:off x="2785984" y="392644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k</a:t>
            </a:r>
            <a:endParaRPr lang="en-US" i="1" baseline="-250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B6BBAD4C-7126-DF4B-63F8-4DD0E48B8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0230306" y="2954463"/>
            <a:ext cx="1190660" cy="340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4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4" grpId="0"/>
      <p:bldP spid="45" grpId="0"/>
      <p:bldP spid="46" grpId="0"/>
      <p:bldP spid="4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D48A7B3-2E7A-8887-9EB2-7B172406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直线与直线相互垂直</a:t>
            </a:r>
            <a:endParaRPr lang="en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786929-CB13-2DD5-AAE0-71C0BFBB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1AE61-26F7-3B45-B214-C73A98F5A278}" type="datetime1">
              <a:rPr lang="en-US" altLang="zh-CN" smtClean="0"/>
              <a:t>9/29/25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2FB7233-B1F0-70E3-DBED-738A72B77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040AF0-3BA2-B59E-703A-B19DC6183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25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0FFE92-64B2-BD23-2EA7-CC183CB850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108" b="13607"/>
          <a:stretch/>
        </p:blipFill>
        <p:spPr>
          <a:xfrm>
            <a:off x="571500" y="2946952"/>
            <a:ext cx="7987794" cy="3742082"/>
          </a:xfrm>
          <a:prstGeom prst="rect">
            <a:avLst/>
          </a:prstGeom>
        </p:spPr>
      </p:pic>
      <p:sp>
        <p:nvSpPr>
          <p:cNvPr id="6" name="矩形 4">
            <a:extLst>
              <a:ext uri="{FF2B5EF4-FFF2-40B4-BE49-F238E27FC236}">
                <a16:creationId xmlns:a16="http://schemas.microsoft.com/office/drawing/2014/main" id="{295150DF-A79F-C2BF-8E9E-A8CEF953D7F4}"/>
              </a:ext>
            </a:extLst>
          </p:cNvPr>
          <p:cNvSpPr/>
          <p:nvPr/>
        </p:nvSpPr>
        <p:spPr>
          <a:xfrm>
            <a:off x="3061252" y="3018248"/>
            <a:ext cx="5448303" cy="36707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DA18BD3A-60F2-84C3-81ED-749B086ADBAF}"/>
              </a:ext>
            </a:extLst>
          </p:cNvPr>
          <p:cNvSpPr txBox="1">
            <a:spLocks/>
          </p:cNvSpPr>
          <p:nvPr/>
        </p:nvSpPr>
        <p:spPr>
          <a:xfrm>
            <a:off x="685799" y="1037841"/>
            <a:ext cx="10503808" cy="13815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两个一般位置直线相互垂直问题</a:t>
            </a:r>
            <a:endParaRPr lang="en-US" altLang="zh-CN" dirty="0"/>
          </a:p>
          <a:p>
            <a:pPr lvl="1"/>
            <a:r>
              <a:rPr lang="zh-CN" altLang="en-US" b="1" dirty="0"/>
              <a:t>几何原理</a:t>
            </a:r>
            <a:endParaRPr lang="en-US" altLang="zh-CN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如果一条直线垂直于某一平面，则它垂直于该平面上的所有直线。</a:t>
            </a:r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E9038D-AE2F-3F29-6C90-8C5D59DD4408}"/>
              </a:ext>
            </a:extLst>
          </p:cNvPr>
          <p:cNvSpPr txBox="1"/>
          <p:nvPr/>
        </p:nvSpPr>
        <p:spPr>
          <a:xfrm>
            <a:off x="876300" y="2531453"/>
            <a:ext cx="92241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例</a:t>
            </a:r>
            <a:r>
              <a:rPr lang="en-US" altLang="zh-CN" sz="2400" dirty="0"/>
              <a:t>6.8</a:t>
            </a:r>
            <a:r>
              <a:rPr lang="zh-CN" altLang="en-US" sz="2400" dirty="0">
                <a:solidFill>
                  <a:srgbClr val="C00000"/>
                </a:solidFill>
                <a:sym typeface="Wingdings" panose="05000000000000000000" pitchFamily="2" charset="2"/>
              </a:rPr>
              <a:t></a:t>
            </a:r>
            <a:r>
              <a:rPr lang="zh-CN" altLang="en-US" sz="2400" dirty="0"/>
              <a:t>：已知</a:t>
            </a:r>
            <a:r>
              <a:rPr lang="en-US" altLang="zh-CN" sz="2400" dirty="0"/>
              <a:t>A</a:t>
            </a:r>
            <a:r>
              <a:rPr lang="zh-CN" altLang="en-US" sz="2400" dirty="0"/>
              <a:t>为任意一点，</a:t>
            </a:r>
            <a:r>
              <a:rPr lang="en-US" altLang="zh-CN" sz="2400" dirty="0"/>
              <a:t>BC</a:t>
            </a:r>
            <a:r>
              <a:rPr lang="zh-CN" altLang="en-US" sz="2400" dirty="0"/>
              <a:t>为一般位置直线。要求通过</a:t>
            </a:r>
            <a:r>
              <a:rPr lang="en-US" altLang="zh-CN" sz="2400" dirty="0"/>
              <a:t>A</a:t>
            </a:r>
            <a:r>
              <a:rPr lang="zh-CN" altLang="en-US" sz="2400" dirty="0"/>
              <a:t>点作一直线与</a:t>
            </a:r>
            <a:r>
              <a:rPr lang="en-US" altLang="zh-CN" sz="2400" dirty="0"/>
              <a:t>BC</a:t>
            </a:r>
            <a:r>
              <a:rPr lang="zh-CN" altLang="en-US" sz="2400" dirty="0"/>
              <a:t>垂直，请求出垂足</a:t>
            </a:r>
            <a:r>
              <a:rPr lang="en-US" altLang="zh-CN" sz="2400" dirty="0"/>
              <a:t>K</a:t>
            </a:r>
            <a:r>
              <a:rPr lang="zh-CN" altLang="en-US" sz="2400" dirty="0"/>
              <a:t>。</a:t>
            </a:r>
            <a:endParaRPr lang="en-US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C34274B-7E6A-96DC-7374-2AEF2E017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630109" y="3207656"/>
            <a:ext cx="1990390" cy="33951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4DFE8D-3984-7E6D-EC22-E614AA8FD4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333" t="24231" r="7995" b="25033"/>
          <a:stretch/>
        </p:blipFill>
        <p:spPr>
          <a:xfrm>
            <a:off x="1566696" y="5928295"/>
            <a:ext cx="3924300" cy="79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17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uiExpand="1" build="p" animBg="1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30820"/>
  <p:tag name="KSO_WM_SPECIAL_SOURCE" val="bdnull"/>
  <p:tag name="KSO_WM_TEMPLATE_THUMBS_INDEX" val="1、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PLACING_PICTURE_USER_VIEWPORT" val="{&quot;height&quot;:10411,&quot;width&quot;:12984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1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3*i*2"/>
  <p:tag name="KSO_WM_UNIT_LAYERLEVEL" val="1"/>
  <p:tag name="KSO_WM_TAG_VERSION" val="1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3*e*1"/>
  <p:tag name="KSO_WM_UNIT_LAYERLEVEL" val="1"/>
  <p:tag name="KSO_WM_TAG_VERSION" val="1.0"/>
  <p:tag name="KSO_WM_BEAUTIFY_FLAG" val="#wm#"/>
  <p:tag name="KSO_WM_UNIT_CONTENT_GROUP_TYPE" val="contentchip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4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4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titlesty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1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_5*a*2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3"/>
  <p:tag name="KSO_WM_UNIT_ID" val="_5*a*3"/>
  <p:tag name="KSO_WM_UNIT_LAYERLEVEL" val="1"/>
  <p:tag name="KSO_WM_TAG_VERSION" val="1.0"/>
  <p:tag name="KSO_WM_BEAUTIFY_FLAG" val="#wm#"/>
  <p:tag name="KSO_WM_UNIT_CONTENT_GROUP_TYPE" val="titlesty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1.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0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1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YOU 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  <p:tag name="KSO_WM_UNIT_CONTENT_GROUP_TYPE" val="contentchip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SLIDE_BACKGROUND_TYPE" val="genera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2*a*1"/>
  <p:tag name="KSO_WM_UNIT_LAYERLEVEL" val="1"/>
  <p:tag name="KSO_WM_TAG_VERSION" val="1.0"/>
  <p:tag name="KSO_WM_BEAUTIFY_FLAG" val="#wm#"/>
  <p:tag name="KSO_WM_UNIT_CONTENT_GROUP_TYPE" val="titlestyle"/>
  <p:tag name="KSO_WM_SLIDE_BACKGROUND_TYPE" val="genera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820_1"/>
  <p:tag name="KSO_WM_TEMPLATE_SUBCATEGORY" val="0"/>
  <p:tag name="KSO_WM_TEMPLATE_MASTER_TYPE" val="1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820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9"/>
  <p:tag name="KSO_WM_SLIDE_CONTENT_AREA" val="{&quot;left&quot;:&quot;50.8&quot;,&quot;top&quot;:&quot;87.4&quot;,&quot;width&quot;:&quot;541.3&quot;,&quot;height&quot;:&quot;310.5&quot;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820_1*a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BRIGHTNESS" val="0.25"/>
  <p:tag name="KSO_WM_UNIT_TEXT_FILL_FORE_SCHEMECOLOR_INDEX" val="13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820_1*b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41"/>
  <p:tag name="KSO_WM_UNIT_TEXT_FILL_GRADIENT_DIRECTION" val="-2"/>
  <p:tag name="KSO_WM_UNIT_TEXT_FILL_TYPE" val="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awing.potx" id="{77E09630-93FA-4073-96B7-E4A1C97AE4E9}" vid="{2BCD55EF-A901-4B71-8B57-2954839B2DF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Drawing</Template>
  <TotalTime>4226</TotalTime>
  <Words>1364</Words>
  <Application>Microsoft Macintosh PowerPoint</Application>
  <PresentationFormat>Widescreen</PresentationFormat>
  <Paragraphs>417</Paragraphs>
  <Slides>25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5" baseType="lpstr">
      <vt:lpstr>DengXian</vt:lpstr>
      <vt:lpstr>Dutch801 XBd BT</vt:lpstr>
      <vt:lpstr>仿宋</vt:lpstr>
      <vt:lpstr>ISOCP</vt:lpstr>
      <vt:lpstr>楷体_GB2312</vt:lpstr>
      <vt:lpstr>Microsoft YaHei</vt:lpstr>
      <vt:lpstr>MS UI Gothic</vt:lpstr>
      <vt:lpstr>黑体</vt:lpstr>
      <vt:lpstr>宋体</vt:lpstr>
      <vt:lpstr>Swis721 Blk BT</vt:lpstr>
      <vt:lpstr>UniversalMath1 BT</vt:lpstr>
      <vt:lpstr>Arial</vt:lpstr>
      <vt:lpstr>Calibri</vt:lpstr>
      <vt:lpstr>Cambria Math</vt:lpstr>
      <vt:lpstr>Symbol</vt:lpstr>
      <vt:lpstr>Tahoma</vt:lpstr>
      <vt:lpstr>Times New Roman</vt:lpstr>
      <vt:lpstr>Wingdings</vt:lpstr>
      <vt:lpstr>Office Theme</vt:lpstr>
      <vt:lpstr>AutoCAD Drawing</vt:lpstr>
      <vt:lpstr>工程制图 第6讲</vt:lpstr>
      <vt:lpstr>作业#3</vt:lpstr>
      <vt:lpstr>课程和习题的说明</vt:lpstr>
      <vt:lpstr> 热 身</vt:lpstr>
      <vt:lpstr>练1. 判断平面投影特性并判断其与各投影轴的夹角</vt:lpstr>
      <vt:lpstr>PowerPoint Presentation</vt:lpstr>
      <vt:lpstr>练3  :  平面由BDF给定，试过定点M作平面的垂线。</vt:lpstr>
      <vt:lpstr>练4  ：平面由BDF给定，试过定点K作已知平面的垂面【例2-24】</vt:lpstr>
      <vt:lpstr>PowerPoint Presentation</vt:lpstr>
      <vt:lpstr>PowerPoint Presentation</vt:lpstr>
      <vt:lpstr>PowerPoint Presentation</vt:lpstr>
      <vt:lpstr>PowerPoint Presentation</vt:lpstr>
      <vt:lpstr>例6.1  直线AB与平面ΔCDE相交，判别可见性。</vt:lpstr>
      <vt:lpstr>PowerPoint Presentation</vt:lpstr>
      <vt:lpstr>利用辅助平面法完成直线和平面相交作图</vt:lpstr>
      <vt:lpstr>2. 两一般位置平面相交的交线</vt:lpstr>
      <vt:lpstr>例6.3 两一般位置平面相交的交线（线面交点法）</vt:lpstr>
      <vt:lpstr>两一般位置平面相交，判别可见性</vt:lpstr>
      <vt:lpstr>例6.4 两一般位置平面相交（辅助平面法）</vt:lpstr>
      <vt:lpstr>例6.5 判别可见性实例</vt:lpstr>
      <vt:lpstr>PowerPoint Presentation</vt:lpstr>
      <vt:lpstr>PowerPoint Presentation</vt:lpstr>
      <vt:lpstr>PowerPoint Presentation</vt:lpstr>
      <vt:lpstr>PowerPoint Presentation</vt:lpstr>
      <vt:lpstr>直线与直线相互垂直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视觉与视图</dc:title>
  <dc:creator>Jun Chen</dc:creator>
  <cp:lastModifiedBy>陈军_工学院</cp:lastModifiedBy>
  <cp:revision>230</cp:revision>
  <dcterms:created xsi:type="dcterms:W3CDTF">2016-02-16T14:15:02Z</dcterms:created>
  <dcterms:modified xsi:type="dcterms:W3CDTF">2025-09-29T12:59:55Z</dcterms:modified>
</cp:coreProperties>
</file>