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6" r:id="rId1"/>
  </p:sldMasterIdLst>
  <p:notesMasterIdLst>
    <p:notesMasterId r:id="rId40"/>
  </p:notesMasterIdLst>
  <p:handoutMasterIdLst>
    <p:handoutMasterId r:id="rId41"/>
  </p:handoutMasterIdLst>
  <p:sldIdLst>
    <p:sldId id="262" r:id="rId2"/>
    <p:sldId id="1205" r:id="rId3"/>
    <p:sldId id="1457" r:id="rId4"/>
    <p:sldId id="1458" r:id="rId5"/>
    <p:sldId id="1459" r:id="rId6"/>
    <p:sldId id="1460" r:id="rId7"/>
    <p:sldId id="1461" r:id="rId8"/>
    <p:sldId id="1462" r:id="rId9"/>
    <p:sldId id="1471" r:id="rId10"/>
    <p:sldId id="1463" r:id="rId11"/>
    <p:sldId id="1464" r:id="rId12"/>
    <p:sldId id="1465" r:id="rId13"/>
    <p:sldId id="1161" r:id="rId14"/>
    <p:sldId id="1162" r:id="rId15"/>
    <p:sldId id="1257" r:id="rId16"/>
    <p:sldId id="1258" r:id="rId17"/>
    <p:sldId id="1259" r:id="rId18"/>
    <p:sldId id="1260" r:id="rId19"/>
    <p:sldId id="1261" r:id="rId20"/>
    <p:sldId id="1262" r:id="rId21"/>
    <p:sldId id="1263" r:id="rId22"/>
    <p:sldId id="1264" r:id="rId23"/>
    <p:sldId id="1443" r:id="rId24"/>
    <p:sldId id="1173" r:id="rId25"/>
    <p:sldId id="1267" r:id="rId26"/>
    <p:sldId id="1268" r:id="rId27"/>
    <p:sldId id="1269" r:id="rId28"/>
    <p:sldId id="1270" r:id="rId29"/>
    <p:sldId id="1271" r:id="rId30"/>
    <p:sldId id="1272" r:id="rId31"/>
    <p:sldId id="1265" r:id="rId32"/>
    <p:sldId id="1266" r:id="rId33"/>
    <p:sldId id="1274" r:id="rId34"/>
    <p:sldId id="1472" r:id="rId35"/>
    <p:sldId id="1473" r:id="rId36"/>
    <p:sldId id="1476" r:id="rId37"/>
    <p:sldId id="1278" r:id="rId38"/>
    <p:sldId id="1279" r:id="rId3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8A90AC85-7D53-5B42-AE5D-7BBD0D67CB90}">
          <p14:sldIdLst>
            <p14:sldId id="262"/>
            <p14:sldId id="1205"/>
            <p14:sldId id="1457"/>
            <p14:sldId id="1458"/>
            <p14:sldId id="1459"/>
            <p14:sldId id="1460"/>
            <p14:sldId id="1461"/>
            <p14:sldId id="1462"/>
            <p14:sldId id="1471"/>
            <p14:sldId id="1463"/>
            <p14:sldId id="1464"/>
            <p14:sldId id="1465"/>
            <p14:sldId id="1161"/>
            <p14:sldId id="1162"/>
            <p14:sldId id="1257"/>
            <p14:sldId id="1258"/>
            <p14:sldId id="1259"/>
            <p14:sldId id="1260"/>
            <p14:sldId id="1261"/>
            <p14:sldId id="1262"/>
            <p14:sldId id="1263"/>
            <p14:sldId id="1264"/>
            <p14:sldId id="1443"/>
            <p14:sldId id="1173"/>
            <p14:sldId id="1267"/>
            <p14:sldId id="1268"/>
            <p14:sldId id="1269"/>
            <p14:sldId id="1270"/>
            <p14:sldId id="1271"/>
            <p14:sldId id="1272"/>
            <p14:sldId id="1265"/>
            <p14:sldId id="1266"/>
            <p14:sldId id="1274"/>
            <p14:sldId id="1472"/>
            <p14:sldId id="1473"/>
            <p14:sldId id="1476"/>
            <p14:sldId id="1278"/>
            <p14:sldId id="127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陈军" initials="陈军" lastIdx="1" clrIdx="0">
    <p:extLst>
      <p:ext uri="{19B8F6BF-5375-455C-9EA6-DF929625EA0E}">
        <p15:presenceInfo xmlns:p15="http://schemas.microsoft.com/office/powerpoint/2012/main" userId="S-1-5-21-3571948258-4195890842-3876710089-100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1066"/>
    <p:restoredTop sz="94668"/>
  </p:normalViewPr>
  <p:slideViewPr>
    <p:cSldViewPr snapToGrid="0">
      <p:cViewPr varScale="1">
        <p:scale>
          <a:sx n="119" d="100"/>
          <a:sy n="119" d="100"/>
        </p:scale>
        <p:origin x="11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ommentAuthors" Target="commentAuthors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陈军_工学院" userId="6f7f04a3-a118-4a29-a2ab-4ad1875833df" providerId="ADAL" clId="{1A96D1BA-F8A5-487C-9AAA-F651FCBD4F8F}"/>
    <pc:docChg chg="undo custSel addSld modSld modSection">
      <pc:chgData name="陈军_工学院" userId="6f7f04a3-a118-4a29-a2ab-4ad1875833df" providerId="ADAL" clId="{1A96D1BA-F8A5-487C-9AAA-F651FCBD4F8F}" dt="2025-11-10T06:31:14.897" v="201" actId="20577"/>
      <pc:docMkLst>
        <pc:docMk/>
      </pc:docMkLst>
      <pc:sldChg chg="modSp add mod">
        <pc:chgData name="陈军_工学院" userId="6f7f04a3-a118-4a29-a2ab-4ad1875833df" providerId="ADAL" clId="{1A96D1BA-F8A5-487C-9AAA-F651FCBD4F8F}" dt="2025-11-10T04:06:47.522" v="2" actId="20577"/>
        <pc:sldMkLst>
          <pc:docMk/>
          <pc:sldMk cId="3556110442" sldId="819"/>
        </pc:sldMkLst>
        <pc:spChg chg="mod">
          <ac:chgData name="陈军_工学院" userId="6f7f04a3-a118-4a29-a2ab-4ad1875833df" providerId="ADAL" clId="{1A96D1BA-F8A5-487C-9AAA-F651FCBD4F8F}" dt="2025-11-10T04:06:47.522" v="2" actId="20577"/>
          <ac:spMkLst>
            <pc:docMk/>
            <pc:sldMk cId="3556110442" sldId="819"/>
            <ac:spMk id="2" creationId="{15A963FF-44D9-FA1B-944E-23F859BA9A66}"/>
          </ac:spMkLst>
        </pc:spChg>
      </pc:sldChg>
      <pc:sldChg chg="modAnim">
        <pc:chgData name="陈军_工学院" userId="6f7f04a3-a118-4a29-a2ab-4ad1875833df" providerId="ADAL" clId="{1A96D1BA-F8A5-487C-9AAA-F651FCBD4F8F}" dt="2025-11-10T04:55:34.909" v="43"/>
        <pc:sldMkLst>
          <pc:docMk/>
          <pc:sldMk cId="3245974902" sldId="1173"/>
        </pc:sldMkLst>
      </pc:sldChg>
      <pc:sldChg chg="addSp delSp modSp mod">
        <pc:chgData name="陈军_工学院" userId="6f7f04a3-a118-4a29-a2ab-4ad1875833df" providerId="ADAL" clId="{1A96D1BA-F8A5-487C-9AAA-F651FCBD4F8F}" dt="2025-11-10T06:10:41.329" v="175" actId="21"/>
        <pc:sldMkLst>
          <pc:docMk/>
          <pc:sldMk cId="812077135" sldId="1263"/>
        </pc:sldMkLst>
        <pc:spChg chg="mod">
          <ac:chgData name="陈军_工学院" userId="6f7f04a3-a118-4a29-a2ab-4ad1875833df" providerId="ADAL" clId="{1A96D1BA-F8A5-487C-9AAA-F651FCBD4F8F}" dt="2025-11-10T06:07:09.278" v="167" actId="1076"/>
          <ac:spMkLst>
            <pc:docMk/>
            <pc:sldMk cId="812077135" sldId="1263"/>
            <ac:spMk id="83" creationId="{C4F2B639-13C7-1087-AB63-CE326E6D93D0}"/>
          </ac:spMkLst>
        </pc:spChg>
        <pc:spChg chg="mod">
          <ac:chgData name="陈军_工学院" userId="6f7f04a3-a118-4a29-a2ab-4ad1875833df" providerId="ADAL" clId="{1A96D1BA-F8A5-487C-9AAA-F651FCBD4F8F}" dt="2025-11-10T06:07:09.278" v="167" actId="1076"/>
          <ac:spMkLst>
            <pc:docMk/>
            <pc:sldMk cId="812077135" sldId="1263"/>
            <ac:spMk id="84" creationId="{471A9AAC-E1EA-1165-8308-9CDFCCA817E8}"/>
          </ac:spMkLst>
        </pc:spChg>
        <pc:spChg chg="mod">
          <ac:chgData name="陈军_工学院" userId="6f7f04a3-a118-4a29-a2ab-4ad1875833df" providerId="ADAL" clId="{1A96D1BA-F8A5-487C-9AAA-F651FCBD4F8F}" dt="2025-11-10T06:07:09.278" v="167" actId="1076"/>
          <ac:spMkLst>
            <pc:docMk/>
            <pc:sldMk cId="812077135" sldId="1263"/>
            <ac:spMk id="85" creationId="{CA0693E9-91C4-0226-0606-8E6AE66EBE6D}"/>
          </ac:spMkLst>
        </pc:spChg>
        <pc:spChg chg="mod">
          <ac:chgData name="陈军_工学院" userId="6f7f04a3-a118-4a29-a2ab-4ad1875833df" providerId="ADAL" clId="{1A96D1BA-F8A5-487C-9AAA-F651FCBD4F8F}" dt="2025-11-10T06:07:09.278" v="167" actId="1076"/>
          <ac:spMkLst>
            <pc:docMk/>
            <pc:sldMk cId="812077135" sldId="1263"/>
            <ac:spMk id="86" creationId="{64A359EB-40E8-44E7-A2D9-66CF9EF623CC}"/>
          </ac:spMkLst>
        </pc:spChg>
        <pc:spChg chg="mod">
          <ac:chgData name="陈军_工学院" userId="6f7f04a3-a118-4a29-a2ab-4ad1875833df" providerId="ADAL" clId="{1A96D1BA-F8A5-487C-9AAA-F651FCBD4F8F}" dt="2025-11-10T06:07:09.278" v="167" actId="1076"/>
          <ac:spMkLst>
            <pc:docMk/>
            <pc:sldMk cId="812077135" sldId="1263"/>
            <ac:spMk id="87" creationId="{0D39458B-848C-82A7-4DD7-D7285129F5E0}"/>
          </ac:spMkLst>
        </pc:spChg>
        <pc:spChg chg="add del mod">
          <ac:chgData name="陈军_工学院" userId="6f7f04a3-a118-4a29-a2ab-4ad1875833df" providerId="ADAL" clId="{1A96D1BA-F8A5-487C-9AAA-F651FCBD4F8F}" dt="2025-11-10T06:10:41.329" v="175" actId="21"/>
          <ac:spMkLst>
            <pc:docMk/>
            <pc:sldMk cId="812077135" sldId="1263"/>
            <ac:spMk id="89" creationId="{D6E81F6E-6D8B-3FC8-2070-2FDE1E3CF5D2}"/>
          </ac:spMkLst>
        </pc:spChg>
        <pc:grpChg chg="mod">
          <ac:chgData name="陈军_工学院" userId="6f7f04a3-a118-4a29-a2ab-4ad1875833df" providerId="ADAL" clId="{1A96D1BA-F8A5-487C-9AAA-F651FCBD4F8F}" dt="2025-11-10T06:07:09.278" v="167" actId="1076"/>
          <ac:grpSpMkLst>
            <pc:docMk/>
            <pc:sldMk cId="812077135" sldId="1263"/>
            <ac:grpSpMk id="82" creationId="{3A1E11AB-6592-99C8-5DE4-B8FC9375E8B0}"/>
          </ac:grpSpMkLst>
        </pc:grpChg>
        <pc:picChg chg="mod">
          <ac:chgData name="陈军_工学院" userId="6f7f04a3-a118-4a29-a2ab-4ad1875833df" providerId="ADAL" clId="{1A96D1BA-F8A5-487C-9AAA-F651FCBD4F8F}" dt="2025-11-10T06:07:01.082" v="165" actId="1076"/>
          <ac:picMkLst>
            <pc:docMk/>
            <pc:sldMk cId="812077135" sldId="1263"/>
            <ac:picMk id="88" creationId="{9F8396FC-0A77-313E-5D1C-7014FBDF7465}"/>
          </ac:picMkLst>
        </pc:picChg>
      </pc:sldChg>
      <pc:sldChg chg="addSp modSp mod modAnim">
        <pc:chgData name="陈军_工学院" userId="6f7f04a3-a118-4a29-a2ab-4ad1875833df" providerId="ADAL" clId="{1A96D1BA-F8A5-487C-9AAA-F651FCBD4F8F}" dt="2025-11-10T06:10:46.239" v="176"/>
        <pc:sldMkLst>
          <pc:docMk/>
          <pc:sldMk cId="16587932" sldId="1264"/>
        </pc:sldMkLst>
        <pc:spChg chg="mod">
          <ac:chgData name="陈军_工学院" userId="6f7f04a3-a118-4a29-a2ab-4ad1875833df" providerId="ADAL" clId="{1A96D1BA-F8A5-487C-9AAA-F651FCBD4F8F}" dt="2025-11-10T04:45:30.786" v="5" actId="1076"/>
          <ac:spMkLst>
            <pc:docMk/>
            <pc:sldMk cId="16587932" sldId="1264"/>
            <ac:spMk id="7" creationId="{51594A8F-0287-61BC-19FF-3BA4BF0E0966}"/>
          </ac:spMkLst>
        </pc:spChg>
        <pc:spChg chg="mod">
          <ac:chgData name="陈军_工学院" userId="6f7f04a3-a118-4a29-a2ab-4ad1875833df" providerId="ADAL" clId="{1A96D1BA-F8A5-487C-9AAA-F651FCBD4F8F}" dt="2025-11-10T04:45:30.786" v="5" actId="1076"/>
          <ac:spMkLst>
            <pc:docMk/>
            <pc:sldMk cId="16587932" sldId="1264"/>
            <ac:spMk id="8" creationId="{F08E5DCA-7224-37A9-704C-A4D323E41769}"/>
          </ac:spMkLst>
        </pc:spChg>
        <pc:spChg chg="mod">
          <ac:chgData name="陈军_工学院" userId="6f7f04a3-a118-4a29-a2ab-4ad1875833df" providerId="ADAL" clId="{1A96D1BA-F8A5-487C-9AAA-F651FCBD4F8F}" dt="2025-11-10T04:45:30.786" v="5" actId="1076"/>
          <ac:spMkLst>
            <pc:docMk/>
            <pc:sldMk cId="16587932" sldId="1264"/>
            <ac:spMk id="9" creationId="{9EEA086A-F2BC-E6DB-35FE-52725B9E084D}"/>
          </ac:spMkLst>
        </pc:spChg>
        <pc:spChg chg="mod">
          <ac:chgData name="陈军_工学院" userId="6f7f04a3-a118-4a29-a2ab-4ad1875833df" providerId="ADAL" clId="{1A96D1BA-F8A5-487C-9AAA-F651FCBD4F8F}" dt="2025-11-10T04:45:30.786" v="5" actId="1076"/>
          <ac:spMkLst>
            <pc:docMk/>
            <pc:sldMk cId="16587932" sldId="1264"/>
            <ac:spMk id="10" creationId="{2CA28F8F-21F3-9024-D5A6-BCEF02ECF742}"/>
          </ac:spMkLst>
        </pc:spChg>
        <pc:spChg chg="mod">
          <ac:chgData name="陈军_工学院" userId="6f7f04a3-a118-4a29-a2ab-4ad1875833df" providerId="ADAL" clId="{1A96D1BA-F8A5-487C-9AAA-F651FCBD4F8F}" dt="2025-11-10T04:45:30.786" v="5" actId="1076"/>
          <ac:spMkLst>
            <pc:docMk/>
            <pc:sldMk cId="16587932" sldId="1264"/>
            <ac:spMk id="11" creationId="{60D66BDC-CBD5-EF26-388F-4B97DC512B1A}"/>
          </ac:spMkLst>
        </pc:spChg>
        <pc:spChg chg="mod">
          <ac:chgData name="陈军_工学院" userId="6f7f04a3-a118-4a29-a2ab-4ad1875833df" providerId="ADAL" clId="{1A96D1BA-F8A5-487C-9AAA-F651FCBD4F8F}" dt="2025-11-10T04:45:30.786" v="5" actId="1076"/>
          <ac:spMkLst>
            <pc:docMk/>
            <pc:sldMk cId="16587932" sldId="1264"/>
            <ac:spMk id="13" creationId="{61D7AC99-DF6C-F1F0-8EBA-C8F491549158}"/>
          </ac:spMkLst>
        </pc:spChg>
        <pc:spChg chg="mod">
          <ac:chgData name="陈军_工学院" userId="6f7f04a3-a118-4a29-a2ab-4ad1875833df" providerId="ADAL" clId="{1A96D1BA-F8A5-487C-9AAA-F651FCBD4F8F}" dt="2025-11-10T04:45:30.786" v="5" actId="1076"/>
          <ac:spMkLst>
            <pc:docMk/>
            <pc:sldMk cId="16587932" sldId="1264"/>
            <ac:spMk id="14" creationId="{89F209F4-36EA-0E1F-6F8C-13E926D20BF2}"/>
          </ac:spMkLst>
        </pc:spChg>
        <pc:spChg chg="mod">
          <ac:chgData name="陈军_工学院" userId="6f7f04a3-a118-4a29-a2ab-4ad1875833df" providerId="ADAL" clId="{1A96D1BA-F8A5-487C-9AAA-F651FCBD4F8F}" dt="2025-11-10T04:45:30.786" v="5" actId="1076"/>
          <ac:spMkLst>
            <pc:docMk/>
            <pc:sldMk cId="16587932" sldId="1264"/>
            <ac:spMk id="15" creationId="{B770642A-1063-C588-5CEA-7C5543C416A8}"/>
          </ac:spMkLst>
        </pc:spChg>
        <pc:spChg chg="mod">
          <ac:chgData name="陈军_工学院" userId="6f7f04a3-a118-4a29-a2ab-4ad1875833df" providerId="ADAL" clId="{1A96D1BA-F8A5-487C-9AAA-F651FCBD4F8F}" dt="2025-11-10T04:45:30.786" v="5" actId="1076"/>
          <ac:spMkLst>
            <pc:docMk/>
            <pc:sldMk cId="16587932" sldId="1264"/>
            <ac:spMk id="16" creationId="{1A8F1AA8-27FC-6A76-AFE8-2E6D4B7AAC08}"/>
          </ac:spMkLst>
        </pc:spChg>
        <pc:spChg chg="mod">
          <ac:chgData name="陈军_工学院" userId="6f7f04a3-a118-4a29-a2ab-4ad1875833df" providerId="ADAL" clId="{1A96D1BA-F8A5-487C-9AAA-F651FCBD4F8F}" dt="2025-11-10T04:45:30.786" v="5" actId="1076"/>
          <ac:spMkLst>
            <pc:docMk/>
            <pc:sldMk cId="16587932" sldId="1264"/>
            <ac:spMk id="17" creationId="{1D8E2587-77DD-729C-6434-F2C53D5FA429}"/>
          </ac:spMkLst>
        </pc:spChg>
        <pc:spChg chg="mod">
          <ac:chgData name="陈军_工学院" userId="6f7f04a3-a118-4a29-a2ab-4ad1875833df" providerId="ADAL" clId="{1A96D1BA-F8A5-487C-9AAA-F651FCBD4F8F}" dt="2025-11-10T04:45:30.786" v="5" actId="1076"/>
          <ac:spMkLst>
            <pc:docMk/>
            <pc:sldMk cId="16587932" sldId="1264"/>
            <ac:spMk id="18" creationId="{1B7B8FF9-641C-B79A-7216-401B001A324F}"/>
          </ac:spMkLst>
        </pc:spChg>
        <pc:spChg chg="mod">
          <ac:chgData name="陈军_工学院" userId="6f7f04a3-a118-4a29-a2ab-4ad1875833df" providerId="ADAL" clId="{1A96D1BA-F8A5-487C-9AAA-F651FCBD4F8F}" dt="2025-11-10T04:45:30.786" v="5" actId="1076"/>
          <ac:spMkLst>
            <pc:docMk/>
            <pc:sldMk cId="16587932" sldId="1264"/>
            <ac:spMk id="19" creationId="{5429EF5B-2942-F713-4EB2-5228C0E2DB81}"/>
          </ac:spMkLst>
        </pc:spChg>
        <pc:spChg chg="mod">
          <ac:chgData name="陈军_工学院" userId="6f7f04a3-a118-4a29-a2ab-4ad1875833df" providerId="ADAL" clId="{1A96D1BA-F8A5-487C-9AAA-F651FCBD4F8F}" dt="2025-11-10T04:45:30.786" v="5" actId="1076"/>
          <ac:spMkLst>
            <pc:docMk/>
            <pc:sldMk cId="16587932" sldId="1264"/>
            <ac:spMk id="20" creationId="{52DC6D0D-A71C-42B8-CA12-0D058A4F9C58}"/>
          </ac:spMkLst>
        </pc:spChg>
        <pc:spChg chg="mod">
          <ac:chgData name="陈军_工学院" userId="6f7f04a3-a118-4a29-a2ab-4ad1875833df" providerId="ADAL" clId="{1A96D1BA-F8A5-487C-9AAA-F651FCBD4F8F}" dt="2025-11-10T04:45:30.786" v="5" actId="1076"/>
          <ac:spMkLst>
            <pc:docMk/>
            <pc:sldMk cId="16587932" sldId="1264"/>
            <ac:spMk id="21" creationId="{F0E71101-C956-3F08-07A1-9887AAA083BD}"/>
          </ac:spMkLst>
        </pc:spChg>
        <pc:spChg chg="mod">
          <ac:chgData name="陈军_工学院" userId="6f7f04a3-a118-4a29-a2ab-4ad1875833df" providerId="ADAL" clId="{1A96D1BA-F8A5-487C-9AAA-F651FCBD4F8F}" dt="2025-11-10T04:45:30.786" v="5" actId="1076"/>
          <ac:spMkLst>
            <pc:docMk/>
            <pc:sldMk cId="16587932" sldId="1264"/>
            <ac:spMk id="22" creationId="{45179298-59A6-3AEB-8CC6-4A004B2BA253}"/>
          </ac:spMkLst>
        </pc:spChg>
        <pc:spChg chg="mod">
          <ac:chgData name="陈军_工学院" userId="6f7f04a3-a118-4a29-a2ab-4ad1875833df" providerId="ADAL" clId="{1A96D1BA-F8A5-487C-9AAA-F651FCBD4F8F}" dt="2025-11-10T04:45:30.786" v="5" actId="1076"/>
          <ac:spMkLst>
            <pc:docMk/>
            <pc:sldMk cId="16587932" sldId="1264"/>
            <ac:spMk id="23" creationId="{5CD872C5-08EE-D289-578D-B727D2BBF4F7}"/>
          </ac:spMkLst>
        </pc:spChg>
        <pc:spChg chg="mod">
          <ac:chgData name="陈军_工学院" userId="6f7f04a3-a118-4a29-a2ab-4ad1875833df" providerId="ADAL" clId="{1A96D1BA-F8A5-487C-9AAA-F651FCBD4F8F}" dt="2025-11-10T04:45:30.786" v="5" actId="1076"/>
          <ac:spMkLst>
            <pc:docMk/>
            <pc:sldMk cId="16587932" sldId="1264"/>
            <ac:spMk id="24" creationId="{8107AE7B-144D-041B-4270-CEBC4F3EA743}"/>
          </ac:spMkLst>
        </pc:spChg>
        <pc:spChg chg="mod">
          <ac:chgData name="陈军_工学院" userId="6f7f04a3-a118-4a29-a2ab-4ad1875833df" providerId="ADAL" clId="{1A96D1BA-F8A5-487C-9AAA-F651FCBD4F8F}" dt="2025-11-10T04:45:30.786" v="5" actId="1076"/>
          <ac:spMkLst>
            <pc:docMk/>
            <pc:sldMk cId="16587932" sldId="1264"/>
            <ac:spMk id="25" creationId="{1D399589-A790-8637-AD0D-D9181619B1AA}"/>
          </ac:spMkLst>
        </pc:spChg>
        <pc:spChg chg="mod">
          <ac:chgData name="陈军_工学院" userId="6f7f04a3-a118-4a29-a2ab-4ad1875833df" providerId="ADAL" clId="{1A96D1BA-F8A5-487C-9AAA-F651FCBD4F8F}" dt="2025-11-10T04:45:30.786" v="5" actId="1076"/>
          <ac:spMkLst>
            <pc:docMk/>
            <pc:sldMk cId="16587932" sldId="1264"/>
            <ac:spMk id="26" creationId="{FD615A9C-0064-705A-AC80-EA68FF4FF932}"/>
          </ac:spMkLst>
        </pc:spChg>
        <pc:spChg chg="mod">
          <ac:chgData name="陈军_工学院" userId="6f7f04a3-a118-4a29-a2ab-4ad1875833df" providerId="ADAL" clId="{1A96D1BA-F8A5-487C-9AAA-F651FCBD4F8F}" dt="2025-11-10T04:45:30.786" v="5" actId="1076"/>
          <ac:spMkLst>
            <pc:docMk/>
            <pc:sldMk cId="16587932" sldId="1264"/>
            <ac:spMk id="27" creationId="{97428764-934A-6133-4DC1-0BCA05DC8756}"/>
          </ac:spMkLst>
        </pc:spChg>
        <pc:spChg chg="mod">
          <ac:chgData name="陈军_工学院" userId="6f7f04a3-a118-4a29-a2ab-4ad1875833df" providerId="ADAL" clId="{1A96D1BA-F8A5-487C-9AAA-F651FCBD4F8F}" dt="2025-11-10T04:45:30.786" v="5" actId="1076"/>
          <ac:spMkLst>
            <pc:docMk/>
            <pc:sldMk cId="16587932" sldId="1264"/>
            <ac:spMk id="28" creationId="{FB318C03-0F93-33D1-5DC0-7590B5B95AF6}"/>
          </ac:spMkLst>
        </pc:spChg>
        <pc:spChg chg="mod">
          <ac:chgData name="陈军_工学院" userId="6f7f04a3-a118-4a29-a2ab-4ad1875833df" providerId="ADAL" clId="{1A96D1BA-F8A5-487C-9AAA-F651FCBD4F8F}" dt="2025-11-10T04:45:30.786" v="5" actId="1076"/>
          <ac:spMkLst>
            <pc:docMk/>
            <pc:sldMk cId="16587932" sldId="1264"/>
            <ac:spMk id="29" creationId="{929DC1A5-38B9-85CA-EE1C-CEBB091302D9}"/>
          </ac:spMkLst>
        </pc:spChg>
        <pc:spChg chg="mod">
          <ac:chgData name="陈军_工学院" userId="6f7f04a3-a118-4a29-a2ab-4ad1875833df" providerId="ADAL" clId="{1A96D1BA-F8A5-487C-9AAA-F651FCBD4F8F}" dt="2025-11-10T04:45:30.786" v="5" actId="1076"/>
          <ac:spMkLst>
            <pc:docMk/>
            <pc:sldMk cId="16587932" sldId="1264"/>
            <ac:spMk id="30" creationId="{3DCF2F63-88A7-23CA-E8E7-2CBAE6CA30A7}"/>
          </ac:spMkLst>
        </pc:spChg>
        <pc:spChg chg="mod">
          <ac:chgData name="陈军_工学院" userId="6f7f04a3-a118-4a29-a2ab-4ad1875833df" providerId="ADAL" clId="{1A96D1BA-F8A5-487C-9AAA-F651FCBD4F8F}" dt="2025-11-10T04:45:30.786" v="5" actId="1076"/>
          <ac:spMkLst>
            <pc:docMk/>
            <pc:sldMk cId="16587932" sldId="1264"/>
            <ac:spMk id="31" creationId="{2F41107B-B7DA-A22F-1187-330AD53CCD65}"/>
          </ac:spMkLst>
        </pc:spChg>
        <pc:spChg chg="mod">
          <ac:chgData name="陈军_工学院" userId="6f7f04a3-a118-4a29-a2ab-4ad1875833df" providerId="ADAL" clId="{1A96D1BA-F8A5-487C-9AAA-F651FCBD4F8F}" dt="2025-11-10T04:45:30.786" v="5" actId="1076"/>
          <ac:spMkLst>
            <pc:docMk/>
            <pc:sldMk cId="16587932" sldId="1264"/>
            <ac:spMk id="32" creationId="{D0337E67-C625-F1A8-265B-BFDE162D50BF}"/>
          </ac:spMkLst>
        </pc:spChg>
        <pc:spChg chg="mod">
          <ac:chgData name="陈军_工学院" userId="6f7f04a3-a118-4a29-a2ab-4ad1875833df" providerId="ADAL" clId="{1A96D1BA-F8A5-487C-9AAA-F651FCBD4F8F}" dt="2025-11-10T04:45:30.786" v="5" actId="1076"/>
          <ac:spMkLst>
            <pc:docMk/>
            <pc:sldMk cId="16587932" sldId="1264"/>
            <ac:spMk id="33" creationId="{BABF0397-994A-1D61-DD21-D00928531F1F}"/>
          </ac:spMkLst>
        </pc:spChg>
        <pc:spChg chg="mod">
          <ac:chgData name="陈军_工学院" userId="6f7f04a3-a118-4a29-a2ab-4ad1875833df" providerId="ADAL" clId="{1A96D1BA-F8A5-487C-9AAA-F651FCBD4F8F}" dt="2025-11-10T04:45:30.786" v="5" actId="1076"/>
          <ac:spMkLst>
            <pc:docMk/>
            <pc:sldMk cId="16587932" sldId="1264"/>
            <ac:spMk id="34" creationId="{89D32540-CE8B-2485-FC92-4ACCB6088F08}"/>
          </ac:spMkLst>
        </pc:spChg>
        <pc:spChg chg="mod">
          <ac:chgData name="陈军_工学院" userId="6f7f04a3-a118-4a29-a2ab-4ad1875833df" providerId="ADAL" clId="{1A96D1BA-F8A5-487C-9AAA-F651FCBD4F8F}" dt="2025-11-10T04:45:30.786" v="5" actId="1076"/>
          <ac:spMkLst>
            <pc:docMk/>
            <pc:sldMk cId="16587932" sldId="1264"/>
            <ac:spMk id="35" creationId="{0A6F4D07-0910-80A7-DB76-C7D12BDF0CBD}"/>
          </ac:spMkLst>
        </pc:spChg>
        <pc:spChg chg="mod">
          <ac:chgData name="陈军_工学院" userId="6f7f04a3-a118-4a29-a2ab-4ad1875833df" providerId="ADAL" clId="{1A96D1BA-F8A5-487C-9AAA-F651FCBD4F8F}" dt="2025-11-10T04:45:30.786" v="5" actId="1076"/>
          <ac:spMkLst>
            <pc:docMk/>
            <pc:sldMk cId="16587932" sldId="1264"/>
            <ac:spMk id="36" creationId="{B56B51D5-4391-8F3E-34C9-34C0487122D4}"/>
          </ac:spMkLst>
        </pc:spChg>
        <pc:spChg chg="mod">
          <ac:chgData name="陈军_工学院" userId="6f7f04a3-a118-4a29-a2ab-4ad1875833df" providerId="ADAL" clId="{1A96D1BA-F8A5-487C-9AAA-F651FCBD4F8F}" dt="2025-11-10T04:45:30.786" v="5" actId="1076"/>
          <ac:spMkLst>
            <pc:docMk/>
            <pc:sldMk cId="16587932" sldId="1264"/>
            <ac:spMk id="37" creationId="{F1C6FAAC-F8FC-351A-715A-4186A1412C2D}"/>
          </ac:spMkLst>
        </pc:spChg>
        <pc:spChg chg="mod">
          <ac:chgData name="陈军_工学院" userId="6f7f04a3-a118-4a29-a2ab-4ad1875833df" providerId="ADAL" clId="{1A96D1BA-F8A5-487C-9AAA-F651FCBD4F8F}" dt="2025-11-10T04:45:30.786" v="5" actId="1076"/>
          <ac:spMkLst>
            <pc:docMk/>
            <pc:sldMk cId="16587932" sldId="1264"/>
            <ac:spMk id="38" creationId="{E8A46501-BE62-5085-2EA7-1BC029287544}"/>
          </ac:spMkLst>
        </pc:spChg>
        <pc:spChg chg="mod">
          <ac:chgData name="陈军_工学院" userId="6f7f04a3-a118-4a29-a2ab-4ad1875833df" providerId="ADAL" clId="{1A96D1BA-F8A5-487C-9AAA-F651FCBD4F8F}" dt="2025-11-10T04:45:30.786" v="5" actId="1076"/>
          <ac:spMkLst>
            <pc:docMk/>
            <pc:sldMk cId="16587932" sldId="1264"/>
            <ac:spMk id="39" creationId="{FDE3C8CB-8ACF-8F1E-3853-37F8C46D62FF}"/>
          </ac:spMkLst>
        </pc:spChg>
        <pc:spChg chg="mod">
          <ac:chgData name="陈军_工学院" userId="6f7f04a3-a118-4a29-a2ab-4ad1875833df" providerId="ADAL" clId="{1A96D1BA-F8A5-487C-9AAA-F651FCBD4F8F}" dt="2025-11-10T04:45:30.786" v="5" actId="1076"/>
          <ac:spMkLst>
            <pc:docMk/>
            <pc:sldMk cId="16587932" sldId="1264"/>
            <ac:spMk id="40" creationId="{B77F9BAB-80E1-D7B7-DA64-0259D577370D}"/>
          </ac:spMkLst>
        </pc:spChg>
        <pc:spChg chg="mod">
          <ac:chgData name="陈军_工学院" userId="6f7f04a3-a118-4a29-a2ab-4ad1875833df" providerId="ADAL" clId="{1A96D1BA-F8A5-487C-9AAA-F651FCBD4F8F}" dt="2025-11-10T04:45:30.786" v="5" actId="1076"/>
          <ac:spMkLst>
            <pc:docMk/>
            <pc:sldMk cId="16587932" sldId="1264"/>
            <ac:spMk id="41" creationId="{87A8AD73-731F-F966-1DC5-4631753B5910}"/>
          </ac:spMkLst>
        </pc:spChg>
        <pc:spChg chg="mod">
          <ac:chgData name="陈军_工学院" userId="6f7f04a3-a118-4a29-a2ab-4ad1875833df" providerId="ADAL" clId="{1A96D1BA-F8A5-487C-9AAA-F651FCBD4F8F}" dt="2025-11-10T04:45:30.786" v="5" actId="1076"/>
          <ac:spMkLst>
            <pc:docMk/>
            <pc:sldMk cId="16587932" sldId="1264"/>
            <ac:spMk id="42" creationId="{9AE3CADC-23C5-C37C-637D-891EBDE01121}"/>
          </ac:spMkLst>
        </pc:spChg>
        <pc:spChg chg="mod">
          <ac:chgData name="陈军_工学院" userId="6f7f04a3-a118-4a29-a2ab-4ad1875833df" providerId="ADAL" clId="{1A96D1BA-F8A5-487C-9AAA-F651FCBD4F8F}" dt="2025-11-10T04:45:30.786" v="5" actId="1076"/>
          <ac:spMkLst>
            <pc:docMk/>
            <pc:sldMk cId="16587932" sldId="1264"/>
            <ac:spMk id="43" creationId="{36444FFC-D1F4-64BE-7862-0B6FAD5DE007}"/>
          </ac:spMkLst>
        </pc:spChg>
        <pc:spChg chg="add mod">
          <ac:chgData name="陈军_工学院" userId="6f7f04a3-a118-4a29-a2ab-4ad1875833df" providerId="ADAL" clId="{1A96D1BA-F8A5-487C-9AAA-F651FCBD4F8F}" dt="2025-11-10T06:10:46.239" v="176"/>
          <ac:spMkLst>
            <pc:docMk/>
            <pc:sldMk cId="16587932" sldId="1264"/>
            <ac:spMk id="89" creationId="{D6E81F6E-6D8B-3FC8-2070-2FDE1E3CF5D2}"/>
          </ac:spMkLst>
        </pc:spChg>
        <pc:grpChg chg="mod">
          <ac:chgData name="陈军_工学院" userId="6f7f04a3-a118-4a29-a2ab-4ad1875833df" providerId="ADAL" clId="{1A96D1BA-F8A5-487C-9AAA-F651FCBD4F8F}" dt="2025-11-10T04:45:30.786" v="5" actId="1076"/>
          <ac:grpSpMkLst>
            <pc:docMk/>
            <pc:sldMk cId="16587932" sldId="1264"/>
            <ac:grpSpMk id="6" creationId="{A7E5A2E8-B27A-4F1D-F5ED-C6FED97CDE87}"/>
          </ac:grpSpMkLst>
        </pc:grpChg>
        <pc:grpChg chg="mod">
          <ac:chgData name="陈军_工学院" userId="6f7f04a3-a118-4a29-a2ab-4ad1875833df" providerId="ADAL" clId="{1A96D1BA-F8A5-487C-9AAA-F651FCBD4F8F}" dt="2025-11-10T04:45:30.786" v="5" actId="1076"/>
          <ac:grpSpMkLst>
            <pc:docMk/>
            <pc:sldMk cId="16587932" sldId="1264"/>
            <ac:grpSpMk id="12" creationId="{A5C09283-4079-FD69-86E7-107E144BCC87}"/>
          </ac:grpSpMkLst>
        </pc:grpChg>
        <pc:graphicFrameChg chg="add mod modGraphic">
          <ac:chgData name="陈军_工学院" userId="6f7f04a3-a118-4a29-a2ab-4ad1875833df" providerId="ADAL" clId="{1A96D1BA-F8A5-487C-9AAA-F651FCBD4F8F}" dt="2025-11-10T04:53:52.082" v="40"/>
          <ac:graphicFrameMkLst>
            <pc:docMk/>
            <pc:sldMk cId="16587932" sldId="1264"/>
            <ac:graphicFrameMk id="45" creationId="{1464D6B0-3328-AFD6-CE1B-B795D0E56B54}"/>
          </ac:graphicFrameMkLst>
        </pc:graphicFrameChg>
        <pc:picChg chg="mod">
          <ac:chgData name="陈军_工学院" userId="6f7f04a3-a118-4a29-a2ab-4ad1875833df" providerId="ADAL" clId="{1A96D1BA-F8A5-487C-9AAA-F651FCBD4F8F}" dt="2025-11-10T04:53:16.516" v="35" actId="1076"/>
          <ac:picMkLst>
            <pc:docMk/>
            <pc:sldMk cId="16587932" sldId="1264"/>
            <ac:picMk id="44" creationId="{B289261C-875A-1DF4-639D-B9A810017A63}"/>
          </ac:picMkLst>
        </pc:picChg>
      </pc:sldChg>
      <pc:sldChg chg="modAnim">
        <pc:chgData name="陈军_工学院" userId="6f7f04a3-a118-4a29-a2ab-4ad1875833df" providerId="ADAL" clId="{1A96D1BA-F8A5-487C-9AAA-F651FCBD4F8F}" dt="2025-11-10T04:55:51.199" v="44"/>
        <pc:sldMkLst>
          <pc:docMk/>
          <pc:sldMk cId="4045958259" sldId="1267"/>
        </pc:sldMkLst>
      </pc:sldChg>
      <pc:sldChg chg="addSp modSp mod modAnim">
        <pc:chgData name="陈军_工学院" userId="6f7f04a3-a118-4a29-a2ab-4ad1875833df" providerId="ADAL" clId="{1A96D1BA-F8A5-487C-9AAA-F651FCBD4F8F}" dt="2025-11-10T06:10:59.951" v="177"/>
        <pc:sldMkLst>
          <pc:docMk/>
          <pc:sldMk cId="1817681781" sldId="1272"/>
        </pc:sldMkLst>
        <pc:spChg chg="add mod">
          <ac:chgData name="陈军_工学院" userId="6f7f04a3-a118-4a29-a2ab-4ad1875833df" providerId="ADAL" clId="{1A96D1BA-F8A5-487C-9AAA-F651FCBD4F8F}" dt="2025-11-10T06:10:59.951" v="177"/>
          <ac:spMkLst>
            <pc:docMk/>
            <pc:sldMk cId="1817681781" sldId="1272"/>
            <ac:spMk id="92" creationId="{E7657375-66BC-F735-CCA3-D7674CDD51CF}"/>
          </ac:spMkLst>
        </pc:spChg>
        <pc:graphicFrameChg chg="add mod modGraphic">
          <ac:chgData name="陈军_工学院" userId="6f7f04a3-a118-4a29-a2ab-4ad1875833df" providerId="ADAL" clId="{1A96D1BA-F8A5-487C-9AAA-F651FCBD4F8F}" dt="2025-11-10T05:12:29.851" v="52"/>
          <ac:graphicFrameMkLst>
            <pc:docMk/>
            <pc:sldMk cId="1817681781" sldId="1272"/>
            <ac:graphicFrameMk id="91" creationId="{5ED6548B-EBFB-2279-F784-99026BDF4DAA}"/>
          </ac:graphicFrameMkLst>
        </pc:graphicFrameChg>
      </pc:sldChg>
      <pc:sldChg chg="modAnim">
        <pc:chgData name="陈军_工学院" userId="6f7f04a3-a118-4a29-a2ab-4ad1875833df" providerId="ADAL" clId="{1A96D1BA-F8A5-487C-9AAA-F651FCBD4F8F}" dt="2025-11-10T05:13:51.170" v="53"/>
        <pc:sldMkLst>
          <pc:docMk/>
          <pc:sldMk cId="2314057741" sldId="1274"/>
        </pc:sldMkLst>
      </pc:sldChg>
      <pc:sldChg chg="modSp">
        <pc:chgData name="陈军_工学院" userId="6f7f04a3-a118-4a29-a2ab-4ad1875833df" providerId="ADAL" clId="{1A96D1BA-F8A5-487C-9AAA-F651FCBD4F8F}" dt="2025-11-10T06:28:08.035" v="181" actId="1076"/>
        <pc:sldMkLst>
          <pc:docMk/>
          <pc:sldMk cId="1480229082" sldId="1278"/>
        </pc:sldMkLst>
        <pc:spChg chg="mod">
          <ac:chgData name="陈军_工学院" userId="6f7f04a3-a118-4a29-a2ab-4ad1875833df" providerId="ADAL" clId="{1A96D1BA-F8A5-487C-9AAA-F651FCBD4F8F}" dt="2025-11-10T06:28:08.035" v="181" actId="1076"/>
          <ac:spMkLst>
            <pc:docMk/>
            <pc:sldMk cId="1480229082" sldId="1278"/>
            <ac:spMk id="22" creationId="{8508CDEC-3C65-9F90-1281-FD28BEA101BB}"/>
          </ac:spMkLst>
        </pc:spChg>
        <pc:spChg chg="mod">
          <ac:chgData name="陈军_工学院" userId="6f7f04a3-a118-4a29-a2ab-4ad1875833df" providerId="ADAL" clId="{1A96D1BA-F8A5-487C-9AAA-F651FCBD4F8F}" dt="2025-11-10T06:28:08.035" v="181" actId="1076"/>
          <ac:spMkLst>
            <pc:docMk/>
            <pc:sldMk cId="1480229082" sldId="1278"/>
            <ac:spMk id="23" creationId="{63595754-3E76-B0A0-D350-C708F2F11AFB}"/>
          </ac:spMkLst>
        </pc:spChg>
        <pc:spChg chg="mod">
          <ac:chgData name="陈军_工学院" userId="6f7f04a3-a118-4a29-a2ab-4ad1875833df" providerId="ADAL" clId="{1A96D1BA-F8A5-487C-9AAA-F651FCBD4F8F}" dt="2025-11-10T06:28:08.035" v="181" actId="1076"/>
          <ac:spMkLst>
            <pc:docMk/>
            <pc:sldMk cId="1480229082" sldId="1278"/>
            <ac:spMk id="44" creationId="{C57AD54B-A61F-CAFF-27F8-B5D801C83F1F}"/>
          </ac:spMkLst>
        </pc:spChg>
        <pc:spChg chg="mod">
          <ac:chgData name="陈军_工学院" userId="6f7f04a3-a118-4a29-a2ab-4ad1875833df" providerId="ADAL" clId="{1A96D1BA-F8A5-487C-9AAA-F651FCBD4F8F}" dt="2025-11-10T06:28:08.035" v="181" actId="1076"/>
          <ac:spMkLst>
            <pc:docMk/>
            <pc:sldMk cId="1480229082" sldId="1278"/>
            <ac:spMk id="71" creationId="{577CDF5F-7546-A3E4-CEF0-80A1DEDFBC1D}"/>
          </ac:spMkLst>
        </pc:spChg>
      </pc:sldChg>
      <pc:sldChg chg="modSp mod">
        <pc:chgData name="陈军_工学院" userId="6f7f04a3-a118-4a29-a2ab-4ad1875833df" providerId="ADAL" clId="{1A96D1BA-F8A5-487C-9AAA-F651FCBD4F8F}" dt="2025-11-10T06:31:14.897" v="201" actId="20577"/>
        <pc:sldMkLst>
          <pc:docMk/>
          <pc:sldMk cId="1249394543" sldId="1455"/>
        </pc:sldMkLst>
        <pc:spChg chg="mod">
          <ac:chgData name="陈军_工学院" userId="6f7f04a3-a118-4a29-a2ab-4ad1875833df" providerId="ADAL" clId="{1A96D1BA-F8A5-487C-9AAA-F651FCBD4F8F}" dt="2025-11-10T06:31:14.897" v="201" actId="20577"/>
          <ac:spMkLst>
            <pc:docMk/>
            <pc:sldMk cId="1249394543" sldId="1455"/>
            <ac:spMk id="67" creationId="{619EFDFB-B9F3-CFE9-535C-6E6E72DEC86C}"/>
          </ac:spMkLst>
        </pc:spChg>
      </pc:sldChg>
      <pc:sldChg chg="modSp">
        <pc:chgData name="陈军_工学院" userId="6f7f04a3-a118-4a29-a2ab-4ad1875833df" providerId="ADAL" clId="{1A96D1BA-F8A5-487C-9AAA-F651FCBD4F8F}" dt="2025-11-10T06:29:30.287" v="198" actId="1076"/>
        <pc:sldMkLst>
          <pc:docMk/>
          <pc:sldMk cId="2416517715" sldId="1472"/>
        </pc:sldMkLst>
        <pc:spChg chg="mod">
          <ac:chgData name="陈军_工学院" userId="6f7f04a3-a118-4a29-a2ab-4ad1875833df" providerId="ADAL" clId="{1A96D1BA-F8A5-487C-9AAA-F651FCBD4F8F}" dt="2025-11-10T06:29:30.287" v="198" actId="1076"/>
          <ac:spMkLst>
            <pc:docMk/>
            <pc:sldMk cId="2416517715" sldId="1472"/>
            <ac:spMk id="7" creationId="{C81E1BE8-DBBB-F137-144B-AAD6D4F3EFE1}"/>
          </ac:spMkLst>
        </pc:spChg>
        <pc:spChg chg="mod">
          <ac:chgData name="陈军_工学院" userId="6f7f04a3-a118-4a29-a2ab-4ad1875833df" providerId="ADAL" clId="{1A96D1BA-F8A5-487C-9AAA-F651FCBD4F8F}" dt="2025-11-10T06:29:26.719" v="197" actId="1076"/>
          <ac:spMkLst>
            <pc:docMk/>
            <pc:sldMk cId="2416517715" sldId="1472"/>
            <ac:spMk id="21" creationId="{50E5C0A6-EDD3-FF13-7EDD-1B194B5B6D5D}"/>
          </ac:spMkLst>
        </pc:spChg>
      </pc:sldChg>
      <pc:sldChg chg="modAnim">
        <pc:chgData name="陈军_工学院" userId="6f7f04a3-a118-4a29-a2ab-4ad1875833df" providerId="ADAL" clId="{1A96D1BA-F8A5-487C-9AAA-F651FCBD4F8F}" dt="2025-11-10T06:23:57.340" v="180"/>
        <pc:sldMkLst>
          <pc:docMk/>
          <pc:sldMk cId="1466035304" sldId="1473"/>
        </pc:sldMkLst>
      </pc:sldChg>
      <pc:sldChg chg="mod modShow">
        <pc:chgData name="陈军_工学院" userId="6f7f04a3-a118-4a29-a2ab-4ad1875833df" providerId="ADAL" clId="{1A96D1BA-F8A5-487C-9AAA-F651FCBD4F8F}" dt="2025-11-10T06:11:09.466" v="178" actId="729"/>
        <pc:sldMkLst>
          <pc:docMk/>
          <pc:sldMk cId="3701727069" sldId="1474"/>
        </pc:sldMkLst>
      </pc:sldChg>
      <pc:sldChg chg="addSp modSp new mod modAnim">
        <pc:chgData name="陈军_工学院" userId="6f7f04a3-a118-4a29-a2ab-4ad1875833df" providerId="ADAL" clId="{1A96D1BA-F8A5-487C-9AAA-F651FCBD4F8F}" dt="2025-11-10T06:11:12.711" v="179"/>
        <pc:sldMkLst>
          <pc:docMk/>
          <pc:sldMk cId="571432365" sldId="1476"/>
        </pc:sldMkLst>
        <pc:spChg chg="add mod">
          <ac:chgData name="陈军_工学院" userId="6f7f04a3-a118-4a29-a2ab-4ad1875833df" providerId="ADAL" clId="{1A96D1BA-F8A5-487C-9AAA-F651FCBD4F8F}" dt="2025-11-10T06:11:12.711" v="179"/>
          <ac:spMkLst>
            <pc:docMk/>
            <pc:sldMk cId="571432365" sldId="1476"/>
            <ac:spMk id="11" creationId="{F13D511B-FAE3-FB27-7FCC-4453233BD0A9}"/>
          </ac:spMkLst>
        </pc:spChg>
        <pc:picChg chg="add mod ord">
          <ac:chgData name="陈军_工学院" userId="6f7f04a3-a118-4a29-a2ab-4ad1875833df" providerId="ADAL" clId="{1A96D1BA-F8A5-487C-9AAA-F651FCBD4F8F}" dt="2025-11-10T06:01:39.447" v="162" actId="1076"/>
          <ac:picMkLst>
            <pc:docMk/>
            <pc:sldMk cId="571432365" sldId="1476"/>
            <ac:picMk id="6" creationId="{76671E50-847E-0DF2-AA56-4C30033404DE}"/>
          </ac:picMkLst>
        </pc:picChg>
        <pc:picChg chg="add mod ord">
          <ac:chgData name="陈军_工学院" userId="6f7f04a3-a118-4a29-a2ab-4ad1875833df" providerId="ADAL" clId="{1A96D1BA-F8A5-487C-9AAA-F651FCBD4F8F}" dt="2025-11-10T05:59:49.895" v="147" actId="1076"/>
          <ac:picMkLst>
            <pc:docMk/>
            <pc:sldMk cId="571432365" sldId="1476"/>
            <ac:picMk id="8" creationId="{D00F78FE-21C8-F32F-461C-2038B8001D5D}"/>
          </ac:picMkLst>
        </pc:picChg>
        <pc:picChg chg="add mod">
          <ac:chgData name="陈军_工学院" userId="6f7f04a3-a118-4a29-a2ab-4ad1875833df" providerId="ADAL" clId="{1A96D1BA-F8A5-487C-9AAA-F651FCBD4F8F}" dt="2025-11-10T05:57:01.473" v="124" actId="1076"/>
          <ac:picMkLst>
            <pc:docMk/>
            <pc:sldMk cId="571432365" sldId="1476"/>
            <ac:picMk id="10" creationId="{9CF9CF83-B1B1-2EF0-9313-3A9252AC194F}"/>
          </ac:picMkLst>
        </pc:picChg>
      </pc:sldChg>
    </pc:docChg>
  </pc:docChgLst>
  <pc:docChgLst>
    <pc:chgData name="陈军_工学院" userId="6f7f04a3-a118-4a29-a2ab-4ad1875833df" providerId="ADAL" clId="{5704655F-1DC6-5A1D-BC81-F4DA7804E592}"/>
    <pc:docChg chg="addSld delSld modSld sldOrd modSection">
      <pc:chgData name="陈军_工学院" userId="6f7f04a3-a118-4a29-a2ab-4ad1875833df" providerId="ADAL" clId="{5704655F-1DC6-5A1D-BC81-F4DA7804E592}" dt="2025-11-11T12:59:31.370" v="79" actId="2696"/>
      <pc:docMkLst>
        <pc:docMk/>
      </pc:docMkLst>
      <pc:sldChg chg="del ord">
        <pc:chgData name="陈军_工学院" userId="6f7f04a3-a118-4a29-a2ab-4ad1875833df" providerId="ADAL" clId="{5704655F-1DC6-5A1D-BC81-F4DA7804E592}" dt="2025-11-11T12:57:42.860" v="76" actId="2696"/>
        <pc:sldMkLst>
          <pc:docMk/>
          <pc:sldMk cId="3384884092" sldId="762"/>
        </pc:sldMkLst>
      </pc:sldChg>
      <pc:sldChg chg="del">
        <pc:chgData name="陈军_工学院" userId="6f7f04a3-a118-4a29-a2ab-4ad1875833df" providerId="ADAL" clId="{5704655F-1DC6-5A1D-BC81-F4DA7804E592}" dt="2025-11-11T12:58:58.977" v="77" actId="2696"/>
        <pc:sldMkLst>
          <pc:docMk/>
          <pc:sldMk cId="3556110442" sldId="819"/>
        </pc:sldMkLst>
      </pc:sldChg>
      <pc:sldChg chg="add modAnim">
        <pc:chgData name="陈军_工学院" userId="6f7f04a3-a118-4a29-a2ab-4ad1875833df" providerId="ADAL" clId="{5704655F-1DC6-5A1D-BC81-F4DA7804E592}" dt="2025-11-10T01:22:13.065" v="5"/>
        <pc:sldMkLst>
          <pc:docMk/>
          <pc:sldMk cId="956211611" sldId="1205"/>
        </pc:sldMkLst>
      </pc:sldChg>
      <pc:sldChg chg="del modAnim">
        <pc:chgData name="陈军_工学院" userId="6f7f04a3-a118-4a29-a2ab-4ad1875833df" providerId="ADAL" clId="{5704655F-1DC6-5A1D-BC81-F4DA7804E592}" dt="2025-11-10T01:50:52.968" v="69" actId="2696"/>
        <pc:sldMkLst>
          <pc:docMk/>
          <pc:sldMk cId="2848588415" sldId="1206"/>
        </pc:sldMkLst>
      </pc:sldChg>
      <pc:sldChg chg="del">
        <pc:chgData name="陈军_工学院" userId="6f7f04a3-a118-4a29-a2ab-4ad1875833df" providerId="ADAL" clId="{5704655F-1DC6-5A1D-BC81-F4DA7804E592}" dt="2025-11-10T01:45:54.681" v="23" actId="2696"/>
        <pc:sldMkLst>
          <pc:docMk/>
          <pc:sldMk cId="3221010263" sldId="1254"/>
        </pc:sldMkLst>
      </pc:sldChg>
      <pc:sldChg chg="del">
        <pc:chgData name="陈军_工学院" userId="6f7f04a3-a118-4a29-a2ab-4ad1875833df" providerId="ADAL" clId="{5704655F-1DC6-5A1D-BC81-F4DA7804E592}" dt="2025-11-10T01:50:52.968" v="69" actId="2696"/>
        <pc:sldMkLst>
          <pc:docMk/>
          <pc:sldMk cId="1772770449" sldId="1256"/>
        </pc:sldMkLst>
      </pc:sldChg>
      <pc:sldChg chg="del">
        <pc:chgData name="陈军_工学院" userId="6f7f04a3-a118-4a29-a2ab-4ad1875833df" providerId="ADAL" clId="{5704655F-1DC6-5A1D-BC81-F4DA7804E592}" dt="2025-11-11T12:59:22.847" v="78" actId="2696"/>
        <pc:sldMkLst>
          <pc:docMk/>
          <pc:sldMk cId="873479718" sldId="1273"/>
        </pc:sldMkLst>
      </pc:sldChg>
      <pc:sldChg chg="del">
        <pc:chgData name="陈军_工学院" userId="6f7f04a3-a118-4a29-a2ab-4ad1875833df" providerId="ADAL" clId="{5704655F-1DC6-5A1D-BC81-F4DA7804E592}" dt="2025-11-10T01:53:22.985" v="73" actId="2696"/>
        <pc:sldMkLst>
          <pc:docMk/>
          <pc:sldMk cId="105022577" sldId="1275"/>
        </pc:sldMkLst>
      </pc:sldChg>
      <pc:sldChg chg="del">
        <pc:chgData name="陈军_工学院" userId="6f7f04a3-a118-4a29-a2ab-4ad1875833df" providerId="ADAL" clId="{5704655F-1DC6-5A1D-BC81-F4DA7804E592}" dt="2025-11-10T01:53:22.985" v="73" actId="2696"/>
        <pc:sldMkLst>
          <pc:docMk/>
          <pc:sldMk cId="1649442209" sldId="1276"/>
        </pc:sldMkLst>
      </pc:sldChg>
      <pc:sldChg chg="del">
        <pc:chgData name="陈军_工学院" userId="6f7f04a3-a118-4a29-a2ab-4ad1875833df" providerId="ADAL" clId="{5704655F-1DC6-5A1D-BC81-F4DA7804E592}" dt="2025-11-10T01:53:22.985" v="73" actId="2696"/>
        <pc:sldMkLst>
          <pc:docMk/>
          <pc:sldMk cId="2322226158" sldId="1277"/>
        </pc:sldMkLst>
      </pc:sldChg>
      <pc:sldChg chg="add mod modShow">
        <pc:chgData name="陈军_工学院" userId="6f7f04a3-a118-4a29-a2ab-4ad1875833df" providerId="ADAL" clId="{5704655F-1DC6-5A1D-BC81-F4DA7804E592}" dt="2025-11-10T01:53:48.616" v="74" actId="729"/>
        <pc:sldMkLst>
          <pc:docMk/>
          <pc:sldMk cId="1480229082" sldId="1278"/>
        </pc:sldMkLst>
      </pc:sldChg>
      <pc:sldChg chg="add mod modShow">
        <pc:chgData name="陈军_工学院" userId="6f7f04a3-a118-4a29-a2ab-4ad1875833df" providerId="ADAL" clId="{5704655F-1DC6-5A1D-BC81-F4DA7804E592}" dt="2025-11-10T01:53:51.094" v="75" actId="729"/>
        <pc:sldMkLst>
          <pc:docMk/>
          <pc:sldMk cId="220394115" sldId="1279"/>
        </pc:sldMkLst>
      </pc:sldChg>
      <pc:sldChg chg="del">
        <pc:chgData name="陈军_工学院" userId="6f7f04a3-a118-4a29-a2ab-4ad1875833df" providerId="ADAL" clId="{5704655F-1DC6-5A1D-BC81-F4DA7804E592}" dt="2025-11-10T01:48:23.631" v="53" actId="2696"/>
        <pc:sldMkLst>
          <pc:docMk/>
          <pc:sldMk cId="483214279" sldId="1444"/>
        </pc:sldMkLst>
      </pc:sldChg>
      <pc:sldChg chg="del">
        <pc:chgData name="陈军_工学院" userId="6f7f04a3-a118-4a29-a2ab-4ad1875833df" providerId="ADAL" clId="{5704655F-1DC6-5A1D-BC81-F4DA7804E592}" dt="2025-11-10T01:48:23.631" v="53" actId="2696"/>
        <pc:sldMkLst>
          <pc:docMk/>
          <pc:sldMk cId="2760756536" sldId="1445"/>
        </pc:sldMkLst>
      </pc:sldChg>
      <pc:sldChg chg="del">
        <pc:chgData name="陈军_工学院" userId="6f7f04a3-a118-4a29-a2ab-4ad1875833df" providerId="ADAL" clId="{5704655F-1DC6-5A1D-BC81-F4DA7804E592}" dt="2025-11-10T01:48:23.631" v="53" actId="2696"/>
        <pc:sldMkLst>
          <pc:docMk/>
          <pc:sldMk cId="2953355172" sldId="1446"/>
        </pc:sldMkLst>
      </pc:sldChg>
      <pc:sldChg chg="del">
        <pc:chgData name="陈军_工学院" userId="6f7f04a3-a118-4a29-a2ab-4ad1875833df" providerId="ADAL" clId="{5704655F-1DC6-5A1D-BC81-F4DA7804E592}" dt="2025-11-10T01:48:23.631" v="53" actId="2696"/>
        <pc:sldMkLst>
          <pc:docMk/>
          <pc:sldMk cId="3203590355" sldId="1447"/>
        </pc:sldMkLst>
      </pc:sldChg>
      <pc:sldChg chg="del">
        <pc:chgData name="陈军_工学院" userId="6f7f04a3-a118-4a29-a2ab-4ad1875833df" providerId="ADAL" clId="{5704655F-1DC6-5A1D-BC81-F4DA7804E592}" dt="2025-11-10T01:51:50.750" v="71" actId="2696"/>
        <pc:sldMkLst>
          <pc:docMk/>
          <pc:sldMk cId="1532325387" sldId="1448"/>
        </pc:sldMkLst>
      </pc:sldChg>
      <pc:sldChg chg="del">
        <pc:chgData name="陈军_工学院" userId="6f7f04a3-a118-4a29-a2ab-4ad1875833df" providerId="ADAL" clId="{5704655F-1DC6-5A1D-BC81-F4DA7804E592}" dt="2025-11-10T01:50:52.968" v="69" actId="2696"/>
        <pc:sldMkLst>
          <pc:docMk/>
          <pc:sldMk cId="3593417515" sldId="1450"/>
        </pc:sldMkLst>
      </pc:sldChg>
      <pc:sldChg chg="del">
        <pc:chgData name="陈军_工学院" userId="6f7f04a3-a118-4a29-a2ab-4ad1875833df" providerId="ADAL" clId="{5704655F-1DC6-5A1D-BC81-F4DA7804E592}" dt="2025-11-10T01:50:52.968" v="69" actId="2696"/>
        <pc:sldMkLst>
          <pc:docMk/>
          <pc:sldMk cId="191216771" sldId="1451"/>
        </pc:sldMkLst>
      </pc:sldChg>
      <pc:sldChg chg="del">
        <pc:chgData name="陈军_工学院" userId="6f7f04a3-a118-4a29-a2ab-4ad1875833df" providerId="ADAL" clId="{5704655F-1DC6-5A1D-BC81-F4DA7804E592}" dt="2025-11-10T01:50:52.968" v="69" actId="2696"/>
        <pc:sldMkLst>
          <pc:docMk/>
          <pc:sldMk cId="880142141" sldId="1452"/>
        </pc:sldMkLst>
      </pc:sldChg>
      <pc:sldChg chg="modSp del mod">
        <pc:chgData name="陈军_工学院" userId="6f7f04a3-a118-4a29-a2ab-4ad1875833df" providerId="ADAL" clId="{5704655F-1DC6-5A1D-BC81-F4DA7804E592}" dt="2025-11-10T01:48:23.631" v="53" actId="2696"/>
        <pc:sldMkLst>
          <pc:docMk/>
          <pc:sldMk cId="3128422790" sldId="1453"/>
        </pc:sldMkLst>
        <pc:spChg chg="mod">
          <ac:chgData name="陈军_工学院" userId="6f7f04a3-a118-4a29-a2ab-4ad1875833df" providerId="ADAL" clId="{5704655F-1DC6-5A1D-BC81-F4DA7804E592}" dt="2025-11-10T01:47:52.558" v="50" actId="20577"/>
          <ac:spMkLst>
            <pc:docMk/>
            <pc:sldMk cId="3128422790" sldId="1453"/>
            <ac:spMk id="24" creationId="{08216B54-5AF8-0475-069C-7CD636F1E67F}"/>
          </ac:spMkLst>
        </pc:spChg>
      </pc:sldChg>
      <pc:sldChg chg="modSp del mod">
        <pc:chgData name="陈军_工学院" userId="6f7f04a3-a118-4a29-a2ab-4ad1875833df" providerId="ADAL" clId="{5704655F-1DC6-5A1D-BC81-F4DA7804E592}" dt="2025-11-10T01:48:23.631" v="53" actId="2696"/>
        <pc:sldMkLst>
          <pc:docMk/>
          <pc:sldMk cId="1983296625" sldId="1454"/>
        </pc:sldMkLst>
        <pc:spChg chg="mod">
          <ac:chgData name="陈军_工学院" userId="6f7f04a3-a118-4a29-a2ab-4ad1875833df" providerId="ADAL" clId="{5704655F-1DC6-5A1D-BC81-F4DA7804E592}" dt="2025-11-10T01:47:58.857" v="52" actId="20577"/>
          <ac:spMkLst>
            <pc:docMk/>
            <pc:sldMk cId="1983296625" sldId="1454"/>
            <ac:spMk id="20" creationId="{395A5E2C-0B3F-ED68-D551-6399637D2D8D}"/>
          </ac:spMkLst>
        </pc:spChg>
      </pc:sldChg>
      <pc:sldChg chg="add del">
        <pc:chgData name="陈军_工学院" userId="6f7f04a3-a118-4a29-a2ab-4ad1875833df" providerId="ADAL" clId="{5704655F-1DC6-5A1D-BC81-F4DA7804E592}" dt="2025-11-11T12:57:42.860" v="76" actId="2696"/>
        <pc:sldMkLst>
          <pc:docMk/>
          <pc:sldMk cId="1249394543" sldId="1455"/>
        </pc:sldMkLst>
      </pc:sldChg>
      <pc:sldChg chg="del">
        <pc:chgData name="陈军_工学院" userId="6f7f04a3-a118-4a29-a2ab-4ad1875833df" providerId="ADAL" clId="{5704655F-1DC6-5A1D-BC81-F4DA7804E592}" dt="2025-11-10T01:48:23.631" v="53" actId="2696"/>
        <pc:sldMkLst>
          <pc:docMk/>
          <pc:sldMk cId="3145554022" sldId="1455"/>
        </pc:sldMkLst>
      </pc:sldChg>
      <pc:sldChg chg="del">
        <pc:chgData name="陈军_工学院" userId="6f7f04a3-a118-4a29-a2ab-4ad1875833df" providerId="ADAL" clId="{5704655F-1DC6-5A1D-BC81-F4DA7804E592}" dt="2025-11-10T01:48:23.631" v="53" actId="2696"/>
        <pc:sldMkLst>
          <pc:docMk/>
          <pc:sldMk cId="2161678969" sldId="1456"/>
        </pc:sldMkLst>
      </pc:sldChg>
      <pc:sldChg chg="add del">
        <pc:chgData name="陈军_工学院" userId="6f7f04a3-a118-4a29-a2ab-4ad1875833df" providerId="ADAL" clId="{5704655F-1DC6-5A1D-BC81-F4DA7804E592}" dt="2025-11-11T12:57:42.860" v="76" actId="2696"/>
        <pc:sldMkLst>
          <pc:docMk/>
          <pc:sldMk cId="3936876152" sldId="1456"/>
        </pc:sldMkLst>
      </pc:sldChg>
      <pc:sldChg chg="modSp add modAnim">
        <pc:chgData name="陈军_工学院" userId="6f7f04a3-a118-4a29-a2ab-4ad1875833df" providerId="ADAL" clId="{5704655F-1DC6-5A1D-BC81-F4DA7804E592}" dt="2025-11-10T01:23:03.850" v="10" actId="113"/>
        <pc:sldMkLst>
          <pc:docMk/>
          <pc:sldMk cId="1944946476" sldId="1457"/>
        </pc:sldMkLst>
        <pc:spChg chg="mod">
          <ac:chgData name="陈军_工学院" userId="6f7f04a3-a118-4a29-a2ab-4ad1875833df" providerId="ADAL" clId="{5704655F-1DC6-5A1D-BC81-F4DA7804E592}" dt="2025-11-10T01:23:03.850" v="10" actId="113"/>
          <ac:spMkLst>
            <pc:docMk/>
            <pc:sldMk cId="1944946476" sldId="1457"/>
            <ac:spMk id="143362" creationId="{00000000-0000-0000-0000-000000000000}"/>
          </ac:spMkLst>
        </pc:spChg>
      </pc:sldChg>
      <pc:sldChg chg="modSp add modAnim">
        <pc:chgData name="陈军_工学院" userId="6f7f04a3-a118-4a29-a2ab-4ad1875833df" providerId="ADAL" clId="{5704655F-1DC6-5A1D-BC81-F4DA7804E592}" dt="2025-11-10T01:48:37.194" v="57" actId="20577"/>
        <pc:sldMkLst>
          <pc:docMk/>
          <pc:sldMk cId="2750064951" sldId="1458"/>
        </pc:sldMkLst>
        <pc:spChg chg="mod">
          <ac:chgData name="陈军_工学院" userId="6f7f04a3-a118-4a29-a2ab-4ad1875833df" providerId="ADAL" clId="{5704655F-1DC6-5A1D-BC81-F4DA7804E592}" dt="2025-11-10T01:48:37.194" v="57" actId="20577"/>
          <ac:spMkLst>
            <pc:docMk/>
            <pc:sldMk cId="2750064951" sldId="1458"/>
            <ac:spMk id="60" creationId="{4935E416-1C1B-F380-3CB2-60998D44FE68}"/>
          </ac:spMkLst>
        </pc:spChg>
      </pc:sldChg>
      <pc:sldChg chg="add">
        <pc:chgData name="陈军_工学院" userId="6f7f04a3-a118-4a29-a2ab-4ad1875833df" providerId="ADAL" clId="{5704655F-1DC6-5A1D-BC81-F4DA7804E592}" dt="2025-11-10T01:19:47.959" v="0"/>
        <pc:sldMkLst>
          <pc:docMk/>
          <pc:sldMk cId="196984739" sldId="1459"/>
        </pc:sldMkLst>
      </pc:sldChg>
      <pc:sldChg chg="add">
        <pc:chgData name="陈军_工学院" userId="6f7f04a3-a118-4a29-a2ab-4ad1875833df" providerId="ADAL" clId="{5704655F-1DC6-5A1D-BC81-F4DA7804E592}" dt="2025-11-10T01:19:47.959" v="0"/>
        <pc:sldMkLst>
          <pc:docMk/>
          <pc:sldMk cId="1008214258" sldId="1460"/>
        </pc:sldMkLst>
      </pc:sldChg>
      <pc:sldChg chg="add">
        <pc:chgData name="陈军_工学院" userId="6f7f04a3-a118-4a29-a2ab-4ad1875833df" providerId="ADAL" clId="{5704655F-1DC6-5A1D-BC81-F4DA7804E592}" dt="2025-11-10T01:19:47.959" v="0"/>
        <pc:sldMkLst>
          <pc:docMk/>
          <pc:sldMk cId="4004867649" sldId="1461"/>
        </pc:sldMkLst>
      </pc:sldChg>
      <pc:sldChg chg="addSp delSp modSp add mod modAnim">
        <pc:chgData name="陈军_工学院" userId="6f7f04a3-a118-4a29-a2ab-4ad1875833df" providerId="ADAL" clId="{5704655F-1DC6-5A1D-BC81-F4DA7804E592}" dt="2025-11-10T01:48:43.656" v="59" actId="20577"/>
        <pc:sldMkLst>
          <pc:docMk/>
          <pc:sldMk cId="351203114" sldId="1462"/>
        </pc:sldMkLst>
        <pc:spChg chg="del">
          <ac:chgData name="陈军_工学院" userId="6f7f04a3-a118-4a29-a2ab-4ad1875833df" providerId="ADAL" clId="{5704655F-1DC6-5A1D-BC81-F4DA7804E592}" dt="2025-11-10T01:32:48.222" v="16" actId="478"/>
          <ac:spMkLst>
            <pc:docMk/>
            <pc:sldMk cId="351203114" sldId="1462"/>
            <ac:spMk id="6" creationId="{F1CE4565-9572-FAAC-0EBA-122A77DBECF2}"/>
          </ac:spMkLst>
        </pc:spChg>
        <pc:spChg chg="del">
          <ac:chgData name="陈军_工学院" userId="6f7f04a3-a118-4a29-a2ab-4ad1875833df" providerId="ADAL" clId="{5704655F-1DC6-5A1D-BC81-F4DA7804E592}" dt="2025-11-10T01:32:48.222" v="16" actId="478"/>
          <ac:spMkLst>
            <pc:docMk/>
            <pc:sldMk cId="351203114" sldId="1462"/>
            <ac:spMk id="9" creationId="{1F92DE84-70AF-E8D1-177B-AC25D08C021C}"/>
          </ac:spMkLst>
        </pc:spChg>
        <pc:spChg chg="del">
          <ac:chgData name="陈军_工学院" userId="6f7f04a3-a118-4a29-a2ab-4ad1875833df" providerId="ADAL" clId="{5704655F-1DC6-5A1D-BC81-F4DA7804E592}" dt="2025-11-10T01:32:48.222" v="16" actId="478"/>
          <ac:spMkLst>
            <pc:docMk/>
            <pc:sldMk cId="351203114" sldId="1462"/>
            <ac:spMk id="12" creationId="{B0FFC1F0-C4B4-FFA1-D6E3-E51D8DDBC888}"/>
          </ac:spMkLst>
        </pc:spChg>
        <pc:spChg chg="del">
          <ac:chgData name="陈军_工学院" userId="6f7f04a3-a118-4a29-a2ab-4ad1875833df" providerId="ADAL" clId="{5704655F-1DC6-5A1D-BC81-F4DA7804E592}" dt="2025-11-10T01:32:48.222" v="16" actId="478"/>
          <ac:spMkLst>
            <pc:docMk/>
            <pc:sldMk cId="351203114" sldId="1462"/>
            <ac:spMk id="15" creationId="{68AE3390-0FA9-278E-C245-C2D0F96B1C59}"/>
          </ac:spMkLst>
        </pc:spChg>
        <pc:spChg chg="del">
          <ac:chgData name="陈军_工学院" userId="6f7f04a3-a118-4a29-a2ab-4ad1875833df" providerId="ADAL" clId="{5704655F-1DC6-5A1D-BC81-F4DA7804E592}" dt="2025-11-10T01:32:48.222" v="16" actId="478"/>
          <ac:spMkLst>
            <pc:docMk/>
            <pc:sldMk cId="351203114" sldId="1462"/>
            <ac:spMk id="17" creationId="{6671F5A9-74D3-5574-D954-CDD2F0083DCF}"/>
          </ac:spMkLst>
        </pc:spChg>
        <pc:spChg chg="del">
          <ac:chgData name="陈军_工学院" userId="6f7f04a3-a118-4a29-a2ab-4ad1875833df" providerId="ADAL" clId="{5704655F-1DC6-5A1D-BC81-F4DA7804E592}" dt="2025-11-10T01:32:48.222" v="16" actId="478"/>
          <ac:spMkLst>
            <pc:docMk/>
            <pc:sldMk cId="351203114" sldId="1462"/>
            <ac:spMk id="18" creationId="{797D3FB4-FC0D-E104-CCC3-EC85C0CFEBB3}"/>
          </ac:spMkLst>
        </pc:spChg>
        <pc:spChg chg="mod">
          <ac:chgData name="陈军_工学院" userId="6f7f04a3-a118-4a29-a2ab-4ad1875833df" providerId="ADAL" clId="{5704655F-1DC6-5A1D-BC81-F4DA7804E592}" dt="2025-11-10T01:48:43.656" v="59" actId="20577"/>
          <ac:spMkLst>
            <pc:docMk/>
            <pc:sldMk cId="351203114" sldId="1462"/>
            <ac:spMk id="24" creationId="{08216B54-5AF8-0475-069C-7CD636F1E67F}"/>
          </ac:spMkLst>
        </pc:spChg>
        <pc:spChg chg="del">
          <ac:chgData name="陈军_工学院" userId="6f7f04a3-a118-4a29-a2ab-4ad1875833df" providerId="ADAL" clId="{5704655F-1DC6-5A1D-BC81-F4DA7804E592}" dt="2025-11-10T01:32:48.222" v="16" actId="478"/>
          <ac:spMkLst>
            <pc:docMk/>
            <pc:sldMk cId="351203114" sldId="1462"/>
            <ac:spMk id="44" creationId="{13F8EE6C-5917-BE0E-8EEA-1D2D27BE50AF}"/>
          </ac:spMkLst>
        </pc:spChg>
        <pc:spChg chg="del">
          <ac:chgData name="陈军_工学院" userId="6f7f04a3-a118-4a29-a2ab-4ad1875833df" providerId="ADAL" clId="{5704655F-1DC6-5A1D-BC81-F4DA7804E592}" dt="2025-11-10T01:32:48.222" v="16" actId="478"/>
          <ac:spMkLst>
            <pc:docMk/>
            <pc:sldMk cId="351203114" sldId="1462"/>
            <ac:spMk id="66" creationId="{805B12FC-FE9E-9D97-94EB-0D3E5C621A1F}"/>
          </ac:spMkLst>
        </pc:spChg>
        <pc:spChg chg="del">
          <ac:chgData name="陈军_工学院" userId="6f7f04a3-a118-4a29-a2ab-4ad1875833df" providerId="ADAL" clId="{5704655F-1DC6-5A1D-BC81-F4DA7804E592}" dt="2025-11-10T01:32:48.222" v="16" actId="478"/>
          <ac:spMkLst>
            <pc:docMk/>
            <pc:sldMk cId="351203114" sldId="1462"/>
            <ac:spMk id="68" creationId="{36FD4784-01AF-4758-30CF-AF289E82EAE3}"/>
          </ac:spMkLst>
        </pc:spChg>
        <pc:spChg chg="del">
          <ac:chgData name="陈军_工学院" userId="6f7f04a3-a118-4a29-a2ab-4ad1875833df" providerId="ADAL" clId="{5704655F-1DC6-5A1D-BC81-F4DA7804E592}" dt="2025-11-10T01:32:48.222" v="16" actId="478"/>
          <ac:spMkLst>
            <pc:docMk/>
            <pc:sldMk cId="351203114" sldId="1462"/>
            <ac:spMk id="69" creationId="{F592322E-5CD4-DD26-BB16-43DF8C3ED0E4}"/>
          </ac:spMkLst>
        </pc:spChg>
        <pc:picChg chg="add">
          <ac:chgData name="陈军_工学院" userId="6f7f04a3-a118-4a29-a2ab-4ad1875833df" providerId="ADAL" clId="{5704655F-1DC6-5A1D-BC81-F4DA7804E592}" dt="2025-11-10T01:33:42.478" v="20"/>
          <ac:picMkLst>
            <pc:docMk/>
            <pc:sldMk cId="351203114" sldId="1462"/>
            <ac:picMk id="2" creationId="{844BDE34-AEE7-398A-CE2C-CC14E28BF82A}"/>
          </ac:picMkLst>
        </pc:picChg>
      </pc:sldChg>
      <pc:sldChg chg="modSp add mod">
        <pc:chgData name="陈军_工学院" userId="6f7f04a3-a118-4a29-a2ab-4ad1875833df" providerId="ADAL" clId="{5704655F-1DC6-5A1D-BC81-F4DA7804E592}" dt="2025-11-10T01:48:54.715" v="63" actId="20577"/>
        <pc:sldMkLst>
          <pc:docMk/>
          <pc:sldMk cId="3955309309" sldId="1463"/>
        </pc:sldMkLst>
        <pc:spChg chg="mod">
          <ac:chgData name="陈军_工学院" userId="6f7f04a3-a118-4a29-a2ab-4ad1875833df" providerId="ADAL" clId="{5704655F-1DC6-5A1D-BC81-F4DA7804E592}" dt="2025-11-10T01:48:54.715" v="63" actId="20577"/>
          <ac:spMkLst>
            <pc:docMk/>
            <pc:sldMk cId="3955309309" sldId="1463"/>
            <ac:spMk id="20" creationId="{395A5E2C-0B3F-ED68-D551-6399637D2D8D}"/>
          </ac:spMkLst>
        </pc:spChg>
        <pc:spChg chg="mod">
          <ac:chgData name="陈军_工学院" userId="6f7f04a3-a118-4a29-a2ab-4ad1875833df" providerId="ADAL" clId="{5704655F-1DC6-5A1D-BC81-F4DA7804E592}" dt="2025-11-10T01:33:16.463" v="19" actId="1076"/>
          <ac:spMkLst>
            <pc:docMk/>
            <pc:sldMk cId="3955309309" sldId="1463"/>
            <ac:spMk id="36" creationId="{F98500C1-B29E-E2A0-BF8B-B3E12CBD5EB1}"/>
          </ac:spMkLst>
        </pc:spChg>
        <pc:spChg chg="mod">
          <ac:chgData name="陈军_工学院" userId="6f7f04a3-a118-4a29-a2ab-4ad1875833df" providerId="ADAL" clId="{5704655F-1DC6-5A1D-BC81-F4DA7804E592}" dt="2025-11-10T01:33:16.463" v="19" actId="1076"/>
          <ac:spMkLst>
            <pc:docMk/>
            <pc:sldMk cId="3955309309" sldId="1463"/>
            <ac:spMk id="37" creationId="{68593B32-9A0F-CECF-332B-86FE02092437}"/>
          </ac:spMkLst>
        </pc:spChg>
        <pc:spChg chg="mod">
          <ac:chgData name="陈军_工学院" userId="6f7f04a3-a118-4a29-a2ab-4ad1875833df" providerId="ADAL" clId="{5704655F-1DC6-5A1D-BC81-F4DA7804E592}" dt="2025-11-10T01:33:16.463" v="19" actId="1076"/>
          <ac:spMkLst>
            <pc:docMk/>
            <pc:sldMk cId="3955309309" sldId="1463"/>
            <ac:spMk id="38" creationId="{3BB22F9F-9C05-8DB9-09EE-8DF014FEC761}"/>
          </ac:spMkLst>
        </pc:spChg>
        <pc:spChg chg="mod">
          <ac:chgData name="陈军_工学院" userId="6f7f04a3-a118-4a29-a2ab-4ad1875833df" providerId="ADAL" clId="{5704655F-1DC6-5A1D-BC81-F4DA7804E592}" dt="2025-11-10T01:33:16.463" v="19" actId="1076"/>
          <ac:spMkLst>
            <pc:docMk/>
            <pc:sldMk cId="3955309309" sldId="1463"/>
            <ac:spMk id="39" creationId="{B6DA9FDA-11B1-1588-1FB7-4F00B59B7777}"/>
          </ac:spMkLst>
        </pc:spChg>
        <pc:spChg chg="mod">
          <ac:chgData name="陈军_工学院" userId="6f7f04a3-a118-4a29-a2ab-4ad1875833df" providerId="ADAL" clId="{5704655F-1DC6-5A1D-BC81-F4DA7804E592}" dt="2025-11-10T01:33:16.463" v="19" actId="1076"/>
          <ac:spMkLst>
            <pc:docMk/>
            <pc:sldMk cId="3955309309" sldId="1463"/>
            <ac:spMk id="40" creationId="{897319BB-869B-C6A4-8CA6-E8D06E569EFF}"/>
          </ac:spMkLst>
        </pc:spChg>
        <pc:spChg chg="mod">
          <ac:chgData name="陈军_工学院" userId="6f7f04a3-a118-4a29-a2ab-4ad1875833df" providerId="ADAL" clId="{5704655F-1DC6-5A1D-BC81-F4DA7804E592}" dt="2025-11-10T01:33:16.463" v="19" actId="1076"/>
          <ac:spMkLst>
            <pc:docMk/>
            <pc:sldMk cId="3955309309" sldId="1463"/>
            <ac:spMk id="41" creationId="{70967180-3520-5D31-F33B-B4E61CAAA27A}"/>
          </ac:spMkLst>
        </pc:spChg>
        <pc:spChg chg="mod">
          <ac:chgData name="陈军_工学院" userId="6f7f04a3-a118-4a29-a2ab-4ad1875833df" providerId="ADAL" clId="{5704655F-1DC6-5A1D-BC81-F4DA7804E592}" dt="2025-11-10T01:33:16.463" v="19" actId="1076"/>
          <ac:spMkLst>
            <pc:docMk/>
            <pc:sldMk cId="3955309309" sldId="1463"/>
            <ac:spMk id="42" creationId="{1F74A170-2FBA-EBA3-C7AD-ECBBA18FBA78}"/>
          </ac:spMkLst>
        </pc:spChg>
        <pc:grpChg chg="mod">
          <ac:chgData name="陈军_工学院" userId="6f7f04a3-a118-4a29-a2ab-4ad1875833df" providerId="ADAL" clId="{5704655F-1DC6-5A1D-BC81-F4DA7804E592}" dt="2025-11-10T01:33:16.463" v="19" actId="1076"/>
          <ac:grpSpMkLst>
            <pc:docMk/>
            <pc:sldMk cId="3955309309" sldId="1463"/>
            <ac:grpSpMk id="34" creationId="{406C361B-492A-2ECB-E88B-353E333E406D}"/>
          </ac:grpSpMkLst>
        </pc:grpChg>
        <pc:grpChg chg="mod">
          <ac:chgData name="陈军_工学院" userId="6f7f04a3-a118-4a29-a2ab-4ad1875833df" providerId="ADAL" clId="{5704655F-1DC6-5A1D-BC81-F4DA7804E592}" dt="2025-11-10T01:33:16.463" v="19" actId="1076"/>
          <ac:grpSpMkLst>
            <pc:docMk/>
            <pc:sldMk cId="3955309309" sldId="1463"/>
            <ac:grpSpMk id="35" creationId="{1D5AF042-8D6B-4B28-641B-0E09706EA860}"/>
          </ac:grpSpMkLst>
        </pc:grpChg>
      </pc:sldChg>
      <pc:sldChg chg="modSp add mod">
        <pc:chgData name="陈军_工学院" userId="6f7f04a3-a118-4a29-a2ab-4ad1875833df" providerId="ADAL" clId="{5704655F-1DC6-5A1D-BC81-F4DA7804E592}" dt="2025-11-10T01:48:59.858" v="65" actId="20577"/>
        <pc:sldMkLst>
          <pc:docMk/>
          <pc:sldMk cId="440725369" sldId="1464"/>
        </pc:sldMkLst>
        <pc:spChg chg="mod">
          <ac:chgData name="陈军_工学院" userId="6f7f04a3-a118-4a29-a2ab-4ad1875833df" providerId="ADAL" clId="{5704655F-1DC6-5A1D-BC81-F4DA7804E592}" dt="2025-11-10T01:48:59.858" v="65" actId="20577"/>
          <ac:spMkLst>
            <pc:docMk/>
            <pc:sldMk cId="440725369" sldId="1464"/>
            <ac:spMk id="49" creationId="{8A35F44E-8334-9983-7178-EA5CA69CCD52}"/>
          </ac:spMkLst>
        </pc:spChg>
      </pc:sldChg>
      <pc:sldChg chg="modSp add mod">
        <pc:chgData name="陈军_工学院" userId="6f7f04a3-a118-4a29-a2ab-4ad1875833df" providerId="ADAL" clId="{5704655F-1DC6-5A1D-BC81-F4DA7804E592}" dt="2025-11-10T01:49:03.523" v="67" actId="20577"/>
        <pc:sldMkLst>
          <pc:docMk/>
          <pc:sldMk cId="590781025" sldId="1465"/>
        </pc:sldMkLst>
        <pc:spChg chg="mod">
          <ac:chgData name="陈军_工学院" userId="6f7f04a3-a118-4a29-a2ab-4ad1875833df" providerId="ADAL" clId="{5704655F-1DC6-5A1D-BC81-F4DA7804E592}" dt="2025-11-10T01:49:03.523" v="67" actId="20577"/>
          <ac:spMkLst>
            <pc:docMk/>
            <pc:sldMk cId="590781025" sldId="1465"/>
            <ac:spMk id="31" creationId="{56B92EF0-3E4C-2280-6B76-F321E3C1DF5E}"/>
          </ac:spMkLst>
        </pc:spChg>
      </pc:sldChg>
      <pc:sldChg chg="add del">
        <pc:chgData name="陈军_工学院" userId="6f7f04a3-a118-4a29-a2ab-4ad1875833df" providerId="ADAL" clId="{5704655F-1DC6-5A1D-BC81-F4DA7804E592}" dt="2025-11-10T01:35:36.456" v="21" actId="2696"/>
        <pc:sldMkLst>
          <pc:docMk/>
          <pc:sldMk cId="784195987" sldId="1466"/>
        </pc:sldMkLst>
      </pc:sldChg>
      <pc:sldChg chg="add del">
        <pc:chgData name="陈军_工学院" userId="6f7f04a3-a118-4a29-a2ab-4ad1875833df" providerId="ADAL" clId="{5704655F-1DC6-5A1D-BC81-F4DA7804E592}" dt="2025-11-10T01:35:36.456" v="21" actId="2696"/>
        <pc:sldMkLst>
          <pc:docMk/>
          <pc:sldMk cId="2549947659" sldId="1467"/>
        </pc:sldMkLst>
      </pc:sldChg>
      <pc:sldChg chg="add del">
        <pc:chgData name="陈军_工学院" userId="6f7f04a3-a118-4a29-a2ab-4ad1875833df" providerId="ADAL" clId="{5704655F-1DC6-5A1D-BC81-F4DA7804E592}" dt="2025-11-10T01:35:36.456" v="21" actId="2696"/>
        <pc:sldMkLst>
          <pc:docMk/>
          <pc:sldMk cId="4170111292" sldId="1468"/>
        </pc:sldMkLst>
      </pc:sldChg>
      <pc:sldChg chg="add del">
        <pc:chgData name="陈军_工学院" userId="6f7f04a3-a118-4a29-a2ab-4ad1875833df" providerId="ADAL" clId="{5704655F-1DC6-5A1D-BC81-F4DA7804E592}" dt="2025-11-10T01:35:36.456" v="21" actId="2696"/>
        <pc:sldMkLst>
          <pc:docMk/>
          <pc:sldMk cId="4114901904" sldId="1469"/>
        </pc:sldMkLst>
      </pc:sldChg>
      <pc:sldChg chg="add del">
        <pc:chgData name="陈军_工学院" userId="6f7f04a3-a118-4a29-a2ab-4ad1875833df" providerId="ADAL" clId="{5704655F-1DC6-5A1D-BC81-F4DA7804E592}" dt="2025-11-10T01:35:38.132" v="22" actId="2696"/>
        <pc:sldMkLst>
          <pc:docMk/>
          <pc:sldMk cId="3276791606" sldId="1470"/>
        </pc:sldMkLst>
      </pc:sldChg>
      <pc:sldChg chg="modSp add mod">
        <pc:chgData name="陈军_工学院" userId="6f7f04a3-a118-4a29-a2ab-4ad1875833df" providerId="ADAL" clId="{5704655F-1DC6-5A1D-BC81-F4DA7804E592}" dt="2025-11-10T01:48:49.775" v="61" actId="20577"/>
        <pc:sldMkLst>
          <pc:docMk/>
          <pc:sldMk cId="2674690992" sldId="1471"/>
        </pc:sldMkLst>
        <pc:spChg chg="mod">
          <ac:chgData name="陈军_工学院" userId="6f7f04a3-a118-4a29-a2ab-4ad1875833df" providerId="ADAL" clId="{5704655F-1DC6-5A1D-BC81-F4DA7804E592}" dt="2025-11-10T01:48:49.775" v="61" actId="20577"/>
          <ac:spMkLst>
            <pc:docMk/>
            <pc:sldMk cId="2674690992" sldId="1471"/>
            <ac:spMk id="24" creationId="{E33EBDE3-F6D0-31E5-CA5A-05F86C63EAE2}"/>
          </ac:spMkLst>
        </pc:spChg>
      </pc:sldChg>
      <pc:sldChg chg="add del">
        <pc:chgData name="陈军_工学院" userId="6f7f04a3-a118-4a29-a2ab-4ad1875833df" providerId="ADAL" clId="{5704655F-1DC6-5A1D-BC81-F4DA7804E592}" dt="2025-11-10T01:32:53.673" v="18"/>
        <pc:sldMkLst>
          <pc:docMk/>
          <pc:sldMk cId="679903406" sldId="1472"/>
        </pc:sldMkLst>
      </pc:sldChg>
      <pc:sldChg chg="add">
        <pc:chgData name="陈军_工学院" userId="6f7f04a3-a118-4a29-a2ab-4ad1875833df" providerId="ADAL" clId="{5704655F-1DC6-5A1D-BC81-F4DA7804E592}" dt="2025-11-10T01:53:08.983" v="72"/>
        <pc:sldMkLst>
          <pc:docMk/>
          <pc:sldMk cId="2416517715" sldId="1472"/>
        </pc:sldMkLst>
      </pc:sldChg>
      <pc:sldChg chg="add">
        <pc:chgData name="陈军_工学院" userId="6f7f04a3-a118-4a29-a2ab-4ad1875833df" providerId="ADAL" clId="{5704655F-1DC6-5A1D-BC81-F4DA7804E592}" dt="2025-11-10T01:53:08.983" v="72"/>
        <pc:sldMkLst>
          <pc:docMk/>
          <pc:sldMk cId="1466035304" sldId="1473"/>
        </pc:sldMkLst>
      </pc:sldChg>
      <pc:sldChg chg="add del">
        <pc:chgData name="陈军_工学院" userId="6f7f04a3-a118-4a29-a2ab-4ad1875833df" providerId="ADAL" clId="{5704655F-1DC6-5A1D-BC81-F4DA7804E592}" dt="2025-11-11T12:59:31.370" v="79" actId="2696"/>
        <pc:sldMkLst>
          <pc:docMk/>
          <pc:sldMk cId="3701727069" sldId="1474"/>
        </pc:sldMkLst>
      </pc:sldChg>
      <pc:sldChg chg="add del">
        <pc:chgData name="陈军_工学院" userId="6f7f04a3-a118-4a29-a2ab-4ad1875833df" providerId="ADAL" clId="{5704655F-1DC6-5A1D-BC81-F4DA7804E592}" dt="2025-11-11T12:57:42.860" v="76" actId="2696"/>
        <pc:sldMkLst>
          <pc:docMk/>
          <pc:sldMk cId="1702032917" sldId="147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A2A212-11AD-934F-81F1-B483125DF66D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250E1F-3977-4747-911E-733EB8B7BB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591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2E6B5E-27DF-4747-96E9-E7A46D46608C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12D0D5-ACED-4B29-ADCC-EF2B5D1FE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4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9" Type="http://schemas.openxmlformats.org/officeDocument/2006/relationships/image" Target="../media/image2.jpe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1.xml"/><Relationship Id="rId7" Type="http://schemas.openxmlformats.org/officeDocument/2006/relationships/tags" Target="../tags/tag15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9" Type="http://schemas.openxmlformats.org/officeDocument/2006/relationships/image" Target="../media/image3.jpe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8.xml"/><Relationship Id="rId7" Type="http://schemas.openxmlformats.org/officeDocument/2006/relationships/tags" Target="../tags/tag22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9" Type="http://schemas.openxmlformats.org/officeDocument/2006/relationships/image" Target="../media/image4.jpe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image" Target="../media/image4.jpeg"/><Relationship Id="rId5" Type="http://schemas.openxmlformats.org/officeDocument/2006/relationships/tags" Target="../tags/tag27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26.xml"/><Relationship Id="rId9" Type="http://schemas.openxmlformats.org/officeDocument/2006/relationships/tags" Target="../tags/tag3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4.jpe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5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7" Type="http://schemas.openxmlformats.org/officeDocument/2006/relationships/image" Target="../media/image4.jpeg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6.xml"/><Relationship Id="rId4" Type="http://schemas.openxmlformats.org/officeDocument/2006/relationships/tags" Target="../tags/tag45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tags" Target="../tags/tag4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7" Type="http://schemas.openxmlformats.org/officeDocument/2006/relationships/image" Target="../media/image4.jpeg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7.xml"/><Relationship Id="rId4" Type="http://schemas.openxmlformats.org/officeDocument/2006/relationships/tags" Target="../tags/tag56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66.xml"/><Relationship Id="rId7" Type="http://schemas.openxmlformats.org/officeDocument/2006/relationships/tags" Target="../tags/tag70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73.xml"/><Relationship Id="rId7" Type="http://schemas.openxmlformats.org/officeDocument/2006/relationships/tags" Target="../tags/tag77.xm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80.xml"/><Relationship Id="rId7" Type="http://schemas.openxmlformats.org/officeDocument/2006/relationships/tags" Target="../tags/tag84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92.xml"/><Relationship Id="rId3" Type="http://schemas.openxmlformats.org/officeDocument/2006/relationships/tags" Target="../tags/tag87.xml"/><Relationship Id="rId7" Type="http://schemas.openxmlformats.org/officeDocument/2006/relationships/tags" Target="../tags/tag91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88.xml"/><Relationship Id="rId9" Type="http://schemas.openxmlformats.org/officeDocument/2006/relationships/tags" Target="../tags/tag9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9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29AC3-F389-46AB-AFA0-5AC2110A72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46276"/>
            <a:ext cx="9144000" cy="1655762"/>
          </a:xfrm>
        </p:spPr>
        <p:txBody>
          <a:bodyPr anchor="ctr">
            <a:normAutofit/>
          </a:bodyPr>
          <a:lstStyle>
            <a:lvl1pPr marL="0" algn="ctr" fontAlgn="ctr">
              <a:defRPr sz="48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5CE61F-886C-4880-A95B-20ED4D3530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44682"/>
            <a:ext cx="9144000" cy="123444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C449BB-9DCC-4ED5-AD39-804DFD9F2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A6824-275B-1645-B4A6-B450D55D2CF0}" type="datetime1">
              <a:rPr lang="en-US" altLang="zh-CN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8EAEC-C9B7-4F7D-B809-067E35FB5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14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138B62-9141-4264-BCED-EF02C8279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381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181D2-87B3-414A-A0F9-4827765DF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785" y="191943"/>
            <a:ext cx="6003931" cy="625689"/>
          </a:xfrm>
          <a:solidFill>
            <a:schemeClr val="accent1">
              <a:lumMod val="7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BD4E5-169C-4257-AF04-B7F4A7C53E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b="1">
                <a:solidFill>
                  <a:schemeClr val="accent1">
                    <a:lumMod val="75000"/>
                  </a:schemeClr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64327-24B6-4DE0-A117-1F67313E0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2E2B4-6D3E-6C46-BBA8-2F314E148F6F}" type="datetime1">
              <a:rPr lang="en-US" altLang="zh-CN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63873-6862-4247-B34B-EF788F309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14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31B77-68A1-4F2E-B551-E8F4326F2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939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181D2-87B3-414A-A0F9-4827765DF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785" y="191943"/>
            <a:ext cx="6003931" cy="625689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BD4E5-169C-4257-AF04-B7F4A7C53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1026" y="1591733"/>
            <a:ext cx="10123516" cy="4671849"/>
          </a:xfr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b="1">
                <a:solidFill>
                  <a:schemeClr val="accent1">
                    <a:lumMod val="75000"/>
                  </a:schemeClr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64327-24B6-4DE0-A117-1F67313E0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728B2-E4FE-9A49-8362-4DDE338152A0}" type="datetime1">
              <a:rPr lang="en-US" altLang="zh-CN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63873-6862-4247-B34B-EF788F309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14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31B77-68A1-4F2E-B551-E8F4326F2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9C3C248-5F5D-00C6-8D34-6FC56C82B0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2279" y="910400"/>
            <a:ext cx="5507437" cy="528933"/>
          </a:xfrm>
        </p:spPr>
        <p:txBody>
          <a:bodyPr anchor="ctr">
            <a:noAutofit/>
          </a:bodyPr>
          <a:lstStyle>
            <a:lvl1pPr marL="0" indent="0">
              <a:buNone/>
              <a:defRPr sz="28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6896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15B8C-0D5D-4E1D-8BF4-D61F46FB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8DC1DC-2BC3-4C6A-8070-5601A2C67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E4DA0-2198-4827-BDDC-80F0A6D9E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A9580-DA11-3740-AAA1-86B9C09211F4}" type="datetime1">
              <a:rPr lang="en-US" altLang="zh-CN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77C69-3623-4960-A9FA-1B0F8DB65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14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557FB-2BC1-4FC4-8AE2-592B3BC46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015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6628E-4CB9-4054-BA93-C362841FA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D2D57-0AE5-48FD-B1B2-EFBDD2C705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41615"/>
            <a:ext cx="5181600" cy="503534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B59D76-97B2-4CEA-AC86-EB290E4841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41615"/>
            <a:ext cx="5181600" cy="503534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83E77-6C75-4215-8AE0-0F54D8562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C96ED-C601-A949-B9D3-0391C154962A}" type="datetime1">
              <a:rPr lang="en-US" altLang="zh-CN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111321-E414-460C-A1DE-21A746FDD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14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F4F03E-5220-4EB0-B9BF-C607CE08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216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5EF3B-CDCE-46FD-92EB-B68217B9A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51" y="288405"/>
            <a:ext cx="6259281" cy="759864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D07811-3425-4B48-A99B-1F72A6A26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15403"/>
            <a:ext cx="5157787" cy="55219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E9A445-9357-40B0-BED1-6B2A39767B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978429"/>
            <a:ext cx="5157787" cy="4211234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B0F840-44BE-46FF-858C-0B0B78A059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315403"/>
            <a:ext cx="5183188" cy="55219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2A1B63-95D0-4B45-8CE1-E41F5C6866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78429"/>
            <a:ext cx="5183188" cy="4211234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56EE5C-366C-4A05-B24D-6E5E4B49F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5B09D-5215-5944-9CBD-925824363907}" type="datetime1">
              <a:rPr lang="en-US" altLang="zh-CN" smtClean="0"/>
              <a:t>11/11/25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9B345C-BDB7-4F4C-8229-8545DEC4C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14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67997F-13F2-4012-9D15-199F86CBB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621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D94C8-E4CB-469D-8759-468A550E0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986076-F514-416F-9FD8-8B5411141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51EE9-F1D8-5E4A-949E-F624819260D8}" type="datetime1">
              <a:rPr lang="en-US" altLang="zh-CN" smtClean="0"/>
              <a:t>11/11/25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1E3C99-EF16-4E13-9CB8-6C685D63B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14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F9E16B-7C71-4348-A213-7ABD913AF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407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D94C8-E4CB-469D-8759-468A550E0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986076-F514-416F-9FD8-8B5411141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20C8C-77A3-1541-A330-E3E87C33FB4C}" type="datetime1">
              <a:rPr lang="en-US" altLang="zh-CN" smtClean="0"/>
              <a:t>11/11/25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1E3C99-EF16-4E13-9CB8-6C685D63B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14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F9E16B-7C71-4348-A213-7ABD913AF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B10DF379-40BA-CEA9-A617-CAA5651FFA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2279" y="817632"/>
            <a:ext cx="5507437" cy="626352"/>
          </a:xfrm>
        </p:spPr>
        <p:txBody>
          <a:bodyPr numCol="1" anchor="ctr">
            <a:noAutofit/>
          </a:bodyPr>
          <a:lstStyle>
            <a:lvl1pPr marL="0" indent="0">
              <a:buNone/>
              <a:defRPr sz="28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84961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EAE017-BA54-4903-90BE-5E03D77E4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0515B-CE80-194F-91F9-5F2A72BC1DDB}" type="datetime1">
              <a:rPr lang="en-US" altLang="zh-CN" smtClean="0"/>
              <a:t>11/11/25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6F8058-50F2-4491-82C1-B80DA2B4A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14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93026-A32F-485B-931E-8B5B11C5E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AB29B452-BDB2-4201-AE17-E702847E20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38200" y="487680"/>
            <a:ext cx="10363403" cy="770313"/>
          </a:xfrm>
        </p:spPr>
        <p:txBody>
          <a:bodyPr anchor="b">
            <a:noAutofit/>
          </a:bodyPr>
          <a:lstStyle>
            <a:lvl1pPr marL="0" indent="0" algn="ctr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06D6614D-F0E2-410C-83EC-843926F9CE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938352" y="1460211"/>
            <a:ext cx="8163098" cy="4693920"/>
          </a:xfrm>
        </p:spPr>
        <p:txBody>
          <a:bodyPr>
            <a:normAutofit/>
          </a:bodyPr>
          <a:lstStyle>
            <a:lvl1pPr>
              <a:spcBef>
                <a:spcPts val="600"/>
              </a:spcBef>
              <a:spcAft>
                <a:spcPts val="600"/>
              </a:spcAft>
              <a:defRPr sz="3200"/>
            </a:lvl1pPr>
            <a:lvl2pPr>
              <a:spcBef>
                <a:spcPts val="600"/>
              </a:spcBef>
              <a:spcAft>
                <a:spcPts val="600"/>
              </a:spcAft>
              <a:defRPr sz="3200"/>
            </a:lvl2pPr>
            <a:lvl3pPr>
              <a:spcBef>
                <a:spcPts val="600"/>
              </a:spcBef>
              <a:spcAft>
                <a:spcPts val="600"/>
              </a:spcAft>
              <a:defRPr sz="2800"/>
            </a:lvl3pPr>
            <a:lvl4pPr>
              <a:spcBef>
                <a:spcPts val="600"/>
              </a:spcBef>
              <a:spcAft>
                <a:spcPts val="600"/>
              </a:spcAft>
              <a:defRPr sz="2400"/>
            </a:lvl4pPr>
            <a:lvl5pPr>
              <a:spcBef>
                <a:spcPts val="600"/>
              </a:spcBef>
              <a:spcAft>
                <a:spcPts val="600"/>
              </a:spcAft>
              <a:defRPr sz="2400"/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61727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E7C01-812F-4893-9A0C-92A5D2958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F0BFB-74E3-4B20-9BBD-AF221DE15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46F0D4-7478-4A79-8103-D634F6721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974364-04AB-4E55-AC1A-F2B4127FA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E39E2-7760-6447-A975-5ED9713CA545}" type="datetime1">
              <a:rPr lang="en-US" altLang="zh-CN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A198EE-5344-4348-8E71-5A87B6DC5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14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D3E4C5-A969-4885-A0BE-2A760C748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290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E5B18-6F1E-42D0-8FED-31E3999A4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3D196E-5D9C-459B-B14C-90F666FF9C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1D1EF5-A4C9-4E66-A9EA-9B5CA5F53B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986928-A2BF-4B5F-9D93-879B18BBD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A4A1D-D449-8140-B55E-64E2F8F1EB12}" type="datetime1">
              <a:rPr lang="en-US" altLang="zh-CN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176131-49F2-4B3E-AD09-EDADE8CD6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14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5DC662-A2DB-429F-A30E-2132412A3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5652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08926-5B6E-4CE3-978D-BEBFA2406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9B8062-5C83-4067-B283-F55F0238FA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6D8A3-3E49-434E-890B-E08ED9C6F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0FD5B-9CC7-FF47-9054-A0C9B4ABE500}" type="datetime1">
              <a:rPr lang="en-US" altLang="zh-CN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313AC-44E6-416A-A578-A7EF1D103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14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631F8-5845-43A3-84C5-610D75AF7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4966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7A46F6-727A-40AF-9987-FCA799ADE9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03C102-28C3-448C-964D-C1025F5DEC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6BFBA-56B0-47E9-A049-82F577237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F693C-5455-8D40-A1DB-51418C944E8D}" type="datetime1">
              <a:rPr lang="en-US" altLang="zh-CN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9D6BE8-555C-431D-AEE9-48CF2893D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14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AC4DC-E662-433F-BF78-423BED1F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4980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工程制图第</a:t>
            </a:r>
            <a:r>
              <a:rPr lang="en-US" altLang="zh-CN"/>
              <a:t>14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fld id="{62248A05-BE7A-1845-A3D4-DB341CC35468}" type="datetime1">
              <a:rPr lang="en-US" altLang="zh-CN" smtClean="0"/>
              <a:t>11/11/25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7853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热个体户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rcRect/>
          <a:stretch>
            <a:fillRect/>
          </a:stretch>
        </p:blipFill>
        <p:spPr>
          <a:xfrm flipV="1">
            <a:off x="-635" y="0"/>
            <a:ext cx="12192000" cy="6857365"/>
          </a:xfrm>
          <a:prstGeom prst="rect">
            <a:avLst/>
          </a:prstGeom>
        </p:spPr>
      </p:pic>
      <p:sp>
        <p:nvSpPr>
          <p:cNvPr id="8" name="署名"/>
          <p:cNvSpPr txBox="1">
            <a:spLocks noGrp="1"/>
          </p:cNvSpPr>
          <p:nvPr>
            <p:ph type="body" idx="3" hasCustomPrompt="1"/>
            <p:custDataLst>
              <p:tags r:id="rId2"/>
            </p:custDataLst>
          </p:nvPr>
        </p:nvSpPr>
        <p:spPr>
          <a:xfrm>
            <a:off x="1098550" y="4037965"/>
            <a:ext cx="1943100" cy="43688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</p:spPr>
        <p:txBody>
          <a:bodyPr wrap="square" lIns="91440" tIns="45720" rIns="91440" bIns="4572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400" b="1" i="0" u="none" strike="noStrike" kern="1200" cap="none" spc="0" normalizeH="0" baseline="0" noProof="1" dirty="0">
                <a:solidFill>
                  <a:schemeClr val="lt1"/>
                </a:solidFill>
                <a:latin typeface="+mj-lt"/>
                <a:ea typeface="+mj-lt"/>
                <a:cs typeface="Microsoft YaHei" panose="020B0503020204020204" charset="-122"/>
                <a:sym typeface="+mn-ea"/>
              </a:defRPr>
            </a:lvl1pPr>
          </a:lstStyle>
          <a:p>
            <a:pPr lvl="0" algn="ctr">
              <a:lnSpc>
                <a:spcPct val="100000"/>
              </a:lnSpc>
              <a:buClrTx/>
              <a:buSzTx/>
              <a:buFontTx/>
            </a:pPr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3"/>
            </p:custDataLst>
          </p:nvPr>
        </p:nvSpPr>
        <p:spPr>
          <a:xfrm>
            <a:off x="1007110" y="2699385"/>
            <a:ext cx="6332855" cy="1051560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30000"/>
              </a:lnSpc>
              <a:buClrTx/>
              <a:buSzTx/>
              <a:buFontTx/>
              <a:buNone/>
              <a:defRPr kumimoji="0" lang="zh-CN" altLang="en-US" sz="4000" b="1" i="0" u="none" strike="noStrike" kern="1200" cap="none" spc="0" normalizeH="0" baseline="0" noProof="1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460000" scaled="0"/>
                </a:gradFill>
                <a:latin typeface="+mj-lt"/>
                <a:ea typeface="+mj-lt"/>
                <a:cs typeface="Microsoft YaHei" panose="020B0503020204020204" charset="-122"/>
                <a:sym typeface="+mn-ea"/>
              </a:defRPr>
            </a:lvl1pPr>
          </a:lstStyle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>
                <a:sym typeface="+mn-ea"/>
              </a:rPr>
              <a:t>单击此处编辑副标题</a:t>
            </a: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4"/>
            </p:custDataLst>
          </p:nvPr>
        </p:nvSpPr>
        <p:spPr>
          <a:xfrm>
            <a:off x="1007110" y="1318895"/>
            <a:ext cx="6333490" cy="1560830"/>
          </a:xfrm>
          <a:prstGeom prst="rect">
            <a:avLst/>
          </a:prstGeom>
          <a:noFill/>
        </p:spPr>
        <p:txBody>
          <a:bodyPr wrap="square" lIns="91440" tIns="45720" rIns="91440" bIns="4572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zh-CN" altLang="en-US" sz="56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crosoft YaHei" panose="020B0503020204020204" charset="-122"/>
                <a:sym typeface="+mn-ea"/>
              </a:defRPr>
            </a:lvl1pPr>
          </a:lstStyle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9D6DB8BC-07DA-EB43-B233-0D5BA19E36A3}" type="datetime1">
              <a:rPr lang="en-US" altLang="zh-CN" smtClean="0"/>
              <a:t>11/11/25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14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2062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片 49" descr="二万个通过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rcRect/>
          <a:stretch>
            <a:fillRect/>
          </a:stretch>
        </p:blipFill>
        <p:spPr>
          <a:xfrm>
            <a:off x="-635" y="0"/>
            <a:ext cx="12192635" cy="6857365"/>
          </a:xfrm>
          <a:prstGeom prst="rect">
            <a:avLst/>
          </a:prstGeom>
        </p:spPr>
      </p:pic>
      <p:sp>
        <p:nvSpPr>
          <p:cNvPr id="33" name="圆角矩形 32"/>
          <p:cNvSpPr/>
          <p:nvPr>
            <p:custDataLst>
              <p:tags r:id="rId2"/>
            </p:custDataLst>
          </p:nvPr>
        </p:nvSpPr>
        <p:spPr>
          <a:xfrm>
            <a:off x="10532110" y="4648200"/>
            <a:ext cx="572770" cy="7556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Microsoft YaHei" panose="020B0503020204020204" charset="-122"/>
            </a:endParaRPr>
          </a:p>
        </p:txBody>
      </p:sp>
      <p:sp>
        <p:nvSpPr>
          <p:cNvPr id="7" name="节编号"/>
          <p:cNvSpPr txBox="1">
            <a:spLocks noGrp="1"/>
          </p:cNvSpPr>
          <p:nvPr>
            <p:ph type="body" idx="2" hasCustomPrompt="1"/>
            <p:custDataLst>
              <p:tags r:id="rId3"/>
            </p:custDataLst>
          </p:nvPr>
        </p:nvSpPr>
        <p:spPr>
          <a:xfrm>
            <a:off x="8674735" y="1183641"/>
            <a:ext cx="2516505" cy="197738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en-US" altLang="zh-CN" sz="11500" b="1" i="0" u="none" strike="noStrike" kern="1200" cap="none" spc="0" normalizeH="0" baseline="0" noProof="1" dirty="0">
                <a:gradFill>
                  <a:gsLst>
                    <a:gs pos="0">
                      <a:schemeClr val="accent1">
                        <a:alpha val="20000"/>
                      </a:schemeClr>
                    </a:gs>
                    <a:gs pos="100000">
                      <a:schemeClr val="accent2">
                        <a:alpha val="20000"/>
                      </a:schemeClr>
                    </a:gs>
                  </a:gsLst>
                  <a:lin ang="10920000" scaled="0"/>
                </a:gradFill>
                <a:latin typeface="+mj-lt"/>
                <a:ea typeface="+mj-lt"/>
                <a:cs typeface="Microsoft YaHei" panose="020B0503020204020204" charset="-122"/>
                <a:sym typeface="+mn-ea"/>
              </a:defRPr>
            </a:lvl1pPr>
          </a:lstStyle>
          <a:p>
            <a:pPr lvl="0" algn="r">
              <a:lnSpc>
                <a:spcPct val="110000"/>
              </a:lnSpc>
              <a:buClrTx/>
              <a:buSzTx/>
              <a:buFontTx/>
            </a:pPr>
            <a:r>
              <a:rPr>
                <a:sym typeface="+mn-ea"/>
              </a:rPr>
              <a:t>编号</a:t>
            </a: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4"/>
            </p:custDataLst>
          </p:nvPr>
        </p:nvSpPr>
        <p:spPr>
          <a:xfrm>
            <a:off x="5302885" y="3161030"/>
            <a:ext cx="5888355" cy="13525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defRPr kumimoji="0" lang="zh-CN" altLang="en-US" sz="44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Microsoft YaHei" panose="020B0503020204020204" charset="-122"/>
                <a:sym typeface="+mn-ea"/>
              </a:defRPr>
            </a:lvl1pPr>
          </a:lstStyle>
          <a:p>
            <a:pPr lvl="0" algn="r">
              <a:lnSpc>
                <a:spcPct val="120000"/>
              </a:lnSpc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905D361-947C-3642-B78A-7DA991D720AF}" type="datetime1">
              <a:rPr lang="en-US" altLang="zh-CN" smtClean="0"/>
              <a:t>11/11/25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14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4969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regtgtrgr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>
            <a:alphaModFix amt="57000"/>
          </a:blip>
          <a:srcRect l="6109" t="47811" r="313"/>
          <a:stretch>
            <a:fillRect/>
          </a:stretch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sp>
        <p:nvSpPr>
          <p:cNvPr id="8" name="正文"/>
          <p:cNvSpPr txBox="1">
            <a:spLocks noGrp="1"/>
          </p:cNvSpPr>
          <p:nvPr>
            <p:ph idx="3"/>
            <p:custDataLst>
              <p:tags r:id="rId2"/>
            </p:custDataLst>
          </p:nvPr>
        </p:nvSpPr>
        <p:spPr>
          <a:xfrm>
            <a:off x="6400805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lt"/>
                <a:cs typeface="Microsoft YaHei" panose="020B0503020204020204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Click to edit Master text styles</a:t>
            </a:r>
          </a:p>
          <a:p>
            <a:pPr lvl="1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Second level</a:t>
            </a:r>
          </a:p>
          <a:p>
            <a:pPr lvl="2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Third level</a:t>
            </a:r>
          </a:p>
          <a:p>
            <a:pPr lvl="3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Fourth level</a:t>
            </a:r>
          </a:p>
          <a:p>
            <a:pPr lvl="4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Fifth level</a:t>
            </a:r>
            <a:endParaRPr lang="zh-CN" altLang="en-US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lt"/>
              <a:cs typeface="MiSans" panose="00000500000000000000" pitchFamily="2" charset="-122"/>
              <a:sym typeface="+mn-ea"/>
            </a:endParaRPr>
          </a:p>
        </p:txBody>
      </p:sp>
      <p:sp>
        <p:nvSpPr>
          <p:cNvPr id="7" name="正文"/>
          <p:cNvSpPr txBox="1">
            <a:spLocks noGrp="1"/>
          </p:cNvSpPr>
          <p:nvPr>
            <p:ph idx="2"/>
            <p:custDataLst>
              <p:tags r:id="rId3"/>
            </p:custDataLst>
          </p:nvPr>
        </p:nvSpPr>
        <p:spPr>
          <a:xfrm>
            <a:off x="608400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lt"/>
                <a:cs typeface="Microsoft YaHei" panose="020B0503020204020204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Click to edit Master text styles</a:t>
            </a:r>
          </a:p>
          <a:p>
            <a:pPr lvl="1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Second level</a:t>
            </a:r>
          </a:p>
          <a:p>
            <a:pPr lvl="2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Third level</a:t>
            </a:r>
          </a:p>
          <a:p>
            <a:pPr lvl="3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Fourth level</a:t>
            </a:r>
          </a:p>
          <a:p>
            <a:pPr lvl="4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Fifth level</a:t>
            </a:r>
            <a:endParaRPr lang="zh-CN" altLang="en-US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lt"/>
              <a:cs typeface="MiSans" panose="00000500000000000000" pitchFamily="2" charset="-122"/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>
            <a:pPr lvl="0"/>
            <a:r>
              <a:rPr lang="en-US" altLang="zh-CN">
                <a:sym typeface="+mn-ea"/>
              </a:rPr>
              <a:t>Click to edit Master title style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7DAD3F9-ACF4-0C44-842C-3E6D8FF68F63}" type="datetime1">
              <a:rPr lang="en-US" altLang="zh-CN" smtClean="0"/>
              <a:t>11/11/25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14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8760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regtgtrgr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>
            <a:alphaModFix amt="57000"/>
          </a:blip>
          <a:srcRect l="6109" t="47811" r="313"/>
          <a:stretch>
            <a:fillRect/>
          </a:stretch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sp>
        <p:nvSpPr>
          <p:cNvPr id="10" name="正文"/>
          <p:cNvSpPr txBox="1">
            <a:spLocks noGrp="1"/>
          </p:cNvSpPr>
          <p:nvPr>
            <p:ph idx="5"/>
            <p:custDataLst>
              <p:tags r:id="rId2"/>
            </p:custDataLst>
          </p:nvPr>
        </p:nvSpPr>
        <p:spPr>
          <a:xfrm>
            <a:off x="62352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lt"/>
                <a:cs typeface="Microsoft YaHei" panose="020B0503020204020204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Click to edit Master text styles</a:t>
            </a:r>
          </a:p>
          <a:p>
            <a:pPr lvl="1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Second level</a:t>
            </a:r>
          </a:p>
          <a:p>
            <a:pPr lvl="2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Third level</a:t>
            </a:r>
          </a:p>
          <a:p>
            <a:pPr lvl="3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Fourth level</a:t>
            </a:r>
          </a:p>
          <a:p>
            <a:pPr lvl="4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Fifth level</a:t>
            </a:r>
            <a:endParaRPr lang="zh-CN" altLang="en-US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lt"/>
              <a:cs typeface="MiSans" panose="00000500000000000000" pitchFamily="2" charset="-122"/>
              <a:sym typeface="+mn-ea"/>
            </a:endParaRPr>
          </a:p>
        </p:txBody>
      </p:sp>
      <p:sp>
        <p:nvSpPr>
          <p:cNvPr id="9" name="标题"/>
          <p:cNvSpPr txBox="1">
            <a:spLocks noGrp="1"/>
          </p:cNvSpPr>
          <p:nvPr>
            <p:ph type="title" idx="4"/>
            <p:custDataLst>
              <p:tags r:id="rId3"/>
            </p:custDataLst>
          </p:nvPr>
        </p:nvSpPr>
        <p:spPr>
          <a:xfrm>
            <a:off x="6235200" y="1429200"/>
            <a:ext cx="5342400" cy="39878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crosoft YaHei" panose="020B0503020204020204" charset="-122"/>
              </a:defRPr>
            </a:lvl1pPr>
          </a:lstStyle>
          <a:p>
            <a:pPr lvl="0"/>
            <a:r>
              <a:rPr lang="en-US" altLang="zh-CN">
                <a:sym typeface="+mn-ea"/>
              </a:rPr>
              <a:t>Click to edit Master title style</a:t>
            </a:r>
            <a:endParaRPr>
              <a:sym typeface="+mn-ea"/>
            </a:endParaRPr>
          </a:p>
        </p:txBody>
      </p:sp>
      <p:sp>
        <p:nvSpPr>
          <p:cNvPr id="8" name="正文"/>
          <p:cNvSpPr txBox="1">
            <a:spLocks noGrp="1"/>
          </p:cNvSpPr>
          <p:nvPr>
            <p:ph idx="3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lt"/>
                <a:cs typeface="Microsoft YaHei" panose="020B0503020204020204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Click to edit Master text styles</a:t>
            </a:r>
          </a:p>
          <a:p>
            <a:pPr lvl="1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Second level</a:t>
            </a:r>
          </a:p>
          <a:p>
            <a:pPr lvl="2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Third level</a:t>
            </a:r>
          </a:p>
          <a:p>
            <a:pPr lvl="3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Fourth level</a:t>
            </a:r>
          </a:p>
          <a:p>
            <a:pPr lvl="4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Fifth level</a:t>
            </a:r>
            <a:endParaRPr lang="zh-CN" altLang="en-US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lt"/>
              <a:cs typeface="MiSans" panose="00000500000000000000" pitchFamily="2" charset="-122"/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2"/>
            <p:custDataLst>
              <p:tags r:id="rId5"/>
            </p:custDataLst>
          </p:nvPr>
        </p:nvSpPr>
        <p:spPr>
          <a:xfrm>
            <a:off x="608400" y="1429200"/>
            <a:ext cx="5342400" cy="39878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Microsoft YaHei" panose="020B0503020204020204" charset="-122"/>
              </a:defRPr>
            </a:lvl1pPr>
          </a:lstStyle>
          <a:p>
            <a:pPr lvl="0"/>
            <a:r>
              <a:rPr lang="en-US" altLang="zh-CN">
                <a:sym typeface="+mn-ea"/>
              </a:rPr>
              <a:t>Click to edit Master title style</a:t>
            </a:r>
            <a:endParaRPr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>
            <a:pPr lvl="0"/>
            <a:r>
              <a:rPr lang="en-US" altLang="zh-CN">
                <a:sym typeface="+mn-ea"/>
              </a:rPr>
              <a:t>Click to edit Master title style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F5A9C4F-3B7B-1341-8F07-58E184BD1C81}" type="datetime1">
              <a:rPr lang="en-US" altLang="zh-CN" smtClean="0"/>
              <a:t>11/11/25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14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9295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regtgtrgr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57000"/>
          </a:blip>
          <a:srcRect l="6109" t="47811" r="313"/>
          <a:stretch>
            <a:fillRect/>
          </a:stretch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4611470A-5907-E049-90FD-31E388A7A9E4}" type="datetime1">
              <a:rPr lang="en-US" altLang="zh-CN" smtClean="0"/>
              <a:t>11/11/25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14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 algn="r"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333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defRPr>
            </a:lvl1pPr>
          </a:lstStyle>
          <a:p>
            <a:pPr lvl="0"/>
            <a:r>
              <a:rPr lang="en-US" altLang="zh-CN">
                <a:sym typeface="+mn-ea"/>
              </a:rPr>
              <a:t>Click to edit Master title style</a:t>
            </a:r>
            <a:endParaRPr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Microsoft YaHei" panose="020B0503020204020204" charset="-122"/>
                <a:ea typeface="Microsoft YaHei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en-US" altLang="zh-CN">
                <a:sym typeface="+mn-ea"/>
              </a:rPr>
              <a:t>Click icon to add picture</a:t>
            </a:r>
            <a:endParaRPr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+mn-ea"/>
              </a:defRPr>
            </a:lvl1pPr>
          </a:lstStyle>
          <a:p>
            <a:pPr lvl="0"/>
            <a:r>
              <a:rPr lang="en-US" altLang="zh-CN">
                <a:sym typeface="+mn-ea"/>
              </a:rPr>
              <a:t>Click to edit Master text styles</a:t>
            </a: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182C51FD-9A7E-3742-A856-084B83F353C1}" type="datetime1">
              <a:rPr lang="en-US" altLang="zh-CN" smtClean="0"/>
              <a:t>11/11/25</a:t>
            </a:fld>
            <a:endParaRPr 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14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5082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regtgtrgr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alphaModFix amt="57000"/>
          </a:blip>
          <a:srcRect l="6109" t="47811" r="313"/>
          <a:stretch>
            <a:fillRect/>
          </a:stretch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sp>
        <p:nvSpPr>
          <p:cNvPr id="6" name="正文"/>
          <p:cNvSpPr txBox="1"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608330"/>
            <a:ext cx="10968990" cy="56483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lt"/>
                <a:cs typeface="Microsoft YaHei" panose="020B0503020204020204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Microsoft YaHei" panose="020B0503020204020204" charset="-122"/>
                <a:cs typeface="Microsoft YaHei" panose="020B0503020204020204" charset="-122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Click to edit Master text styles</a:t>
            </a:r>
          </a:p>
          <a:p>
            <a:pPr lvl="1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Second level</a:t>
            </a:r>
          </a:p>
          <a:p>
            <a:pPr lvl="2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Third level</a:t>
            </a:r>
          </a:p>
          <a:p>
            <a:pPr lvl="3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Fourth level</a:t>
            </a:r>
          </a:p>
          <a:p>
            <a:pPr lvl="4"/>
            <a:r>
              <a:rPr lang="en-US" altLang="zh-CN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lt"/>
                <a:sym typeface="+mn-ea"/>
              </a:rPr>
              <a:t>Fifth level</a:t>
            </a:r>
            <a:endParaRPr lang="zh-CN" altLang="en-US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lt"/>
              <a:cs typeface="MiSans" panose="00000500000000000000" pitchFamily="2" charset="-122"/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02A6539-8394-A845-9FFF-F65F19540A40}" type="datetime1">
              <a:rPr lang="en-US" altLang="zh-CN" smtClean="0"/>
              <a:t>11/11/25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14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9492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末尾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热个体户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rcRect t="12314" r="7229"/>
          <a:stretch>
            <a:fillRect/>
          </a:stretch>
        </p:blipFill>
        <p:spPr>
          <a:xfrm flipV="1">
            <a:off x="-635" y="0"/>
            <a:ext cx="12192000" cy="6857365"/>
          </a:xfrm>
          <a:prstGeom prst="rect">
            <a:avLst/>
          </a:prstGeom>
        </p:spPr>
      </p:pic>
      <p:sp>
        <p:nvSpPr>
          <p:cNvPr id="7" name="标题"/>
          <p:cNvSpPr txBox="1">
            <a:spLocks noGrp="1"/>
          </p:cNvSpPr>
          <p:nvPr>
            <p:ph type="title" idx="2" hasCustomPrompt="1"/>
            <p:custDataLst>
              <p:tags r:id="rId2"/>
            </p:custDataLst>
          </p:nvPr>
        </p:nvSpPr>
        <p:spPr>
          <a:xfrm>
            <a:off x="1013460" y="1395730"/>
            <a:ext cx="6620510" cy="214757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30000"/>
              </a:lnSpc>
              <a:buClrTx/>
              <a:buSzTx/>
              <a:buFontTx/>
              <a:buNone/>
              <a:defRPr kumimoji="0" lang="en-US" altLang="zh-CN" sz="6000" b="1" i="0" u="none" strike="noStrike" kern="1200" cap="none" spc="0" normalizeH="0" baseline="0" noProof="1" dirty="0"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460000" scaled="0"/>
                </a:gradFill>
                <a:latin typeface="+mj-lt"/>
                <a:ea typeface="+mj-lt"/>
                <a:cs typeface="Microsoft YaHei" panose="020B0503020204020204" charset="-122"/>
                <a:sym typeface="+mn-ea"/>
              </a:defRPr>
            </a:lvl1pPr>
          </a:lstStyle>
          <a:p>
            <a:pPr lvl="0" algn="l">
              <a:lnSpc>
                <a:spcPct val="130000"/>
              </a:lnSpc>
              <a:buClrTx/>
              <a:buSzTx/>
              <a:buFontTx/>
            </a:pPr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6" name="署名"/>
          <p:cNvSpPr txBox="1"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013460" y="4037965"/>
            <a:ext cx="1943100" cy="43688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</p:spPr>
        <p:txBody>
          <a:bodyPr wrap="square" lIns="91440" tIns="45720" rIns="91440" bIns="45720" rtlCol="0" anchor="ctr" anchorCtr="0">
            <a:no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400" b="1" i="0" u="none" strike="noStrike" kern="1200" cap="none" spc="0" normalizeH="0" baseline="0" noProof="1" dirty="0">
                <a:solidFill>
                  <a:schemeClr val="lt1"/>
                </a:solidFill>
                <a:latin typeface="+mj-lt"/>
                <a:ea typeface="+mj-lt"/>
                <a:cs typeface="Microsoft YaHei" panose="020B0503020204020204" charset="-122"/>
                <a:sym typeface="+mn-ea"/>
              </a:defRPr>
            </a:lvl1pPr>
          </a:lstStyle>
          <a:p>
            <a:pPr lvl="0" algn="ctr">
              <a:lnSpc>
                <a:spcPct val="100000"/>
              </a:lnSpc>
              <a:buClrTx/>
              <a:buSzTx/>
              <a:buFontTx/>
            </a:pPr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E683751-9110-C34F-B7E1-3247BC0B04E4}" type="datetime1">
              <a:rPr lang="en-US" altLang="zh-CN" smtClean="0"/>
              <a:t>11/11/25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14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007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通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regtgtrgr-0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alphaModFix amt="57000"/>
          </a:blip>
          <a:srcRect l="6109" t="47811" r="313"/>
          <a:stretch>
            <a:fillRect/>
          </a:stretch>
        </p:blipFill>
        <p:spPr>
          <a:xfrm flipH="1" flipV="1">
            <a:off x="0" y="0"/>
            <a:ext cx="12191365" cy="6858000"/>
          </a:xfrm>
          <a:prstGeom prst="rect">
            <a:avLst/>
          </a:prstGeom>
        </p:spPr>
      </p:pic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>
            <a:pPr lvl="0"/>
            <a:r>
              <a:rPr lang="en-US" altLang="zh-CN">
                <a:sym typeface="+mn-ea"/>
              </a:rPr>
              <a:t>Click to edit Master title style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6B83FC5E-8F2A-B149-A2AF-E9D6065C1635}" type="datetime1">
              <a:rPr lang="en-US" altLang="zh-CN" smtClean="0"/>
              <a:t>11/11/25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14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2691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crosoft YaHei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="1"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4"/>
            <p:custDataLst>
              <p:tags r:id="rId4"/>
            </p:custDataLst>
          </p:nvPr>
        </p:nvSpPr>
        <p:spPr/>
        <p:txBody>
          <a:bodyPr/>
          <a:lstStyle/>
          <a:p>
            <a:fld id="{CCD19B21-F0D4-7D46-970B-EC58E7DEC714}" type="datetime1">
              <a:rPr lang="en-US" altLang="zh-CN" smtClean="0"/>
              <a:t>11/11/25</a:t>
            </a:fld>
            <a:endParaRPr 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5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14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6"/>
            <p:custDataLst>
              <p:tags r:id="rId6"/>
            </p:custDataLst>
          </p:nvPr>
        </p:nvSpPr>
        <p:spPr/>
        <p:txBody>
          <a:bodyPr/>
          <a:lstStyle>
            <a:lvl1pPr algn="r"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0577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cs typeface="Microsoft YaHei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="1"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defRPr>
            </a:lvl1pPr>
          </a:lstStyle>
          <a:p>
            <a:r>
              <a:rPr lang="zh-CN" altLang="en-US"/>
              <a:t>单击编辑标题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4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5"/>
            <p:custDataLst>
              <p:tags r:id="rId5"/>
            </p:custDataLst>
          </p:nvPr>
        </p:nvSpPr>
        <p:spPr/>
        <p:txBody>
          <a:bodyPr/>
          <a:lstStyle/>
          <a:p>
            <a:fld id="{C5EEA59B-5A0F-6D48-8FDC-752069B5FB2A}" type="datetime1">
              <a:rPr lang="en-US" altLang="zh-CN" smtClean="0"/>
              <a:t>11/11/25</a:t>
            </a:fld>
            <a:endParaRPr 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6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14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7"/>
            <p:custDataLst>
              <p:tags r:id="rId7"/>
            </p:custDataLst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6883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cs typeface="Microsoft YaHei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="1"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4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5"/>
            <p:custDataLst>
              <p:tags r:id="rId5"/>
            </p:custDataLst>
          </p:nvPr>
        </p:nvSpPr>
        <p:spPr/>
        <p:txBody>
          <a:bodyPr/>
          <a:lstStyle/>
          <a:p>
            <a:fld id="{99219E95-1FF4-AB4F-B1F2-B513CADBC02C}" type="datetime1">
              <a:rPr lang="en-US" altLang="zh-CN" smtClean="0"/>
              <a:t>11/11/25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6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14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7"/>
            <p:custDataLst>
              <p:tags r:id="rId7"/>
            </p:custDataLst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137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cs typeface="Microsoft YaHei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="1"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4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5"/>
            <p:custDataLst>
              <p:tags r:id="rId5"/>
            </p:custDataLst>
          </p:nvPr>
        </p:nvSpPr>
        <p:spPr/>
        <p:txBody>
          <a:bodyPr/>
          <a:lstStyle/>
          <a:p>
            <a:fld id="{3F0CCF4E-C802-8745-9708-1261356A42D1}" type="datetime1">
              <a:rPr lang="en-US" altLang="zh-CN" smtClean="0"/>
              <a:t>11/11/25</a:t>
            </a:fld>
            <a:endParaRPr 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6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14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7"/>
            <p:custDataLst>
              <p:tags r:id="rId7"/>
            </p:custDataLst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60389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cs typeface="Microsoft YaHei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="1"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4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5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6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7"/>
            <p:custDataLst>
              <p:tags r:id="rId7"/>
            </p:custDataLst>
          </p:nvPr>
        </p:nvSpPr>
        <p:spPr/>
        <p:txBody>
          <a:bodyPr/>
          <a:lstStyle/>
          <a:p>
            <a:fld id="{9DDA09E9-C379-1B4A-9721-FC6C813B5187}" type="datetime1">
              <a:rPr lang="en-US" altLang="zh-CN" smtClean="0"/>
              <a:t>11/11/25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8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14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9"/>
            <p:custDataLst>
              <p:tags r:id="rId9"/>
            </p:custDataLst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73456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cs typeface="Microsoft YaHei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="1"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4"/>
            <p:custDataLst>
              <p:tags r:id="rId4"/>
            </p:custDataLst>
          </p:nvPr>
        </p:nvSpPr>
        <p:spPr/>
        <p:txBody>
          <a:bodyPr/>
          <a:lstStyle/>
          <a:p>
            <a:fld id="{455F0CEF-E8DF-C540-9B12-ADD5CEB0CE18}" type="datetime1">
              <a:rPr lang="en-US" altLang="zh-CN" smtClean="0"/>
              <a:t>11/11/25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5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14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6"/>
            <p:custDataLst>
              <p:tags r:id="rId6"/>
            </p:custDataLst>
          </p:nvPr>
        </p:nvSpPr>
        <p:spPr/>
        <p:txBody>
          <a:bodyPr/>
          <a:lstStyle>
            <a:lvl1pPr algn="r"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73459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877" y="3050575"/>
            <a:ext cx="8932244" cy="703278"/>
          </a:xfr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B0D19-BFE8-1041-B9DD-16EE23897999}" type="datetime1">
              <a:rPr lang="en-US" altLang="zh-CN" smtClean="0"/>
              <a:t>11/11/25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14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57407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878" y="3050575"/>
            <a:ext cx="8932244" cy="703278"/>
          </a:xfr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54E99-EE99-594B-881C-BB0783676C62}" type="datetime1">
              <a:rPr lang="en-US" altLang="zh-CN" smtClean="0"/>
              <a:t>11/11/25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14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48973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32B6B-BC5D-BB40-8A4A-6C78BF4B0B6C}" type="datetime1">
              <a:rPr lang="en-US" altLang="zh-CN" smtClean="0"/>
              <a:t>11/11/25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14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ags" Target="../tags/tag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gif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7EE955-D44B-46F3-A0B9-FDBE5CDF2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868" y="191280"/>
            <a:ext cx="6048267" cy="62635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D793E-2A17-4837-852C-44235CB2A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1026" y="1091737"/>
            <a:ext cx="10123516" cy="5171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DA6ED5-48B4-4311-840C-6EF776C0FE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</a:lstStyle>
          <a:p>
            <a:fld id="{FC986124-8869-5D4F-A9BA-959E8B7E6A3A}" type="datetime1">
              <a:rPr lang="en-US" altLang="zh-CN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47A07-B8EF-4017-9D40-6DF6C997A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工程制图第</a:t>
            </a:r>
            <a:r>
              <a:rPr lang="en-US" altLang="zh-CN"/>
              <a:t>14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D53CD0-A9C8-4733-84A7-C287D1A7F2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</a:lstStyle>
          <a:p>
            <a:fld id="{558F952B-8205-4A3F-8B8C-DB9DCBA03AA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KSO_TEMPLATE" hidden="1">
            <a:extLst>
              <a:ext uri="{FF2B5EF4-FFF2-40B4-BE49-F238E27FC236}">
                <a16:creationId xmlns:a16="http://schemas.microsoft.com/office/drawing/2014/main" id="{99179082-B492-9FA8-BE7D-47FB6E5C19E5}"/>
              </a:ext>
            </a:extLst>
          </p:cNvPr>
          <p:cNvSpPr/>
          <p:nvPr>
            <p:custDataLst>
              <p:tags r:id="rId3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4B7E40-A509-27CD-47DE-560C5BCDD004}"/>
              </a:ext>
            </a:extLst>
          </p:cNvPr>
          <p:cNvPicPr>
            <a:picLocks noChangeAspect="1"/>
          </p:cNvPicPr>
          <p:nvPr userDrawn="1"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312" y="132757"/>
            <a:ext cx="2692517" cy="646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465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1" r:id="rId14"/>
    <p:sldLayoutId id="2147483704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  <p:sldLayoutId id="2147483714" r:id="rId23"/>
    <p:sldLayoutId id="2147483715" r:id="rId24"/>
    <p:sldLayoutId id="2147483716" r:id="rId25"/>
    <p:sldLayoutId id="2147483717" r:id="rId26"/>
    <p:sldLayoutId id="2147483718" r:id="rId27"/>
    <p:sldLayoutId id="2147483719" r:id="rId28"/>
    <p:sldLayoutId id="2147483720" r:id="rId29"/>
    <p:sldLayoutId id="2147483721" r:id="rId30"/>
    <p:sldLayoutId id="2147483685" r:id="rId31"/>
    <p:sldLayoutId id="2147483722" r:id="rId32"/>
  </p:sldLayoutIdLst>
  <p:hf hdr="0"/>
  <p:txStyles>
    <p:titleStyle>
      <a:lvl1pPr marL="274320" indent="0"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bg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>
            <a:lumMod val="50000"/>
          </a:schemeClr>
        </a:buClr>
        <a:buSzPct val="100000"/>
        <a:buFont typeface="Arial" panose="020B0604020202020204" pitchFamily="34" charset="0"/>
        <a:buChar char="•"/>
        <a:defRPr sz="2400" b="1" kern="120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>
            <a:lumMod val="75000"/>
          </a:schemeClr>
        </a:buClr>
        <a:buSzPct val="12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2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eg"/><Relationship Id="rId3" Type="http://schemas.openxmlformats.org/officeDocument/2006/relationships/image" Target="../media/image29.png"/><Relationship Id="rId7" Type="http://schemas.openxmlformats.org/officeDocument/2006/relationships/image" Target="../media/image6.jpe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microsoft.com/office/2017/06/relationships/model3d" Target="../media/model3d2.glb"/><Relationship Id="rId1" Type="http://schemas.openxmlformats.org/officeDocument/2006/relationships/slideLayout" Target="../slideLayouts/slideLayout3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39.png"/><Relationship Id="rId5" Type="http://schemas.openxmlformats.org/officeDocument/2006/relationships/image" Target="../media/image6.jpeg"/><Relationship Id="rId4" Type="http://schemas.openxmlformats.org/officeDocument/2006/relationships/image" Target="../media/image3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44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4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5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wmf"/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zh-CN" altLang="en-US" dirty="0">
                <a:solidFill>
                  <a:schemeClr val="bg1">
                    <a:lumMod val="95000"/>
                  </a:schemeClr>
                </a:solidFill>
                <a:latin typeface="Arial"/>
                <a:ea typeface="SimHei"/>
                <a:cs typeface="Arial"/>
              </a:rPr>
              <a:t>工程制图</a:t>
            </a:r>
            <a:br>
              <a:rPr lang="zh-CN" altLang="en-US" dirty="0">
                <a:latin typeface="Arial" panose="020B0604020202020204" pitchFamily="34" charset="0"/>
                <a:ea typeface="SimHei" panose="02010609060101010101" charset="-122"/>
              </a:rPr>
            </a:br>
            <a:r>
              <a:rPr lang="zh-CN" altLang="en-US" sz="4000" dirty="0">
                <a:solidFill>
                  <a:schemeClr val="bg1">
                    <a:lumMod val="95000"/>
                  </a:schemeClr>
                </a:solidFill>
                <a:latin typeface="Arial"/>
                <a:ea typeface="SimHei"/>
                <a:cs typeface="Arial"/>
              </a:rPr>
              <a:t>第</a:t>
            </a:r>
            <a:r>
              <a:rPr lang="en-US" altLang="zh-CN" sz="4000" dirty="0">
                <a:solidFill>
                  <a:schemeClr val="bg1">
                    <a:lumMod val="95000"/>
                  </a:schemeClr>
                </a:solidFill>
                <a:latin typeface="Arial"/>
                <a:ea typeface="SimHei"/>
                <a:cs typeface="Arial"/>
              </a:rPr>
              <a:t>14</a:t>
            </a:r>
            <a:r>
              <a:rPr lang="zh-CN" altLang="en-US" sz="4000" dirty="0">
                <a:solidFill>
                  <a:schemeClr val="bg1">
                    <a:lumMod val="95000"/>
                  </a:schemeClr>
                </a:solidFill>
                <a:latin typeface="Arial"/>
                <a:ea typeface="SimHei"/>
                <a:cs typeface="Arial"/>
              </a:rPr>
              <a:t>讲</a:t>
            </a:r>
            <a:endParaRPr lang="zh-CN" altLang="en-US" dirty="0">
              <a:solidFill>
                <a:schemeClr val="bg1">
                  <a:lumMod val="95000"/>
                </a:schemeClr>
              </a:solidFill>
              <a:latin typeface="Arial"/>
              <a:ea typeface="SimHei"/>
              <a:cs typeface="Arial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SimHei" panose="02010609060101010101" charset="-122"/>
              </a:rPr>
              <a:t>授课教师：陈 军</a:t>
            </a:r>
          </a:p>
          <a:p>
            <a:r>
              <a:rPr lang="zh-CN" altLang="en-US" sz="2400" b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SimHei" panose="02010609060101010101" charset="-122"/>
              </a:rPr>
              <a:t>北京大学 工学院</a:t>
            </a:r>
          </a:p>
          <a:p>
            <a:r>
              <a:rPr lang="en-US" altLang="zh-CN" sz="2400" b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SimHei" panose="02010609060101010101" charset="-122"/>
              </a:rPr>
              <a:t>jun@pku.edu.cn</a:t>
            </a:r>
            <a:endParaRPr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ea typeface="SimHei" panose="02010609060101010101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40" name="Text Box 4"/>
          <p:cNvSpPr txBox="1">
            <a:spLocks noChangeArrowheads="1"/>
          </p:cNvSpPr>
          <p:nvPr/>
        </p:nvSpPr>
        <p:spPr bwMode="auto">
          <a:xfrm>
            <a:off x="690526" y="5912884"/>
            <a:ext cx="99941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求相贯线的作图实质是找出相贯的两立体表面的若干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共有点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的投影。</a:t>
            </a:r>
          </a:p>
        </p:txBody>
      </p:sp>
      <p:sp>
        <p:nvSpPr>
          <p:cNvPr id="142341" name="Text Box 5"/>
          <p:cNvSpPr txBox="1">
            <a:spLocks noChangeArrowheads="1"/>
          </p:cNvSpPr>
          <p:nvPr/>
        </p:nvSpPr>
        <p:spPr bwMode="auto">
          <a:xfrm>
            <a:off x="1490952" y="4694304"/>
            <a:ext cx="18053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280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★ </a:t>
            </a:r>
            <a:r>
              <a:rPr lang="zh-CN" altLang="en-US" sz="28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共有性</a:t>
            </a:r>
          </a:p>
        </p:txBody>
      </p:sp>
      <p:sp>
        <p:nvSpPr>
          <p:cNvPr id="142342" name="Text Box 6"/>
          <p:cNvSpPr txBox="1">
            <a:spLocks noChangeArrowheads="1"/>
          </p:cNvSpPr>
          <p:nvPr/>
        </p:nvSpPr>
        <p:spPr bwMode="auto">
          <a:xfrm>
            <a:off x="1470314" y="1657416"/>
            <a:ext cx="18053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280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★ </a:t>
            </a:r>
            <a:r>
              <a:rPr lang="zh-CN" altLang="en-US" sz="28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表面性</a:t>
            </a:r>
          </a:p>
        </p:txBody>
      </p:sp>
      <p:sp>
        <p:nvSpPr>
          <p:cNvPr id="142343" name="Text Box 7"/>
          <p:cNvSpPr txBox="1">
            <a:spLocks noChangeArrowheads="1"/>
          </p:cNvSpPr>
          <p:nvPr/>
        </p:nvSpPr>
        <p:spPr bwMode="auto">
          <a:xfrm>
            <a:off x="2271926" y="2188522"/>
            <a:ext cx="418576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相贯线位于两立体的表面上。</a:t>
            </a:r>
          </a:p>
        </p:txBody>
      </p:sp>
      <p:sp>
        <p:nvSpPr>
          <p:cNvPr id="142344" name="Text Box 8"/>
          <p:cNvSpPr txBox="1">
            <a:spLocks noChangeArrowheads="1"/>
          </p:cNvSpPr>
          <p:nvPr/>
        </p:nvSpPr>
        <p:spPr bwMode="auto">
          <a:xfrm>
            <a:off x="2457739" y="5234055"/>
            <a:ext cx="44935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相贯线是</a:t>
            </a:r>
            <a:r>
              <a:rPr lang="zh-CN" altLang="en-US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两立体表面的共有线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142345" name="Text Box 9"/>
          <p:cNvSpPr txBox="1">
            <a:spLocks noChangeArrowheads="1"/>
          </p:cNvSpPr>
          <p:nvPr/>
        </p:nvSpPr>
        <p:spPr bwMode="auto">
          <a:xfrm>
            <a:off x="1495714" y="2836462"/>
            <a:ext cx="180530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/>
            <a:r>
              <a:rPr lang="en-US" altLang="zh-CN" sz="280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★ </a:t>
            </a:r>
            <a:r>
              <a:rPr lang="zh-CN" altLang="en-US" sz="2800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封闭性</a:t>
            </a:r>
          </a:p>
        </p:txBody>
      </p:sp>
      <p:sp>
        <p:nvSpPr>
          <p:cNvPr id="142346" name="Text Box 10"/>
          <p:cNvSpPr txBox="1">
            <a:spLocks noChangeArrowheads="1"/>
          </p:cNvSpPr>
          <p:nvPr/>
        </p:nvSpPr>
        <p:spPr bwMode="auto">
          <a:xfrm>
            <a:off x="1714789" y="3566812"/>
            <a:ext cx="554456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/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相贯线一般是</a:t>
            </a:r>
            <a:r>
              <a:rPr lang="zh-CN" altLang="en-US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封闭的空间折线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（通常由直线和曲线组成）或</a:t>
            </a:r>
            <a:r>
              <a:rPr lang="zh-CN" altLang="en-US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空间曲线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grpSp>
        <p:nvGrpSpPr>
          <p:cNvPr id="142362" name="Group 26"/>
          <p:cNvGrpSpPr>
            <a:grpSpLocks/>
          </p:cNvGrpSpPr>
          <p:nvPr/>
        </p:nvGrpSpPr>
        <p:grpSpPr bwMode="auto">
          <a:xfrm>
            <a:off x="7823919" y="1535134"/>
            <a:ext cx="2081213" cy="2090738"/>
            <a:chOff x="4041" y="672"/>
            <a:chExt cx="1311" cy="1317"/>
          </a:xfrm>
        </p:grpSpPr>
        <p:sp>
          <p:nvSpPr>
            <p:cNvPr id="142348" name="Freeform 12"/>
            <p:cNvSpPr>
              <a:spLocks/>
            </p:cNvSpPr>
            <p:nvPr/>
          </p:nvSpPr>
          <p:spPr bwMode="auto">
            <a:xfrm>
              <a:off x="4100" y="802"/>
              <a:ext cx="1252" cy="1138"/>
            </a:xfrm>
            <a:custGeom>
              <a:avLst/>
              <a:gdLst>
                <a:gd name="T0" fmla="*/ 0 w 1252"/>
                <a:gd name="T1" fmla="*/ 449 h 1138"/>
                <a:gd name="T2" fmla="*/ 240 w 1252"/>
                <a:gd name="T3" fmla="*/ 308 h 1138"/>
                <a:gd name="T4" fmla="*/ 271 w 1252"/>
                <a:gd name="T5" fmla="*/ 292 h 1138"/>
                <a:gd name="T6" fmla="*/ 297 w 1252"/>
                <a:gd name="T7" fmla="*/ 308 h 1138"/>
                <a:gd name="T8" fmla="*/ 350 w 1252"/>
                <a:gd name="T9" fmla="*/ 329 h 1138"/>
                <a:gd name="T10" fmla="*/ 381 w 1252"/>
                <a:gd name="T11" fmla="*/ 345 h 1138"/>
                <a:gd name="T12" fmla="*/ 402 w 1252"/>
                <a:gd name="T13" fmla="*/ 371 h 1138"/>
                <a:gd name="T14" fmla="*/ 428 w 1252"/>
                <a:gd name="T15" fmla="*/ 392 h 1138"/>
                <a:gd name="T16" fmla="*/ 464 w 1252"/>
                <a:gd name="T17" fmla="*/ 418 h 1138"/>
                <a:gd name="T18" fmla="*/ 490 w 1252"/>
                <a:gd name="T19" fmla="*/ 433 h 1138"/>
                <a:gd name="T20" fmla="*/ 511 w 1252"/>
                <a:gd name="T21" fmla="*/ 485 h 1138"/>
                <a:gd name="T22" fmla="*/ 955 w 1252"/>
                <a:gd name="T23" fmla="*/ 230 h 1138"/>
                <a:gd name="T24" fmla="*/ 862 w 1252"/>
                <a:gd name="T25" fmla="*/ 74 h 1138"/>
                <a:gd name="T26" fmla="*/ 918 w 1252"/>
                <a:gd name="T27" fmla="*/ 0 h 1138"/>
                <a:gd name="T28" fmla="*/ 970 w 1252"/>
                <a:gd name="T29" fmla="*/ 21 h 1138"/>
                <a:gd name="T30" fmla="*/ 1028 w 1252"/>
                <a:gd name="T31" fmla="*/ 57 h 1138"/>
                <a:gd name="T32" fmla="*/ 1080 w 1252"/>
                <a:gd name="T33" fmla="*/ 99 h 1138"/>
                <a:gd name="T34" fmla="*/ 1116 w 1252"/>
                <a:gd name="T35" fmla="*/ 136 h 1138"/>
                <a:gd name="T36" fmla="*/ 1153 w 1252"/>
                <a:gd name="T37" fmla="*/ 183 h 1138"/>
                <a:gd name="T38" fmla="*/ 1189 w 1252"/>
                <a:gd name="T39" fmla="*/ 235 h 1138"/>
                <a:gd name="T40" fmla="*/ 1219 w 1252"/>
                <a:gd name="T41" fmla="*/ 302 h 1138"/>
                <a:gd name="T42" fmla="*/ 1240 w 1252"/>
                <a:gd name="T43" fmla="*/ 365 h 1138"/>
                <a:gd name="T44" fmla="*/ 1252 w 1252"/>
                <a:gd name="T45" fmla="*/ 454 h 1138"/>
                <a:gd name="T46" fmla="*/ 1247 w 1252"/>
                <a:gd name="T47" fmla="*/ 538 h 1138"/>
                <a:gd name="T48" fmla="*/ 1221 w 1252"/>
                <a:gd name="T49" fmla="*/ 621 h 1138"/>
                <a:gd name="T50" fmla="*/ 1184 w 1252"/>
                <a:gd name="T51" fmla="*/ 668 h 1138"/>
                <a:gd name="T52" fmla="*/ 1132 w 1252"/>
                <a:gd name="T53" fmla="*/ 705 h 1138"/>
                <a:gd name="T54" fmla="*/ 391 w 1252"/>
                <a:gd name="T55" fmla="*/ 1138 h 1138"/>
                <a:gd name="T56" fmla="*/ 386 w 1252"/>
                <a:gd name="T57" fmla="*/ 1060 h 1138"/>
                <a:gd name="T58" fmla="*/ 475 w 1252"/>
                <a:gd name="T59" fmla="*/ 997 h 1138"/>
                <a:gd name="T60" fmla="*/ 485 w 1252"/>
                <a:gd name="T61" fmla="*/ 934 h 1138"/>
                <a:gd name="T62" fmla="*/ 475 w 1252"/>
                <a:gd name="T63" fmla="*/ 861 h 1138"/>
                <a:gd name="T64" fmla="*/ 449 w 1252"/>
                <a:gd name="T65" fmla="*/ 788 h 1138"/>
                <a:gd name="T66" fmla="*/ 417 w 1252"/>
                <a:gd name="T67" fmla="*/ 715 h 1138"/>
                <a:gd name="T68" fmla="*/ 381 w 1252"/>
                <a:gd name="T69" fmla="*/ 637 h 1138"/>
                <a:gd name="T70" fmla="*/ 344 w 1252"/>
                <a:gd name="T71" fmla="*/ 590 h 1138"/>
                <a:gd name="T72" fmla="*/ 297 w 1252"/>
                <a:gd name="T73" fmla="*/ 548 h 1138"/>
                <a:gd name="T74" fmla="*/ 230 w 1252"/>
                <a:gd name="T75" fmla="*/ 501 h 1138"/>
                <a:gd name="T76" fmla="*/ 157 w 1252"/>
                <a:gd name="T77" fmla="*/ 454 h 1138"/>
                <a:gd name="T78" fmla="*/ 104 w 1252"/>
                <a:gd name="T79" fmla="*/ 433 h 1138"/>
                <a:gd name="T80" fmla="*/ 52 w 1252"/>
                <a:gd name="T81" fmla="*/ 438 h 1138"/>
                <a:gd name="T82" fmla="*/ 0 w 1252"/>
                <a:gd name="T83" fmla="*/ 449 h 1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252" h="1138">
                  <a:moveTo>
                    <a:pt x="0" y="449"/>
                  </a:moveTo>
                  <a:lnTo>
                    <a:pt x="240" y="308"/>
                  </a:lnTo>
                  <a:lnTo>
                    <a:pt x="271" y="292"/>
                  </a:lnTo>
                  <a:lnTo>
                    <a:pt x="297" y="308"/>
                  </a:lnTo>
                  <a:lnTo>
                    <a:pt x="350" y="329"/>
                  </a:lnTo>
                  <a:lnTo>
                    <a:pt x="381" y="345"/>
                  </a:lnTo>
                  <a:lnTo>
                    <a:pt x="402" y="371"/>
                  </a:lnTo>
                  <a:lnTo>
                    <a:pt x="428" y="392"/>
                  </a:lnTo>
                  <a:lnTo>
                    <a:pt x="464" y="418"/>
                  </a:lnTo>
                  <a:lnTo>
                    <a:pt x="490" y="433"/>
                  </a:lnTo>
                  <a:lnTo>
                    <a:pt x="511" y="485"/>
                  </a:lnTo>
                  <a:lnTo>
                    <a:pt x="955" y="230"/>
                  </a:lnTo>
                  <a:lnTo>
                    <a:pt x="862" y="74"/>
                  </a:lnTo>
                  <a:lnTo>
                    <a:pt x="918" y="0"/>
                  </a:lnTo>
                  <a:lnTo>
                    <a:pt x="970" y="21"/>
                  </a:lnTo>
                  <a:lnTo>
                    <a:pt x="1028" y="57"/>
                  </a:lnTo>
                  <a:lnTo>
                    <a:pt x="1080" y="99"/>
                  </a:lnTo>
                  <a:lnTo>
                    <a:pt x="1116" y="136"/>
                  </a:lnTo>
                  <a:lnTo>
                    <a:pt x="1153" y="183"/>
                  </a:lnTo>
                  <a:lnTo>
                    <a:pt x="1189" y="235"/>
                  </a:lnTo>
                  <a:lnTo>
                    <a:pt x="1219" y="302"/>
                  </a:lnTo>
                  <a:lnTo>
                    <a:pt x="1240" y="365"/>
                  </a:lnTo>
                  <a:lnTo>
                    <a:pt x="1252" y="454"/>
                  </a:lnTo>
                  <a:lnTo>
                    <a:pt x="1247" y="538"/>
                  </a:lnTo>
                  <a:lnTo>
                    <a:pt x="1221" y="621"/>
                  </a:lnTo>
                  <a:lnTo>
                    <a:pt x="1184" y="668"/>
                  </a:lnTo>
                  <a:lnTo>
                    <a:pt x="1132" y="705"/>
                  </a:lnTo>
                  <a:lnTo>
                    <a:pt x="391" y="1138"/>
                  </a:lnTo>
                  <a:lnTo>
                    <a:pt x="386" y="1060"/>
                  </a:lnTo>
                  <a:lnTo>
                    <a:pt x="475" y="997"/>
                  </a:lnTo>
                  <a:lnTo>
                    <a:pt x="485" y="934"/>
                  </a:lnTo>
                  <a:lnTo>
                    <a:pt x="475" y="861"/>
                  </a:lnTo>
                  <a:lnTo>
                    <a:pt x="449" y="788"/>
                  </a:lnTo>
                  <a:lnTo>
                    <a:pt x="417" y="715"/>
                  </a:lnTo>
                  <a:lnTo>
                    <a:pt x="381" y="637"/>
                  </a:lnTo>
                  <a:lnTo>
                    <a:pt x="344" y="590"/>
                  </a:lnTo>
                  <a:lnTo>
                    <a:pt x="297" y="548"/>
                  </a:lnTo>
                  <a:lnTo>
                    <a:pt x="230" y="501"/>
                  </a:lnTo>
                  <a:lnTo>
                    <a:pt x="157" y="454"/>
                  </a:lnTo>
                  <a:lnTo>
                    <a:pt x="104" y="433"/>
                  </a:lnTo>
                  <a:lnTo>
                    <a:pt x="52" y="438"/>
                  </a:lnTo>
                  <a:lnTo>
                    <a:pt x="0" y="449"/>
                  </a:lnTo>
                  <a:close/>
                </a:path>
              </a:pathLst>
            </a:custGeom>
            <a:gradFill rotWithShape="0">
              <a:gsLst>
                <a:gs pos="0">
                  <a:srgbClr val="996633">
                    <a:gamma/>
                    <a:shade val="46275"/>
                    <a:invGamma/>
                  </a:srgbClr>
                </a:gs>
                <a:gs pos="50000">
                  <a:srgbClr val="996633"/>
                </a:gs>
                <a:gs pos="100000">
                  <a:srgbClr val="996633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42349" name="Oval 13"/>
            <p:cNvSpPr>
              <a:spLocks noChangeArrowheads="1"/>
            </p:cNvSpPr>
            <p:nvPr/>
          </p:nvSpPr>
          <p:spPr bwMode="auto">
            <a:xfrm rot="-1823920">
              <a:off x="4041" y="1201"/>
              <a:ext cx="503" cy="788"/>
            </a:xfrm>
            <a:prstGeom prst="ellipse">
              <a:avLst/>
            </a:prstGeom>
            <a:solidFill>
              <a:srgbClr val="CC3300"/>
            </a:solidFill>
            <a:ln w="9525">
              <a:solidFill>
                <a:srgbClr val="CC33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42350" name="Freeform 14"/>
            <p:cNvSpPr>
              <a:spLocks/>
            </p:cNvSpPr>
            <p:nvPr/>
          </p:nvSpPr>
          <p:spPr bwMode="auto">
            <a:xfrm>
              <a:off x="4340" y="923"/>
              <a:ext cx="276" cy="370"/>
            </a:xfrm>
            <a:custGeom>
              <a:avLst/>
              <a:gdLst>
                <a:gd name="T0" fmla="*/ 0 w 636"/>
                <a:gd name="T1" fmla="*/ 0 h 852"/>
                <a:gd name="T2" fmla="*/ 636 w 636"/>
                <a:gd name="T3" fmla="*/ 372 h 852"/>
                <a:gd name="T4" fmla="*/ 636 w 636"/>
                <a:gd name="T5" fmla="*/ 852 h 852"/>
                <a:gd name="T6" fmla="*/ 528 w 636"/>
                <a:gd name="T7" fmla="*/ 732 h 852"/>
                <a:gd name="T8" fmla="*/ 444 w 636"/>
                <a:gd name="T9" fmla="*/ 660 h 852"/>
                <a:gd name="T10" fmla="*/ 360 w 636"/>
                <a:gd name="T11" fmla="*/ 600 h 852"/>
                <a:gd name="T12" fmla="*/ 276 w 636"/>
                <a:gd name="T13" fmla="*/ 540 h 852"/>
                <a:gd name="T14" fmla="*/ 180 w 636"/>
                <a:gd name="T15" fmla="*/ 504 h 852"/>
                <a:gd name="T16" fmla="*/ 84 w 636"/>
                <a:gd name="T17" fmla="*/ 480 h 852"/>
                <a:gd name="T18" fmla="*/ 0 w 636"/>
                <a:gd name="T19" fmla="*/ 480 h 852"/>
                <a:gd name="T20" fmla="*/ 0 w 636"/>
                <a:gd name="T21" fmla="*/ 0 h 8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36" h="852">
                  <a:moveTo>
                    <a:pt x="0" y="0"/>
                  </a:moveTo>
                  <a:lnTo>
                    <a:pt x="636" y="372"/>
                  </a:lnTo>
                  <a:lnTo>
                    <a:pt x="636" y="852"/>
                  </a:lnTo>
                  <a:lnTo>
                    <a:pt x="528" y="732"/>
                  </a:lnTo>
                  <a:lnTo>
                    <a:pt x="444" y="660"/>
                  </a:lnTo>
                  <a:lnTo>
                    <a:pt x="360" y="600"/>
                  </a:lnTo>
                  <a:lnTo>
                    <a:pt x="276" y="540"/>
                  </a:lnTo>
                  <a:lnTo>
                    <a:pt x="180" y="504"/>
                  </a:lnTo>
                  <a:lnTo>
                    <a:pt x="84" y="480"/>
                  </a:lnTo>
                  <a:lnTo>
                    <a:pt x="0" y="48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339933">
                    <a:gamma/>
                    <a:shade val="35294"/>
                    <a:invGamma/>
                  </a:srgbClr>
                </a:gs>
                <a:gs pos="100000">
                  <a:srgbClr val="3399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42351" name="Freeform 15"/>
            <p:cNvSpPr>
              <a:spLocks/>
            </p:cNvSpPr>
            <p:nvPr/>
          </p:nvSpPr>
          <p:spPr bwMode="auto">
            <a:xfrm>
              <a:off x="4601" y="818"/>
              <a:ext cx="454" cy="480"/>
            </a:xfrm>
            <a:custGeom>
              <a:avLst/>
              <a:gdLst>
                <a:gd name="T0" fmla="*/ 0 w 1044"/>
                <a:gd name="T1" fmla="*/ 552 h 1104"/>
                <a:gd name="T2" fmla="*/ 24 w 1044"/>
                <a:gd name="T3" fmla="*/ 672 h 1104"/>
                <a:gd name="T4" fmla="*/ 24 w 1044"/>
                <a:gd name="T5" fmla="*/ 1104 h 1104"/>
                <a:gd name="T6" fmla="*/ 1044 w 1044"/>
                <a:gd name="T7" fmla="*/ 528 h 1104"/>
                <a:gd name="T8" fmla="*/ 1044 w 1044"/>
                <a:gd name="T9" fmla="*/ 0 h 1104"/>
                <a:gd name="T10" fmla="*/ 0 w 1044"/>
                <a:gd name="T11" fmla="*/ 552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4" h="1104">
                  <a:moveTo>
                    <a:pt x="0" y="552"/>
                  </a:moveTo>
                  <a:cubicBezTo>
                    <a:pt x="0" y="576"/>
                    <a:pt x="24" y="648"/>
                    <a:pt x="24" y="672"/>
                  </a:cubicBezTo>
                  <a:lnTo>
                    <a:pt x="24" y="1104"/>
                  </a:lnTo>
                  <a:lnTo>
                    <a:pt x="1044" y="528"/>
                  </a:lnTo>
                  <a:lnTo>
                    <a:pt x="1044" y="0"/>
                  </a:lnTo>
                  <a:lnTo>
                    <a:pt x="0" y="552"/>
                  </a:lnTo>
                  <a:close/>
                </a:path>
              </a:pathLst>
            </a:custGeom>
            <a:gradFill rotWithShape="0">
              <a:gsLst>
                <a:gs pos="0">
                  <a:srgbClr val="339933">
                    <a:gamma/>
                    <a:shade val="75294"/>
                    <a:invGamma/>
                  </a:srgbClr>
                </a:gs>
                <a:gs pos="50000">
                  <a:srgbClr val="339933"/>
                </a:gs>
                <a:gs pos="100000">
                  <a:srgbClr val="339933">
                    <a:gamma/>
                    <a:shade val="75294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42352" name="Freeform 16"/>
            <p:cNvSpPr>
              <a:spLocks/>
            </p:cNvSpPr>
            <p:nvPr/>
          </p:nvSpPr>
          <p:spPr bwMode="auto">
            <a:xfrm>
              <a:off x="4340" y="672"/>
              <a:ext cx="712" cy="414"/>
            </a:xfrm>
            <a:custGeom>
              <a:avLst/>
              <a:gdLst>
                <a:gd name="T0" fmla="*/ 0 w 712"/>
                <a:gd name="T1" fmla="*/ 250 h 414"/>
                <a:gd name="T2" fmla="*/ 268 w 712"/>
                <a:gd name="T3" fmla="*/ 414 h 414"/>
                <a:gd name="T4" fmla="*/ 712 w 712"/>
                <a:gd name="T5" fmla="*/ 162 h 414"/>
                <a:gd name="T6" fmla="*/ 443 w 712"/>
                <a:gd name="T7" fmla="*/ 0 h 414"/>
                <a:gd name="T8" fmla="*/ 0 w 712"/>
                <a:gd name="T9" fmla="*/ 250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2" h="414">
                  <a:moveTo>
                    <a:pt x="0" y="250"/>
                  </a:moveTo>
                  <a:lnTo>
                    <a:pt x="268" y="414"/>
                  </a:lnTo>
                  <a:lnTo>
                    <a:pt x="712" y="162"/>
                  </a:lnTo>
                  <a:lnTo>
                    <a:pt x="443" y="0"/>
                  </a:lnTo>
                  <a:lnTo>
                    <a:pt x="0" y="250"/>
                  </a:lnTo>
                  <a:close/>
                </a:path>
              </a:pathLst>
            </a:custGeom>
            <a:gradFill rotWithShape="0">
              <a:gsLst>
                <a:gs pos="0">
                  <a:srgbClr val="339933">
                    <a:gamma/>
                    <a:shade val="87059"/>
                    <a:invGamma/>
                  </a:srgbClr>
                </a:gs>
                <a:gs pos="100000">
                  <a:srgbClr val="339933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142364" name="Group 28"/>
          <p:cNvGrpSpPr>
            <a:grpSpLocks/>
          </p:cNvGrpSpPr>
          <p:nvPr/>
        </p:nvGrpSpPr>
        <p:grpSpPr bwMode="auto">
          <a:xfrm>
            <a:off x="7848234" y="3686546"/>
            <a:ext cx="2197100" cy="2135188"/>
            <a:chOff x="4181" y="1888"/>
            <a:chExt cx="1384" cy="1345"/>
          </a:xfrm>
        </p:grpSpPr>
        <p:sp>
          <p:nvSpPr>
            <p:cNvPr id="142354" name="Freeform 18"/>
            <p:cNvSpPr>
              <a:spLocks/>
            </p:cNvSpPr>
            <p:nvPr/>
          </p:nvSpPr>
          <p:spPr bwMode="auto">
            <a:xfrm>
              <a:off x="4688" y="2026"/>
              <a:ext cx="555" cy="498"/>
            </a:xfrm>
            <a:custGeom>
              <a:avLst/>
              <a:gdLst>
                <a:gd name="T0" fmla="*/ 1209 w 1209"/>
                <a:gd name="T1" fmla="*/ 0 h 1085"/>
                <a:gd name="T2" fmla="*/ 1209 w 1209"/>
                <a:gd name="T3" fmla="*/ 739 h 1085"/>
                <a:gd name="T4" fmla="*/ 1171 w 1209"/>
                <a:gd name="T5" fmla="*/ 883 h 1085"/>
                <a:gd name="T6" fmla="*/ 1094 w 1209"/>
                <a:gd name="T7" fmla="*/ 989 h 1085"/>
                <a:gd name="T8" fmla="*/ 960 w 1209"/>
                <a:gd name="T9" fmla="*/ 1056 h 1085"/>
                <a:gd name="T10" fmla="*/ 854 w 1209"/>
                <a:gd name="T11" fmla="*/ 1085 h 1085"/>
                <a:gd name="T12" fmla="*/ 739 w 1209"/>
                <a:gd name="T13" fmla="*/ 1075 h 1085"/>
                <a:gd name="T14" fmla="*/ 626 w 1209"/>
                <a:gd name="T15" fmla="*/ 1044 h 1085"/>
                <a:gd name="T16" fmla="*/ 547 w 1209"/>
                <a:gd name="T17" fmla="*/ 1046 h 1085"/>
                <a:gd name="T18" fmla="*/ 542 w 1209"/>
                <a:gd name="T19" fmla="*/ 696 h 1085"/>
                <a:gd name="T20" fmla="*/ 446 w 1209"/>
                <a:gd name="T21" fmla="*/ 684 h 1085"/>
                <a:gd name="T22" fmla="*/ 362 w 1209"/>
                <a:gd name="T23" fmla="*/ 660 h 1085"/>
                <a:gd name="T24" fmla="*/ 266 w 1209"/>
                <a:gd name="T25" fmla="*/ 624 h 1085"/>
                <a:gd name="T26" fmla="*/ 170 w 1209"/>
                <a:gd name="T27" fmla="*/ 564 h 1085"/>
                <a:gd name="T28" fmla="*/ 98 w 1209"/>
                <a:gd name="T29" fmla="*/ 516 h 1085"/>
                <a:gd name="T30" fmla="*/ 19 w 1209"/>
                <a:gd name="T31" fmla="*/ 470 h 1085"/>
                <a:gd name="T32" fmla="*/ 0 w 1209"/>
                <a:gd name="T33" fmla="*/ 326 h 1085"/>
                <a:gd name="T34" fmla="*/ 0 w 1209"/>
                <a:gd name="T35" fmla="*/ 96 h 1085"/>
                <a:gd name="T36" fmla="*/ 76 w 1209"/>
                <a:gd name="T37" fmla="*/ 221 h 1085"/>
                <a:gd name="T38" fmla="*/ 144 w 1209"/>
                <a:gd name="T39" fmla="*/ 288 h 1085"/>
                <a:gd name="T40" fmla="*/ 268 w 1209"/>
                <a:gd name="T41" fmla="*/ 355 h 1085"/>
                <a:gd name="T42" fmla="*/ 412 w 1209"/>
                <a:gd name="T43" fmla="*/ 442 h 1085"/>
                <a:gd name="T44" fmla="*/ 595 w 1209"/>
                <a:gd name="T45" fmla="*/ 432 h 1085"/>
                <a:gd name="T46" fmla="*/ 768 w 1209"/>
                <a:gd name="T47" fmla="*/ 432 h 1085"/>
                <a:gd name="T48" fmla="*/ 912 w 1209"/>
                <a:gd name="T49" fmla="*/ 394 h 1085"/>
                <a:gd name="T50" fmla="*/ 1017 w 1209"/>
                <a:gd name="T51" fmla="*/ 307 h 1085"/>
                <a:gd name="T52" fmla="*/ 1113 w 1209"/>
                <a:gd name="T53" fmla="*/ 221 h 1085"/>
                <a:gd name="T54" fmla="*/ 1200 w 1209"/>
                <a:gd name="T55" fmla="*/ 163 h 1085"/>
                <a:gd name="T56" fmla="*/ 1209 w 1209"/>
                <a:gd name="T57" fmla="*/ 0 h 10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09" h="1085">
                  <a:moveTo>
                    <a:pt x="1209" y="0"/>
                  </a:moveTo>
                  <a:lnTo>
                    <a:pt x="1209" y="739"/>
                  </a:lnTo>
                  <a:lnTo>
                    <a:pt x="1171" y="883"/>
                  </a:lnTo>
                  <a:lnTo>
                    <a:pt x="1094" y="989"/>
                  </a:lnTo>
                  <a:lnTo>
                    <a:pt x="960" y="1056"/>
                  </a:lnTo>
                  <a:lnTo>
                    <a:pt x="854" y="1085"/>
                  </a:lnTo>
                  <a:lnTo>
                    <a:pt x="739" y="1075"/>
                  </a:lnTo>
                  <a:lnTo>
                    <a:pt x="626" y="1044"/>
                  </a:lnTo>
                  <a:lnTo>
                    <a:pt x="547" y="1046"/>
                  </a:lnTo>
                  <a:lnTo>
                    <a:pt x="542" y="696"/>
                  </a:lnTo>
                  <a:lnTo>
                    <a:pt x="446" y="684"/>
                  </a:lnTo>
                  <a:lnTo>
                    <a:pt x="362" y="660"/>
                  </a:lnTo>
                  <a:lnTo>
                    <a:pt x="266" y="624"/>
                  </a:lnTo>
                  <a:lnTo>
                    <a:pt x="170" y="564"/>
                  </a:lnTo>
                  <a:lnTo>
                    <a:pt x="98" y="516"/>
                  </a:lnTo>
                  <a:lnTo>
                    <a:pt x="19" y="470"/>
                  </a:lnTo>
                  <a:lnTo>
                    <a:pt x="0" y="326"/>
                  </a:lnTo>
                  <a:lnTo>
                    <a:pt x="0" y="96"/>
                  </a:lnTo>
                  <a:lnTo>
                    <a:pt x="76" y="221"/>
                  </a:lnTo>
                  <a:lnTo>
                    <a:pt x="144" y="288"/>
                  </a:lnTo>
                  <a:lnTo>
                    <a:pt x="268" y="355"/>
                  </a:lnTo>
                  <a:lnTo>
                    <a:pt x="412" y="442"/>
                  </a:lnTo>
                  <a:lnTo>
                    <a:pt x="595" y="432"/>
                  </a:lnTo>
                  <a:lnTo>
                    <a:pt x="768" y="432"/>
                  </a:lnTo>
                  <a:lnTo>
                    <a:pt x="912" y="394"/>
                  </a:lnTo>
                  <a:lnTo>
                    <a:pt x="1017" y="307"/>
                  </a:lnTo>
                  <a:lnTo>
                    <a:pt x="1113" y="221"/>
                  </a:lnTo>
                  <a:lnTo>
                    <a:pt x="1200" y="163"/>
                  </a:lnTo>
                  <a:lnTo>
                    <a:pt x="1209" y="0"/>
                  </a:lnTo>
                  <a:close/>
                </a:path>
              </a:pathLst>
            </a:custGeom>
            <a:gradFill rotWithShape="0">
              <a:gsLst>
                <a:gs pos="0">
                  <a:srgbClr val="FF0066">
                    <a:gamma/>
                    <a:shade val="63529"/>
                    <a:invGamma/>
                  </a:srgbClr>
                </a:gs>
                <a:gs pos="50000">
                  <a:srgbClr val="FF0066"/>
                </a:gs>
                <a:gs pos="100000">
                  <a:srgbClr val="FF0066">
                    <a:gamma/>
                    <a:shade val="63529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42355" name="Freeform 19"/>
            <p:cNvSpPr>
              <a:spLocks/>
            </p:cNvSpPr>
            <p:nvPr/>
          </p:nvSpPr>
          <p:spPr bwMode="auto">
            <a:xfrm>
              <a:off x="4229" y="2026"/>
              <a:ext cx="1336" cy="1163"/>
            </a:xfrm>
            <a:custGeom>
              <a:avLst/>
              <a:gdLst>
                <a:gd name="T0" fmla="*/ 220 w 1336"/>
                <a:gd name="T1" fmla="*/ 392 h 1163"/>
                <a:gd name="T2" fmla="*/ 0 w 1336"/>
                <a:gd name="T3" fmla="*/ 524 h 1163"/>
                <a:gd name="T4" fmla="*/ 62 w 1336"/>
                <a:gd name="T5" fmla="*/ 507 h 1163"/>
                <a:gd name="T6" fmla="*/ 141 w 1336"/>
                <a:gd name="T7" fmla="*/ 511 h 1163"/>
                <a:gd name="T8" fmla="*/ 190 w 1336"/>
                <a:gd name="T9" fmla="*/ 533 h 1163"/>
                <a:gd name="T10" fmla="*/ 256 w 1336"/>
                <a:gd name="T11" fmla="*/ 568 h 1163"/>
                <a:gd name="T12" fmla="*/ 304 w 1336"/>
                <a:gd name="T13" fmla="*/ 612 h 1163"/>
                <a:gd name="T14" fmla="*/ 353 w 1336"/>
                <a:gd name="T15" fmla="*/ 665 h 1163"/>
                <a:gd name="T16" fmla="*/ 388 w 1336"/>
                <a:gd name="T17" fmla="*/ 718 h 1163"/>
                <a:gd name="T18" fmla="*/ 419 w 1336"/>
                <a:gd name="T19" fmla="*/ 788 h 1163"/>
                <a:gd name="T20" fmla="*/ 450 w 1336"/>
                <a:gd name="T21" fmla="*/ 846 h 1163"/>
                <a:gd name="T22" fmla="*/ 468 w 1336"/>
                <a:gd name="T23" fmla="*/ 939 h 1163"/>
                <a:gd name="T24" fmla="*/ 454 w 1336"/>
                <a:gd name="T25" fmla="*/ 1009 h 1163"/>
                <a:gd name="T26" fmla="*/ 437 w 1336"/>
                <a:gd name="T27" fmla="*/ 1093 h 1163"/>
                <a:gd name="T28" fmla="*/ 406 w 1336"/>
                <a:gd name="T29" fmla="*/ 1132 h 1163"/>
                <a:gd name="T30" fmla="*/ 379 w 1336"/>
                <a:gd name="T31" fmla="*/ 1163 h 1163"/>
                <a:gd name="T32" fmla="*/ 1235 w 1336"/>
                <a:gd name="T33" fmla="*/ 670 h 1163"/>
                <a:gd name="T34" fmla="*/ 1285 w 1336"/>
                <a:gd name="T35" fmla="*/ 617 h 1163"/>
                <a:gd name="T36" fmla="*/ 1315 w 1336"/>
                <a:gd name="T37" fmla="*/ 566 h 1163"/>
                <a:gd name="T38" fmla="*/ 1330 w 1336"/>
                <a:gd name="T39" fmla="*/ 521 h 1163"/>
                <a:gd name="T40" fmla="*/ 1336 w 1336"/>
                <a:gd name="T41" fmla="*/ 441 h 1163"/>
                <a:gd name="T42" fmla="*/ 1327 w 1336"/>
                <a:gd name="T43" fmla="*/ 375 h 1163"/>
                <a:gd name="T44" fmla="*/ 1309 w 1336"/>
                <a:gd name="T45" fmla="*/ 304 h 1163"/>
                <a:gd name="T46" fmla="*/ 1285 w 1336"/>
                <a:gd name="T47" fmla="*/ 242 h 1163"/>
                <a:gd name="T48" fmla="*/ 1252 w 1336"/>
                <a:gd name="T49" fmla="*/ 179 h 1163"/>
                <a:gd name="T50" fmla="*/ 1212 w 1336"/>
                <a:gd name="T51" fmla="*/ 128 h 1163"/>
                <a:gd name="T52" fmla="*/ 1160 w 1336"/>
                <a:gd name="T53" fmla="*/ 79 h 1163"/>
                <a:gd name="T54" fmla="*/ 1120 w 1336"/>
                <a:gd name="T55" fmla="*/ 49 h 1163"/>
                <a:gd name="T56" fmla="*/ 1054 w 1336"/>
                <a:gd name="T57" fmla="*/ 13 h 1163"/>
                <a:gd name="T58" fmla="*/ 1005 w 1336"/>
                <a:gd name="T59" fmla="*/ 0 h 1163"/>
                <a:gd name="T60" fmla="*/ 1010 w 1336"/>
                <a:gd name="T61" fmla="*/ 344 h 1163"/>
                <a:gd name="T62" fmla="*/ 988 w 1336"/>
                <a:gd name="T63" fmla="*/ 401 h 1163"/>
                <a:gd name="T64" fmla="*/ 953 w 1336"/>
                <a:gd name="T65" fmla="*/ 449 h 1163"/>
                <a:gd name="T66" fmla="*/ 900 w 1336"/>
                <a:gd name="T67" fmla="*/ 476 h 1163"/>
                <a:gd name="T68" fmla="*/ 834 w 1336"/>
                <a:gd name="T69" fmla="*/ 489 h 1163"/>
                <a:gd name="T70" fmla="*/ 772 w 1336"/>
                <a:gd name="T71" fmla="*/ 480 h 1163"/>
                <a:gd name="T72" fmla="*/ 736 w 1336"/>
                <a:gd name="T73" fmla="*/ 467 h 1163"/>
                <a:gd name="T74" fmla="*/ 714 w 1336"/>
                <a:gd name="T75" fmla="*/ 449 h 1163"/>
                <a:gd name="T76" fmla="*/ 525 w 1336"/>
                <a:gd name="T77" fmla="*/ 551 h 1163"/>
                <a:gd name="T78" fmla="*/ 428 w 1336"/>
                <a:gd name="T79" fmla="*/ 559 h 1163"/>
                <a:gd name="T80" fmla="*/ 357 w 1336"/>
                <a:gd name="T81" fmla="*/ 542 h 1163"/>
                <a:gd name="T82" fmla="*/ 309 w 1336"/>
                <a:gd name="T83" fmla="*/ 511 h 1163"/>
                <a:gd name="T84" fmla="*/ 256 w 1336"/>
                <a:gd name="T85" fmla="*/ 480 h 1163"/>
                <a:gd name="T86" fmla="*/ 234 w 1336"/>
                <a:gd name="T87" fmla="*/ 454 h 1163"/>
                <a:gd name="T88" fmla="*/ 220 w 1336"/>
                <a:gd name="T89" fmla="*/ 392 h 1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336" h="1163">
                  <a:moveTo>
                    <a:pt x="220" y="392"/>
                  </a:moveTo>
                  <a:lnTo>
                    <a:pt x="0" y="524"/>
                  </a:lnTo>
                  <a:lnTo>
                    <a:pt x="62" y="507"/>
                  </a:lnTo>
                  <a:lnTo>
                    <a:pt x="141" y="511"/>
                  </a:lnTo>
                  <a:lnTo>
                    <a:pt x="190" y="533"/>
                  </a:lnTo>
                  <a:lnTo>
                    <a:pt x="256" y="568"/>
                  </a:lnTo>
                  <a:lnTo>
                    <a:pt x="304" y="612"/>
                  </a:lnTo>
                  <a:lnTo>
                    <a:pt x="353" y="665"/>
                  </a:lnTo>
                  <a:lnTo>
                    <a:pt x="388" y="718"/>
                  </a:lnTo>
                  <a:lnTo>
                    <a:pt x="419" y="788"/>
                  </a:lnTo>
                  <a:lnTo>
                    <a:pt x="450" y="846"/>
                  </a:lnTo>
                  <a:lnTo>
                    <a:pt x="468" y="939"/>
                  </a:lnTo>
                  <a:lnTo>
                    <a:pt x="454" y="1009"/>
                  </a:lnTo>
                  <a:lnTo>
                    <a:pt x="437" y="1093"/>
                  </a:lnTo>
                  <a:lnTo>
                    <a:pt x="406" y="1132"/>
                  </a:lnTo>
                  <a:lnTo>
                    <a:pt x="379" y="1163"/>
                  </a:lnTo>
                  <a:lnTo>
                    <a:pt x="1235" y="670"/>
                  </a:lnTo>
                  <a:lnTo>
                    <a:pt x="1285" y="617"/>
                  </a:lnTo>
                  <a:lnTo>
                    <a:pt x="1315" y="566"/>
                  </a:lnTo>
                  <a:lnTo>
                    <a:pt x="1330" y="521"/>
                  </a:lnTo>
                  <a:lnTo>
                    <a:pt x="1336" y="441"/>
                  </a:lnTo>
                  <a:lnTo>
                    <a:pt x="1327" y="375"/>
                  </a:lnTo>
                  <a:lnTo>
                    <a:pt x="1309" y="304"/>
                  </a:lnTo>
                  <a:lnTo>
                    <a:pt x="1285" y="242"/>
                  </a:lnTo>
                  <a:lnTo>
                    <a:pt x="1252" y="179"/>
                  </a:lnTo>
                  <a:lnTo>
                    <a:pt x="1212" y="128"/>
                  </a:lnTo>
                  <a:lnTo>
                    <a:pt x="1160" y="79"/>
                  </a:lnTo>
                  <a:lnTo>
                    <a:pt x="1120" y="49"/>
                  </a:lnTo>
                  <a:lnTo>
                    <a:pt x="1054" y="13"/>
                  </a:lnTo>
                  <a:lnTo>
                    <a:pt x="1005" y="0"/>
                  </a:lnTo>
                  <a:lnTo>
                    <a:pt x="1010" y="344"/>
                  </a:lnTo>
                  <a:lnTo>
                    <a:pt x="988" y="401"/>
                  </a:lnTo>
                  <a:lnTo>
                    <a:pt x="953" y="449"/>
                  </a:lnTo>
                  <a:lnTo>
                    <a:pt x="900" y="476"/>
                  </a:lnTo>
                  <a:lnTo>
                    <a:pt x="834" y="489"/>
                  </a:lnTo>
                  <a:lnTo>
                    <a:pt x="772" y="480"/>
                  </a:lnTo>
                  <a:lnTo>
                    <a:pt x="736" y="467"/>
                  </a:lnTo>
                  <a:lnTo>
                    <a:pt x="714" y="449"/>
                  </a:lnTo>
                  <a:lnTo>
                    <a:pt x="525" y="551"/>
                  </a:lnTo>
                  <a:lnTo>
                    <a:pt x="428" y="559"/>
                  </a:lnTo>
                  <a:lnTo>
                    <a:pt x="357" y="542"/>
                  </a:lnTo>
                  <a:lnTo>
                    <a:pt x="309" y="511"/>
                  </a:lnTo>
                  <a:lnTo>
                    <a:pt x="256" y="480"/>
                  </a:lnTo>
                  <a:lnTo>
                    <a:pt x="234" y="454"/>
                  </a:lnTo>
                  <a:lnTo>
                    <a:pt x="220" y="392"/>
                  </a:lnTo>
                  <a:close/>
                </a:path>
              </a:pathLst>
            </a:custGeom>
            <a:gradFill rotWithShape="0">
              <a:gsLst>
                <a:gs pos="0">
                  <a:srgbClr val="996633">
                    <a:gamma/>
                    <a:shade val="70588"/>
                    <a:invGamma/>
                  </a:srgbClr>
                </a:gs>
                <a:gs pos="50000">
                  <a:srgbClr val="996633"/>
                </a:gs>
                <a:gs pos="100000">
                  <a:srgbClr val="996633">
                    <a:gamma/>
                    <a:shade val="70588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42356" name="Oval 20"/>
            <p:cNvSpPr>
              <a:spLocks noChangeArrowheads="1"/>
            </p:cNvSpPr>
            <p:nvPr/>
          </p:nvSpPr>
          <p:spPr bwMode="auto">
            <a:xfrm rot="-18145573">
              <a:off x="4054" y="2623"/>
              <a:ext cx="737" cy="484"/>
            </a:xfrm>
            <a:prstGeom prst="ellipse">
              <a:avLst/>
            </a:prstGeom>
            <a:solidFill>
              <a:srgbClr val="FF7C80"/>
            </a:solidFill>
            <a:ln w="9525">
              <a:solidFill>
                <a:srgbClr val="FF7C8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42357" name="Oval 21"/>
            <p:cNvSpPr>
              <a:spLocks noChangeArrowheads="1"/>
            </p:cNvSpPr>
            <p:nvPr/>
          </p:nvSpPr>
          <p:spPr bwMode="auto">
            <a:xfrm>
              <a:off x="4689" y="1888"/>
              <a:ext cx="551" cy="353"/>
            </a:xfrm>
            <a:prstGeom prst="ellipse">
              <a:avLst/>
            </a:prstGeom>
            <a:solidFill>
              <a:srgbClr val="FF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42358" name="Freeform 22"/>
            <p:cNvSpPr>
              <a:spLocks/>
            </p:cNvSpPr>
            <p:nvPr/>
          </p:nvSpPr>
          <p:spPr bwMode="auto">
            <a:xfrm>
              <a:off x="4450" y="2334"/>
              <a:ext cx="493" cy="260"/>
            </a:xfrm>
            <a:custGeom>
              <a:avLst/>
              <a:gdLst>
                <a:gd name="T0" fmla="*/ 0 w 1075"/>
                <a:gd name="T1" fmla="*/ 29 h 566"/>
                <a:gd name="T2" fmla="*/ 0 w 1075"/>
                <a:gd name="T3" fmla="*/ 288 h 566"/>
                <a:gd name="T4" fmla="*/ 67 w 1075"/>
                <a:gd name="T5" fmla="*/ 394 h 566"/>
                <a:gd name="T6" fmla="*/ 154 w 1075"/>
                <a:gd name="T7" fmla="*/ 451 h 566"/>
                <a:gd name="T8" fmla="*/ 231 w 1075"/>
                <a:gd name="T9" fmla="*/ 509 h 566"/>
                <a:gd name="T10" fmla="*/ 346 w 1075"/>
                <a:gd name="T11" fmla="*/ 547 h 566"/>
                <a:gd name="T12" fmla="*/ 451 w 1075"/>
                <a:gd name="T13" fmla="*/ 566 h 566"/>
                <a:gd name="T14" fmla="*/ 586 w 1075"/>
                <a:gd name="T15" fmla="*/ 566 h 566"/>
                <a:gd name="T16" fmla="*/ 691 w 1075"/>
                <a:gd name="T17" fmla="*/ 538 h 566"/>
                <a:gd name="T18" fmla="*/ 1075 w 1075"/>
                <a:gd name="T19" fmla="*/ 307 h 566"/>
                <a:gd name="T20" fmla="*/ 1075 w 1075"/>
                <a:gd name="T21" fmla="*/ 0 h 566"/>
                <a:gd name="T22" fmla="*/ 960 w 1075"/>
                <a:gd name="T23" fmla="*/ 86 h 566"/>
                <a:gd name="T24" fmla="*/ 893 w 1075"/>
                <a:gd name="T25" fmla="*/ 125 h 566"/>
                <a:gd name="T26" fmla="*/ 797 w 1075"/>
                <a:gd name="T27" fmla="*/ 173 h 566"/>
                <a:gd name="T28" fmla="*/ 711 w 1075"/>
                <a:gd name="T29" fmla="*/ 221 h 566"/>
                <a:gd name="T30" fmla="*/ 595 w 1075"/>
                <a:gd name="T31" fmla="*/ 278 h 566"/>
                <a:gd name="T32" fmla="*/ 499 w 1075"/>
                <a:gd name="T33" fmla="*/ 288 h 566"/>
                <a:gd name="T34" fmla="*/ 403 w 1075"/>
                <a:gd name="T35" fmla="*/ 307 h 566"/>
                <a:gd name="T36" fmla="*/ 307 w 1075"/>
                <a:gd name="T37" fmla="*/ 307 h 566"/>
                <a:gd name="T38" fmla="*/ 183 w 1075"/>
                <a:gd name="T39" fmla="*/ 269 h 566"/>
                <a:gd name="T40" fmla="*/ 115 w 1075"/>
                <a:gd name="T41" fmla="*/ 230 h 566"/>
                <a:gd name="T42" fmla="*/ 39 w 1075"/>
                <a:gd name="T43" fmla="*/ 173 h 566"/>
                <a:gd name="T44" fmla="*/ 0 w 1075"/>
                <a:gd name="T45" fmla="*/ 29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075" h="566">
                  <a:moveTo>
                    <a:pt x="0" y="29"/>
                  </a:moveTo>
                  <a:lnTo>
                    <a:pt x="0" y="288"/>
                  </a:lnTo>
                  <a:lnTo>
                    <a:pt x="67" y="394"/>
                  </a:lnTo>
                  <a:lnTo>
                    <a:pt x="154" y="451"/>
                  </a:lnTo>
                  <a:lnTo>
                    <a:pt x="231" y="509"/>
                  </a:lnTo>
                  <a:lnTo>
                    <a:pt x="346" y="547"/>
                  </a:lnTo>
                  <a:lnTo>
                    <a:pt x="451" y="566"/>
                  </a:lnTo>
                  <a:lnTo>
                    <a:pt x="586" y="566"/>
                  </a:lnTo>
                  <a:lnTo>
                    <a:pt x="691" y="538"/>
                  </a:lnTo>
                  <a:lnTo>
                    <a:pt x="1075" y="307"/>
                  </a:lnTo>
                  <a:lnTo>
                    <a:pt x="1075" y="0"/>
                  </a:lnTo>
                  <a:lnTo>
                    <a:pt x="960" y="86"/>
                  </a:lnTo>
                  <a:lnTo>
                    <a:pt x="893" y="125"/>
                  </a:lnTo>
                  <a:lnTo>
                    <a:pt x="797" y="173"/>
                  </a:lnTo>
                  <a:lnTo>
                    <a:pt x="711" y="221"/>
                  </a:lnTo>
                  <a:lnTo>
                    <a:pt x="595" y="278"/>
                  </a:lnTo>
                  <a:lnTo>
                    <a:pt x="499" y="288"/>
                  </a:lnTo>
                  <a:lnTo>
                    <a:pt x="403" y="307"/>
                  </a:lnTo>
                  <a:lnTo>
                    <a:pt x="307" y="307"/>
                  </a:lnTo>
                  <a:lnTo>
                    <a:pt x="183" y="269"/>
                  </a:lnTo>
                  <a:lnTo>
                    <a:pt x="115" y="230"/>
                  </a:lnTo>
                  <a:lnTo>
                    <a:pt x="39" y="173"/>
                  </a:lnTo>
                  <a:lnTo>
                    <a:pt x="0" y="29"/>
                  </a:lnTo>
                  <a:close/>
                </a:path>
              </a:pathLst>
            </a:custGeom>
            <a:gradFill rotWithShape="0">
              <a:gsLst>
                <a:gs pos="0">
                  <a:srgbClr val="339933">
                    <a:gamma/>
                    <a:shade val="80000"/>
                    <a:invGamma/>
                  </a:srgbClr>
                </a:gs>
                <a:gs pos="100000">
                  <a:srgbClr val="3399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42359" name="Freeform 23"/>
            <p:cNvSpPr>
              <a:spLocks/>
            </p:cNvSpPr>
            <p:nvPr/>
          </p:nvSpPr>
          <p:spPr bwMode="auto">
            <a:xfrm>
              <a:off x="4450" y="2175"/>
              <a:ext cx="493" cy="309"/>
            </a:xfrm>
            <a:custGeom>
              <a:avLst/>
              <a:gdLst>
                <a:gd name="T0" fmla="*/ 519 w 1075"/>
                <a:gd name="T1" fmla="*/ 0 h 672"/>
                <a:gd name="T2" fmla="*/ 96 w 1075"/>
                <a:gd name="T3" fmla="*/ 240 h 672"/>
                <a:gd name="T4" fmla="*/ 39 w 1075"/>
                <a:gd name="T5" fmla="*/ 298 h 672"/>
                <a:gd name="T6" fmla="*/ 0 w 1075"/>
                <a:gd name="T7" fmla="*/ 375 h 672"/>
                <a:gd name="T8" fmla="*/ 19 w 1075"/>
                <a:gd name="T9" fmla="*/ 490 h 672"/>
                <a:gd name="T10" fmla="*/ 87 w 1075"/>
                <a:gd name="T11" fmla="*/ 567 h 672"/>
                <a:gd name="T12" fmla="*/ 183 w 1075"/>
                <a:gd name="T13" fmla="*/ 634 h 672"/>
                <a:gd name="T14" fmla="*/ 317 w 1075"/>
                <a:gd name="T15" fmla="*/ 663 h 672"/>
                <a:gd name="T16" fmla="*/ 451 w 1075"/>
                <a:gd name="T17" fmla="*/ 672 h 672"/>
                <a:gd name="T18" fmla="*/ 586 w 1075"/>
                <a:gd name="T19" fmla="*/ 634 h 672"/>
                <a:gd name="T20" fmla="*/ 711 w 1075"/>
                <a:gd name="T21" fmla="*/ 576 h 672"/>
                <a:gd name="T22" fmla="*/ 1075 w 1075"/>
                <a:gd name="T23" fmla="*/ 365 h 672"/>
                <a:gd name="T24" fmla="*/ 989 w 1075"/>
                <a:gd name="T25" fmla="*/ 346 h 672"/>
                <a:gd name="T26" fmla="*/ 883 w 1075"/>
                <a:gd name="T27" fmla="*/ 308 h 672"/>
                <a:gd name="T28" fmla="*/ 768 w 1075"/>
                <a:gd name="T29" fmla="*/ 269 h 672"/>
                <a:gd name="T30" fmla="*/ 672 w 1075"/>
                <a:gd name="T31" fmla="*/ 212 h 672"/>
                <a:gd name="T32" fmla="*/ 586 w 1075"/>
                <a:gd name="T33" fmla="*/ 135 h 672"/>
                <a:gd name="T34" fmla="*/ 528 w 1075"/>
                <a:gd name="T35" fmla="*/ 68 h 672"/>
                <a:gd name="T36" fmla="*/ 519 w 1075"/>
                <a:gd name="T37" fmla="*/ 0 h 6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075" h="672">
                  <a:moveTo>
                    <a:pt x="519" y="0"/>
                  </a:moveTo>
                  <a:lnTo>
                    <a:pt x="96" y="240"/>
                  </a:lnTo>
                  <a:lnTo>
                    <a:pt x="39" y="298"/>
                  </a:lnTo>
                  <a:lnTo>
                    <a:pt x="0" y="375"/>
                  </a:lnTo>
                  <a:lnTo>
                    <a:pt x="19" y="490"/>
                  </a:lnTo>
                  <a:lnTo>
                    <a:pt x="87" y="567"/>
                  </a:lnTo>
                  <a:lnTo>
                    <a:pt x="183" y="634"/>
                  </a:lnTo>
                  <a:lnTo>
                    <a:pt x="317" y="663"/>
                  </a:lnTo>
                  <a:lnTo>
                    <a:pt x="451" y="672"/>
                  </a:lnTo>
                  <a:lnTo>
                    <a:pt x="586" y="634"/>
                  </a:lnTo>
                  <a:lnTo>
                    <a:pt x="711" y="576"/>
                  </a:lnTo>
                  <a:lnTo>
                    <a:pt x="1075" y="365"/>
                  </a:lnTo>
                  <a:lnTo>
                    <a:pt x="989" y="346"/>
                  </a:lnTo>
                  <a:lnTo>
                    <a:pt x="883" y="308"/>
                  </a:lnTo>
                  <a:lnTo>
                    <a:pt x="768" y="269"/>
                  </a:lnTo>
                  <a:lnTo>
                    <a:pt x="672" y="212"/>
                  </a:lnTo>
                  <a:lnTo>
                    <a:pt x="586" y="135"/>
                  </a:lnTo>
                  <a:lnTo>
                    <a:pt x="528" y="68"/>
                  </a:lnTo>
                  <a:lnTo>
                    <a:pt x="519" y="0"/>
                  </a:lnTo>
                  <a:close/>
                </a:path>
              </a:pathLst>
            </a:cu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DB6564B7-D83D-EF7B-823B-61D8B55A2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5.1 </a:t>
            </a:r>
            <a:r>
              <a:rPr lang="zh-CN" altLang="en-US" dirty="0"/>
              <a:t>立体表面的相贯线</a:t>
            </a:r>
            <a:endParaRPr lang="en-CN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F95AA0-A82E-4224-B886-17764AC09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E413A-C206-4C91-B824-81A065FD86F8}" type="datetime1">
              <a:rPr lang="zh-CN" altLang="en-US" smtClean="0"/>
              <a:t>2025/11/11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E0A7C8-655A-4FDE-8612-9899A8521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13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BAD5F5-5C40-4FC2-B3D2-660B6F18B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C7F3E7D-F662-6991-ADEF-CEE327D126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相贯线的主要性质：</a:t>
            </a:r>
          </a:p>
        </p:txBody>
      </p:sp>
    </p:spTree>
    <p:extLst>
      <p:ext uri="{BB962C8B-B14F-4D97-AF65-F5344CB8AC3E}">
        <p14:creationId xmlns:p14="http://schemas.microsoft.com/office/powerpoint/2010/main" val="956211611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42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2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2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42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2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2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423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423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142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40" grpId="0" autoUpdateAnimBg="0"/>
      <p:bldP spid="142341" grpId="0" autoUpdateAnimBg="0"/>
      <p:bldP spid="142342" grpId="0" autoUpdateAnimBg="0"/>
      <p:bldP spid="142343" grpId="0" autoUpdateAnimBg="0"/>
      <p:bldP spid="142344" grpId="0" autoUpdateAnimBg="0"/>
      <p:bldP spid="142345" grpId="0" autoUpdateAnimBg="0"/>
      <p:bldP spid="142346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Text Box 2"/>
          <p:cNvSpPr txBox="1">
            <a:spLocks noChangeArrowheads="1"/>
          </p:cNvSpPr>
          <p:nvPr/>
        </p:nvSpPr>
        <p:spPr bwMode="auto">
          <a:xfrm>
            <a:off x="812123" y="1361565"/>
            <a:ext cx="7637996" cy="7571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其相贯线是由若干段平面曲线或直线组成的空间折线，每一段是平面体的棱面与回转体表面的交线。</a:t>
            </a:r>
          </a:p>
        </p:txBody>
      </p:sp>
      <p:sp>
        <p:nvSpPr>
          <p:cNvPr id="143364" name="Text Box 4"/>
          <p:cNvSpPr txBox="1">
            <a:spLocks noChangeArrowheads="1"/>
          </p:cNvSpPr>
          <p:nvPr/>
        </p:nvSpPr>
        <p:spPr bwMode="auto">
          <a:xfrm>
            <a:off x="1157885" y="3139533"/>
            <a:ext cx="425230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zh-CN" altLang="en-US" sz="2800" dirty="0">
                <a:solidFill>
                  <a:schemeClr val="accent5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求相贯线的步骤：</a:t>
            </a:r>
          </a:p>
        </p:txBody>
      </p:sp>
      <p:sp>
        <p:nvSpPr>
          <p:cNvPr id="143365" name="Text Box 5"/>
          <p:cNvSpPr txBox="1">
            <a:spLocks noChangeArrowheads="1"/>
          </p:cNvSpPr>
          <p:nvPr/>
        </p:nvSpPr>
        <p:spPr bwMode="auto">
          <a:xfrm>
            <a:off x="943429" y="3735957"/>
            <a:ext cx="7008251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200" indent="-4572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分析各棱面与回转体表面的相对位置，从而确定交线的形状。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marL="457200" indent="-4572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求出各棱面与回转体表面的截交线。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marL="457200" indent="-4572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连接各段交线。</a:t>
            </a: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  <a:sym typeface="Symbol" panose="05050102010706020507" pitchFamily="18" charset="2"/>
            </a:endParaRPr>
          </a:p>
          <a:p>
            <a:pPr marL="457200" indent="-4572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  <a:sym typeface="Symbol" panose="05050102010706020507" pitchFamily="18" charset="2"/>
              </a:rPr>
              <a:t>判断可见性。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3366" name="Text Box 6"/>
          <p:cNvSpPr txBox="1">
            <a:spLocks noChangeArrowheads="1"/>
          </p:cNvSpPr>
          <p:nvPr/>
        </p:nvSpPr>
        <p:spPr bwMode="auto">
          <a:xfrm>
            <a:off x="2543176" y="5213351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143367" name="Text Box 7"/>
          <p:cNvSpPr txBox="1">
            <a:spLocks noChangeArrowheads="1"/>
          </p:cNvSpPr>
          <p:nvPr/>
        </p:nvSpPr>
        <p:spPr bwMode="auto">
          <a:xfrm>
            <a:off x="2543176" y="5645151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3368" name="Text Box 8"/>
          <p:cNvSpPr txBox="1">
            <a:spLocks noChangeArrowheads="1"/>
          </p:cNvSpPr>
          <p:nvPr/>
        </p:nvSpPr>
        <p:spPr bwMode="auto">
          <a:xfrm>
            <a:off x="436061" y="2273563"/>
            <a:ext cx="74302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zh-CN" altLang="en-US" sz="24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求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交线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的实质是求各棱面与回转面的截交线。</a:t>
            </a:r>
          </a:p>
        </p:txBody>
      </p:sp>
      <p:sp>
        <p:nvSpPr>
          <p:cNvPr id="143370" name="Freeform 10"/>
          <p:cNvSpPr>
            <a:spLocks/>
          </p:cNvSpPr>
          <p:nvPr/>
        </p:nvSpPr>
        <p:spPr bwMode="auto">
          <a:xfrm>
            <a:off x="8921605" y="1586979"/>
            <a:ext cx="1987550" cy="1806575"/>
          </a:xfrm>
          <a:custGeom>
            <a:avLst/>
            <a:gdLst>
              <a:gd name="T0" fmla="*/ 0 w 2880"/>
              <a:gd name="T1" fmla="*/ 1032 h 2616"/>
              <a:gd name="T2" fmla="*/ 552 w 2880"/>
              <a:gd name="T3" fmla="*/ 708 h 2616"/>
              <a:gd name="T4" fmla="*/ 624 w 2880"/>
              <a:gd name="T5" fmla="*/ 672 h 2616"/>
              <a:gd name="T6" fmla="*/ 684 w 2880"/>
              <a:gd name="T7" fmla="*/ 708 h 2616"/>
              <a:gd name="T8" fmla="*/ 804 w 2880"/>
              <a:gd name="T9" fmla="*/ 756 h 2616"/>
              <a:gd name="T10" fmla="*/ 876 w 2880"/>
              <a:gd name="T11" fmla="*/ 792 h 2616"/>
              <a:gd name="T12" fmla="*/ 924 w 2880"/>
              <a:gd name="T13" fmla="*/ 852 h 2616"/>
              <a:gd name="T14" fmla="*/ 984 w 2880"/>
              <a:gd name="T15" fmla="*/ 900 h 2616"/>
              <a:gd name="T16" fmla="*/ 1068 w 2880"/>
              <a:gd name="T17" fmla="*/ 960 h 2616"/>
              <a:gd name="T18" fmla="*/ 1128 w 2880"/>
              <a:gd name="T19" fmla="*/ 996 h 2616"/>
              <a:gd name="T20" fmla="*/ 1176 w 2880"/>
              <a:gd name="T21" fmla="*/ 1116 h 2616"/>
              <a:gd name="T22" fmla="*/ 2196 w 2880"/>
              <a:gd name="T23" fmla="*/ 528 h 2616"/>
              <a:gd name="T24" fmla="*/ 2196 w 2880"/>
              <a:gd name="T25" fmla="*/ 84 h 2616"/>
              <a:gd name="T26" fmla="*/ 2112 w 2880"/>
              <a:gd name="T27" fmla="*/ 0 h 2616"/>
              <a:gd name="T28" fmla="*/ 2232 w 2880"/>
              <a:gd name="T29" fmla="*/ 48 h 2616"/>
              <a:gd name="T30" fmla="*/ 2364 w 2880"/>
              <a:gd name="T31" fmla="*/ 132 h 2616"/>
              <a:gd name="T32" fmla="*/ 2484 w 2880"/>
              <a:gd name="T33" fmla="*/ 228 h 2616"/>
              <a:gd name="T34" fmla="*/ 2568 w 2880"/>
              <a:gd name="T35" fmla="*/ 312 h 2616"/>
              <a:gd name="T36" fmla="*/ 2652 w 2880"/>
              <a:gd name="T37" fmla="*/ 420 h 2616"/>
              <a:gd name="T38" fmla="*/ 2736 w 2880"/>
              <a:gd name="T39" fmla="*/ 540 h 2616"/>
              <a:gd name="T40" fmla="*/ 2796 w 2880"/>
              <a:gd name="T41" fmla="*/ 696 h 2616"/>
              <a:gd name="T42" fmla="*/ 2844 w 2880"/>
              <a:gd name="T43" fmla="*/ 852 h 2616"/>
              <a:gd name="T44" fmla="*/ 2880 w 2880"/>
              <a:gd name="T45" fmla="*/ 1044 h 2616"/>
              <a:gd name="T46" fmla="*/ 2868 w 2880"/>
              <a:gd name="T47" fmla="*/ 1236 h 2616"/>
              <a:gd name="T48" fmla="*/ 2808 w 2880"/>
              <a:gd name="T49" fmla="*/ 1428 h 2616"/>
              <a:gd name="T50" fmla="*/ 2724 w 2880"/>
              <a:gd name="T51" fmla="*/ 1536 h 2616"/>
              <a:gd name="T52" fmla="*/ 2604 w 2880"/>
              <a:gd name="T53" fmla="*/ 1620 h 2616"/>
              <a:gd name="T54" fmla="*/ 900 w 2880"/>
              <a:gd name="T55" fmla="*/ 2616 h 2616"/>
              <a:gd name="T56" fmla="*/ 888 w 2880"/>
              <a:gd name="T57" fmla="*/ 2436 h 2616"/>
              <a:gd name="T58" fmla="*/ 1092 w 2880"/>
              <a:gd name="T59" fmla="*/ 2292 h 2616"/>
              <a:gd name="T60" fmla="*/ 1116 w 2880"/>
              <a:gd name="T61" fmla="*/ 2148 h 2616"/>
              <a:gd name="T62" fmla="*/ 1092 w 2880"/>
              <a:gd name="T63" fmla="*/ 1980 h 2616"/>
              <a:gd name="T64" fmla="*/ 1032 w 2880"/>
              <a:gd name="T65" fmla="*/ 1812 h 2616"/>
              <a:gd name="T66" fmla="*/ 960 w 2880"/>
              <a:gd name="T67" fmla="*/ 1644 h 2616"/>
              <a:gd name="T68" fmla="*/ 876 w 2880"/>
              <a:gd name="T69" fmla="*/ 1464 h 2616"/>
              <a:gd name="T70" fmla="*/ 792 w 2880"/>
              <a:gd name="T71" fmla="*/ 1356 h 2616"/>
              <a:gd name="T72" fmla="*/ 684 w 2880"/>
              <a:gd name="T73" fmla="*/ 1260 h 2616"/>
              <a:gd name="T74" fmla="*/ 528 w 2880"/>
              <a:gd name="T75" fmla="*/ 1152 h 2616"/>
              <a:gd name="T76" fmla="*/ 360 w 2880"/>
              <a:gd name="T77" fmla="*/ 1044 h 2616"/>
              <a:gd name="T78" fmla="*/ 240 w 2880"/>
              <a:gd name="T79" fmla="*/ 996 h 2616"/>
              <a:gd name="T80" fmla="*/ 120 w 2880"/>
              <a:gd name="T81" fmla="*/ 1008 h 2616"/>
              <a:gd name="T82" fmla="*/ 0 w 2880"/>
              <a:gd name="T83" fmla="*/ 1032 h 26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2880" h="2616">
                <a:moveTo>
                  <a:pt x="0" y="1032"/>
                </a:moveTo>
                <a:lnTo>
                  <a:pt x="552" y="708"/>
                </a:lnTo>
                <a:lnTo>
                  <a:pt x="624" y="672"/>
                </a:lnTo>
                <a:lnTo>
                  <a:pt x="684" y="708"/>
                </a:lnTo>
                <a:lnTo>
                  <a:pt x="804" y="756"/>
                </a:lnTo>
                <a:lnTo>
                  <a:pt x="876" y="792"/>
                </a:lnTo>
                <a:lnTo>
                  <a:pt x="924" y="852"/>
                </a:lnTo>
                <a:lnTo>
                  <a:pt x="984" y="900"/>
                </a:lnTo>
                <a:lnTo>
                  <a:pt x="1068" y="960"/>
                </a:lnTo>
                <a:lnTo>
                  <a:pt x="1128" y="996"/>
                </a:lnTo>
                <a:lnTo>
                  <a:pt x="1176" y="1116"/>
                </a:lnTo>
                <a:lnTo>
                  <a:pt x="2196" y="528"/>
                </a:lnTo>
                <a:lnTo>
                  <a:pt x="2196" y="84"/>
                </a:lnTo>
                <a:lnTo>
                  <a:pt x="2112" y="0"/>
                </a:lnTo>
                <a:lnTo>
                  <a:pt x="2232" y="48"/>
                </a:lnTo>
                <a:lnTo>
                  <a:pt x="2364" y="132"/>
                </a:lnTo>
                <a:lnTo>
                  <a:pt x="2484" y="228"/>
                </a:lnTo>
                <a:lnTo>
                  <a:pt x="2568" y="312"/>
                </a:lnTo>
                <a:lnTo>
                  <a:pt x="2652" y="420"/>
                </a:lnTo>
                <a:lnTo>
                  <a:pt x="2736" y="540"/>
                </a:lnTo>
                <a:lnTo>
                  <a:pt x="2796" y="696"/>
                </a:lnTo>
                <a:lnTo>
                  <a:pt x="2844" y="852"/>
                </a:lnTo>
                <a:lnTo>
                  <a:pt x="2880" y="1044"/>
                </a:lnTo>
                <a:lnTo>
                  <a:pt x="2868" y="1236"/>
                </a:lnTo>
                <a:lnTo>
                  <a:pt x="2808" y="1428"/>
                </a:lnTo>
                <a:lnTo>
                  <a:pt x="2724" y="1536"/>
                </a:lnTo>
                <a:lnTo>
                  <a:pt x="2604" y="1620"/>
                </a:lnTo>
                <a:lnTo>
                  <a:pt x="900" y="2616"/>
                </a:lnTo>
                <a:lnTo>
                  <a:pt x="888" y="2436"/>
                </a:lnTo>
                <a:lnTo>
                  <a:pt x="1092" y="2292"/>
                </a:lnTo>
                <a:lnTo>
                  <a:pt x="1116" y="2148"/>
                </a:lnTo>
                <a:lnTo>
                  <a:pt x="1092" y="1980"/>
                </a:lnTo>
                <a:lnTo>
                  <a:pt x="1032" y="1812"/>
                </a:lnTo>
                <a:lnTo>
                  <a:pt x="960" y="1644"/>
                </a:lnTo>
                <a:lnTo>
                  <a:pt x="876" y="1464"/>
                </a:lnTo>
                <a:lnTo>
                  <a:pt x="792" y="1356"/>
                </a:lnTo>
                <a:lnTo>
                  <a:pt x="684" y="1260"/>
                </a:lnTo>
                <a:lnTo>
                  <a:pt x="528" y="1152"/>
                </a:lnTo>
                <a:lnTo>
                  <a:pt x="360" y="1044"/>
                </a:lnTo>
                <a:lnTo>
                  <a:pt x="240" y="996"/>
                </a:lnTo>
                <a:lnTo>
                  <a:pt x="120" y="1008"/>
                </a:lnTo>
                <a:lnTo>
                  <a:pt x="0" y="1032"/>
                </a:lnTo>
                <a:close/>
              </a:path>
            </a:pathLst>
          </a:custGeom>
          <a:gradFill rotWithShape="0">
            <a:gsLst>
              <a:gs pos="0">
                <a:srgbClr val="FF3300">
                  <a:gamma/>
                  <a:shade val="16471"/>
                  <a:invGamma/>
                </a:srgbClr>
              </a:gs>
              <a:gs pos="50000">
                <a:srgbClr val="FF3300"/>
              </a:gs>
              <a:gs pos="100000">
                <a:srgbClr val="FF3300">
                  <a:gamma/>
                  <a:shade val="16471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3371" name="Oval 11"/>
          <p:cNvSpPr>
            <a:spLocks noChangeArrowheads="1"/>
          </p:cNvSpPr>
          <p:nvPr/>
        </p:nvSpPr>
        <p:spPr bwMode="auto">
          <a:xfrm rot="-1823920">
            <a:off x="8827943" y="2220391"/>
            <a:ext cx="798512" cy="1250950"/>
          </a:xfrm>
          <a:prstGeom prst="ellipse">
            <a:avLst/>
          </a:prstGeom>
          <a:solidFill>
            <a:srgbClr val="FF3399"/>
          </a:solidFill>
          <a:ln w="9525">
            <a:solidFill>
              <a:srgbClr val="FF9933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3372" name="Freeform 12"/>
          <p:cNvSpPr>
            <a:spLocks/>
          </p:cNvSpPr>
          <p:nvPr/>
        </p:nvSpPr>
        <p:spPr bwMode="auto">
          <a:xfrm>
            <a:off x="9302605" y="1779067"/>
            <a:ext cx="438150" cy="587375"/>
          </a:xfrm>
          <a:custGeom>
            <a:avLst/>
            <a:gdLst>
              <a:gd name="T0" fmla="*/ 0 w 636"/>
              <a:gd name="T1" fmla="*/ 0 h 852"/>
              <a:gd name="T2" fmla="*/ 636 w 636"/>
              <a:gd name="T3" fmla="*/ 372 h 852"/>
              <a:gd name="T4" fmla="*/ 636 w 636"/>
              <a:gd name="T5" fmla="*/ 852 h 852"/>
              <a:gd name="T6" fmla="*/ 528 w 636"/>
              <a:gd name="T7" fmla="*/ 732 h 852"/>
              <a:gd name="T8" fmla="*/ 444 w 636"/>
              <a:gd name="T9" fmla="*/ 660 h 852"/>
              <a:gd name="T10" fmla="*/ 360 w 636"/>
              <a:gd name="T11" fmla="*/ 600 h 852"/>
              <a:gd name="T12" fmla="*/ 276 w 636"/>
              <a:gd name="T13" fmla="*/ 540 h 852"/>
              <a:gd name="T14" fmla="*/ 180 w 636"/>
              <a:gd name="T15" fmla="*/ 504 h 852"/>
              <a:gd name="T16" fmla="*/ 84 w 636"/>
              <a:gd name="T17" fmla="*/ 480 h 852"/>
              <a:gd name="T18" fmla="*/ 0 w 636"/>
              <a:gd name="T19" fmla="*/ 480 h 852"/>
              <a:gd name="T20" fmla="*/ 0 w 636"/>
              <a:gd name="T21" fmla="*/ 0 h 8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36" h="852">
                <a:moveTo>
                  <a:pt x="0" y="0"/>
                </a:moveTo>
                <a:lnTo>
                  <a:pt x="636" y="372"/>
                </a:lnTo>
                <a:lnTo>
                  <a:pt x="636" y="852"/>
                </a:lnTo>
                <a:lnTo>
                  <a:pt x="528" y="732"/>
                </a:lnTo>
                <a:lnTo>
                  <a:pt x="444" y="660"/>
                </a:lnTo>
                <a:lnTo>
                  <a:pt x="360" y="600"/>
                </a:lnTo>
                <a:lnTo>
                  <a:pt x="276" y="540"/>
                </a:lnTo>
                <a:lnTo>
                  <a:pt x="180" y="504"/>
                </a:lnTo>
                <a:lnTo>
                  <a:pt x="84" y="480"/>
                </a:lnTo>
                <a:lnTo>
                  <a:pt x="0" y="480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33CC">
                  <a:gamma/>
                  <a:shade val="46275"/>
                  <a:invGamma/>
                </a:srgbClr>
              </a:gs>
              <a:gs pos="100000">
                <a:srgbClr val="0033CC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3373" name="Freeform 13"/>
          <p:cNvSpPr>
            <a:spLocks/>
          </p:cNvSpPr>
          <p:nvPr/>
        </p:nvSpPr>
        <p:spPr bwMode="auto">
          <a:xfrm>
            <a:off x="9716944" y="1612378"/>
            <a:ext cx="720725" cy="762000"/>
          </a:xfrm>
          <a:custGeom>
            <a:avLst/>
            <a:gdLst>
              <a:gd name="T0" fmla="*/ 0 w 1044"/>
              <a:gd name="T1" fmla="*/ 552 h 1104"/>
              <a:gd name="T2" fmla="*/ 24 w 1044"/>
              <a:gd name="T3" fmla="*/ 672 h 1104"/>
              <a:gd name="T4" fmla="*/ 24 w 1044"/>
              <a:gd name="T5" fmla="*/ 1104 h 1104"/>
              <a:gd name="T6" fmla="*/ 1044 w 1044"/>
              <a:gd name="T7" fmla="*/ 528 h 1104"/>
              <a:gd name="T8" fmla="*/ 1044 w 1044"/>
              <a:gd name="T9" fmla="*/ 0 h 1104"/>
              <a:gd name="T10" fmla="*/ 0 w 1044"/>
              <a:gd name="T11" fmla="*/ 552 h 1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44" h="1104">
                <a:moveTo>
                  <a:pt x="0" y="552"/>
                </a:moveTo>
                <a:cubicBezTo>
                  <a:pt x="0" y="576"/>
                  <a:pt x="24" y="648"/>
                  <a:pt x="24" y="672"/>
                </a:cubicBezTo>
                <a:lnTo>
                  <a:pt x="24" y="1104"/>
                </a:lnTo>
                <a:lnTo>
                  <a:pt x="1044" y="528"/>
                </a:lnTo>
                <a:lnTo>
                  <a:pt x="1044" y="0"/>
                </a:lnTo>
                <a:lnTo>
                  <a:pt x="0" y="552"/>
                </a:lnTo>
                <a:close/>
              </a:path>
            </a:pathLst>
          </a:custGeom>
          <a:gradFill rotWithShape="0">
            <a:gsLst>
              <a:gs pos="0">
                <a:srgbClr val="0033CC">
                  <a:gamma/>
                  <a:shade val="94118"/>
                  <a:invGamma/>
                </a:srgbClr>
              </a:gs>
              <a:gs pos="50000">
                <a:srgbClr val="0033CC"/>
              </a:gs>
              <a:gs pos="100000">
                <a:srgbClr val="0033CC">
                  <a:gamma/>
                  <a:shade val="94118"/>
                  <a:invGamma/>
                </a:srgb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3374" name="Freeform 14"/>
          <p:cNvSpPr>
            <a:spLocks/>
          </p:cNvSpPr>
          <p:nvPr/>
        </p:nvSpPr>
        <p:spPr bwMode="auto">
          <a:xfrm>
            <a:off x="9302605" y="1380604"/>
            <a:ext cx="1125538" cy="644525"/>
          </a:xfrm>
          <a:custGeom>
            <a:avLst/>
            <a:gdLst>
              <a:gd name="T0" fmla="*/ 0 w 709"/>
              <a:gd name="T1" fmla="*/ 250 h 406"/>
              <a:gd name="T2" fmla="*/ 262 w 709"/>
              <a:gd name="T3" fmla="*/ 406 h 406"/>
              <a:gd name="T4" fmla="*/ 709 w 709"/>
              <a:gd name="T5" fmla="*/ 151 h 406"/>
              <a:gd name="T6" fmla="*/ 443 w 709"/>
              <a:gd name="T7" fmla="*/ 0 h 406"/>
              <a:gd name="T8" fmla="*/ 0 w 709"/>
              <a:gd name="T9" fmla="*/ 250 h 4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9" h="406">
                <a:moveTo>
                  <a:pt x="0" y="250"/>
                </a:moveTo>
                <a:lnTo>
                  <a:pt x="262" y="406"/>
                </a:lnTo>
                <a:lnTo>
                  <a:pt x="709" y="151"/>
                </a:lnTo>
                <a:lnTo>
                  <a:pt x="443" y="0"/>
                </a:lnTo>
                <a:lnTo>
                  <a:pt x="0" y="250"/>
                </a:lnTo>
                <a:close/>
              </a:path>
            </a:pathLst>
          </a:custGeom>
          <a:solidFill>
            <a:srgbClr val="00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43380" name="Group 20"/>
          <p:cNvGrpSpPr>
            <a:grpSpLocks/>
          </p:cNvGrpSpPr>
          <p:nvPr/>
        </p:nvGrpSpPr>
        <p:grpSpPr bwMode="auto">
          <a:xfrm>
            <a:off x="8963801" y="3862798"/>
            <a:ext cx="1901825" cy="2089150"/>
            <a:chOff x="4318" y="1936"/>
            <a:chExt cx="1198" cy="1316"/>
          </a:xfrm>
        </p:grpSpPr>
        <p:sp>
          <p:nvSpPr>
            <p:cNvPr id="143376" name="Freeform 16"/>
            <p:cNvSpPr>
              <a:spLocks/>
            </p:cNvSpPr>
            <p:nvPr/>
          </p:nvSpPr>
          <p:spPr bwMode="auto">
            <a:xfrm>
              <a:off x="4375" y="2233"/>
              <a:ext cx="1141" cy="979"/>
            </a:xfrm>
            <a:custGeom>
              <a:avLst/>
              <a:gdLst>
                <a:gd name="T0" fmla="*/ 0 w 2856"/>
                <a:gd name="T1" fmla="*/ 636 h 2448"/>
                <a:gd name="T2" fmla="*/ 816 w 2856"/>
                <a:gd name="T3" fmla="*/ 156 h 2448"/>
                <a:gd name="T4" fmla="*/ 780 w 2856"/>
                <a:gd name="T5" fmla="*/ 324 h 2448"/>
                <a:gd name="T6" fmla="*/ 864 w 2856"/>
                <a:gd name="T7" fmla="*/ 336 h 2448"/>
                <a:gd name="T8" fmla="*/ 984 w 2856"/>
                <a:gd name="T9" fmla="*/ 264 h 2448"/>
                <a:gd name="T10" fmla="*/ 1224 w 2856"/>
                <a:gd name="T11" fmla="*/ 252 h 2448"/>
                <a:gd name="T12" fmla="*/ 1404 w 2856"/>
                <a:gd name="T13" fmla="*/ 228 h 2448"/>
                <a:gd name="T14" fmla="*/ 1500 w 2856"/>
                <a:gd name="T15" fmla="*/ 240 h 2448"/>
                <a:gd name="T16" fmla="*/ 1704 w 2856"/>
                <a:gd name="T17" fmla="*/ 240 h 2448"/>
                <a:gd name="T18" fmla="*/ 1848 w 2856"/>
                <a:gd name="T19" fmla="*/ 312 h 2448"/>
                <a:gd name="T20" fmla="*/ 2028 w 2856"/>
                <a:gd name="T21" fmla="*/ 360 h 2448"/>
                <a:gd name="T22" fmla="*/ 2160 w 2856"/>
                <a:gd name="T23" fmla="*/ 480 h 2448"/>
                <a:gd name="T24" fmla="*/ 2268 w 2856"/>
                <a:gd name="T25" fmla="*/ 612 h 2448"/>
                <a:gd name="T26" fmla="*/ 2340 w 2856"/>
                <a:gd name="T27" fmla="*/ 720 h 2448"/>
                <a:gd name="T28" fmla="*/ 2388 w 2856"/>
                <a:gd name="T29" fmla="*/ 816 h 2448"/>
                <a:gd name="T30" fmla="*/ 2412 w 2856"/>
                <a:gd name="T31" fmla="*/ 924 h 2448"/>
                <a:gd name="T32" fmla="*/ 2436 w 2856"/>
                <a:gd name="T33" fmla="*/ 1044 h 2448"/>
                <a:gd name="T34" fmla="*/ 2436 w 2856"/>
                <a:gd name="T35" fmla="*/ 0 h 2448"/>
                <a:gd name="T36" fmla="*/ 2532 w 2856"/>
                <a:gd name="T37" fmla="*/ 132 h 2448"/>
                <a:gd name="T38" fmla="*/ 2604 w 2856"/>
                <a:gd name="T39" fmla="*/ 228 h 2448"/>
                <a:gd name="T40" fmla="*/ 2676 w 2856"/>
                <a:gd name="T41" fmla="*/ 348 h 2448"/>
                <a:gd name="T42" fmla="*/ 2736 w 2856"/>
                <a:gd name="T43" fmla="*/ 480 h 2448"/>
                <a:gd name="T44" fmla="*/ 2796 w 2856"/>
                <a:gd name="T45" fmla="*/ 636 h 2448"/>
                <a:gd name="T46" fmla="*/ 2832 w 2856"/>
                <a:gd name="T47" fmla="*/ 792 h 2448"/>
                <a:gd name="T48" fmla="*/ 2856 w 2856"/>
                <a:gd name="T49" fmla="*/ 912 h 2448"/>
                <a:gd name="T50" fmla="*/ 2844 w 2856"/>
                <a:gd name="T51" fmla="*/ 1068 h 2448"/>
                <a:gd name="T52" fmla="*/ 2820 w 2856"/>
                <a:gd name="T53" fmla="*/ 1224 h 2448"/>
                <a:gd name="T54" fmla="*/ 2772 w 2856"/>
                <a:gd name="T55" fmla="*/ 1344 h 2448"/>
                <a:gd name="T56" fmla="*/ 2676 w 2856"/>
                <a:gd name="T57" fmla="*/ 1440 h 2448"/>
                <a:gd name="T58" fmla="*/ 2568 w 2856"/>
                <a:gd name="T59" fmla="*/ 1500 h 2448"/>
                <a:gd name="T60" fmla="*/ 972 w 2856"/>
                <a:gd name="T61" fmla="*/ 2448 h 2448"/>
                <a:gd name="T62" fmla="*/ 1128 w 2856"/>
                <a:gd name="T63" fmla="*/ 2244 h 2448"/>
                <a:gd name="T64" fmla="*/ 1188 w 2856"/>
                <a:gd name="T65" fmla="*/ 2124 h 2448"/>
                <a:gd name="T66" fmla="*/ 1188 w 2856"/>
                <a:gd name="T67" fmla="*/ 1896 h 2448"/>
                <a:gd name="T68" fmla="*/ 1200 w 2856"/>
                <a:gd name="T69" fmla="*/ 1584 h 2448"/>
                <a:gd name="T70" fmla="*/ 1104 w 2856"/>
                <a:gd name="T71" fmla="*/ 1380 h 2448"/>
                <a:gd name="T72" fmla="*/ 1032 w 2856"/>
                <a:gd name="T73" fmla="*/ 1212 h 2448"/>
                <a:gd name="T74" fmla="*/ 900 w 2856"/>
                <a:gd name="T75" fmla="*/ 1068 h 2448"/>
                <a:gd name="T76" fmla="*/ 804 w 2856"/>
                <a:gd name="T77" fmla="*/ 936 h 2448"/>
                <a:gd name="T78" fmla="*/ 732 w 2856"/>
                <a:gd name="T79" fmla="*/ 840 h 2448"/>
                <a:gd name="T80" fmla="*/ 600 w 2856"/>
                <a:gd name="T81" fmla="*/ 768 h 2448"/>
                <a:gd name="T82" fmla="*/ 492 w 2856"/>
                <a:gd name="T83" fmla="*/ 708 h 2448"/>
                <a:gd name="T84" fmla="*/ 384 w 2856"/>
                <a:gd name="T85" fmla="*/ 648 h 2448"/>
                <a:gd name="T86" fmla="*/ 276 w 2856"/>
                <a:gd name="T87" fmla="*/ 624 h 2448"/>
                <a:gd name="T88" fmla="*/ 144 w 2856"/>
                <a:gd name="T89" fmla="*/ 588 h 2448"/>
                <a:gd name="T90" fmla="*/ 0 w 2856"/>
                <a:gd name="T91" fmla="*/ 636 h 24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856" h="2448">
                  <a:moveTo>
                    <a:pt x="0" y="636"/>
                  </a:moveTo>
                  <a:lnTo>
                    <a:pt x="816" y="156"/>
                  </a:lnTo>
                  <a:lnTo>
                    <a:pt x="780" y="324"/>
                  </a:lnTo>
                  <a:lnTo>
                    <a:pt x="864" y="336"/>
                  </a:lnTo>
                  <a:lnTo>
                    <a:pt x="984" y="264"/>
                  </a:lnTo>
                  <a:lnTo>
                    <a:pt x="1224" y="252"/>
                  </a:lnTo>
                  <a:lnTo>
                    <a:pt x="1404" y="228"/>
                  </a:lnTo>
                  <a:lnTo>
                    <a:pt x="1500" y="240"/>
                  </a:lnTo>
                  <a:lnTo>
                    <a:pt x="1704" y="240"/>
                  </a:lnTo>
                  <a:lnTo>
                    <a:pt x="1848" y="312"/>
                  </a:lnTo>
                  <a:lnTo>
                    <a:pt x="2028" y="360"/>
                  </a:lnTo>
                  <a:lnTo>
                    <a:pt x="2160" y="480"/>
                  </a:lnTo>
                  <a:lnTo>
                    <a:pt x="2268" y="612"/>
                  </a:lnTo>
                  <a:lnTo>
                    <a:pt x="2340" y="720"/>
                  </a:lnTo>
                  <a:lnTo>
                    <a:pt x="2388" y="816"/>
                  </a:lnTo>
                  <a:lnTo>
                    <a:pt x="2412" y="924"/>
                  </a:lnTo>
                  <a:lnTo>
                    <a:pt x="2436" y="1044"/>
                  </a:lnTo>
                  <a:lnTo>
                    <a:pt x="2436" y="0"/>
                  </a:lnTo>
                  <a:lnTo>
                    <a:pt x="2532" y="132"/>
                  </a:lnTo>
                  <a:lnTo>
                    <a:pt x="2604" y="228"/>
                  </a:lnTo>
                  <a:lnTo>
                    <a:pt x="2676" y="348"/>
                  </a:lnTo>
                  <a:lnTo>
                    <a:pt x="2736" y="480"/>
                  </a:lnTo>
                  <a:lnTo>
                    <a:pt x="2796" y="636"/>
                  </a:lnTo>
                  <a:lnTo>
                    <a:pt x="2832" y="792"/>
                  </a:lnTo>
                  <a:lnTo>
                    <a:pt x="2856" y="912"/>
                  </a:lnTo>
                  <a:lnTo>
                    <a:pt x="2844" y="1068"/>
                  </a:lnTo>
                  <a:lnTo>
                    <a:pt x="2820" y="1224"/>
                  </a:lnTo>
                  <a:lnTo>
                    <a:pt x="2772" y="1344"/>
                  </a:lnTo>
                  <a:lnTo>
                    <a:pt x="2676" y="1440"/>
                  </a:lnTo>
                  <a:lnTo>
                    <a:pt x="2568" y="1500"/>
                  </a:lnTo>
                  <a:lnTo>
                    <a:pt x="972" y="2448"/>
                  </a:lnTo>
                  <a:lnTo>
                    <a:pt x="1128" y="2244"/>
                  </a:lnTo>
                  <a:lnTo>
                    <a:pt x="1188" y="2124"/>
                  </a:lnTo>
                  <a:lnTo>
                    <a:pt x="1188" y="1896"/>
                  </a:lnTo>
                  <a:lnTo>
                    <a:pt x="1200" y="1584"/>
                  </a:lnTo>
                  <a:lnTo>
                    <a:pt x="1104" y="1380"/>
                  </a:lnTo>
                  <a:lnTo>
                    <a:pt x="1032" y="1212"/>
                  </a:lnTo>
                  <a:lnTo>
                    <a:pt x="900" y="1068"/>
                  </a:lnTo>
                  <a:lnTo>
                    <a:pt x="804" y="936"/>
                  </a:lnTo>
                  <a:lnTo>
                    <a:pt x="732" y="840"/>
                  </a:lnTo>
                  <a:lnTo>
                    <a:pt x="600" y="768"/>
                  </a:lnTo>
                  <a:lnTo>
                    <a:pt x="492" y="708"/>
                  </a:lnTo>
                  <a:lnTo>
                    <a:pt x="384" y="648"/>
                  </a:lnTo>
                  <a:lnTo>
                    <a:pt x="276" y="624"/>
                  </a:lnTo>
                  <a:lnTo>
                    <a:pt x="144" y="588"/>
                  </a:lnTo>
                  <a:lnTo>
                    <a:pt x="0" y="636"/>
                  </a:lnTo>
                  <a:close/>
                </a:path>
              </a:pathLst>
            </a:custGeom>
            <a:gradFill rotWithShape="0">
              <a:gsLst>
                <a:gs pos="0">
                  <a:srgbClr val="CC6600">
                    <a:gamma/>
                    <a:shade val="46275"/>
                    <a:invGamma/>
                  </a:srgbClr>
                </a:gs>
                <a:gs pos="50000">
                  <a:srgbClr val="CC6600"/>
                </a:gs>
                <a:gs pos="100000">
                  <a:srgbClr val="CC6600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43377" name="Freeform 17"/>
            <p:cNvSpPr>
              <a:spLocks/>
            </p:cNvSpPr>
            <p:nvPr/>
          </p:nvSpPr>
          <p:spPr bwMode="auto">
            <a:xfrm>
              <a:off x="4667" y="2133"/>
              <a:ext cx="691" cy="575"/>
            </a:xfrm>
            <a:custGeom>
              <a:avLst/>
              <a:gdLst>
                <a:gd name="T0" fmla="*/ 0 w 1728"/>
                <a:gd name="T1" fmla="*/ 0 h 1440"/>
                <a:gd name="T2" fmla="*/ 0 w 1728"/>
                <a:gd name="T3" fmla="*/ 636 h 1440"/>
                <a:gd name="T4" fmla="*/ 144 w 1728"/>
                <a:gd name="T5" fmla="*/ 588 h 1440"/>
                <a:gd name="T6" fmla="*/ 288 w 1728"/>
                <a:gd name="T7" fmla="*/ 564 h 1440"/>
                <a:gd name="T8" fmla="*/ 468 w 1728"/>
                <a:gd name="T9" fmla="*/ 540 h 1440"/>
                <a:gd name="T10" fmla="*/ 636 w 1728"/>
                <a:gd name="T11" fmla="*/ 516 h 1440"/>
                <a:gd name="T12" fmla="*/ 744 w 1728"/>
                <a:gd name="T13" fmla="*/ 540 h 1440"/>
                <a:gd name="T14" fmla="*/ 852 w 1728"/>
                <a:gd name="T15" fmla="*/ 540 h 1440"/>
                <a:gd name="T16" fmla="*/ 996 w 1728"/>
                <a:gd name="T17" fmla="*/ 588 h 1440"/>
                <a:gd name="T18" fmla="*/ 1128 w 1728"/>
                <a:gd name="T19" fmla="*/ 636 h 1440"/>
                <a:gd name="T20" fmla="*/ 1248 w 1728"/>
                <a:gd name="T21" fmla="*/ 720 h 1440"/>
                <a:gd name="T22" fmla="*/ 1356 w 1728"/>
                <a:gd name="T23" fmla="*/ 780 h 1440"/>
                <a:gd name="T24" fmla="*/ 1464 w 1728"/>
                <a:gd name="T25" fmla="*/ 888 h 1440"/>
                <a:gd name="T26" fmla="*/ 1548 w 1728"/>
                <a:gd name="T27" fmla="*/ 1008 h 1440"/>
                <a:gd name="T28" fmla="*/ 1620 w 1728"/>
                <a:gd name="T29" fmla="*/ 1140 h 1440"/>
                <a:gd name="T30" fmla="*/ 1680 w 1728"/>
                <a:gd name="T31" fmla="*/ 1284 h 1440"/>
                <a:gd name="T32" fmla="*/ 1728 w 1728"/>
                <a:gd name="T33" fmla="*/ 1440 h 1440"/>
                <a:gd name="T34" fmla="*/ 1728 w 1728"/>
                <a:gd name="T35" fmla="*/ 48 h 1440"/>
                <a:gd name="T36" fmla="*/ 0 w 1728"/>
                <a:gd name="T37" fmla="*/ 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28" h="1440">
                  <a:moveTo>
                    <a:pt x="0" y="0"/>
                  </a:moveTo>
                  <a:lnTo>
                    <a:pt x="0" y="636"/>
                  </a:lnTo>
                  <a:lnTo>
                    <a:pt x="144" y="588"/>
                  </a:lnTo>
                  <a:lnTo>
                    <a:pt x="288" y="564"/>
                  </a:lnTo>
                  <a:lnTo>
                    <a:pt x="468" y="540"/>
                  </a:lnTo>
                  <a:lnTo>
                    <a:pt x="636" y="516"/>
                  </a:lnTo>
                  <a:lnTo>
                    <a:pt x="744" y="540"/>
                  </a:lnTo>
                  <a:lnTo>
                    <a:pt x="852" y="540"/>
                  </a:lnTo>
                  <a:lnTo>
                    <a:pt x="996" y="588"/>
                  </a:lnTo>
                  <a:lnTo>
                    <a:pt x="1128" y="636"/>
                  </a:lnTo>
                  <a:lnTo>
                    <a:pt x="1248" y="720"/>
                  </a:lnTo>
                  <a:lnTo>
                    <a:pt x="1356" y="780"/>
                  </a:lnTo>
                  <a:lnTo>
                    <a:pt x="1464" y="888"/>
                  </a:lnTo>
                  <a:lnTo>
                    <a:pt x="1548" y="1008"/>
                  </a:lnTo>
                  <a:lnTo>
                    <a:pt x="1620" y="1140"/>
                  </a:lnTo>
                  <a:lnTo>
                    <a:pt x="1680" y="1284"/>
                  </a:lnTo>
                  <a:lnTo>
                    <a:pt x="1728" y="1440"/>
                  </a:lnTo>
                  <a:lnTo>
                    <a:pt x="1728" y="4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CC"/>
                </a:gs>
                <a:gs pos="100000">
                  <a:srgbClr val="9900CC">
                    <a:gamma/>
                    <a:shade val="89412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43378" name="Freeform 18"/>
            <p:cNvSpPr>
              <a:spLocks/>
            </p:cNvSpPr>
            <p:nvPr/>
          </p:nvSpPr>
          <p:spPr bwMode="auto">
            <a:xfrm>
              <a:off x="4662" y="1936"/>
              <a:ext cx="691" cy="216"/>
            </a:xfrm>
            <a:custGeom>
              <a:avLst/>
              <a:gdLst>
                <a:gd name="T0" fmla="*/ 810 w 1728"/>
                <a:gd name="T1" fmla="*/ 0 h 540"/>
                <a:gd name="T2" fmla="*/ 0 w 1728"/>
                <a:gd name="T3" fmla="*/ 492 h 540"/>
                <a:gd name="T4" fmla="*/ 1728 w 1728"/>
                <a:gd name="T5" fmla="*/ 540 h 540"/>
                <a:gd name="T6" fmla="*/ 810 w 1728"/>
                <a:gd name="T7" fmla="*/ 0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28" h="540">
                  <a:moveTo>
                    <a:pt x="810" y="0"/>
                  </a:moveTo>
                  <a:lnTo>
                    <a:pt x="0" y="492"/>
                  </a:lnTo>
                  <a:lnTo>
                    <a:pt x="1728" y="540"/>
                  </a:lnTo>
                  <a:lnTo>
                    <a:pt x="810" y="0"/>
                  </a:lnTo>
                  <a:close/>
                </a:path>
              </a:pathLst>
            </a:custGeom>
            <a:solidFill>
              <a:srgbClr val="CC66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43379" name="Oval 19"/>
            <p:cNvSpPr>
              <a:spLocks noChangeArrowheads="1"/>
            </p:cNvSpPr>
            <p:nvPr/>
          </p:nvSpPr>
          <p:spPr bwMode="auto">
            <a:xfrm rot="-1729157">
              <a:off x="4318" y="2433"/>
              <a:ext cx="523" cy="819"/>
            </a:xfrm>
            <a:prstGeom prst="ellipse">
              <a:avLst/>
            </a:prstGeom>
            <a:solidFill>
              <a:srgbClr val="FF33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A5F8B7C3-274F-4B48-9C31-DEA57682C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171" y="315875"/>
            <a:ext cx="7299779" cy="726954"/>
          </a:xfrm>
        </p:spPr>
        <p:txBody>
          <a:bodyPr>
            <a:normAutofit/>
          </a:bodyPr>
          <a:lstStyle/>
          <a:p>
            <a:r>
              <a:rPr lang="en-US" altLang="zh-CN" dirty="0"/>
              <a:t>5.2 </a:t>
            </a:r>
            <a:r>
              <a:rPr lang="zh-CN" altLang="en-US" dirty="0"/>
              <a:t>平面体与回转体相贯</a:t>
            </a:r>
            <a:r>
              <a:rPr lang="en-US" altLang="zh-CN" dirty="0"/>
              <a:t>(P129)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9D85E8-AE0D-4C9D-AD7C-AF0C565CA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3BA01-378A-489F-8C31-F7B5F1459B61}" type="datetime1">
              <a:rPr lang="zh-CN" altLang="en-US" smtClean="0"/>
              <a:t>2025/11/11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D462C5-328E-42C8-88C2-566CA176A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13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74B699-2240-4BC1-824E-422DB0C93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946476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75"/>
                                        <p:tgtEl>
                                          <p:spTgt spid="143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3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3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3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3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3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3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3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3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33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33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33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62" grpId="0" autoUpdateAnimBg="0"/>
      <p:bldP spid="143364" grpId="0" autoUpdateAnimBg="0"/>
      <p:bldP spid="143368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503F8B5-0073-5B70-E1AE-892AF36C1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5.2 </a:t>
            </a:r>
            <a:r>
              <a:rPr lang="zh-CN" altLang="en-US" dirty="0"/>
              <a:t>平面体与回转体相贯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F3665-5943-A473-8B77-ECB3B7D08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66076-CA21-490E-A92A-7DA605223B2F}" type="datetime1">
              <a:rPr lang="zh-CN" altLang="en-US" smtClean="0"/>
              <a:t>2025/11/11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976E0-6A89-775E-BFD5-4445F49EE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13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95180-65F9-A323-4631-C120BB1A8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4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8E0CA52F-F363-A6F9-94BE-88836A630B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7106" y="1756658"/>
            <a:ext cx="2068513" cy="1611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10" name="Group 4">
            <a:extLst>
              <a:ext uri="{FF2B5EF4-FFF2-40B4-BE49-F238E27FC236}">
                <a16:creationId xmlns:a16="http://schemas.microsoft.com/office/drawing/2014/main" id="{F66986D7-DB4C-97D1-5640-C98E444AB269}"/>
              </a:ext>
            </a:extLst>
          </p:cNvPr>
          <p:cNvGrpSpPr>
            <a:grpSpLocks/>
          </p:cNvGrpSpPr>
          <p:nvPr/>
        </p:nvGrpSpPr>
        <p:grpSpPr bwMode="auto">
          <a:xfrm>
            <a:off x="1380444" y="2049339"/>
            <a:ext cx="4175125" cy="3603625"/>
            <a:chOff x="2624" y="575"/>
            <a:chExt cx="2630" cy="2270"/>
          </a:xfrm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59935EE0-F22D-E3BA-5DB7-C6991BE21A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7" y="693"/>
              <a:ext cx="588" cy="534"/>
            </a:xfrm>
            <a:prstGeom prst="rect">
              <a:avLst/>
            </a:prstGeom>
            <a:solidFill>
              <a:srgbClr val="FF9999">
                <a:alpha val="50000"/>
              </a:srgbClr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n-ea"/>
              </a:endParaRPr>
            </a:p>
          </p:txBody>
        </p:sp>
        <p:sp>
          <p:nvSpPr>
            <p:cNvPr id="12" name="Rectangle 6">
              <a:extLst>
                <a:ext uri="{FF2B5EF4-FFF2-40B4-BE49-F238E27FC236}">
                  <a16:creationId xmlns:a16="http://schemas.microsoft.com/office/drawing/2014/main" id="{5672A68B-D8FA-5805-9939-DEBCA02E54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1990"/>
              <a:ext cx="1069" cy="855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n-ea"/>
              </a:endParaRPr>
            </a:p>
          </p:txBody>
        </p:sp>
        <p:sp>
          <p:nvSpPr>
            <p:cNvPr id="13" name="Rectangle 7">
              <a:extLst>
                <a:ext uri="{FF2B5EF4-FFF2-40B4-BE49-F238E27FC236}">
                  <a16:creationId xmlns:a16="http://schemas.microsoft.com/office/drawing/2014/main" id="{C1CB7F63-9684-1BE4-1C02-65E7DD2B5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8" y="2133"/>
              <a:ext cx="481" cy="552"/>
            </a:xfrm>
            <a:prstGeom prst="rect">
              <a:avLst/>
            </a:prstGeom>
            <a:solidFill>
              <a:srgbClr val="FF9999">
                <a:alpha val="50000"/>
              </a:srgbClr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n-ea"/>
              </a:endParaRPr>
            </a:p>
          </p:txBody>
        </p:sp>
        <p:sp>
          <p:nvSpPr>
            <p:cNvPr id="14" name="Line 8">
              <a:extLst>
                <a:ext uri="{FF2B5EF4-FFF2-40B4-BE49-F238E27FC236}">
                  <a16:creationId xmlns:a16="http://schemas.microsoft.com/office/drawing/2014/main" id="{26AFF9A6-207B-FE80-8298-48883EC297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4" y="2405"/>
              <a:ext cx="14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ea"/>
              </a:endParaRPr>
            </a:p>
          </p:txBody>
        </p:sp>
        <p:sp>
          <p:nvSpPr>
            <p:cNvPr id="15" name="Oval 9">
              <a:extLst>
                <a:ext uri="{FF2B5EF4-FFF2-40B4-BE49-F238E27FC236}">
                  <a16:creationId xmlns:a16="http://schemas.microsoft.com/office/drawing/2014/main" id="{9E0E8FB2-801B-DC6C-5556-A8815E184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893"/>
              <a:ext cx="855" cy="855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+mn-ea"/>
              </a:endParaRPr>
            </a:p>
          </p:txBody>
        </p:sp>
        <p:sp>
          <p:nvSpPr>
            <p:cNvPr id="16" name="Line 10">
              <a:extLst>
                <a:ext uri="{FF2B5EF4-FFF2-40B4-BE49-F238E27FC236}">
                  <a16:creationId xmlns:a16="http://schemas.microsoft.com/office/drawing/2014/main" id="{E495FC12-B8E5-F86F-0032-3235C6037F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1" y="1323"/>
              <a:ext cx="119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ea"/>
              </a:endParaRPr>
            </a:p>
          </p:txBody>
        </p:sp>
        <p:sp>
          <p:nvSpPr>
            <p:cNvPr id="17" name="Line 11">
              <a:extLst>
                <a:ext uri="{FF2B5EF4-FFF2-40B4-BE49-F238E27FC236}">
                  <a16:creationId xmlns:a16="http://schemas.microsoft.com/office/drawing/2014/main" id="{DBFBD257-650C-0B0E-6C5C-410ACCEFCA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7" y="575"/>
              <a:ext cx="0" cy="1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ea"/>
              </a:endParaRPr>
            </a:p>
          </p:txBody>
        </p:sp>
      </p:grpSp>
      <p:sp>
        <p:nvSpPr>
          <p:cNvPr id="18" name="Text Box 12">
            <a:extLst>
              <a:ext uri="{FF2B5EF4-FFF2-40B4-BE49-F238E27FC236}">
                <a16:creationId xmlns:a16="http://schemas.microsoft.com/office/drawing/2014/main" id="{41AF9C0B-2154-8266-8BB9-C005CE43C7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294" y="3507581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0066"/>
                </a:solidFill>
                <a:latin typeface="+mn-ea"/>
                <a:cs typeface="DengXian" charset="-122"/>
                <a:sym typeface="Marlett" charset="2"/>
              </a:rPr>
              <a:t>交线形状分析</a:t>
            </a:r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AB8E0D31-0073-01A5-28A8-53700C98EF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3376" y="3630284"/>
            <a:ext cx="319087" cy="283358"/>
          </a:xfrm>
          <a:prstGeom prst="rect">
            <a:avLst/>
          </a:prstGeom>
          <a:gradFill rotWithShape="0">
            <a:gsLst>
              <a:gs pos="0">
                <a:srgbClr val="FFFF99">
                  <a:gamma/>
                  <a:shade val="38039"/>
                  <a:invGamma/>
                </a:srgbClr>
              </a:gs>
              <a:gs pos="50000">
                <a:srgbClr val="FFFF99"/>
              </a:gs>
              <a:gs pos="100000">
                <a:srgbClr val="FFFF99">
                  <a:gamma/>
                  <a:shade val="38039"/>
                  <a:invGamma/>
                </a:srgbClr>
              </a:gs>
            </a:gsLst>
            <a:lin ang="5400000" scaled="1"/>
          </a:gradFill>
          <a:ln w="19050">
            <a:solidFill>
              <a:schemeClr val="tx1"/>
            </a:solidFill>
            <a:miter lim="800000"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endParaRPr lang="en-US" sz="2400">
              <a:latin typeface="+mn-ea"/>
              <a:cs typeface="DengXian" charset="-122"/>
            </a:endParaRPr>
          </a:p>
        </p:txBody>
      </p:sp>
      <p:sp>
        <p:nvSpPr>
          <p:cNvPr id="20" name="Rectangle 14">
            <a:extLst>
              <a:ext uri="{FF2B5EF4-FFF2-40B4-BE49-F238E27FC236}">
                <a16:creationId xmlns:a16="http://schemas.microsoft.com/office/drawing/2014/main" id="{1A42CAC7-4B4B-CD7D-1AE2-E467768129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0194" y="4076610"/>
            <a:ext cx="264687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lgDashDot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 b="1">
                <a:solidFill>
                  <a:srgbClr val="000066"/>
                </a:solidFill>
                <a:latin typeface="+mn-ea"/>
                <a:cs typeface="DengXian" charset="-122"/>
              </a:rPr>
              <a:t>由若干段平面曲线</a:t>
            </a:r>
          </a:p>
          <a:p>
            <a:r>
              <a:rPr lang="zh-CN" altLang="en-US" sz="2400" b="1">
                <a:solidFill>
                  <a:srgbClr val="000066"/>
                </a:solidFill>
                <a:latin typeface="+mn-ea"/>
                <a:cs typeface="DengXian" charset="-122"/>
              </a:rPr>
              <a:t>（直线）构成的封</a:t>
            </a:r>
          </a:p>
          <a:p>
            <a:r>
              <a:rPr lang="zh-CN" altLang="en-US" sz="2400" b="1">
                <a:solidFill>
                  <a:srgbClr val="000066"/>
                </a:solidFill>
                <a:latin typeface="+mn-ea"/>
                <a:cs typeface="DengXian" charset="-122"/>
              </a:rPr>
              <a:t>闭的空间折线</a:t>
            </a:r>
          </a:p>
        </p:txBody>
      </p:sp>
      <p:sp>
        <p:nvSpPr>
          <p:cNvPr id="21" name="Line 17">
            <a:extLst>
              <a:ext uri="{FF2B5EF4-FFF2-40B4-BE49-F238E27FC236}">
                <a16:creationId xmlns:a16="http://schemas.microsoft.com/office/drawing/2014/main" id="{16278A63-AED4-58DB-58E6-4F107A8BD54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36031" y="2527176"/>
            <a:ext cx="0" cy="13874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+mn-ea"/>
            </a:endParaRPr>
          </a:p>
        </p:txBody>
      </p:sp>
      <p:sp>
        <p:nvSpPr>
          <p:cNvPr id="22" name="Line 18">
            <a:extLst>
              <a:ext uri="{FF2B5EF4-FFF2-40B4-BE49-F238E27FC236}">
                <a16:creationId xmlns:a16="http://schemas.microsoft.com/office/drawing/2014/main" id="{BF9CECC5-83A4-CB41-15B0-0CF1333862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26719" y="2541464"/>
            <a:ext cx="0" cy="13731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+mn-ea"/>
            </a:endParaRPr>
          </a:p>
        </p:txBody>
      </p:sp>
      <p:sp>
        <p:nvSpPr>
          <p:cNvPr id="23" name="Line 19">
            <a:extLst>
              <a:ext uri="{FF2B5EF4-FFF2-40B4-BE49-F238E27FC236}">
                <a16:creationId xmlns:a16="http://schemas.microsoft.com/office/drawing/2014/main" id="{5CBA5A38-EC24-4E86-4FA0-F180C8FF2F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64581" y="3236789"/>
            <a:ext cx="2006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+mn-ea"/>
            </a:endParaRPr>
          </a:p>
        </p:txBody>
      </p:sp>
      <p:sp>
        <p:nvSpPr>
          <p:cNvPr id="24" name="Line 20">
            <a:extLst>
              <a:ext uri="{FF2B5EF4-FFF2-40B4-BE49-F238E27FC236}">
                <a16:creationId xmlns:a16="http://schemas.microsoft.com/office/drawing/2014/main" id="{0F01B7E1-357E-6D4D-B27A-B223E57DB2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37619" y="3914651"/>
            <a:ext cx="1689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+mn-ea"/>
            </a:endParaRPr>
          </a:p>
        </p:txBody>
      </p:sp>
      <p:sp>
        <p:nvSpPr>
          <p:cNvPr id="25" name="Line 21">
            <a:extLst>
              <a:ext uri="{FF2B5EF4-FFF2-40B4-BE49-F238E27FC236}">
                <a16:creationId xmlns:a16="http://schemas.microsoft.com/office/drawing/2014/main" id="{C64B4548-B71B-1D48-9DFE-5BF9E90532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37619" y="2543051"/>
            <a:ext cx="1689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+mn-ea"/>
            </a:endParaRPr>
          </a:p>
        </p:txBody>
      </p:sp>
      <p:sp>
        <p:nvSpPr>
          <p:cNvPr id="26" name="Line 22">
            <a:extLst>
              <a:ext uri="{FF2B5EF4-FFF2-40B4-BE49-F238E27FC236}">
                <a16:creationId xmlns:a16="http://schemas.microsoft.com/office/drawing/2014/main" id="{B166723B-C105-6981-CCC1-49E418C32B2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99581" y="2239839"/>
            <a:ext cx="0" cy="463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+mn-ea"/>
            </a:endParaRPr>
          </a:p>
        </p:txBody>
      </p:sp>
      <p:sp>
        <p:nvSpPr>
          <p:cNvPr id="27" name="Line 23">
            <a:extLst>
              <a:ext uri="{FF2B5EF4-FFF2-40B4-BE49-F238E27FC236}">
                <a16:creationId xmlns:a16="http://schemas.microsoft.com/office/drawing/2014/main" id="{8564701C-9E9E-C074-8345-66CFD2D9E10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64756" y="2239839"/>
            <a:ext cx="0" cy="492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+mn-ea"/>
            </a:endParaRPr>
          </a:p>
        </p:txBody>
      </p:sp>
      <p:sp>
        <p:nvSpPr>
          <p:cNvPr id="28" name="Line 24">
            <a:extLst>
              <a:ext uri="{FF2B5EF4-FFF2-40B4-BE49-F238E27FC236}">
                <a16:creationId xmlns:a16="http://schemas.microsoft.com/office/drawing/2014/main" id="{4CA8231D-FA62-BB03-2562-A439C0B61EF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85294" y="2239839"/>
            <a:ext cx="779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+mn-ea"/>
            </a:endParaRPr>
          </a:p>
        </p:txBody>
      </p:sp>
      <p:sp>
        <p:nvSpPr>
          <p:cNvPr id="29" name="Rectangle 25">
            <a:extLst>
              <a:ext uri="{FF2B5EF4-FFF2-40B4-BE49-F238E27FC236}">
                <a16:creationId xmlns:a16="http://schemas.microsoft.com/office/drawing/2014/main" id="{98405862-5582-8968-D7B4-AD9339E8F4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9394" y="4135391"/>
            <a:ext cx="3268662" cy="1385139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2400">
              <a:latin typeface="+mn-ea"/>
              <a:cs typeface="DengXian" charset="-122"/>
            </a:endParaRPr>
          </a:p>
        </p:txBody>
      </p:sp>
      <p:sp>
        <p:nvSpPr>
          <p:cNvPr id="30" name="Text Box 26">
            <a:extLst>
              <a:ext uri="{FF2B5EF4-FFF2-40B4-BE49-F238E27FC236}">
                <a16:creationId xmlns:a16="http://schemas.microsoft.com/office/drawing/2014/main" id="{2C5CF47D-D4B1-9E49-DE0A-BDE149C827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3406" y="4039394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0066"/>
                </a:solidFill>
                <a:latin typeface="+mn-ea"/>
                <a:cs typeface="DengXian" charset="-122"/>
                <a:sym typeface="Marlett" charset="2"/>
              </a:rPr>
              <a:t>交线求法</a:t>
            </a:r>
            <a:endParaRPr lang="zh-CN" altLang="en-US" sz="2400" b="1" dirty="0">
              <a:solidFill>
                <a:srgbClr val="000066"/>
              </a:solidFill>
              <a:latin typeface="+mn-ea"/>
              <a:cs typeface="DengXian" charset="-122"/>
            </a:endParaRPr>
          </a:p>
        </p:txBody>
      </p:sp>
      <p:sp>
        <p:nvSpPr>
          <p:cNvPr id="31" name="Rectangle 27">
            <a:extLst>
              <a:ext uri="{FF2B5EF4-FFF2-40B4-BE49-F238E27FC236}">
                <a16:creationId xmlns:a16="http://schemas.microsoft.com/office/drawing/2014/main" id="{76C73710-4E8D-475D-CE33-99118FB807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1788" y="4159947"/>
            <a:ext cx="319088" cy="272808"/>
          </a:xfrm>
          <a:prstGeom prst="rect">
            <a:avLst/>
          </a:prstGeom>
          <a:gradFill rotWithShape="0">
            <a:gsLst>
              <a:gs pos="0">
                <a:srgbClr val="FFFF99">
                  <a:gamma/>
                  <a:shade val="38039"/>
                  <a:invGamma/>
                </a:srgbClr>
              </a:gs>
              <a:gs pos="50000">
                <a:srgbClr val="FFFF99"/>
              </a:gs>
              <a:gs pos="100000">
                <a:srgbClr val="FFFF99">
                  <a:gamma/>
                  <a:shade val="38039"/>
                  <a:invGamma/>
                </a:srgbClr>
              </a:gs>
            </a:gsLst>
            <a:lin ang="5400000" scaled="1"/>
          </a:gradFill>
          <a:ln w="19050">
            <a:solidFill>
              <a:schemeClr val="tx1"/>
            </a:solidFill>
            <a:miter lim="800000"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endParaRPr lang="en-US" sz="2400">
              <a:latin typeface="+mn-ea"/>
              <a:cs typeface="DengXian" charset="-122"/>
            </a:endParaRPr>
          </a:p>
        </p:txBody>
      </p:sp>
      <p:sp>
        <p:nvSpPr>
          <p:cNvPr id="32" name="Rectangle 28">
            <a:extLst>
              <a:ext uri="{FF2B5EF4-FFF2-40B4-BE49-F238E27FC236}">
                <a16:creationId xmlns:a16="http://schemas.microsoft.com/office/drawing/2014/main" id="{406662AD-EBF2-B98B-C647-7FC536F80D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1956" y="4552156"/>
            <a:ext cx="2973388" cy="1373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/>
          <a:p>
            <a:r>
              <a:rPr lang="zh-CN" altLang="en-US" sz="2800" b="1">
                <a:solidFill>
                  <a:srgbClr val="000066"/>
                </a:solidFill>
                <a:latin typeface="+mn-ea"/>
              </a:rPr>
              <a:t>实质是求平面体</a:t>
            </a:r>
          </a:p>
          <a:p>
            <a:r>
              <a:rPr lang="zh-CN" altLang="en-US" sz="2800" b="1">
                <a:solidFill>
                  <a:srgbClr val="000066"/>
                </a:solidFill>
                <a:latin typeface="+mn-ea"/>
              </a:rPr>
              <a:t>各表面与回转体</a:t>
            </a:r>
          </a:p>
          <a:p>
            <a:r>
              <a:rPr lang="zh-CN" altLang="en-US" sz="2800" b="1">
                <a:solidFill>
                  <a:srgbClr val="000066"/>
                </a:solidFill>
                <a:latin typeface="+mn-ea"/>
              </a:rPr>
              <a:t>的交线</a:t>
            </a:r>
          </a:p>
        </p:txBody>
      </p:sp>
      <p:sp>
        <p:nvSpPr>
          <p:cNvPr id="33" name="Line 34">
            <a:extLst>
              <a:ext uri="{FF2B5EF4-FFF2-40B4-BE49-F238E27FC236}">
                <a16:creationId xmlns:a16="http://schemas.microsoft.com/office/drawing/2014/main" id="{7B007291-2480-A090-3088-BAF8C4DBBE1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07519" y="5413251"/>
            <a:ext cx="762000" cy="0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+mn-ea"/>
            </a:endParaRPr>
          </a:p>
        </p:txBody>
      </p:sp>
      <p:sp>
        <p:nvSpPr>
          <p:cNvPr id="34" name="Line 35">
            <a:extLst>
              <a:ext uri="{FF2B5EF4-FFF2-40B4-BE49-F238E27FC236}">
                <a16:creationId xmlns:a16="http://schemas.microsoft.com/office/drawing/2014/main" id="{995B5145-41B1-C911-1B70-CBC18057440D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4819" y="5413251"/>
            <a:ext cx="762000" cy="0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+mn-ea"/>
            </a:endParaRPr>
          </a:p>
        </p:txBody>
      </p:sp>
      <p:sp>
        <p:nvSpPr>
          <p:cNvPr id="35" name="Oval 36">
            <a:extLst>
              <a:ext uri="{FF2B5EF4-FFF2-40B4-BE49-F238E27FC236}">
                <a16:creationId xmlns:a16="http://schemas.microsoft.com/office/drawing/2014/main" id="{753A174E-0DEB-4054-FD30-231B8B9B8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0256" y="2647826"/>
            <a:ext cx="185738" cy="185738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CC0000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+mn-ea"/>
            </a:endParaRPr>
          </a:p>
        </p:txBody>
      </p:sp>
      <p:sp>
        <p:nvSpPr>
          <p:cNvPr id="36" name="Line 37">
            <a:extLst>
              <a:ext uri="{FF2B5EF4-FFF2-40B4-BE49-F238E27FC236}">
                <a16:creationId xmlns:a16="http://schemas.microsoft.com/office/drawing/2014/main" id="{F7D3495B-A13A-4704-51C4-3750E93EC2E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82219" y="2725614"/>
            <a:ext cx="2171700" cy="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+mn-ea"/>
            </a:endParaRPr>
          </a:p>
        </p:txBody>
      </p:sp>
      <p:sp>
        <p:nvSpPr>
          <p:cNvPr id="37" name="Line 38">
            <a:extLst>
              <a:ext uri="{FF2B5EF4-FFF2-40B4-BE49-F238E27FC236}">
                <a16:creationId xmlns:a16="http://schemas.microsoft.com/office/drawing/2014/main" id="{0F2C838A-5F81-D6F5-B39F-299E60EB0FE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94819" y="2725614"/>
            <a:ext cx="774700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+mn-ea"/>
            </a:endParaRPr>
          </a:p>
        </p:txBody>
      </p:sp>
      <p:sp>
        <p:nvSpPr>
          <p:cNvPr id="38" name="Line 39">
            <a:extLst>
              <a:ext uri="{FF2B5EF4-FFF2-40B4-BE49-F238E27FC236}">
                <a16:creationId xmlns:a16="http://schemas.microsoft.com/office/drawing/2014/main" id="{DD6B2971-38BB-4DB1-6859-4489B9F8032B}"/>
              </a:ext>
            </a:extLst>
          </p:cNvPr>
          <p:cNvSpPr>
            <a:spLocks noChangeShapeType="1"/>
          </p:cNvSpPr>
          <p:nvPr/>
        </p:nvSpPr>
        <p:spPr bwMode="auto">
          <a:xfrm>
            <a:off x="2107519" y="4522664"/>
            <a:ext cx="762000" cy="0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+mn-ea"/>
            </a:endParaRPr>
          </a:p>
        </p:txBody>
      </p:sp>
      <p:sp>
        <p:nvSpPr>
          <p:cNvPr id="39" name="Line 40">
            <a:extLst>
              <a:ext uri="{FF2B5EF4-FFF2-40B4-BE49-F238E27FC236}">
                <a16:creationId xmlns:a16="http://schemas.microsoft.com/office/drawing/2014/main" id="{3DC9FE12-3426-9937-3B34-8A65A09BDF15}"/>
              </a:ext>
            </a:extLst>
          </p:cNvPr>
          <p:cNvSpPr>
            <a:spLocks noChangeShapeType="1"/>
          </p:cNvSpPr>
          <p:nvPr/>
        </p:nvSpPr>
        <p:spPr bwMode="auto">
          <a:xfrm>
            <a:off x="2107519" y="4521076"/>
            <a:ext cx="762000" cy="0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+mn-ea"/>
            </a:endParaRPr>
          </a:p>
        </p:txBody>
      </p:sp>
      <p:sp>
        <p:nvSpPr>
          <p:cNvPr id="40" name="Oval 41">
            <a:extLst>
              <a:ext uri="{FF2B5EF4-FFF2-40B4-BE49-F238E27FC236}">
                <a16:creationId xmlns:a16="http://schemas.microsoft.com/office/drawing/2014/main" id="{C8E357E5-1F6A-23E1-AA2B-20DC7D2046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0619" y="2620839"/>
            <a:ext cx="200025" cy="200025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CC0000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+mn-ea"/>
            </a:endParaRPr>
          </a:p>
        </p:txBody>
      </p:sp>
      <p:sp>
        <p:nvSpPr>
          <p:cNvPr id="41" name="Line 42">
            <a:extLst>
              <a:ext uri="{FF2B5EF4-FFF2-40B4-BE49-F238E27FC236}">
                <a16:creationId xmlns:a16="http://schemas.microsoft.com/office/drawing/2014/main" id="{51663D89-CE44-3F71-BF70-D73F1F02447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3231" y="4497264"/>
            <a:ext cx="0" cy="927100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+mn-ea"/>
            </a:endParaRPr>
          </a:p>
        </p:txBody>
      </p:sp>
      <p:sp>
        <p:nvSpPr>
          <p:cNvPr id="42" name="Line 43">
            <a:extLst>
              <a:ext uri="{FF2B5EF4-FFF2-40B4-BE49-F238E27FC236}">
                <a16:creationId xmlns:a16="http://schemas.microsoft.com/office/drawing/2014/main" id="{9C8EB5AA-EEBB-8A00-E8A0-CC6332653775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9581" y="4503614"/>
            <a:ext cx="0" cy="914400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+mn-ea"/>
            </a:endParaRPr>
          </a:p>
        </p:txBody>
      </p:sp>
      <p:sp>
        <p:nvSpPr>
          <p:cNvPr id="43" name="Arc 44">
            <a:extLst>
              <a:ext uri="{FF2B5EF4-FFF2-40B4-BE49-F238E27FC236}">
                <a16:creationId xmlns:a16="http://schemas.microsoft.com/office/drawing/2014/main" id="{8B9193F3-7AE9-3D06-CDED-DF456B67429E}"/>
              </a:ext>
            </a:extLst>
          </p:cNvPr>
          <p:cNvSpPr>
            <a:spLocks/>
          </p:cNvSpPr>
          <p:nvPr/>
        </p:nvSpPr>
        <p:spPr bwMode="auto">
          <a:xfrm rot="13594751" flipV="1">
            <a:off x="4287950" y="2410495"/>
            <a:ext cx="635000" cy="681038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762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+mn-ea"/>
            </a:endParaRPr>
          </a:p>
        </p:txBody>
      </p:sp>
      <p:sp>
        <p:nvSpPr>
          <p:cNvPr id="44" name="Arc 45">
            <a:extLst>
              <a:ext uri="{FF2B5EF4-FFF2-40B4-BE49-F238E27FC236}">
                <a16:creationId xmlns:a16="http://schemas.microsoft.com/office/drawing/2014/main" id="{9A8940B3-3BB1-AAB3-3454-24E7D43B5E0E}"/>
              </a:ext>
            </a:extLst>
          </p:cNvPr>
          <p:cNvSpPr>
            <a:spLocks/>
          </p:cNvSpPr>
          <p:nvPr/>
        </p:nvSpPr>
        <p:spPr bwMode="auto">
          <a:xfrm rot="13594751" flipV="1">
            <a:off x="4276838" y="2410495"/>
            <a:ext cx="635000" cy="681037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762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+mn-ea"/>
            </a:endParaRPr>
          </a:p>
        </p:txBody>
      </p:sp>
      <p:sp>
        <p:nvSpPr>
          <p:cNvPr id="45" name="Line 46">
            <a:extLst>
              <a:ext uri="{FF2B5EF4-FFF2-40B4-BE49-F238E27FC236}">
                <a16:creationId xmlns:a16="http://schemas.microsoft.com/office/drawing/2014/main" id="{E347A1FA-0F21-FD8F-6E98-526BB262D1F8}"/>
              </a:ext>
            </a:extLst>
          </p:cNvPr>
          <p:cNvSpPr>
            <a:spLocks noChangeShapeType="1"/>
          </p:cNvSpPr>
          <p:nvPr/>
        </p:nvSpPr>
        <p:spPr bwMode="auto">
          <a:xfrm>
            <a:off x="2861581" y="4500439"/>
            <a:ext cx="0" cy="927100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+mn-ea"/>
            </a:endParaRPr>
          </a:p>
        </p:txBody>
      </p:sp>
      <p:sp>
        <p:nvSpPr>
          <p:cNvPr id="46" name="Line 47">
            <a:extLst>
              <a:ext uri="{FF2B5EF4-FFF2-40B4-BE49-F238E27FC236}">
                <a16:creationId xmlns:a16="http://schemas.microsoft.com/office/drawing/2014/main" id="{34286FB3-B9A0-2892-559C-ADD7E955F3E3}"/>
              </a:ext>
            </a:extLst>
          </p:cNvPr>
          <p:cNvSpPr>
            <a:spLocks noChangeShapeType="1"/>
          </p:cNvSpPr>
          <p:nvPr/>
        </p:nvSpPr>
        <p:spPr bwMode="auto">
          <a:xfrm>
            <a:off x="2856819" y="4516314"/>
            <a:ext cx="0" cy="876300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+mn-ea"/>
            </a:endParaRPr>
          </a:p>
        </p:txBody>
      </p:sp>
      <p:sp>
        <p:nvSpPr>
          <p:cNvPr id="47" name="Line 48">
            <a:extLst>
              <a:ext uri="{FF2B5EF4-FFF2-40B4-BE49-F238E27FC236}">
                <a16:creationId xmlns:a16="http://schemas.microsoft.com/office/drawing/2014/main" id="{C3600DEF-E1DA-D784-0DD4-11ED406F6840}"/>
              </a:ext>
            </a:extLst>
          </p:cNvPr>
          <p:cNvSpPr>
            <a:spLocks noChangeShapeType="1"/>
          </p:cNvSpPr>
          <p:nvPr/>
        </p:nvSpPr>
        <p:spPr bwMode="auto">
          <a:xfrm>
            <a:off x="2107519" y="2547814"/>
            <a:ext cx="7620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+mn-ea"/>
            </a:endParaRPr>
          </a:p>
        </p:txBody>
      </p:sp>
      <p:sp>
        <p:nvSpPr>
          <p:cNvPr id="48" name="Text Box 49" descr="紫色网格">
            <a:extLst>
              <a:ext uri="{FF2B5EF4-FFF2-40B4-BE49-F238E27FC236}">
                <a16:creationId xmlns:a16="http://schemas.microsoft.com/office/drawing/2014/main" id="{A270DB38-EDAB-71D2-F45B-9010F1ECAF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0056" y="1476549"/>
            <a:ext cx="2954655" cy="461665"/>
          </a:xfrm>
          <a:prstGeom prst="rect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+mn-ea"/>
                <a:cs typeface="DengXian" charset="-122"/>
              </a:rPr>
              <a:t>此段外形轮廓线消失</a:t>
            </a:r>
          </a:p>
        </p:txBody>
      </p:sp>
      <p:sp>
        <p:nvSpPr>
          <p:cNvPr id="49" name="Line 50">
            <a:extLst>
              <a:ext uri="{FF2B5EF4-FFF2-40B4-BE49-F238E27FC236}">
                <a16:creationId xmlns:a16="http://schemas.microsoft.com/office/drawing/2014/main" id="{480406A8-1527-F4DB-08B4-2E72F11D238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72631" y="1942976"/>
            <a:ext cx="438150" cy="6191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+mn-ea"/>
            </a:endParaRPr>
          </a:p>
        </p:txBody>
      </p:sp>
      <p:sp>
        <p:nvSpPr>
          <p:cNvPr id="50" name="Line 51">
            <a:extLst>
              <a:ext uri="{FF2B5EF4-FFF2-40B4-BE49-F238E27FC236}">
                <a16:creationId xmlns:a16="http://schemas.microsoft.com/office/drawing/2014/main" id="{9A96A0F0-1907-3E7B-C2C4-EE1FCD173B83}"/>
              </a:ext>
            </a:extLst>
          </p:cNvPr>
          <p:cNvSpPr>
            <a:spLocks noChangeShapeType="1"/>
          </p:cNvSpPr>
          <p:nvPr/>
        </p:nvSpPr>
        <p:spPr bwMode="auto">
          <a:xfrm>
            <a:off x="1626506" y="2535114"/>
            <a:ext cx="4635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+mn-ea"/>
            </a:endParaRPr>
          </a:p>
        </p:txBody>
      </p:sp>
      <p:sp>
        <p:nvSpPr>
          <p:cNvPr id="51" name="Line 52">
            <a:extLst>
              <a:ext uri="{FF2B5EF4-FFF2-40B4-BE49-F238E27FC236}">
                <a16:creationId xmlns:a16="http://schemas.microsoft.com/office/drawing/2014/main" id="{8ED864A9-C19D-DD3A-CCB9-AE41A3D861C6}"/>
              </a:ext>
            </a:extLst>
          </p:cNvPr>
          <p:cNvSpPr>
            <a:spLocks noChangeShapeType="1"/>
          </p:cNvSpPr>
          <p:nvPr/>
        </p:nvSpPr>
        <p:spPr bwMode="auto">
          <a:xfrm>
            <a:off x="2871106" y="2547814"/>
            <a:ext cx="4635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+mn-ea"/>
            </a:endParaRPr>
          </a:p>
        </p:txBody>
      </p:sp>
      <p:sp>
        <p:nvSpPr>
          <p:cNvPr id="52" name="Line 53">
            <a:extLst>
              <a:ext uri="{FF2B5EF4-FFF2-40B4-BE49-F238E27FC236}">
                <a16:creationId xmlns:a16="http://schemas.microsoft.com/office/drawing/2014/main" id="{F4DC2188-A81C-00ED-7D98-7CA594BC5CF9}"/>
              </a:ext>
            </a:extLst>
          </p:cNvPr>
          <p:cNvSpPr>
            <a:spLocks noChangeShapeType="1"/>
          </p:cNvSpPr>
          <p:nvPr/>
        </p:nvSpPr>
        <p:spPr bwMode="auto">
          <a:xfrm>
            <a:off x="1639206" y="3919414"/>
            <a:ext cx="17081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+mn-ea"/>
            </a:endParaRPr>
          </a:p>
        </p:txBody>
      </p:sp>
      <p:sp>
        <p:nvSpPr>
          <p:cNvPr id="53" name="Line 54">
            <a:extLst>
              <a:ext uri="{FF2B5EF4-FFF2-40B4-BE49-F238E27FC236}">
                <a16:creationId xmlns:a16="http://schemas.microsoft.com/office/drawing/2014/main" id="{3AA692C7-BB45-FDB4-770A-2D919F8B24C9}"/>
              </a:ext>
            </a:extLst>
          </p:cNvPr>
          <p:cNvSpPr>
            <a:spLocks noChangeShapeType="1"/>
          </p:cNvSpPr>
          <p:nvPr/>
        </p:nvSpPr>
        <p:spPr bwMode="auto">
          <a:xfrm>
            <a:off x="1637619" y="2522414"/>
            <a:ext cx="0" cy="1409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+mn-ea"/>
            </a:endParaRPr>
          </a:p>
        </p:txBody>
      </p:sp>
      <p:sp>
        <p:nvSpPr>
          <p:cNvPr id="54" name="Line 55">
            <a:extLst>
              <a:ext uri="{FF2B5EF4-FFF2-40B4-BE49-F238E27FC236}">
                <a16:creationId xmlns:a16="http://schemas.microsoft.com/office/drawing/2014/main" id="{8E2E5BAB-C5A4-EEAE-C45D-43CB344ACF55}"/>
              </a:ext>
            </a:extLst>
          </p:cNvPr>
          <p:cNvSpPr>
            <a:spLocks noChangeShapeType="1"/>
          </p:cNvSpPr>
          <p:nvPr/>
        </p:nvSpPr>
        <p:spPr bwMode="auto">
          <a:xfrm>
            <a:off x="3326719" y="2535114"/>
            <a:ext cx="0" cy="14001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+mn-ea"/>
            </a:endParaRPr>
          </a:p>
        </p:txBody>
      </p:sp>
      <p:sp>
        <p:nvSpPr>
          <p:cNvPr id="55" name="Line 56">
            <a:extLst>
              <a:ext uri="{FF2B5EF4-FFF2-40B4-BE49-F238E27FC236}">
                <a16:creationId xmlns:a16="http://schemas.microsoft.com/office/drawing/2014/main" id="{3985397A-4856-7CB9-DB7E-DB899C99A72F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4819" y="2243014"/>
            <a:ext cx="7747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+mn-ea"/>
            </a:endParaRPr>
          </a:p>
        </p:txBody>
      </p:sp>
      <p:sp>
        <p:nvSpPr>
          <p:cNvPr id="56" name="Line 57">
            <a:extLst>
              <a:ext uri="{FF2B5EF4-FFF2-40B4-BE49-F238E27FC236}">
                <a16:creationId xmlns:a16="http://schemas.microsoft.com/office/drawing/2014/main" id="{7EC8D91C-D038-FB82-4490-B4C6BF410030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4819" y="2230314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+mn-ea"/>
            </a:endParaRPr>
          </a:p>
        </p:txBody>
      </p:sp>
      <p:sp>
        <p:nvSpPr>
          <p:cNvPr id="57" name="Line 58">
            <a:extLst>
              <a:ext uri="{FF2B5EF4-FFF2-40B4-BE49-F238E27FC236}">
                <a16:creationId xmlns:a16="http://schemas.microsoft.com/office/drawing/2014/main" id="{A6BCF992-F114-D376-F31C-D3CB516361C5}"/>
              </a:ext>
            </a:extLst>
          </p:cNvPr>
          <p:cNvSpPr>
            <a:spLocks noChangeShapeType="1"/>
          </p:cNvSpPr>
          <p:nvPr/>
        </p:nvSpPr>
        <p:spPr bwMode="auto">
          <a:xfrm>
            <a:off x="2869519" y="2243014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+mn-ea"/>
            </a:endParaRPr>
          </a:p>
        </p:txBody>
      </p:sp>
      <p:sp>
        <p:nvSpPr>
          <p:cNvPr id="58" name="Line 59">
            <a:extLst>
              <a:ext uri="{FF2B5EF4-FFF2-40B4-BE49-F238E27FC236}">
                <a16:creationId xmlns:a16="http://schemas.microsoft.com/office/drawing/2014/main" id="{9D5145C9-D763-7928-EF55-445D3134B75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94819" y="2535114"/>
            <a:ext cx="0" cy="19050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+mn-ea"/>
            </a:endParaRPr>
          </a:p>
        </p:txBody>
      </p:sp>
      <p:sp>
        <p:nvSpPr>
          <p:cNvPr id="59" name="Line 60">
            <a:extLst>
              <a:ext uri="{FF2B5EF4-FFF2-40B4-BE49-F238E27FC236}">
                <a16:creationId xmlns:a16="http://schemas.microsoft.com/office/drawing/2014/main" id="{B80E87F0-DCE6-115B-C1CC-8F4B9DB9475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69519" y="2547814"/>
            <a:ext cx="0" cy="17780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+mn-ea"/>
            </a:endParaRPr>
          </a:p>
        </p:txBody>
      </p:sp>
      <p:sp>
        <p:nvSpPr>
          <p:cNvPr id="60" name="Text Box 69">
            <a:extLst>
              <a:ext uri="{FF2B5EF4-FFF2-40B4-BE49-F238E27FC236}">
                <a16:creationId xmlns:a16="http://schemas.microsoft.com/office/drawing/2014/main" id="{4935E416-1C1B-F380-3CB2-60998D44FE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724" y="922739"/>
            <a:ext cx="452720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99CCFF"/>
                    </a:gs>
                    <a:gs pos="100000">
                      <a:srgbClr val="99CCFF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3333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  <a:latin typeface="+mn-ea"/>
                <a:cs typeface="DengXian" charset="-122"/>
              </a:rPr>
              <a:t>例</a:t>
            </a:r>
            <a:r>
              <a:rPr lang="en-US" altLang="zh-CN" sz="2400" b="1" dirty="0">
                <a:solidFill>
                  <a:srgbClr val="C00000"/>
                </a:solidFill>
                <a:latin typeface="+mn-ea"/>
                <a:cs typeface="DengXian" charset="-122"/>
              </a:rPr>
              <a:t>14.1</a:t>
            </a:r>
            <a:r>
              <a:rPr lang="zh-CN" altLang="en-US" sz="2400" b="1" dirty="0">
                <a:solidFill>
                  <a:srgbClr val="C00000"/>
                </a:solidFill>
                <a:latin typeface="+mn-ea"/>
                <a:cs typeface="DengXian" charset="-122"/>
              </a:rPr>
              <a:t> 求交线的基本方法</a:t>
            </a:r>
            <a:r>
              <a:rPr lang="en-US" altLang="zh-CN" sz="2400" b="1" dirty="0">
                <a:solidFill>
                  <a:srgbClr val="C00000"/>
                </a:solidFill>
                <a:latin typeface="+mn-ea"/>
                <a:cs typeface="DengXian" charset="-122"/>
              </a:rPr>
              <a:t>(P129)</a:t>
            </a:r>
            <a:endParaRPr lang="zh-CN" altLang="en-US" sz="2400" b="1" dirty="0">
              <a:solidFill>
                <a:srgbClr val="C00000"/>
              </a:solidFill>
              <a:latin typeface="+mn-ea"/>
              <a:cs typeface="DengXian" charset="-122"/>
            </a:endParaRPr>
          </a:p>
        </p:txBody>
      </p:sp>
      <p:sp>
        <p:nvSpPr>
          <p:cNvPr id="61" name="AutoShape 15" descr="棕色大理石">
            <a:extLst>
              <a:ext uri="{FF2B5EF4-FFF2-40B4-BE49-F238E27FC236}">
                <a16:creationId xmlns:a16="http://schemas.microsoft.com/office/drawing/2014/main" id="{ED2E6959-FD24-E3FD-B99D-A8E6BCB45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7231" y="5551488"/>
            <a:ext cx="1546225" cy="1012825"/>
          </a:xfrm>
          <a:prstGeom prst="wedgeRoundRectCallout">
            <a:avLst>
              <a:gd name="adj1" fmla="val 46199"/>
              <a:gd name="adj2" fmla="val -88403"/>
              <a:gd name="adj3" fmla="val 16667"/>
            </a:avLst>
          </a:prstGeom>
          <a:blipFill dpi="0" rotWithShape="0">
            <a:blip r:embed="rId4"/>
            <a:srcRect/>
            <a:tile tx="0" ty="0" sx="100000" sy="100000" flip="none" algn="tl"/>
          </a:blipFill>
          <a:ln w="38100">
            <a:solidFill>
              <a:schemeClr val="tx1"/>
            </a:solidFill>
            <a:miter lim="800000"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 algn="ctr"/>
            <a:endParaRPr lang="en-US" altLang="en-US" b="1" i="1">
              <a:latin typeface="+mn-ea"/>
            </a:endParaRPr>
          </a:p>
        </p:txBody>
      </p:sp>
      <p:sp>
        <p:nvSpPr>
          <p:cNvPr id="62" name="Text Box 16">
            <a:extLst>
              <a:ext uri="{FF2B5EF4-FFF2-40B4-BE49-F238E27FC236}">
                <a16:creationId xmlns:a16="http://schemas.microsoft.com/office/drawing/2014/main" id="{02C143CC-BD16-2F31-8F25-7D51F54008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7719" y="5513388"/>
            <a:ext cx="1261884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FFFFCC"/>
                </a:solidFill>
                <a:latin typeface="+mn-ea"/>
                <a:cs typeface="DengXian" charset="-122"/>
              </a:rPr>
              <a:t>求截交</a:t>
            </a:r>
          </a:p>
          <a:p>
            <a:r>
              <a:rPr lang="zh-CN" altLang="en-US" sz="2800" b="1">
                <a:solidFill>
                  <a:srgbClr val="FFFFCC"/>
                </a:solidFill>
                <a:latin typeface="+mn-ea"/>
                <a:cs typeface="DengXian" charset="-122"/>
              </a:rPr>
              <a:t>线问题</a:t>
            </a:r>
          </a:p>
        </p:txBody>
      </p:sp>
      <p:sp>
        <p:nvSpPr>
          <p:cNvPr id="63" name="Rectangle 29">
            <a:extLst>
              <a:ext uri="{FF2B5EF4-FFF2-40B4-BE49-F238E27FC236}">
                <a16:creationId xmlns:a16="http://schemas.microsoft.com/office/drawing/2014/main" id="{363B3FC1-2716-0540-617C-3F60E02CE6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7306" y="4532313"/>
            <a:ext cx="5548313" cy="218916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altLang="en-US">
              <a:latin typeface="+mn-ea"/>
            </a:endParaRPr>
          </a:p>
        </p:txBody>
      </p:sp>
      <p:sp>
        <p:nvSpPr>
          <p:cNvPr id="64" name="Rectangle 30">
            <a:extLst>
              <a:ext uri="{FF2B5EF4-FFF2-40B4-BE49-F238E27FC236}">
                <a16:creationId xmlns:a16="http://schemas.microsoft.com/office/drawing/2014/main" id="{C82CDC76-A78D-8465-9859-2339FF5F2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9781" y="4602956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000066"/>
                </a:solidFill>
                <a:latin typeface="+mn-ea"/>
                <a:cs typeface="DengXian" charset="-122"/>
                <a:sym typeface="Marlett" charset="2"/>
              </a:rPr>
              <a:t>交线投影分析</a:t>
            </a:r>
          </a:p>
        </p:txBody>
      </p:sp>
      <p:sp>
        <p:nvSpPr>
          <p:cNvPr id="65" name="Oval 31">
            <a:extLst>
              <a:ext uri="{FF2B5EF4-FFF2-40B4-BE49-F238E27FC236}">
                <a16:creationId xmlns:a16="http://schemas.microsoft.com/office/drawing/2014/main" id="{4A60138B-8E34-B6B6-9AED-E442368EC0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3251" y="4696744"/>
            <a:ext cx="260350" cy="247185"/>
          </a:xfrm>
          <a:prstGeom prst="ellipse">
            <a:avLst/>
          </a:prstGeom>
          <a:gradFill rotWithShape="0">
            <a:gsLst>
              <a:gs pos="0">
                <a:srgbClr val="FFFF99"/>
              </a:gs>
              <a:gs pos="100000">
                <a:srgbClr val="FFFF99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000">
              <a:latin typeface="+mn-ea"/>
              <a:cs typeface="DengXian" charset="-122"/>
            </a:endParaRPr>
          </a:p>
        </p:txBody>
      </p:sp>
      <p:sp>
        <p:nvSpPr>
          <p:cNvPr id="66" name="Rectangle 71">
            <a:extLst>
              <a:ext uri="{FF2B5EF4-FFF2-40B4-BE49-F238E27FC236}">
                <a16:creationId xmlns:a16="http://schemas.microsoft.com/office/drawing/2014/main" id="{E8019A04-8025-B7AB-EA46-5864C76D48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3706" y="4508376"/>
            <a:ext cx="787400" cy="901700"/>
          </a:xfrm>
          <a:prstGeom prst="rect">
            <a:avLst/>
          </a:prstGeom>
          <a:noFill/>
          <a:ln w="76200">
            <a:solidFill>
              <a:srgbClr val="CC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+mn-ea"/>
            </a:endParaRPr>
          </a:p>
        </p:txBody>
      </p:sp>
      <p:sp>
        <p:nvSpPr>
          <p:cNvPr id="67" name="Rectangle 72">
            <a:extLst>
              <a:ext uri="{FF2B5EF4-FFF2-40B4-BE49-F238E27FC236}">
                <a16:creationId xmlns:a16="http://schemas.microsoft.com/office/drawing/2014/main" id="{74677C4F-5CCE-1823-D572-FB3354C99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3706" y="4508376"/>
            <a:ext cx="787400" cy="901700"/>
          </a:xfrm>
          <a:prstGeom prst="rect">
            <a:avLst/>
          </a:prstGeom>
          <a:noFill/>
          <a:ln w="76200">
            <a:solidFill>
              <a:srgbClr val="CC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+mn-ea"/>
            </a:endParaRPr>
          </a:p>
        </p:txBody>
      </p:sp>
      <p:sp>
        <p:nvSpPr>
          <p:cNvPr id="68" name="Arc 73">
            <a:extLst>
              <a:ext uri="{FF2B5EF4-FFF2-40B4-BE49-F238E27FC236}">
                <a16:creationId xmlns:a16="http://schemas.microsoft.com/office/drawing/2014/main" id="{BBFF9653-5F50-75B7-C7AC-B5DE7586194B}"/>
              </a:ext>
            </a:extLst>
          </p:cNvPr>
          <p:cNvSpPr>
            <a:spLocks/>
          </p:cNvSpPr>
          <p:nvPr/>
        </p:nvSpPr>
        <p:spPr bwMode="auto">
          <a:xfrm rot="13594751" flipV="1">
            <a:off x="4276838" y="2397795"/>
            <a:ext cx="635000" cy="681037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762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+mn-ea"/>
            </a:endParaRPr>
          </a:p>
        </p:txBody>
      </p:sp>
      <p:sp>
        <p:nvSpPr>
          <p:cNvPr id="69" name="Arc 74">
            <a:extLst>
              <a:ext uri="{FF2B5EF4-FFF2-40B4-BE49-F238E27FC236}">
                <a16:creationId xmlns:a16="http://schemas.microsoft.com/office/drawing/2014/main" id="{8CF20924-1746-25E7-4241-49B5B087ED26}"/>
              </a:ext>
            </a:extLst>
          </p:cNvPr>
          <p:cNvSpPr>
            <a:spLocks/>
          </p:cNvSpPr>
          <p:nvPr/>
        </p:nvSpPr>
        <p:spPr bwMode="auto">
          <a:xfrm rot="13594751" flipV="1">
            <a:off x="4289538" y="2397795"/>
            <a:ext cx="635000" cy="681037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</a:path>
              <a:path w="21600" h="21600" stroke="0" extrusionOk="0">
                <a:moveTo>
                  <a:pt x="0" y="-1"/>
                </a:moveTo>
                <a:cubicBezTo>
                  <a:pt x="11929" y="-1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762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+mn-ea"/>
            </a:endParaRPr>
          </a:p>
        </p:txBody>
      </p:sp>
      <p:sp>
        <p:nvSpPr>
          <p:cNvPr id="70" name="Rectangle 76">
            <a:extLst>
              <a:ext uri="{FF2B5EF4-FFF2-40B4-BE49-F238E27FC236}">
                <a16:creationId xmlns:a16="http://schemas.microsoft.com/office/drawing/2014/main" id="{378F363A-8E0E-3084-FCE7-A40DA1C02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1480" y="5082381"/>
            <a:ext cx="263735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66"/>
                </a:solidFill>
                <a:latin typeface="+mn-ea"/>
                <a:cs typeface="DengXian" charset="-122"/>
                <a:sym typeface="Marlett" charset="2"/>
              </a:rPr>
              <a:t>H</a:t>
            </a:r>
            <a:r>
              <a:rPr lang="zh-CN" altLang="en-US" sz="2400" b="1" dirty="0">
                <a:solidFill>
                  <a:srgbClr val="000066"/>
                </a:solidFill>
                <a:latin typeface="+mn-ea"/>
                <a:cs typeface="DengXian" charset="-122"/>
                <a:sym typeface="Marlett" charset="2"/>
              </a:rPr>
              <a:t>、</a:t>
            </a:r>
            <a:r>
              <a:rPr lang="en-US" altLang="zh-CN" sz="2400" b="1" dirty="0">
                <a:solidFill>
                  <a:srgbClr val="000066"/>
                </a:solidFill>
                <a:latin typeface="+mn-ea"/>
                <a:cs typeface="DengXian" charset="-122"/>
                <a:sym typeface="Marlett" charset="2"/>
              </a:rPr>
              <a:t>W</a:t>
            </a:r>
            <a:r>
              <a:rPr lang="zh-CN" altLang="en-US" sz="2400" b="1" dirty="0">
                <a:solidFill>
                  <a:srgbClr val="000066"/>
                </a:solidFill>
                <a:latin typeface="+mn-ea"/>
                <a:cs typeface="DengXian" charset="-122"/>
                <a:sym typeface="Marlett" charset="2"/>
              </a:rPr>
              <a:t>投影已知</a:t>
            </a:r>
            <a:r>
              <a:rPr lang="zh-CN" altLang="en-US" sz="2400" b="1" dirty="0">
                <a:solidFill>
                  <a:srgbClr val="000066"/>
                </a:solidFill>
                <a:latin typeface="+mn-ea"/>
                <a:cs typeface="DengXian" charset="-122"/>
                <a:sym typeface="Monotype Sorts" charset="2"/>
              </a:rPr>
              <a:t>，</a:t>
            </a:r>
            <a:r>
              <a:rPr lang="zh-CN" altLang="en-US" sz="2400" b="1" dirty="0">
                <a:solidFill>
                  <a:srgbClr val="000066"/>
                </a:solidFill>
                <a:latin typeface="+mn-ea"/>
                <a:cs typeface="DengXian" charset="-122"/>
                <a:sym typeface="Marlett" charset="2"/>
              </a:rPr>
              <a:t>求</a:t>
            </a:r>
            <a:r>
              <a:rPr lang="en-US" altLang="zh-CN" sz="2400" b="1" dirty="0">
                <a:solidFill>
                  <a:srgbClr val="000066"/>
                </a:solidFill>
                <a:latin typeface="+mn-ea"/>
                <a:cs typeface="DengXian" charset="-122"/>
                <a:sym typeface="Marlett" charset="2"/>
              </a:rPr>
              <a:t>V</a:t>
            </a:r>
            <a:r>
              <a:rPr lang="zh-CN" altLang="en-US" sz="2400" b="1" dirty="0">
                <a:solidFill>
                  <a:srgbClr val="000066"/>
                </a:solidFill>
                <a:latin typeface="+mn-ea"/>
                <a:cs typeface="DengXian" charset="-122"/>
                <a:sym typeface="Marlett" charset="2"/>
              </a:rPr>
              <a:t>投影</a:t>
            </a:r>
          </a:p>
        </p:txBody>
      </p:sp>
      <p:sp>
        <p:nvSpPr>
          <p:cNvPr id="71" name="Rectangle 77">
            <a:extLst>
              <a:ext uri="{FF2B5EF4-FFF2-40B4-BE49-F238E27FC236}">
                <a16:creationId xmlns:a16="http://schemas.microsoft.com/office/drawing/2014/main" id="{60ADE640-C62D-13E2-DAD3-D6D9DFD44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1480" y="5118026"/>
            <a:ext cx="3073400" cy="120578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+mn-ea"/>
              <a:cs typeface="DengXian" charset="-122"/>
            </a:endParaRPr>
          </a:p>
        </p:txBody>
      </p:sp>
      <p:sp>
        <p:nvSpPr>
          <p:cNvPr id="72" name="Oval 32">
            <a:extLst>
              <a:ext uri="{FF2B5EF4-FFF2-40B4-BE49-F238E27FC236}">
                <a16:creationId xmlns:a16="http://schemas.microsoft.com/office/drawing/2014/main" id="{352D48EC-C3CE-96F9-02F0-14C6F4DAFF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2776" y="5157119"/>
            <a:ext cx="260350" cy="247185"/>
          </a:xfrm>
          <a:prstGeom prst="ellipse">
            <a:avLst/>
          </a:prstGeom>
          <a:gradFill rotWithShape="0">
            <a:gsLst>
              <a:gs pos="0">
                <a:srgbClr val="FFFF99"/>
              </a:gs>
              <a:gs pos="100000">
                <a:srgbClr val="FFFF99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000">
              <a:latin typeface="+mn-ea"/>
              <a:cs typeface="DengXian" charset="-122"/>
            </a:endParaRPr>
          </a:p>
        </p:txBody>
      </p:sp>
      <p:sp>
        <p:nvSpPr>
          <p:cNvPr id="73" name="Text Box 33">
            <a:extLst>
              <a:ext uri="{FF2B5EF4-FFF2-40B4-BE49-F238E27FC236}">
                <a16:creationId xmlns:a16="http://schemas.microsoft.com/office/drawing/2014/main" id="{55C0D9F8-EA51-25AE-640F-3D78D13FDD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6131" y="5053806"/>
            <a:ext cx="2339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000066"/>
                </a:solidFill>
                <a:latin typeface="+mn-ea"/>
                <a:cs typeface="DengXian" charset="-122"/>
                <a:sym typeface="Marlett" charset="2"/>
              </a:rPr>
              <a:t>交线的投影作图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D3AEBB2-49B2-0F8B-9C2A-FB756C04FC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9967374" y="2103666"/>
            <a:ext cx="1785989" cy="3052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064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75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000"/>
                            </p:stCondLst>
                            <p:childTnLst>
                              <p:par>
                                <p:cTn id="1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500"/>
                            </p:stCondLst>
                            <p:childTnLst>
                              <p:par>
                                <p:cTn id="1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500"/>
                            </p:stCondLst>
                            <p:childTnLst>
                              <p:par>
                                <p:cTn id="1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1000"/>
                            </p:stCondLst>
                            <p:childTnLst>
                              <p:par>
                                <p:cTn id="1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000"/>
                            </p:stCondLst>
                            <p:childTnLst>
                              <p:par>
                                <p:cTn id="16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>
                            <p:stCondLst>
                              <p:cond delay="500"/>
                            </p:stCondLst>
                            <p:childTnLst>
                              <p:par>
                                <p:cTn id="224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7" fill="hold">
                            <p:stCondLst>
                              <p:cond delay="500"/>
                            </p:stCondLst>
                            <p:childTnLst>
                              <p:par>
                                <p:cTn id="2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1" fill="hold">
                            <p:stCondLst>
                              <p:cond delay="1000"/>
                            </p:stCondLst>
                            <p:childTnLst>
                              <p:par>
                                <p:cTn id="2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5" fill="hold">
                            <p:stCondLst>
                              <p:cond delay="1500"/>
                            </p:stCondLst>
                            <p:childTnLst>
                              <p:par>
                                <p:cTn id="2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9" fill="hold">
                            <p:stCondLst>
                              <p:cond delay="2000"/>
                            </p:stCondLst>
                            <p:childTnLst>
                              <p:par>
                                <p:cTn id="2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>
                            <p:stCondLst>
                              <p:cond delay="2500"/>
                            </p:stCondLst>
                            <p:childTnLst>
                              <p:par>
                                <p:cTn id="2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7" fill="hold">
                            <p:stCondLst>
                              <p:cond delay="3000"/>
                            </p:stCondLst>
                            <p:childTnLst>
                              <p:par>
                                <p:cTn id="2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" fill="hold">
                            <p:stCondLst>
                              <p:cond delay="3500"/>
                            </p:stCondLst>
                            <p:childTnLst>
                              <p:par>
                                <p:cTn id="26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utoUpdateAnimBg="0"/>
      <p:bldP spid="19" grpId="0" animBg="1"/>
      <p:bldP spid="20" grpId="0" autoUpdateAnimBg="0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utoUpdateAnimBg="0"/>
      <p:bldP spid="31" grpId="0" animBg="1"/>
      <p:bldP spid="32" grpId="0" animBg="1" autoUpdateAnimBg="0"/>
      <p:bldP spid="33" grpId="0" animBg="1"/>
      <p:bldP spid="34" grpId="0" animBg="1"/>
      <p:bldP spid="35" grpId="0" animBg="1"/>
      <p:bldP spid="35" grpId="1" animBg="1"/>
      <p:bldP spid="36" grpId="0" animBg="1"/>
      <p:bldP spid="37" grpId="0" animBg="1"/>
      <p:bldP spid="38" grpId="0" animBg="1"/>
      <p:bldP spid="39" grpId="0" animBg="1"/>
      <p:bldP spid="40" grpId="0" animBg="1"/>
      <p:bldP spid="40" grpId="1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 autoUpdateAnimBg="0"/>
      <p:bldP spid="48" grpId="1" animBg="1"/>
      <p:bldP spid="49" grpId="0" animBg="1"/>
      <p:bldP spid="49" grpId="1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build="p" autoUpdateAnimBg="0" advAuto="0"/>
      <p:bldP spid="61" grpId="0" animBg="1" autoUpdateAnimBg="0"/>
      <p:bldP spid="62" grpId="0" autoUpdateAnimBg="0"/>
      <p:bldP spid="63" grpId="0" animBg="1" autoUpdateAnimBg="0"/>
      <p:bldP spid="64" grpId="0" autoUpdateAnimBg="0"/>
      <p:bldP spid="65" grpId="0" animBg="1"/>
      <p:bldP spid="66" grpId="0" animBg="1"/>
      <p:bldP spid="67" grpId="0" animBg="1"/>
      <p:bldP spid="68" grpId="0" animBg="1"/>
      <p:bldP spid="69" grpId="0" animBg="1"/>
      <p:bldP spid="70" grpId="0" autoUpdateAnimBg="0"/>
      <p:bldP spid="71" grpId="0" animBg="1"/>
      <p:bldP spid="72" grpId="0" animBg="1"/>
      <p:bldP spid="73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2281A0-A287-C6F9-78A4-766CE33E7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27000-9A8E-4335-9C5C-CC3971799901}" type="datetime1">
              <a:rPr lang="zh-CN" altLang="en-US" smtClean="0"/>
              <a:t>2025/11/11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495410-86AD-81A5-357A-DC41CB855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13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900C53-FA71-B2D2-654A-A85026363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5</a:t>
            </a:fld>
            <a:endParaRPr lang="en-US"/>
          </a:p>
        </p:txBody>
      </p:sp>
      <p:grpSp>
        <p:nvGrpSpPr>
          <p:cNvPr id="6" name="Group 70">
            <a:extLst>
              <a:ext uri="{FF2B5EF4-FFF2-40B4-BE49-F238E27FC236}">
                <a16:creationId xmlns:a16="http://schemas.microsoft.com/office/drawing/2014/main" id="{C31A6612-6846-AF62-3116-948949ECE454}"/>
              </a:ext>
            </a:extLst>
          </p:cNvPr>
          <p:cNvGrpSpPr>
            <a:grpSpLocks/>
          </p:cNvGrpSpPr>
          <p:nvPr/>
        </p:nvGrpSpPr>
        <p:grpSpPr bwMode="auto">
          <a:xfrm>
            <a:off x="5774872" y="1908968"/>
            <a:ext cx="3522663" cy="3040063"/>
            <a:chOff x="2624" y="575"/>
            <a:chExt cx="2630" cy="2270"/>
          </a:xfrm>
        </p:grpSpPr>
        <p:grpSp>
          <p:nvGrpSpPr>
            <p:cNvPr id="7" name="Group 4">
              <a:extLst>
                <a:ext uri="{FF2B5EF4-FFF2-40B4-BE49-F238E27FC236}">
                  <a16:creationId xmlns:a16="http://schemas.microsoft.com/office/drawing/2014/main" id="{10A4387D-A299-C030-EAE5-99648F9B79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24" y="575"/>
              <a:ext cx="2630" cy="2270"/>
              <a:chOff x="2624" y="575"/>
              <a:chExt cx="2630" cy="2270"/>
            </a:xfrm>
          </p:grpSpPr>
          <p:sp>
            <p:nvSpPr>
              <p:cNvPr id="29" name="Rectangle 5">
                <a:extLst>
                  <a:ext uri="{FF2B5EF4-FFF2-40B4-BE49-F238E27FC236}">
                    <a16:creationId xmlns:a16="http://schemas.microsoft.com/office/drawing/2014/main" id="{8BA813FB-76A1-992F-A03C-BDE6B5CF23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57" y="693"/>
                <a:ext cx="588" cy="534"/>
              </a:xfrm>
              <a:prstGeom prst="rect">
                <a:avLst/>
              </a:prstGeom>
              <a:solidFill>
                <a:srgbClr val="FF9999">
                  <a:alpha val="50000"/>
                </a:srgbClr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6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30" name="Rectangle 6">
                <a:extLst>
                  <a:ext uri="{FF2B5EF4-FFF2-40B4-BE49-F238E27FC236}">
                    <a16:creationId xmlns:a16="http://schemas.microsoft.com/office/drawing/2014/main" id="{AF6C92B4-C870-FB0E-AEDF-9DCB83415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4" y="1990"/>
                <a:ext cx="1069" cy="85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6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31" name="Rectangle 7">
                <a:extLst>
                  <a:ext uri="{FF2B5EF4-FFF2-40B4-BE49-F238E27FC236}">
                    <a16:creationId xmlns:a16="http://schemas.microsoft.com/office/drawing/2014/main" id="{E1220CF3-1431-DBCF-113B-D22B188471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8" y="2133"/>
                <a:ext cx="481" cy="552"/>
              </a:xfrm>
              <a:prstGeom prst="rect">
                <a:avLst/>
              </a:prstGeom>
              <a:solidFill>
                <a:srgbClr val="FF9999">
                  <a:alpha val="50000"/>
                </a:srgbClr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6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32" name="Line 8">
                <a:extLst>
                  <a:ext uri="{FF2B5EF4-FFF2-40B4-BE49-F238E27FC236}">
                    <a16:creationId xmlns:a16="http://schemas.microsoft.com/office/drawing/2014/main" id="{E8C01CDB-95FA-4A3A-719F-ADB4256FEC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24" y="2405"/>
                <a:ext cx="141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6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33" name="Oval 9">
                <a:extLst>
                  <a:ext uri="{FF2B5EF4-FFF2-40B4-BE49-F238E27FC236}">
                    <a16:creationId xmlns:a16="http://schemas.microsoft.com/office/drawing/2014/main" id="{6C7A42FF-9E24-B945-6AAF-6380AC219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8" y="893"/>
                <a:ext cx="855" cy="855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6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34" name="Line 10">
                <a:extLst>
                  <a:ext uri="{FF2B5EF4-FFF2-40B4-BE49-F238E27FC236}">
                    <a16:creationId xmlns:a16="http://schemas.microsoft.com/office/drawing/2014/main" id="{87253F5B-FF2B-935A-4F68-4FFA61E233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61" y="1323"/>
                <a:ext cx="119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6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35" name="Line 11">
                <a:extLst>
                  <a:ext uri="{FF2B5EF4-FFF2-40B4-BE49-F238E27FC236}">
                    <a16:creationId xmlns:a16="http://schemas.microsoft.com/office/drawing/2014/main" id="{E21D496A-B2F8-B0D1-E669-07FF8F1A2E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47" y="575"/>
                <a:ext cx="0" cy="1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6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</p:grpSp>
        <p:sp>
          <p:nvSpPr>
            <p:cNvPr id="8" name="Line 17">
              <a:extLst>
                <a:ext uri="{FF2B5EF4-FFF2-40B4-BE49-F238E27FC236}">
                  <a16:creationId xmlns:a16="http://schemas.microsoft.com/office/drawing/2014/main" id="{76BDD02A-9D44-1EE3-B057-D6F8449E7F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85" y="876"/>
              <a:ext cx="0" cy="8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9" name="Line 18">
              <a:extLst>
                <a:ext uri="{FF2B5EF4-FFF2-40B4-BE49-F238E27FC236}">
                  <a16:creationId xmlns:a16="http://schemas.microsoft.com/office/drawing/2014/main" id="{75162BC7-4BA2-B7F1-1538-8AEDCF916B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50" y="885"/>
              <a:ext cx="0" cy="8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10" name="Line 19">
              <a:extLst>
                <a:ext uri="{FF2B5EF4-FFF2-40B4-BE49-F238E27FC236}">
                  <a16:creationId xmlns:a16="http://schemas.microsoft.com/office/drawing/2014/main" id="{BBCAB4F5-D855-FD1B-0706-E28EDBEAC0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77" y="1323"/>
              <a:ext cx="12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11" name="Line 20">
              <a:extLst>
                <a:ext uri="{FF2B5EF4-FFF2-40B4-BE49-F238E27FC236}">
                  <a16:creationId xmlns:a16="http://schemas.microsoft.com/office/drawing/2014/main" id="{B2AFFAE3-DAF5-26C4-C409-AF948EC940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86" y="1750"/>
              <a:ext cx="10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12" name="Line 21">
              <a:extLst>
                <a:ext uri="{FF2B5EF4-FFF2-40B4-BE49-F238E27FC236}">
                  <a16:creationId xmlns:a16="http://schemas.microsoft.com/office/drawing/2014/main" id="{098FF458-6BE0-6DEB-98D8-45137AA65E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86" y="886"/>
              <a:ext cx="10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13" name="Line 22">
              <a:extLst>
                <a:ext uri="{FF2B5EF4-FFF2-40B4-BE49-F238E27FC236}">
                  <a16:creationId xmlns:a16="http://schemas.microsoft.com/office/drawing/2014/main" id="{1BB4E647-67CB-E9E6-C52F-B37F7F9D08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7" y="695"/>
              <a:ext cx="0" cy="2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14" name="Line 23">
              <a:extLst>
                <a:ext uri="{FF2B5EF4-FFF2-40B4-BE49-F238E27FC236}">
                  <a16:creationId xmlns:a16="http://schemas.microsoft.com/office/drawing/2014/main" id="{29A38224-978B-EFD4-708D-22D36FB4ED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9" y="695"/>
              <a:ext cx="0" cy="3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15" name="Line 24">
              <a:extLst>
                <a:ext uri="{FF2B5EF4-FFF2-40B4-BE49-F238E27FC236}">
                  <a16:creationId xmlns:a16="http://schemas.microsoft.com/office/drawing/2014/main" id="{AB382F4E-559C-FC55-4B56-68AF5D81B6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68" y="695"/>
              <a:ext cx="4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16" name="Line 37">
              <a:extLst>
                <a:ext uri="{FF2B5EF4-FFF2-40B4-BE49-F238E27FC236}">
                  <a16:creationId xmlns:a16="http://schemas.microsoft.com/office/drawing/2014/main" id="{7EC1B657-718E-D673-972E-F08FAA730E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70" y="1001"/>
              <a:ext cx="1368" cy="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17" name="Line 38">
              <a:extLst>
                <a:ext uri="{FF2B5EF4-FFF2-40B4-BE49-F238E27FC236}">
                  <a16:creationId xmlns:a16="http://schemas.microsoft.com/office/drawing/2014/main" id="{1BBE85C2-CD0E-DF2E-A494-B238594E7B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74" y="1001"/>
              <a:ext cx="488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18" name="Line 48">
              <a:extLst>
                <a:ext uri="{FF2B5EF4-FFF2-40B4-BE49-F238E27FC236}">
                  <a16:creationId xmlns:a16="http://schemas.microsoft.com/office/drawing/2014/main" id="{29312F62-5759-BBEA-6AE0-8F9F849835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2" y="889"/>
              <a:ext cx="48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19" name="Line 51">
              <a:extLst>
                <a:ext uri="{FF2B5EF4-FFF2-40B4-BE49-F238E27FC236}">
                  <a16:creationId xmlns:a16="http://schemas.microsoft.com/office/drawing/2014/main" id="{62DA9CA9-0CFF-2A5C-A81E-16CBA301CA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9" y="881"/>
              <a:ext cx="2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20" name="Line 52">
              <a:extLst>
                <a:ext uri="{FF2B5EF4-FFF2-40B4-BE49-F238E27FC236}">
                  <a16:creationId xmlns:a16="http://schemas.microsoft.com/office/drawing/2014/main" id="{415CC603-E107-F92E-4B34-18DD0D20AE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3" y="889"/>
              <a:ext cx="2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21" name="Line 53">
              <a:extLst>
                <a:ext uri="{FF2B5EF4-FFF2-40B4-BE49-F238E27FC236}">
                  <a16:creationId xmlns:a16="http://schemas.microsoft.com/office/drawing/2014/main" id="{B2BA40B6-CF91-BD8F-41AB-052E19A275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7" y="1753"/>
              <a:ext cx="107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22" name="Line 54">
              <a:extLst>
                <a:ext uri="{FF2B5EF4-FFF2-40B4-BE49-F238E27FC236}">
                  <a16:creationId xmlns:a16="http://schemas.microsoft.com/office/drawing/2014/main" id="{BAE1CD32-A3C6-41D8-3095-87BB961833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6" y="873"/>
              <a:ext cx="0" cy="8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23" name="Line 55">
              <a:extLst>
                <a:ext uri="{FF2B5EF4-FFF2-40B4-BE49-F238E27FC236}">
                  <a16:creationId xmlns:a16="http://schemas.microsoft.com/office/drawing/2014/main" id="{EFD8FEE8-D70E-CD64-095C-F40B89046B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0" y="881"/>
              <a:ext cx="0" cy="88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24" name="Line 56">
              <a:extLst>
                <a:ext uri="{FF2B5EF4-FFF2-40B4-BE49-F238E27FC236}">
                  <a16:creationId xmlns:a16="http://schemas.microsoft.com/office/drawing/2014/main" id="{21FA2B10-5D6C-7FD2-6EB1-90D069EB0A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4" y="697"/>
              <a:ext cx="4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25" name="Line 57">
              <a:extLst>
                <a:ext uri="{FF2B5EF4-FFF2-40B4-BE49-F238E27FC236}">
                  <a16:creationId xmlns:a16="http://schemas.microsoft.com/office/drawing/2014/main" id="{9F8A4461-FE7B-35A8-BCE7-804D391CB0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4" y="689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26" name="Line 58">
              <a:extLst>
                <a:ext uri="{FF2B5EF4-FFF2-40B4-BE49-F238E27FC236}">
                  <a16:creationId xmlns:a16="http://schemas.microsoft.com/office/drawing/2014/main" id="{7E354377-8FDD-D557-39FC-3E213DCDB2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2" y="697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27" name="Line 59">
              <a:extLst>
                <a:ext uri="{FF2B5EF4-FFF2-40B4-BE49-F238E27FC236}">
                  <a16:creationId xmlns:a16="http://schemas.microsoft.com/office/drawing/2014/main" id="{54ED175C-D90A-2C92-D9CD-E1EBA14C17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4" y="881"/>
              <a:ext cx="0" cy="12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28" name="Line 60">
              <a:extLst>
                <a:ext uri="{FF2B5EF4-FFF2-40B4-BE49-F238E27FC236}">
                  <a16:creationId xmlns:a16="http://schemas.microsoft.com/office/drawing/2014/main" id="{82A263E2-B855-8900-932F-4F57A8BF97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62" y="889"/>
              <a:ext cx="0" cy="112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</p:grpSp>
      <p:sp>
        <p:nvSpPr>
          <p:cNvPr id="36" name="Text Box 63">
            <a:extLst>
              <a:ext uri="{FF2B5EF4-FFF2-40B4-BE49-F238E27FC236}">
                <a16:creationId xmlns:a16="http://schemas.microsoft.com/office/drawing/2014/main" id="{42B9E3A1-60BB-E7E7-6241-2EE1E50D5D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4421" y="3820317"/>
            <a:ext cx="264687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000066"/>
                </a:solidFill>
                <a:latin typeface="DengXian" charset="-122"/>
                <a:ea typeface="DengXian" charset="-122"/>
                <a:cs typeface="DengXian" charset="-122"/>
              </a:rPr>
              <a:t>①</a:t>
            </a:r>
            <a:r>
              <a:rPr lang="zh-CN" altLang="en-US" sz="2400" dirty="0">
                <a:solidFill>
                  <a:srgbClr val="000066"/>
                </a:solidFill>
                <a:latin typeface="DengXian" charset="-122"/>
                <a:ea typeface="DengXian" charset="-122"/>
                <a:cs typeface="DengXian" charset="-122"/>
              </a:rPr>
              <a:t>折线的转折点即</a:t>
            </a:r>
          </a:p>
          <a:p>
            <a:r>
              <a:rPr lang="zh-CN" altLang="en-US" sz="2400" dirty="0">
                <a:solidFill>
                  <a:srgbClr val="000066"/>
                </a:solidFill>
                <a:latin typeface="DengXian" charset="-122"/>
                <a:ea typeface="DengXian" charset="-122"/>
                <a:cs typeface="DengXian" charset="-122"/>
              </a:rPr>
              <a:t>  为棱线与</a:t>
            </a:r>
            <a:r>
              <a:rPr lang="zh-CN" altLang="en-US" sz="2400" dirty="0">
                <a:solidFill>
                  <a:srgbClr val="000066"/>
                </a:solidFill>
                <a:latin typeface="DengXian" charset="-122"/>
                <a:ea typeface="DengXian" charset="-122"/>
                <a:cs typeface="DengXian" charset="-122"/>
                <a:sym typeface="Marlett" charset="2"/>
              </a:rPr>
              <a:t>曲面体</a:t>
            </a:r>
          </a:p>
          <a:p>
            <a:r>
              <a:rPr lang="zh-CN" altLang="en-US" sz="2400" dirty="0">
                <a:solidFill>
                  <a:srgbClr val="000066"/>
                </a:solidFill>
                <a:latin typeface="DengXian" charset="-122"/>
                <a:ea typeface="DengXian" charset="-122"/>
                <a:cs typeface="DengXian" charset="-122"/>
                <a:sym typeface="Marlett" charset="2"/>
              </a:rPr>
              <a:t>  的交点</a:t>
            </a:r>
          </a:p>
        </p:txBody>
      </p:sp>
      <p:sp>
        <p:nvSpPr>
          <p:cNvPr id="37" name="Text Box 64">
            <a:extLst>
              <a:ext uri="{FF2B5EF4-FFF2-40B4-BE49-F238E27FC236}">
                <a16:creationId xmlns:a16="http://schemas.microsoft.com/office/drawing/2014/main" id="{9EE74A40-9E1F-CB32-7638-168CDF3734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2359" y="5109367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000066"/>
                </a:solidFill>
                <a:latin typeface="DengXian" charset="-122"/>
                <a:ea typeface="DengXian" charset="-122"/>
                <a:cs typeface="DengXian" charset="-122"/>
              </a:rPr>
              <a:t>②</a:t>
            </a:r>
            <a:r>
              <a:rPr lang="zh-CN" altLang="en-US" sz="2400">
                <a:solidFill>
                  <a:srgbClr val="000066"/>
                </a:solidFill>
                <a:latin typeface="DengXian" charset="-122"/>
                <a:ea typeface="DengXian" charset="-122"/>
                <a:cs typeface="DengXian" charset="-122"/>
              </a:rPr>
              <a:t>可见性判断</a:t>
            </a:r>
          </a:p>
        </p:txBody>
      </p:sp>
      <p:sp>
        <p:nvSpPr>
          <p:cNvPr id="38" name="Rectangle 65">
            <a:extLst>
              <a:ext uri="{FF2B5EF4-FFF2-40B4-BE49-F238E27FC236}">
                <a16:creationId xmlns:a16="http://schemas.microsoft.com/office/drawing/2014/main" id="{63E2FEB4-FE51-CD22-6A7E-88EF625CC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6809" y="5199855"/>
            <a:ext cx="1889125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>
                <a:latin typeface="DengXian" charset="-122"/>
                <a:ea typeface="DengXian" charset="-122"/>
                <a:cs typeface="DengXian" charset="-122"/>
              </a:rPr>
              <a:t>若变成孔将如何？</a:t>
            </a:r>
          </a:p>
        </p:txBody>
      </p:sp>
      <p:sp>
        <p:nvSpPr>
          <p:cNvPr id="39" name="Line 66">
            <a:extLst>
              <a:ext uri="{FF2B5EF4-FFF2-40B4-BE49-F238E27FC236}">
                <a16:creationId xmlns:a16="http://schemas.microsoft.com/office/drawing/2014/main" id="{2F3BDCF3-DAA4-40B8-BF93-DF3883F0C1F9}"/>
              </a:ext>
            </a:extLst>
          </p:cNvPr>
          <p:cNvSpPr>
            <a:spLocks noChangeShapeType="1"/>
          </p:cNvSpPr>
          <p:nvPr/>
        </p:nvSpPr>
        <p:spPr bwMode="auto">
          <a:xfrm>
            <a:off x="6698796" y="4483892"/>
            <a:ext cx="465138" cy="835025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40" name="Text Box 67">
            <a:extLst>
              <a:ext uri="{FF2B5EF4-FFF2-40B4-BE49-F238E27FC236}">
                <a16:creationId xmlns:a16="http://schemas.microsoft.com/office/drawing/2014/main" id="{52A0B379-F6FF-B0A6-4F8E-385F280BB2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2834" y="5549105"/>
            <a:ext cx="264687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000066"/>
                </a:solidFill>
                <a:latin typeface="DengXian" charset="-122"/>
                <a:ea typeface="DengXian" charset="-122"/>
                <a:cs typeface="DengXian" charset="-122"/>
              </a:rPr>
              <a:t>③</a:t>
            </a:r>
            <a:r>
              <a:rPr lang="zh-CN" altLang="en-US" sz="2400">
                <a:solidFill>
                  <a:srgbClr val="000066"/>
                </a:solidFill>
                <a:latin typeface="DengXian" charset="-122"/>
                <a:ea typeface="DengXian" charset="-122"/>
                <a:cs typeface="DengXian" charset="-122"/>
              </a:rPr>
              <a:t>外形轮廓线投影</a:t>
            </a:r>
          </a:p>
        </p:txBody>
      </p:sp>
      <p:sp>
        <p:nvSpPr>
          <p:cNvPr id="41" name="AutoShape 71" descr="紫色网格">
            <a:extLst>
              <a:ext uri="{FF2B5EF4-FFF2-40B4-BE49-F238E27FC236}">
                <a16:creationId xmlns:a16="http://schemas.microsoft.com/office/drawing/2014/main" id="{29507B87-1988-C032-25EF-7F68A99CA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3096" y="1402555"/>
            <a:ext cx="2921903" cy="1379594"/>
          </a:xfrm>
          <a:prstGeom prst="plaque">
            <a:avLst>
              <a:gd name="adj" fmla="val 12069"/>
            </a:avLst>
          </a:prstGeom>
          <a:blipFill dpi="0" rotWithShape="0">
            <a:blip r:embed="rId2"/>
            <a:srcRect/>
            <a:tile tx="0" ty="0" sx="100000" sy="100000" flip="none" algn="tl"/>
          </a:blipFill>
          <a:ln w="38100">
            <a:solidFill>
              <a:srgbClr val="000066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altLang="zh-CN" sz="2800" dirty="0">
                <a:solidFill>
                  <a:schemeClr val="bg1"/>
                </a:solidFill>
                <a:latin typeface="DengXian" charset="-122"/>
                <a:ea typeface="DengXian" charset="-122"/>
                <a:cs typeface="DengXian" charset="-122"/>
                <a:sym typeface="Marlett" charset="2"/>
              </a:rPr>
              <a:t>  </a:t>
            </a:r>
            <a:r>
              <a:rPr lang="zh-CN" altLang="en-US" sz="2800" dirty="0">
                <a:solidFill>
                  <a:schemeClr val="bg1"/>
                </a:solidFill>
                <a:latin typeface="DengXian" charset="-122"/>
                <a:ea typeface="DengXian" charset="-122"/>
                <a:cs typeface="DengXian" charset="-122"/>
                <a:sym typeface="Marlett" charset="2"/>
              </a:rPr>
              <a:t>分别求平面体</a:t>
            </a:r>
          </a:p>
          <a:p>
            <a:r>
              <a:rPr lang="zh-CN" altLang="en-US" sz="2800" dirty="0">
                <a:solidFill>
                  <a:schemeClr val="bg1"/>
                </a:solidFill>
                <a:latin typeface="DengXian" charset="-122"/>
                <a:ea typeface="DengXian" charset="-122"/>
                <a:cs typeface="DengXian" charset="-122"/>
                <a:sym typeface="Marlett" charset="2"/>
              </a:rPr>
              <a:t>各表面与曲面体</a:t>
            </a:r>
          </a:p>
          <a:p>
            <a:r>
              <a:rPr lang="zh-CN" altLang="en-US" sz="2800" dirty="0">
                <a:solidFill>
                  <a:schemeClr val="bg1"/>
                </a:solidFill>
                <a:latin typeface="DengXian" charset="-122"/>
                <a:ea typeface="DengXian" charset="-122"/>
                <a:cs typeface="DengXian" charset="-122"/>
                <a:sym typeface="Marlett" charset="2"/>
              </a:rPr>
              <a:t>的交线</a:t>
            </a:r>
            <a:endParaRPr lang="zh-CN" altLang="en-US" sz="2800" dirty="0">
              <a:solidFill>
                <a:schemeClr val="bg1"/>
              </a:solidFill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42" name="Rectangle 72">
            <a:extLst>
              <a:ext uri="{FF2B5EF4-FFF2-40B4-BE49-F238E27FC236}">
                <a16:creationId xmlns:a16="http://schemas.microsoft.com/office/drawing/2014/main" id="{030F35FA-F177-A58B-3169-CAE0D6FAB0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7974" y="481032"/>
            <a:ext cx="34163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DengXian" charset="-122"/>
                <a:ea typeface="DengXian" charset="-122"/>
                <a:cs typeface="DengXian" charset="-122"/>
              </a:rPr>
              <a:t>平面体与曲面体相交</a:t>
            </a:r>
          </a:p>
        </p:txBody>
      </p:sp>
      <p:sp>
        <p:nvSpPr>
          <p:cNvPr id="43" name="Text Box 73">
            <a:extLst>
              <a:ext uri="{FF2B5EF4-FFF2-40B4-BE49-F238E27FC236}">
                <a16:creationId xmlns:a16="http://schemas.microsoft.com/office/drawing/2014/main" id="{1FA817E3-9EBA-D1FA-E91C-AD2953DEFD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7974" y="3260585"/>
            <a:ext cx="8002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A5002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DengXian" charset="-122"/>
                <a:ea typeface="DengXian" charset="-122"/>
                <a:cs typeface="DengXian" charset="-122"/>
              </a:rPr>
              <a:t>注意</a:t>
            </a:r>
          </a:p>
        </p:txBody>
      </p:sp>
      <p:pic>
        <p:nvPicPr>
          <p:cNvPr id="44" name="Picture 76">
            <a:extLst>
              <a:ext uri="{FF2B5EF4-FFF2-40B4-BE49-F238E27FC236}">
                <a16:creationId xmlns:a16="http://schemas.microsoft.com/office/drawing/2014/main" id="{57A6CC27-E4BC-B91D-DB8A-69AA8142C6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5284" y="3783805"/>
            <a:ext cx="1662112" cy="1363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45" name="Rectangle 77">
            <a:extLst>
              <a:ext uri="{FF2B5EF4-FFF2-40B4-BE49-F238E27FC236}">
                <a16:creationId xmlns:a16="http://schemas.microsoft.com/office/drawing/2014/main" id="{E0415337-EF9C-47B2-D4C7-2FAF01D40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010" y="606752"/>
            <a:ext cx="219964" cy="271780"/>
          </a:xfrm>
          <a:prstGeom prst="rect">
            <a:avLst/>
          </a:prstGeom>
          <a:gradFill rotWithShape="0">
            <a:gsLst>
              <a:gs pos="0">
                <a:srgbClr val="FF7C80">
                  <a:gamma/>
                  <a:shade val="32941"/>
                  <a:invGamma/>
                </a:srgbClr>
              </a:gs>
              <a:gs pos="50000">
                <a:srgbClr val="FF7C80"/>
              </a:gs>
              <a:gs pos="100000">
                <a:srgbClr val="FF7C80">
                  <a:gamma/>
                  <a:shade val="32941"/>
                  <a:invGamma/>
                </a:srgbClr>
              </a:gs>
            </a:gsLst>
            <a:lin ang="5400000" scaled="1"/>
          </a:gradFill>
          <a:ln w="19050">
            <a:solidFill>
              <a:schemeClr val="tx1"/>
            </a:solidFill>
            <a:miter lim="800000"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endParaRPr lang="en-US">
              <a:latin typeface="DengXian" charset="-122"/>
              <a:ea typeface="DengXian" charset="-122"/>
              <a:cs typeface="DengXian" charset="-12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BD30A0A-EDDA-84E4-8095-4F5D97CD36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9813601" y="2318774"/>
            <a:ext cx="1578323" cy="3358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84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utoUpdateAnimBg="0"/>
      <p:bldP spid="37" grpId="0" autoUpdateAnimBg="0"/>
      <p:bldP spid="38" grpId="0" autoUpdateAnimBg="0"/>
      <p:bldP spid="39" grpId="0" animBg="1"/>
      <p:bldP spid="40" grpId="0" autoUpdateAnimBg="0"/>
      <p:bldP spid="41" grpId="0" animBg="1" autoUpdateAnimBg="0"/>
      <p:bldP spid="42" grpId="0" build="p" autoUpdateAnimBg="0" advAuto="0"/>
      <p:bldP spid="43" grpId="0" build="p" autoUpdateAnimBg="0"/>
      <p:bldP spid="4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F7ECF-24E2-9576-E640-A58B96682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5.2 </a:t>
            </a:r>
            <a:r>
              <a:rPr lang="zh-CN" altLang="en-US" dirty="0"/>
              <a:t>平面体与回转体相贯</a:t>
            </a:r>
            <a:endParaRPr lang="en-C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E3CE3E-A748-F16C-4B1B-AA15E1E23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7353-1AB0-48B6-9D19-BCC6B5BBE9FD}" type="datetime1">
              <a:rPr lang="zh-CN" altLang="en-US" smtClean="0"/>
              <a:t>2025/11/11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F8BC55-1204-D9C4-A3DF-98FB11235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13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4D8FC8-0AC2-01E8-3BE6-C152B140E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6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280470-CB76-1D11-CB87-04DC40373A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讨论</a:t>
            </a:r>
            <a:r>
              <a:rPr lang="en-US" altLang="zh-CN" dirty="0"/>
              <a:t>(</a:t>
            </a:r>
            <a:r>
              <a:rPr lang="en-US" dirty="0"/>
              <a:t>P130)</a:t>
            </a:r>
            <a:endParaRPr lang="en-CN" dirty="0"/>
          </a:p>
        </p:txBody>
      </p:sp>
      <p:grpSp>
        <p:nvGrpSpPr>
          <p:cNvPr id="7" name="Group 2">
            <a:extLst>
              <a:ext uri="{FF2B5EF4-FFF2-40B4-BE49-F238E27FC236}">
                <a16:creationId xmlns:a16="http://schemas.microsoft.com/office/drawing/2014/main" id="{086D3C2F-8BFB-90B9-0D20-CE4480DA70B1}"/>
              </a:ext>
            </a:extLst>
          </p:cNvPr>
          <p:cNvGrpSpPr>
            <a:grpSpLocks/>
          </p:cNvGrpSpPr>
          <p:nvPr/>
        </p:nvGrpSpPr>
        <p:grpSpPr bwMode="auto">
          <a:xfrm>
            <a:off x="5710237" y="1812500"/>
            <a:ext cx="4105275" cy="3357563"/>
            <a:chOff x="2983" y="872"/>
            <a:chExt cx="2586" cy="2115"/>
          </a:xfrm>
        </p:grpSpPr>
        <p:grpSp>
          <p:nvGrpSpPr>
            <p:cNvPr id="8" name="Group 3">
              <a:extLst>
                <a:ext uri="{FF2B5EF4-FFF2-40B4-BE49-F238E27FC236}">
                  <a16:creationId xmlns:a16="http://schemas.microsoft.com/office/drawing/2014/main" id="{9A0A87A9-7EBF-5932-8AFE-48A134E4AF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83" y="872"/>
              <a:ext cx="2586" cy="2115"/>
              <a:chOff x="2983" y="872"/>
              <a:chExt cx="2586" cy="2115"/>
            </a:xfrm>
          </p:grpSpPr>
          <p:grpSp>
            <p:nvGrpSpPr>
              <p:cNvPr id="28" name="Group 4">
                <a:extLst>
                  <a:ext uri="{FF2B5EF4-FFF2-40B4-BE49-F238E27FC236}">
                    <a16:creationId xmlns:a16="http://schemas.microsoft.com/office/drawing/2014/main" id="{0B750D30-466F-08F9-AD13-8283AAE87D8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28" y="872"/>
                <a:ext cx="1041" cy="1169"/>
                <a:chOff x="4528" y="872"/>
                <a:chExt cx="1041" cy="1169"/>
              </a:xfrm>
            </p:grpSpPr>
            <p:sp>
              <p:nvSpPr>
                <p:cNvPr id="35" name="Oval 5">
                  <a:extLst>
                    <a:ext uri="{FF2B5EF4-FFF2-40B4-BE49-F238E27FC236}">
                      <a16:creationId xmlns:a16="http://schemas.microsoft.com/office/drawing/2014/main" id="{B341137B-EF56-75C2-114C-D5FFB02051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46" y="993"/>
                  <a:ext cx="829" cy="829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1400">
                    <a:latin typeface="DengXian" charset="-122"/>
                    <a:ea typeface="DengXian" charset="-122"/>
                    <a:cs typeface="DengXian" charset="-122"/>
                  </a:endParaRPr>
                </a:p>
              </p:txBody>
            </p:sp>
            <p:sp>
              <p:nvSpPr>
                <p:cNvPr id="36" name="Line 6">
                  <a:extLst>
                    <a:ext uri="{FF2B5EF4-FFF2-40B4-BE49-F238E27FC236}">
                      <a16:creationId xmlns:a16="http://schemas.microsoft.com/office/drawing/2014/main" id="{DC03216F-B095-799E-1B20-ED75BE711A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27" y="1078"/>
                  <a:ext cx="0" cy="6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lg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400">
                    <a:latin typeface="DengXian" charset="-122"/>
                    <a:ea typeface="DengXian" charset="-122"/>
                    <a:cs typeface="DengXian" charset="-122"/>
                  </a:endParaRPr>
                </a:p>
              </p:txBody>
            </p:sp>
            <p:sp>
              <p:nvSpPr>
                <p:cNvPr id="37" name="Line 7">
                  <a:extLst>
                    <a:ext uri="{FF2B5EF4-FFF2-40B4-BE49-F238E27FC236}">
                      <a16:creationId xmlns:a16="http://schemas.microsoft.com/office/drawing/2014/main" id="{2AC89CE4-82C9-BEA9-E67B-B4771A2A58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98" y="1088"/>
                  <a:ext cx="0" cy="6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lg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400">
                    <a:latin typeface="DengXian" charset="-122"/>
                    <a:ea typeface="DengXian" charset="-122"/>
                    <a:cs typeface="DengXian" charset="-122"/>
                  </a:endParaRPr>
                </a:p>
              </p:txBody>
            </p:sp>
            <p:sp>
              <p:nvSpPr>
                <p:cNvPr id="38" name="Oval 8">
                  <a:extLst>
                    <a:ext uri="{FF2B5EF4-FFF2-40B4-BE49-F238E27FC236}">
                      <a16:creationId xmlns:a16="http://schemas.microsoft.com/office/drawing/2014/main" id="{F71DC64A-34B5-6445-C792-F824045452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82" y="1124"/>
                  <a:ext cx="564" cy="564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1400">
                    <a:latin typeface="DengXian" charset="-122"/>
                    <a:ea typeface="DengXian" charset="-122"/>
                    <a:cs typeface="DengXian" charset="-122"/>
                  </a:endParaRPr>
                </a:p>
              </p:txBody>
            </p:sp>
            <p:sp>
              <p:nvSpPr>
                <p:cNvPr id="39" name="Line 9">
                  <a:extLst>
                    <a:ext uri="{FF2B5EF4-FFF2-40B4-BE49-F238E27FC236}">
                      <a16:creationId xmlns:a16="http://schemas.microsoft.com/office/drawing/2014/main" id="{6551101B-F9E4-6B26-3AB4-3E92081999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057" y="872"/>
                  <a:ext cx="0" cy="116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400">
                    <a:latin typeface="DengXian" charset="-122"/>
                    <a:ea typeface="DengXian" charset="-122"/>
                    <a:cs typeface="DengXian" charset="-122"/>
                  </a:endParaRPr>
                </a:p>
              </p:txBody>
            </p:sp>
            <p:sp>
              <p:nvSpPr>
                <p:cNvPr id="40" name="Line 10">
                  <a:extLst>
                    <a:ext uri="{FF2B5EF4-FFF2-40B4-BE49-F238E27FC236}">
                      <a16:creationId xmlns:a16="http://schemas.microsoft.com/office/drawing/2014/main" id="{A8768DE5-143B-6B3E-D1E7-605BCDB40C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28" y="1403"/>
                  <a:ext cx="104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400">
                    <a:latin typeface="DengXian" charset="-122"/>
                    <a:ea typeface="DengXian" charset="-122"/>
                    <a:cs typeface="DengXian" charset="-122"/>
                  </a:endParaRPr>
                </a:p>
              </p:txBody>
            </p:sp>
          </p:grpSp>
          <p:grpSp>
            <p:nvGrpSpPr>
              <p:cNvPr id="29" name="Group 11">
                <a:extLst>
                  <a:ext uri="{FF2B5EF4-FFF2-40B4-BE49-F238E27FC236}">
                    <a16:creationId xmlns:a16="http://schemas.microsoft.com/office/drawing/2014/main" id="{5129C40D-99D3-2DC2-B58A-850FD57A74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83" y="2157"/>
                <a:ext cx="1483" cy="830"/>
                <a:chOff x="2983" y="2157"/>
                <a:chExt cx="1483" cy="830"/>
              </a:xfrm>
            </p:grpSpPr>
            <p:sp>
              <p:nvSpPr>
                <p:cNvPr id="30" name="Rectangle 12">
                  <a:extLst>
                    <a:ext uri="{FF2B5EF4-FFF2-40B4-BE49-F238E27FC236}">
                      <a16:creationId xmlns:a16="http://schemas.microsoft.com/office/drawing/2014/main" id="{C98D93D4-5CC1-492D-2144-0A470F701BB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5" y="2157"/>
                  <a:ext cx="1130" cy="830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en-US" altLang="en-US" sz="1400" b="1">
                    <a:latin typeface="DengXian" charset="-122"/>
                    <a:ea typeface="DengXian" charset="-122"/>
                    <a:cs typeface="DengXian" charset="-122"/>
                  </a:endParaRPr>
                </a:p>
              </p:txBody>
            </p:sp>
            <p:sp>
              <p:nvSpPr>
                <p:cNvPr id="31" name="Rectangle 13">
                  <a:extLst>
                    <a:ext uri="{FF2B5EF4-FFF2-40B4-BE49-F238E27FC236}">
                      <a16:creationId xmlns:a16="http://schemas.microsoft.com/office/drawing/2014/main" id="{C8CBBA13-B5C6-776C-E017-EB594A687A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390" y="2325"/>
                  <a:ext cx="671" cy="480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2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1400">
                    <a:latin typeface="DengXian" charset="-122"/>
                    <a:ea typeface="DengXian" charset="-122"/>
                    <a:cs typeface="DengXian" charset="-122"/>
                  </a:endParaRPr>
                </a:p>
              </p:txBody>
            </p:sp>
            <p:sp>
              <p:nvSpPr>
                <p:cNvPr id="32" name="Line 14">
                  <a:extLst>
                    <a:ext uri="{FF2B5EF4-FFF2-40B4-BE49-F238E27FC236}">
                      <a16:creationId xmlns:a16="http://schemas.microsoft.com/office/drawing/2014/main" id="{4AA71A22-F770-555E-88DA-9FAE67777D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83" y="2569"/>
                  <a:ext cx="1483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400">
                    <a:latin typeface="DengXian" charset="-122"/>
                    <a:ea typeface="DengXian" charset="-122"/>
                    <a:cs typeface="DengXian" charset="-122"/>
                  </a:endParaRPr>
                </a:p>
              </p:txBody>
            </p:sp>
            <p:sp>
              <p:nvSpPr>
                <p:cNvPr id="33" name="Line 15">
                  <a:extLst>
                    <a:ext uri="{FF2B5EF4-FFF2-40B4-BE49-F238E27FC236}">
                      <a16:creationId xmlns:a16="http://schemas.microsoft.com/office/drawing/2014/main" id="{DA1333F5-4FF8-2305-07BE-D245981826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44" y="2291"/>
                  <a:ext cx="112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lg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400">
                    <a:latin typeface="DengXian" charset="-122"/>
                    <a:ea typeface="DengXian" charset="-122"/>
                    <a:cs typeface="DengXian" charset="-122"/>
                  </a:endParaRPr>
                </a:p>
              </p:txBody>
            </p:sp>
            <p:sp>
              <p:nvSpPr>
                <p:cNvPr id="34" name="Line 16">
                  <a:extLst>
                    <a:ext uri="{FF2B5EF4-FFF2-40B4-BE49-F238E27FC236}">
                      <a16:creationId xmlns:a16="http://schemas.microsoft.com/office/drawing/2014/main" id="{A0316B08-6918-BC5E-B862-102E9880428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51" y="2845"/>
                  <a:ext cx="112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lg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400">
                    <a:latin typeface="DengXian" charset="-122"/>
                    <a:ea typeface="DengXian" charset="-122"/>
                    <a:cs typeface="DengXian" charset="-122"/>
                  </a:endParaRPr>
                </a:p>
              </p:txBody>
            </p:sp>
          </p:grpSp>
        </p:grpSp>
        <p:grpSp>
          <p:nvGrpSpPr>
            <p:cNvPr id="9" name="Group 17">
              <a:extLst>
                <a:ext uri="{FF2B5EF4-FFF2-40B4-BE49-F238E27FC236}">
                  <a16:creationId xmlns:a16="http://schemas.microsoft.com/office/drawing/2014/main" id="{EE855A91-3B13-D5D8-3F06-A1358B444D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95" y="982"/>
              <a:ext cx="1483" cy="858"/>
              <a:chOff x="2995" y="982"/>
              <a:chExt cx="1483" cy="858"/>
            </a:xfrm>
          </p:grpSpPr>
          <p:sp>
            <p:nvSpPr>
              <p:cNvPr id="10" name="Rectangle 18">
                <a:extLst>
                  <a:ext uri="{FF2B5EF4-FFF2-40B4-BE49-F238E27FC236}">
                    <a16:creationId xmlns:a16="http://schemas.microsoft.com/office/drawing/2014/main" id="{9002AA80-0EAE-CCDA-B4E2-1AF769F3E6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4" y="995"/>
                <a:ext cx="1130" cy="83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11" name="Line 19">
                <a:extLst>
                  <a:ext uri="{FF2B5EF4-FFF2-40B4-BE49-F238E27FC236}">
                    <a16:creationId xmlns:a16="http://schemas.microsoft.com/office/drawing/2014/main" id="{F9615D72-7568-4F8C-B324-4D95D10D33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95" y="1400"/>
                <a:ext cx="148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12" name="Line 20">
                <a:extLst>
                  <a:ext uri="{FF2B5EF4-FFF2-40B4-BE49-F238E27FC236}">
                    <a16:creationId xmlns:a16="http://schemas.microsoft.com/office/drawing/2014/main" id="{2A4F4033-3F19-8CBA-53F0-73182455BB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50" y="1688"/>
                <a:ext cx="240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13" name="Line 21">
                <a:extLst>
                  <a:ext uri="{FF2B5EF4-FFF2-40B4-BE49-F238E27FC236}">
                    <a16:creationId xmlns:a16="http://schemas.microsoft.com/office/drawing/2014/main" id="{088BAB5F-D6BB-AB65-CA20-5D01E80D0B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67" y="1134"/>
                <a:ext cx="214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14" name="Line 22">
                <a:extLst>
                  <a:ext uri="{FF2B5EF4-FFF2-40B4-BE49-F238E27FC236}">
                    <a16:creationId xmlns:a16="http://schemas.microsoft.com/office/drawing/2014/main" id="{AFEBD5A9-665F-634F-986C-1417D42B86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8" y="1119"/>
                <a:ext cx="25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15" name="Line 23">
                <a:extLst>
                  <a:ext uri="{FF2B5EF4-FFF2-40B4-BE49-F238E27FC236}">
                    <a16:creationId xmlns:a16="http://schemas.microsoft.com/office/drawing/2014/main" id="{9A2B3FDB-9534-4192-9724-37D6E8A96C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90" y="1083"/>
                <a:ext cx="0" cy="15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16" name="Line 24">
                <a:extLst>
                  <a:ext uri="{FF2B5EF4-FFF2-40B4-BE49-F238E27FC236}">
                    <a16:creationId xmlns:a16="http://schemas.microsoft.com/office/drawing/2014/main" id="{BEC27CA6-70E1-9E54-1C3A-799AFD51E2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90" y="1569"/>
                <a:ext cx="0" cy="14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17" name="Line 25">
                <a:extLst>
                  <a:ext uri="{FF2B5EF4-FFF2-40B4-BE49-F238E27FC236}">
                    <a16:creationId xmlns:a16="http://schemas.microsoft.com/office/drawing/2014/main" id="{9064A1EB-C4EC-EC0E-A972-CE387FAF4A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55" y="1076"/>
                <a:ext cx="0" cy="1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18" name="Line 26">
                <a:extLst>
                  <a:ext uri="{FF2B5EF4-FFF2-40B4-BE49-F238E27FC236}">
                    <a16:creationId xmlns:a16="http://schemas.microsoft.com/office/drawing/2014/main" id="{42AB7DE9-378D-B286-2473-A44D4DCF4D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050" y="1570"/>
                <a:ext cx="4" cy="15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19" name="Line 27">
                <a:extLst>
                  <a:ext uri="{FF2B5EF4-FFF2-40B4-BE49-F238E27FC236}">
                    <a16:creationId xmlns:a16="http://schemas.microsoft.com/office/drawing/2014/main" id="{B66BF4ED-4560-F806-EAF2-569B4E7733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90" y="988"/>
                <a:ext cx="0" cy="9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20" name="Line 28">
                <a:extLst>
                  <a:ext uri="{FF2B5EF4-FFF2-40B4-BE49-F238E27FC236}">
                    <a16:creationId xmlns:a16="http://schemas.microsoft.com/office/drawing/2014/main" id="{33B2CA58-A36A-BF5D-BAF4-8CE33A2A3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90" y="1072"/>
                <a:ext cx="66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21" name="Line 29">
                <a:extLst>
                  <a:ext uri="{FF2B5EF4-FFF2-40B4-BE49-F238E27FC236}">
                    <a16:creationId xmlns:a16="http://schemas.microsoft.com/office/drawing/2014/main" id="{4F896F2A-45D3-829D-E3DB-4A56A08289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56" y="982"/>
                <a:ext cx="0" cy="10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22" name="Line 30">
                <a:extLst>
                  <a:ext uri="{FF2B5EF4-FFF2-40B4-BE49-F238E27FC236}">
                    <a16:creationId xmlns:a16="http://schemas.microsoft.com/office/drawing/2014/main" id="{793884D1-800E-40D5-E5D3-98265D4F66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50" y="1726"/>
                <a:ext cx="0" cy="9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23" name="Line 31">
                <a:extLst>
                  <a:ext uri="{FF2B5EF4-FFF2-40B4-BE49-F238E27FC236}">
                    <a16:creationId xmlns:a16="http://schemas.microsoft.com/office/drawing/2014/main" id="{AEA87294-D52F-DA41-B9C8-82DA327AF5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90" y="1738"/>
                <a:ext cx="66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24" name="Line 32">
                <a:extLst>
                  <a:ext uri="{FF2B5EF4-FFF2-40B4-BE49-F238E27FC236}">
                    <a16:creationId xmlns:a16="http://schemas.microsoft.com/office/drawing/2014/main" id="{74A296FB-84E8-C292-9941-2E7114D26B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96" y="1822"/>
                <a:ext cx="642" cy="0"/>
              </a:xfrm>
              <a:prstGeom prst="line">
                <a:avLst/>
              </a:prstGeom>
              <a:noFill/>
              <a:ln w="762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25" name="Line 33">
                <a:extLst>
                  <a:ext uri="{FF2B5EF4-FFF2-40B4-BE49-F238E27FC236}">
                    <a16:creationId xmlns:a16="http://schemas.microsoft.com/office/drawing/2014/main" id="{400AA291-722C-EFB1-AD5B-07A99577C7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2" y="994"/>
                <a:ext cx="642" cy="0"/>
              </a:xfrm>
              <a:prstGeom prst="line">
                <a:avLst/>
              </a:prstGeom>
              <a:noFill/>
              <a:ln w="76200">
                <a:solidFill>
                  <a:schemeClr val="bg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26" name="Line 34">
                <a:extLst>
                  <a:ext uri="{FF2B5EF4-FFF2-40B4-BE49-F238E27FC236}">
                    <a16:creationId xmlns:a16="http://schemas.microsoft.com/office/drawing/2014/main" id="{319CBC9A-5F50-B727-51D5-2350F43895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90" y="1726"/>
                <a:ext cx="0" cy="11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27" name="Line 35">
                <a:extLst>
                  <a:ext uri="{FF2B5EF4-FFF2-40B4-BE49-F238E27FC236}">
                    <a16:creationId xmlns:a16="http://schemas.microsoft.com/office/drawing/2014/main" id="{4449F56B-0390-B8A3-9964-5A1A144EE8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56" y="1684"/>
                <a:ext cx="23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</p:grpSp>
      </p:grpSp>
      <p:grpSp>
        <p:nvGrpSpPr>
          <p:cNvPr id="42" name="Group 94">
            <a:extLst>
              <a:ext uri="{FF2B5EF4-FFF2-40B4-BE49-F238E27FC236}">
                <a16:creationId xmlns:a16="http://schemas.microsoft.com/office/drawing/2014/main" id="{63A83ED7-A68E-EB6E-F47B-AB8BC305DC03}"/>
              </a:ext>
            </a:extLst>
          </p:cNvPr>
          <p:cNvGrpSpPr>
            <a:grpSpLocks/>
          </p:cNvGrpSpPr>
          <p:nvPr/>
        </p:nvGrpSpPr>
        <p:grpSpPr bwMode="auto">
          <a:xfrm>
            <a:off x="1330324" y="1826788"/>
            <a:ext cx="4135438" cy="3325812"/>
            <a:chOff x="224" y="881"/>
            <a:chExt cx="2605" cy="2095"/>
          </a:xfrm>
        </p:grpSpPr>
        <p:grpSp>
          <p:nvGrpSpPr>
            <p:cNvPr id="43" name="Group 39">
              <a:extLst>
                <a:ext uri="{FF2B5EF4-FFF2-40B4-BE49-F238E27FC236}">
                  <a16:creationId xmlns:a16="http://schemas.microsoft.com/office/drawing/2014/main" id="{8AF65724-0ED2-CF09-75D8-20E652DCAE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4" y="2146"/>
              <a:ext cx="1483" cy="830"/>
              <a:chOff x="373" y="2323"/>
              <a:chExt cx="1483" cy="830"/>
            </a:xfrm>
          </p:grpSpPr>
          <p:sp>
            <p:nvSpPr>
              <p:cNvPr id="51" name="Rectangle 40">
                <a:extLst>
                  <a:ext uri="{FF2B5EF4-FFF2-40B4-BE49-F238E27FC236}">
                    <a16:creationId xmlns:a16="http://schemas.microsoft.com/office/drawing/2014/main" id="{B788D713-901B-A94D-C1EF-FFB239C234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7" y="2323"/>
                <a:ext cx="1130" cy="83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52" name="Rectangle 41">
                <a:extLst>
                  <a:ext uri="{FF2B5EF4-FFF2-40B4-BE49-F238E27FC236}">
                    <a16:creationId xmlns:a16="http://schemas.microsoft.com/office/drawing/2014/main" id="{75CFB548-05F8-7BDE-C80A-AA7F47B460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" y="2488"/>
                <a:ext cx="652" cy="489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53" name="Line 42">
                <a:extLst>
                  <a:ext uri="{FF2B5EF4-FFF2-40B4-BE49-F238E27FC236}">
                    <a16:creationId xmlns:a16="http://schemas.microsoft.com/office/drawing/2014/main" id="{D7999B40-023A-B43D-5DF4-155322B3F3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3" y="2735"/>
                <a:ext cx="148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</p:grpSp>
        <p:grpSp>
          <p:nvGrpSpPr>
            <p:cNvPr id="44" name="Group 92">
              <a:extLst>
                <a:ext uri="{FF2B5EF4-FFF2-40B4-BE49-F238E27FC236}">
                  <a16:creationId xmlns:a16="http://schemas.microsoft.com/office/drawing/2014/main" id="{2E740BF1-6086-D6F6-0DFD-8A52BA0649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88" y="881"/>
              <a:ext cx="1041" cy="1047"/>
              <a:chOff x="1788" y="881"/>
              <a:chExt cx="1041" cy="1047"/>
            </a:xfrm>
          </p:grpSpPr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EE0DA513-E603-A8DC-8E41-689D761C12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88" y="881"/>
                <a:ext cx="1041" cy="1047"/>
                <a:chOff x="1937" y="1058"/>
                <a:chExt cx="1041" cy="1047"/>
              </a:xfrm>
            </p:grpSpPr>
            <p:sp>
              <p:nvSpPr>
                <p:cNvPr id="48" name="Oval 45">
                  <a:extLst>
                    <a:ext uri="{FF2B5EF4-FFF2-40B4-BE49-F238E27FC236}">
                      <a16:creationId xmlns:a16="http://schemas.microsoft.com/office/drawing/2014/main" id="{1E417C3D-C841-2DB8-4A9A-EFB65816F6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48" y="1159"/>
                  <a:ext cx="829" cy="829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1400">
                    <a:latin typeface="DengXian" charset="-122"/>
                    <a:ea typeface="DengXian" charset="-122"/>
                    <a:cs typeface="DengXian" charset="-122"/>
                  </a:endParaRPr>
                </a:p>
              </p:txBody>
            </p:sp>
            <p:sp>
              <p:nvSpPr>
                <p:cNvPr id="49" name="Line 46">
                  <a:extLst>
                    <a:ext uri="{FF2B5EF4-FFF2-40B4-BE49-F238E27FC236}">
                      <a16:creationId xmlns:a16="http://schemas.microsoft.com/office/drawing/2014/main" id="{323DC4B9-420C-3E52-F0F9-4EE27A0098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37" y="1575"/>
                  <a:ext cx="1041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400">
                    <a:latin typeface="DengXian" charset="-122"/>
                    <a:ea typeface="DengXian" charset="-122"/>
                    <a:cs typeface="DengXian" charset="-122"/>
                  </a:endParaRPr>
                </a:p>
              </p:txBody>
            </p:sp>
            <p:sp>
              <p:nvSpPr>
                <p:cNvPr id="50" name="Line 47">
                  <a:extLst>
                    <a:ext uri="{FF2B5EF4-FFF2-40B4-BE49-F238E27FC236}">
                      <a16:creationId xmlns:a16="http://schemas.microsoft.com/office/drawing/2014/main" id="{368BB4D0-2A4E-7D41-8039-AAA29D31E1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59" y="1058"/>
                  <a:ext cx="0" cy="104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400">
                    <a:latin typeface="DengXian" charset="-122"/>
                    <a:ea typeface="DengXian" charset="-122"/>
                    <a:cs typeface="DengXian" charset="-122"/>
                  </a:endParaRPr>
                </a:p>
              </p:txBody>
            </p:sp>
          </p:grpSp>
          <p:sp>
            <p:nvSpPr>
              <p:cNvPr id="46" name="Line 48">
                <a:extLst>
                  <a:ext uri="{FF2B5EF4-FFF2-40B4-BE49-F238E27FC236}">
                    <a16:creationId xmlns:a16="http://schemas.microsoft.com/office/drawing/2014/main" id="{4B633E70-927D-1138-FDF2-5828881B45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3" y="1052"/>
                <a:ext cx="0" cy="67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47" name="Line 49">
                <a:extLst>
                  <a:ext uri="{FF2B5EF4-FFF2-40B4-BE49-F238E27FC236}">
                    <a16:creationId xmlns:a16="http://schemas.microsoft.com/office/drawing/2014/main" id="{404ACF51-0611-968E-36E0-87ABFFF167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77" y="1053"/>
                <a:ext cx="0" cy="67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</p:grpSp>
      </p:grpSp>
      <p:grpSp>
        <p:nvGrpSpPr>
          <p:cNvPr id="54" name="Group 93">
            <a:extLst>
              <a:ext uri="{FF2B5EF4-FFF2-40B4-BE49-F238E27FC236}">
                <a16:creationId xmlns:a16="http://schemas.microsoft.com/office/drawing/2014/main" id="{FC0493CA-1F71-7AD8-FA63-02ABED5EDE45}"/>
              </a:ext>
            </a:extLst>
          </p:cNvPr>
          <p:cNvGrpSpPr>
            <a:grpSpLocks/>
          </p:cNvGrpSpPr>
          <p:nvPr/>
        </p:nvGrpSpPr>
        <p:grpSpPr bwMode="auto">
          <a:xfrm>
            <a:off x="1352549" y="1976013"/>
            <a:ext cx="3692525" cy="1352550"/>
            <a:chOff x="238" y="975"/>
            <a:chExt cx="2326" cy="852"/>
          </a:xfrm>
        </p:grpSpPr>
        <p:sp>
          <p:nvSpPr>
            <p:cNvPr id="55" name="Rectangle 51">
              <a:extLst>
                <a:ext uri="{FF2B5EF4-FFF2-40B4-BE49-F238E27FC236}">
                  <a16:creationId xmlns:a16="http://schemas.microsoft.com/office/drawing/2014/main" id="{AD270078-FCF8-8889-B637-94A055E506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" y="985"/>
              <a:ext cx="1130" cy="83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56" name="Line 52">
              <a:extLst>
                <a:ext uri="{FF2B5EF4-FFF2-40B4-BE49-F238E27FC236}">
                  <a16:creationId xmlns:a16="http://schemas.microsoft.com/office/drawing/2014/main" id="{C7EE6162-044A-D209-73E8-3FB879C951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3" y="1081"/>
              <a:ext cx="0" cy="6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57" name="Line 53">
              <a:extLst>
                <a:ext uri="{FF2B5EF4-FFF2-40B4-BE49-F238E27FC236}">
                  <a16:creationId xmlns:a16="http://schemas.microsoft.com/office/drawing/2014/main" id="{8AA259A1-C56A-DC19-C8B1-3944022769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" y="1396"/>
              <a:ext cx="14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58" name="Line 54">
              <a:extLst>
                <a:ext uri="{FF2B5EF4-FFF2-40B4-BE49-F238E27FC236}">
                  <a16:creationId xmlns:a16="http://schemas.microsoft.com/office/drawing/2014/main" id="{B6113AEE-B47C-C225-95DE-C8AFCF295C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5" y="1082"/>
              <a:ext cx="0" cy="6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59" name="Line 55">
              <a:extLst>
                <a:ext uri="{FF2B5EF4-FFF2-40B4-BE49-F238E27FC236}">
                  <a16:creationId xmlns:a16="http://schemas.microsoft.com/office/drawing/2014/main" id="{B16870EA-8804-4FA5-455A-23C0D20C15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6" y="1732"/>
              <a:ext cx="1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60" name="Line 56">
              <a:extLst>
                <a:ext uri="{FF2B5EF4-FFF2-40B4-BE49-F238E27FC236}">
                  <a16:creationId xmlns:a16="http://schemas.microsoft.com/office/drawing/2014/main" id="{B9CA95A4-3B29-DA68-B65E-F2CEABD950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5" y="1064"/>
              <a:ext cx="12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61" name="Line 57">
              <a:extLst>
                <a:ext uri="{FF2B5EF4-FFF2-40B4-BE49-F238E27FC236}">
                  <a16:creationId xmlns:a16="http://schemas.microsoft.com/office/drawing/2014/main" id="{332DB04F-C11C-85A0-F9C2-43E919F3CD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3" y="1063"/>
              <a:ext cx="6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62" name="Line 58">
              <a:extLst>
                <a:ext uri="{FF2B5EF4-FFF2-40B4-BE49-F238E27FC236}">
                  <a16:creationId xmlns:a16="http://schemas.microsoft.com/office/drawing/2014/main" id="{4317CAB1-D36B-5ED3-4B3E-E87D050B6E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3" y="1731"/>
              <a:ext cx="64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63" name="Line 59">
              <a:extLst>
                <a:ext uri="{FF2B5EF4-FFF2-40B4-BE49-F238E27FC236}">
                  <a16:creationId xmlns:a16="http://schemas.microsoft.com/office/drawing/2014/main" id="{C7FD2BA0-5E3C-9EE2-A9B0-5D8E3B3442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1" y="1815"/>
              <a:ext cx="666" cy="0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64" name="Line 60">
              <a:extLst>
                <a:ext uri="{FF2B5EF4-FFF2-40B4-BE49-F238E27FC236}">
                  <a16:creationId xmlns:a16="http://schemas.microsoft.com/office/drawing/2014/main" id="{EC64C6DE-0D7F-F1AA-C266-8F90DF4433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3" y="981"/>
              <a:ext cx="648" cy="0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65" name="Line 61">
              <a:extLst>
                <a:ext uri="{FF2B5EF4-FFF2-40B4-BE49-F238E27FC236}">
                  <a16:creationId xmlns:a16="http://schemas.microsoft.com/office/drawing/2014/main" id="{537655F8-ADFD-2537-B524-2375384A82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3" y="975"/>
              <a:ext cx="0" cy="10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66" name="Line 62">
              <a:extLst>
                <a:ext uri="{FF2B5EF4-FFF2-40B4-BE49-F238E27FC236}">
                  <a16:creationId xmlns:a16="http://schemas.microsoft.com/office/drawing/2014/main" id="{94F0202E-6A1D-286D-589E-A2400777DF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97" y="975"/>
              <a:ext cx="0" cy="10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67" name="Line 63">
              <a:extLst>
                <a:ext uri="{FF2B5EF4-FFF2-40B4-BE49-F238E27FC236}">
                  <a16:creationId xmlns:a16="http://schemas.microsoft.com/office/drawing/2014/main" id="{BC8ED5E5-E30A-BA59-E77B-368F1BA64E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7" y="1719"/>
              <a:ext cx="0" cy="1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68" name="Line 64">
              <a:extLst>
                <a:ext uri="{FF2B5EF4-FFF2-40B4-BE49-F238E27FC236}">
                  <a16:creationId xmlns:a16="http://schemas.microsoft.com/office/drawing/2014/main" id="{5ADC56A1-2736-5202-6B83-590AC61048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97" y="1719"/>
              <a:ext cx="0" cy="10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</p:grpSp>
      <p:sp>
        <p:nvSpPr>
          <p:cNvPr id="69" name="AutoShape 65">
            <a:extLst>
              <a:ext uri="{FF2B5EF4-FFF2-40B4-BE49-F238E27FC236}">
                <a16:creationId xmlns:a16="http://schemas.microsoft.com/office/drawing/2014/main" id="{41D1438C-7C42-34D1-4257-1B1B1F6E255B}"/>
              </a:ext>
            </a:extLst>
          </p:cNvPr>
          <p:cNvSpPr>
            <a:spLocks noChangeArrowheads="1"/>
          </p:cNvSpPr>
          <p:nvPr/>
        </p:nvSpPr>
        <p:spPr bwMode="auto">
          <a:xfrm rot="-4344036">
            <a:off x="2201068" y="4400919"/>
            <a:ext cx="465137" cy="447675"/>
          </a:xfrm>
          <a:prstGeom prst="leftArrow">
            <a:avLst>
              <a:gd name="adj1" fmla="val 50000"/>
              <a:gd name="adj2" fmla="val 25975"/>
            </a:avLst>
          </a:prstGeom>
          <a:gradFill rotWithShape="0">
            <a:gsLst>
              <a:gs pos="0">
                <a:srgbClr val="CC0000"/>
              </a:gs>
              <a:gs pos="100000">
                <a:srgbClr val="CC0000">
                  <a:gamma/>
                  <a:shade val="46275"/>
                  <a:invGamma/>
                </a:srgbClr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70" name="Text Box 66">
            <a:extLst>
              <a:ext uri="{FF2B5EF4-FFF2-40B4-BE49-F238E27FC236}">
                <a16:creationId xmlns:a16="http://schemas.microsoft.com/office/drawing/2014/main" id="{CC101751-DDC5-A068-A6B6-F773B7EACB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9074" y="5225625"/>
            <a:ext cx="264687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0066"/>
                </a:solidFill>
                <a:latin typeface="DengXian" charset="-122"/>
                <a:ea typeface="DengXian" charset="-122"/>
                <a:cs typeface="DengXian" charset="-122"/>
              </a:rPr>
              <a:t>内表面为四棱柱孔</a:t>
            </a:r>
          </a:p>
        </p:txBody>
      </p:sp>
      <p:sp>
        <p:nvSpPr>
          <p:cNvPr id="71" name="Text Box 67">
            <a:extLst>
              <a:ext uri="{FF2B5EF4-FFF2-40B4-BE49-F238E27FC236}">
                <a16:creationId xmlns:a16="http://schemas.microsoft.com/office/drawing/2014/main" id="{3DB9A0D8-D2BF-2BE0-5C05-CCCFBDFD5C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4757" y="1128614"/>
            <a:ext cx="126188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zh-CN" altLang="en-US" sz="2800" b="1">
                <a:solidFill>
                  <a:srgbClr val="A50021"/>
                </a:solidFill>
                <a:latin typeface="DengXian" charset="-122"/>
                <a:ea typeface="DengXian" charset="-122"/>
                <a:cs typeface="DengXian" charset="-122"/>
              </a:rPr>
              <a:t>有虚线</a:t>
            </a:r>
          </a:p>
        </p:txBody>
      </p:sp>
      <p:sp>
        <p:nvSpPr>
          <p:cNvPr id="72" name="Text Box 68">
            <a:extLst>
              <a:ext uri="{FF2B5EF4-FFF2-40B4-BE49-F238E27FC236}">
                <a16:creationId xmlns:a16="http://schemas.microsoft.com/office/drawing/2014/main" id="{54710991-51CF-E16C-50A8-6782E2CACB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7637" y="3833388"/>
            <a:ext cx="184467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000" b="1">
                <a:solidFill>
                  <a:srgbClr val="000066"/>
                </a:solidFill>
                <a:latin typeface="DengXian" charset="-122"/>
                <a:ea typeface="DengXian" charset="-122"/>
                <a:cs typeface="DengXian" charset="-122"/>
              </a:rPr>
              <a:t>圆柱变成圆柱筒将如何？</a:t>
            </a:r>
          </a:p>
        </p:txBody>
      </p:sp>
      <p:sp>
        <p:nvSpPr>
          <p:cNvPr id="73" name="AutoShape 69">
            <a:extLst>
              <a:ext uri="{FF2B5EF4-FFF2-40B4-BE49-F238E27FC236}">
                <a16:creationId xmlns:a16="http://schemas.microsoft.com/office/drawing/2014/main" id="{45FA3AF4-C364-F847-5371-393966F4D7C5}"/>
              </a:ext>
            </a:extLst>
          </p:cNvPr>
          <p:cNvSpPr>
            <a:spLocks noChangeArrowheads="1"/>
          </p:cNvSpPr>
          <p:nvPr/>
        </p:nvSpPr>
        <p:spPr bwMode="auto">
          <a:xfrm rot="3690273">
            <a:off x="4757736" y="3334913"/>
            <a:ext cx="415925" cy="457200"/>
          </a:xfrm>
          <a:prstGeom prst="leftArrow">
            <a:avLst>
              <a:gd name="adj1" fmla="val 50000"/>
              <a:gd name="adj2" fmla="val 25000"/>
            </a:avLst>
          </a:prstGeom>
          <a:gradFill rotWithShape="0">
            <a:gsLst>
              <a:gs pos="0">
                <a:srgbClr val="CC0000">
                  <a:gamma/>
                  <a:shade val="46275"/>
                  <a:invGamma/>
                </a:srgbClr>
              </a:gs>
              <a:gs pos="100000">
                <a:srgbClr val="CC0000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74" name="Text Box 70">
            <a:extLst>
              <a:ext uri="{FF2B5EF4-FFF2-40B4-BE49-F238E27FC236}">
                <a16:creationId xmlns:a16="http://schemas.microsoft.com/office/drawing/2014/main" id="{D020729E-24D6-5C7E-CE6F-5DB4A7301D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6749" y="5209750"/>
            <a:ext cx="3586163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400" b="1">
                <a:solidFill>
                  <a:srgbClr val="000066"/>
                </a:solidFill>
                <a:latin typeface="DengXian" charset="-122"/>
                <a:ea typeface="DengXian" charset="-122"/>
                <a:cs typeface="DengXian" charset="-122"/>
              </a:rPr>
              <a:t>分别求四棱柱孔与</a:t>
            </a:r>
          </a:p>
          <a:p>
            <a:r>
              <a:rPr lang="zh-CN" altLang="en-US" sz="2400" b="1">
                <a:solidFill>
                  <a:srgbClr val="000066"/>
                </a:solidFill>
                <a:latin typeface="DengXian" charset="-122"/>
                <a:ea typeface="DengXian" charset="-122"/>
                <a:cs typeface="DengXian" charset="-122"/>
              </a:rPr>
              <a:t>圆柱外表面、圆柱内表面的交线</a:t>
            </a:r>
          </a:p>
        </p:txBody>
      </p:sp>
      <p:sp>
        <p:nvSpPr>
          <p:cNvPr id="75" name="Oval 71">
            <a:extLst>
              <a:ext uri="{FF2B5EF4-FFF2-40B4-BE49-F238E27FC236}">
                <a16:creationId xmlns:a16="http://schemas.microsoft.com/office/drawing/2014/main" id="{C52792BF-F7C5-2317-3580-7FF8EF853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6624" y="2314150"/>
            <a:ext cx="163513" cy="163513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CC0000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76" name="Oval 72">
            <a:extLst>
              <a:ext uri="{FF2B5EF4-FFF2-40B4-BE49-F238E27FC236}">
                <a16:creationId xmlns:a16="http://schemas.microsoft.com/office/drawing/2014/main" id="{30BAA209-22B3-FFB6-500F-0B1C448DFF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66149" y="2836438"/>
            <a:ext cx="163513" cy="163512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CC0000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77" name="Oval 73">
            <a:extLst>
              <a:ext uri="{FF2B5EF4-FFF2-40B4-BE49-F238E27FC236}">
                <a16:creationId xmlns:a16="http://schemas.microsoft.com/office/drawing/2014/main" id="{BFA069A0-C95F-9F68-B4D9-FD14DE344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01162" y="2841200"/>
            <a:ext cx="163512" cy="163513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CC0000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78" name="Oval 74">
            <a:extLst>
              <a:ext uri="{FF2B5EF4-FFF2-40B4-BE49-F238E27FC236}">
                <a16:creationId xmlns:a16="http://schemas.microsoft.com/office/drawing/2014/main" id="{3FA91E56-C196-933C-FEFF-BF06FDB28F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96399" y="2315738"/>
            <a:ext cx="163513" cy="163512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CC0000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79" name="Line 75">
            <a:extLst>
              <a:ext uri="{FF2B5EF4-FFF2-40B4-BE49-F238E27FC236}">
                <a16:creationId xmlns:a16="http://schemas.microsoft.com/office/drawing/2014/main" id="{89EA4D3B-3FAE-57B9-4097-D3FB9D74C5B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46824" y="2399875"/>
            <a:ext cx="1066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80" name="Line 76">
            <a:extLst>
              <a:ext uri="{FF2B5EF4-FFF2-40B4-BE49-F238E27FC236}">
                <a16:creationId xmlns:a16="http://schemas.microsoft.com/office/drawing/2014/main" id="{48625984-7227-FBDA-8C69-82775C8556F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57937" y="2904700"/>
            <a:ext cx="102552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81" name="Line 77">
            <a:extLst>
              <a:ext uri="{FF2B5EF4-FFF2-40B4-BE49-F238E27FC236}">
                <a16:creationId xmlns:a16="http://schemas.microsoft.com/office/drawing/2014/main" id="{38D53375-40F2-F84D-0A6D-FC7BF82CC9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64287" y="1639463"/>
            <a:ext cx="506412" cy="896937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82" name="Line 78">
            <a:extLst>
              <a:ext uri="{FF2B5EF4-FFF2-40B4-BE49-F238E27FC236}">
                <a16:creationId xmlns:a16="http://schemas.microsoft.com/office/drawing/2014/main" id="{CE162754-534E-CE35-EF0F-A7A43B0BB12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859587" y="1620413"/>
            <a:ext cx="542925" cy="909637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83" name="Line 79">
            <a:extLst>
              <a:ext uri="{FF2B5EF4-FFF2-40B4-BE49-F238E27FC236}">
                <a16:creationId xmlns:a16="http://schemas.microsoft.com/office/drawing/2014/main" id="{7AEC3673-0006-6A8C-3C93-DD3D844A7A98}"/>
              </a:ext>
            </a:extLst>
          </p:cNvPr>
          <p:cNvSpPr>
            <a:spLocks noChangeShapeType="1"/>
          </p:cNvSpPr>
          <p:nvPr/>
        </p:nvSpPr>
        <p:spPr bwMode="auto">
          <a:xfrm>
            <a:off x="7415212" y="2384000"/>
            <a:ext cx="0" cy="549275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84" name="Line 80">
            <a:extLst>
              <a:ext uri="{FF2B5EF4-FFF2-40B4-BE49-F238E27FC236}">
                <a16:creationId xmlns:a16="http://schemas.microsoft.com/office/drawing/2014/main" id="{A5DFA7C0-BF52-052B-6A0F-267234D392FD}"/>
              </a:ext>
            </a:extLst>
          </p:cNvPr>
          <p:cNvSpPr>
            <a:spLocks noChangeShapeType="1"/>
          </p:cNvSpPr>
          <p:nvPr/>
        </p:nvSpPr>
        <p:spPr bwMode="auto">
          <a:xfrm>
            <a:off x="6361112" y="2384000"/>
            <a:ext cx="0" cy="549275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85" name="Line 81">
            <a:extLst>
              <a:ext uri="{FF2B5EF4-FFF2-40B4-BE49-F238E27FC236}">
                <a16:creationId xmlns:a16="http://schemas.microsoft.com/office/drawing/2014/main" id="{66081955-3FD0-F3C7-7CEA-ED61041E641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00924" y="2391938"/>
            <a:ext cx="1990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86" name="Line 82">
            <a:extLst>
              <a:ext uri="{FF2B5EF4-FFF2-40B4-BE49-F238E27FC236}">
                <a16:creationId xmlns:a16="http://schemas.microsoft.com/office/drawing/2014/main" id="{3353B23D-C482-1D4D-FE04-C034CB3CFB2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92987" y="2907875"/>
            <a:ext cx="19923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87" name="Text Box 83">
            <a:extLst>
              <a:ext uri="{FF2B5EF4-FFF2-40B4-BE49-F238E27FC236}">
                <a16:creationId xmlns:a16="http://schemas.microsoft.com/office/drawing/2014/main" id="{225B25DB-7E76-F838-360F-8C6D69795D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243" y="1119089"/>
            <a:ext cx="90281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zh-CN" altLang="en-US" sz="2800" b="1">
                <a:solidFill>
                  <a:srgbClr val="A50021"/>
                </a:solidFill>
                <a:latin typeface="DengXian" charset="-122"/>
                <a:ea typeface="DengXian" charset="-122"/>
                <a:cs typeface="DengXian" charset="-122"/>
              </a:rPr>
              <a:t>无线</a:t>
            </a:r>
          </a:p>
        </p:txBody>
      </p:sp>
      <p:sp>
        <p:nvSpPr>
          <p:cNvPr id="88" name="Line 84">
            <a:extLst>
              <a:ext uri="{FF2B5EF4-FFF2-40B4-BE49-F238E27FC236}">
                <a16:creationId xmlns:a16="http://schemas.microsoft.com/office/drawing/2014/main" id="{6A4C5D38-8CBA-2641-43DB-4087909F96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03424" y="1685500"/>
            <a:ext cx="1282700" cy="81597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89" name="Text Box 85">
            <a:extLst>
              <a:ext uri="{FF2B5EF4-FFF2-40B4-BE49-F238E27FC236}">
                <a16:creationId xmlns:a16="http://schemas.microsoft.com/office/drawing/2014/main" id="{8E6614FD-995C-A237-7FF4-2E06BD6BEF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7766" y="5806650"/>
            <a:ext cx="23391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A5002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DengXian" charset="-122"/>
                <a:ea typeface="DengXian" charset="-122"/>
                <a:cs typeface="DengXian" charset="-122"/>
              </a:rPr>
              <a:t>表面交线不变</a:t>
            </a:r>
          </a:p>
        </p:txBody>
      </p:sp>
      <p:sp>
        <p:nvSpPr>
          <p:cNvPr id="90" name="Line 95">
            <a:extLst>
              <a:ext uri="{FF2B5EF4-FFF2-40B4-BE49-F238E27FC236}">
                <a16:creationId xmlns:a16="http://schemas.microsoft.com/office/drawing/2014/main" id="{E59F25F7-6DDC-7170-BDCE-DAB8D65A9FB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55937" y="1677563"/>
            <a:ext cx="241300" cy="728662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pic>
        <p:nvPicPr>
          <p:cNvPr id="91" name="Picture 90">
            <a:extLst>
              <a:ext uri="{FF2B5EF4-FFF2-40B4-BE49-F238E27FC236}">
                <a16:creationId xmlns:a16="http://schemas.microsoft.com/office/drawing/2014/main" id="{A5B76DE0-C740-71A4-60E7-684BC45B2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0142006" y="2247731"/>
            <a:ext cx="1559986" cy="3428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214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75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75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500"/>
                            </p:stCondLst>
                            <p:childTnLst>
                              <p:par>
                                <p:cTn id="7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000"/>
                            </p:stCondLst>
                            <p:childTnLst>
                              <p:par>
                                <p:cTn id="8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500"/>
                            </p:stCondLst>
                            <p:childTnLst>
                              <p:par>
                                <p:cTn id="9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  <p:bldP spid="70" grpId="0" autoUpdateAnimBg="0"/>
      <p:bldP spid="71" grpId="0" autoUpdateAnimBg="0"/>
      <p:bldP spid="72" grpId="0" build="p" autoUpdateAnimBg="0"/>
      <p:bldP spid="73" grpId="0" animBg="1"/>
      <p:bldP spid="74" grpId="0" autoUpdateAnimBg="0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utoUpdateAnimBg="0"/>
      <p:bldP spid="88" grpId="0" animBg="1"/>
      <p:bldP spid="89" grpId="0" autoUpdateAnimBg="0"/>
      <p:bldP spid="9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50">
            <a:extLst>
              <a:ext uri="{FF2B5EF4-FFF2-40B4-BE49-F238E27FC236}">
                <a16:creationId xmlns:a16="http://schemas.microsoft.com/office/drawing/2014/main" id="{6A95D290-22FA-78B8-0196-DB87998E1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5.2 </a:t>
            </a:r>
            <a:r>
              <a:rPr lang="zh-CN" altLang="en-US" dirty="0"/>
              <a:t>平面体与回转体相贯</a:t>
            </a:r>
            <a:endParaRPr lang="en-C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E4BCA6-8193-EDD4-F681-2BC93C7BD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A3CF6-BC71-435A-BFB7-A7463A1EFAF5}" type="datetime1">
              <a:rPr lang="zh-CN" altLang="en-US" smtClean="0"/>
              <a:t>2025/11/11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2811A3-BA21-215F-9F85-2542A6F99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13</a:t>
            </a:r>
            <a:r>
              <a:rPr lang="zh-CN" altLang="en-US"/>
              <a:t>讲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2EE61E-F56F-23C2-72B9-50E0DB8FE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7</a:t>
            </a:fld>
            <a:endParaRPr lang="en-US"/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FAF06402-0C65-82B0-6655-4EE083CD57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基本特点</a:t>
            </a:r>
            <a:endParaRPr lang="en-CN" dirty="0"/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812ABF8D-2097-2321-C6B9-D3B453C6DF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280" y="1716480"/>
            <a:ext cx="16209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000066"/>
                </a:solidFill>
                <a:latin typeface="DengXian" charset="-122"/>
                <a:ea typeface="DengXian" charset="-122"/>
                <a:cs typeface="DengXian" charset="-122"/>
              </a:rPr>
              <a:t>相交形式</a:t>
            </a:r>
          </a:p>
        </p:txBody>
      </p:sp>
      <p:sp>
        <p:nvSpPr>
          <p:cNvPr id="7" name="Line 5">
            <a:extLst>
              <a:ext uri="{FF2B5EF4-FFF2-40B4-BE49-F238E27FC236}">
                <a16:creationId xmlns:a16="http://schemas.microsoft.com/office/drawing/2014/main" id="{C380DF76-811B-BF01-648D-69F8853D0E8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87862" y="1385227"/>
            <a:ext cx="825500" cy="630238"/>
          </a:xfrm>
          <a:prstGeom prst="line">
            <a:avLst/>
          </a:prstGeom>
          <a:noFill/>
          <a:ln w="1905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271E071C-25E8-7907-5990-9D68660D7C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1937" y="1101065"/>
            <a:ext cx="40560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400">
                <a:latin typeface="DengXian" charset="-122"/>
                <a:ea typeface="DengXian" charset="-122"/>
                <a:cs typeface="DengXian" charset="-122"/>
              </a:rPr>
              <a:t>外表面与外表面相交</a:t>
            </a:r>
          </a:p>
        </p:txBody>
      </p:sp>
      <p:sp>
        <p:nvSpPr>
          <p:cNvPr id="9" name="Line 7">
            <a:extLst>
              <a:ext uri="{FF2B5EF4-FFF2-40B4-BE49-F238E27FC236}">
                <a16:creationId xmlns:a16="http://schemas.microsoft.com/office/drawing/2014/main" id="{511B3458-83C6-8B8A-D802-BBF0FC05237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11675" y="1939265"/>
            <a:ext cx="788987" cy="84137"/>
          </a:xfrm>
          <a:prstGeom prst="line">
            <a:avLst/>
          </a:prstGeom>
          <a:noFill/>
          <a:ln w="1905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10" name="Line 8">
            <a:extLst>
              <a:ext uri="{FF2B5EF4-FFF2-40B4-BE49-F238E27FC236}">
                <a16:creationId xmlns:a16="http://schemas.microsoft.com/office/drawing/2014/main" id="{F36AD79F-B781-8EFA-E0E1-4220ED3DB6D4}"/>
              </a:ext>
            </a:extLst>
          </p:cNvPr>
          <p:cNvSpPr>
            <a:spLocks noChangeShapeType="1"/>
          </p:cNvSpPr>
          <p:nvPr/>
        </p:nvSpPr>
        <p:spPr bwMode="auto">
          <a:xfrm>
            <a:off x="4483100" y="2034515"/>
            <a:ext cx="798512" cy="449262"/>
          </a:xfrm>
          <a:prstGeom prst="line">
            <a:avLst/>
          </a:prstGeom>
          <a:noFill/>
          <a:ln w="1905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B2BADD61-CCC1-D1E6-4C90-069049C9F3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8287" y="1634465"/>
            <a:ext cx="303159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>
                <a:latin typeface="DengXian" charset="-122"/>
                <a:ea typeface="DengXian" charset="-122"/>
                <a:cs typeface="DengXian" charset="-122"/>
              </a:rPr>
              <a:t>外表面与内表面相交 </a:t>
            </a:r>
          </a:p>
        </p:txBody>
      </p:sp>
      <p:sp>
        <p:nvSpPr>
          <p:cNvPr id="12" name="Text Box 10">
            <a:extLst>
              <a:ext uri="{FF2B5EF4-FFF2-40B4-BE49-F238E27FC236}">
                <a16:creationId xmlns:a16="http://schemas.microsoft.com/office/drawing/2014/main" id="{F9473107-ACD4-ACEE-DCAC-BCAEFDC0CF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2412" y="2148815"/>
            <a:ext cx="303159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>
                <a:latin typeface="DengXian" charset="-122"/>
                <a:ea typeface="DengXian" charset="-122"/>
                <a:cs typeface="DengXian" charset="-122"/>
              </a:rPr>
              <a:t>内表面与内表面相交 </a:t>
            </a:r>
          </a:p>
        </p:txBody>
      </p:sp>
      <p:sp>
        <p:nvSpPr>
          <p:cNvPr id="13" name="Rectangle 11" descr="紫色网格">
            <a:extLst>
              <a:ext uri="{FF2B5EF4-FFF2-40B4-BE49-F238E27FC236}">
                <a16:creationId xmlns:a16="http://schemas.microsoft.com/office/drawing/2014/main" id="{1997778B-5F5A-ECD0-F119-948DDBF4EE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6677" y="4645465"/>
            <a:ext cx="6045246" cy="461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anchor="ctr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C00000"/>
                </a:solidFill>
              </a:rPr>
              <a:t>不同相交形式的相贯线的实质和方法相同。</a:t>
            </a:r>
          </a:p>
        </p:txBody>
      </p:sp>
      <p:sp>
        <p:nvSpPr>
          <p:cNvPr id="14" name="Rectangle 13" descr="紫色网格">
            <a:extLst>
              <a:ext uri="{FF2B5EF4-FFF2-40B4-BE49-F238E27FC236}">
                <a16:creationId xmlns:a16="http://schemas.microsoft.com/office/drawing/2014/main" id="{97179DA9-B749-C639-5191-C68C51045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4805" y="5256875"/>
            <a:ext cx="10033424" cy="12003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r>
              <a:rPr lang="zh-CN" altLang="en-US" sz="2400" b="1" dirty="0"/>
              <a:t>相贯线的趋势：</a:t>
            </a:r>
            <a:endParaRPr lang="en-US" altLang="zh-CN" sz="2400" b="1" dirty="0"/>
          </a:p>
          <a:p>
            <a:r>
              <a:rPr lang="zh-CN" altLang="en-US" sz="2400" dirty="0"/>
              <a:t>         在非积聚性的投影面上，其相贯线的弯折趋势总是向圆柱体轮廓线里弯折，且在相交的区域内不应有轮廓线的投影。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284C826-1D57-3D58-21F0-632482B3705D}"/>
              </a:ext>
            </a:extLst>
          </p:cNvPr>
          <p:cNvGrpSpPr>
            <a:grpSpLocks/>
          </p:cNvGrpSpPr>
          <p:nvPr/>
        </p:nvGrpSpPr>
        <p:grpSpPr bwMode="auto">
          <a:xfrm>
            <a:off x="5129212" y="3187042"/>
            <a:ext cx="1933575" cy="1257303"/>
            <a:chOff x="415" y="1200"/>
            <a:chExt cx="1218" cy="792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8F1EA43-1F26-E06B-DFB7-80F2F142E8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5" y="1200"/>
              <a:ext cx="1218" cy="776"/>
              <a:chOff x="1309" y="1218"/>
              <a:chExt cx="1218" cy="776"/>
            </a:xfrm>
          </p:grpSpPr>
          <p:sp>
            <p:nvSpPr>
              <p:cNvPr id="21" name="AutoShape 16">
                <a:extLst>
                  <a:ext uri="{FF2B5EF4-FFF2-40B4-BE49-F238E27FC236}">
                    <a16:creationId xmlns:a16="http://schemas.microsoft.com/office/drawing/2014/main" id="{513F1FA6-AF29-7BC9-D6E6-3CF151EC83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1545" y="1013"/>
                <a:ext cx="745" cy="1218"/>
              </a:xfrm>
              <a:prstGeom prst="can">
                <a:avLst>
                  <a:gd name="adj" fmla="val 54550"/>
                </a:avLst>
              </a:prstGeom>
              <a:gradFill rotWithShape="0">
                <a:gsLst>
                  <a:gs pos="0">
                    <a:srgbClr val="99CCFF"/>
                  </a:gs>
                  <a:gs pos="100000">
                    <a:srgbClr val="99CCFF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22" name="Freeform 17">
                <a:extLst>
                  <a:ext uri="{FF2B5EF4-FFF2-40B4-BE49-F238E27FC236}">
                    <a16:creationId xmlns:a16="http://schemas.microsoft.com/office/drawing/2014/main" id="{9073798D-B038-E3AA-92FF-C0BAC68DF0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4" y="1218"/>
                <a:ext cx="470" cy="84"/>
              </a:xfrm>
              <a:custGeom>
                <a:avLst/>
                <a:gdLst>
                  <a:gd name="T0" fmla="*/ 76 w 470"/>
                  <a:gd name="T1" fmla="*/ 41 h 84"/>
                  <a:gd name="T2" fmla="*/ 122 w 470"/>
                  <a:gd name="T3" fmla="*/ 39 h 84"/>
                  <a:gd name="T4" fmla="*/ 140 w 470"/>
                  <a:gd name="T5" fmla="*/ 45 h 84"/>
                  <a:gd name="T6" fmla="*/ 164 w 470"/>
                  <a:gd name="T7" fmla="*/ 53 h 84"/>
                  <a:gd name="T8" fmla="*/ 188 w 470"/>
                  <a:gd name="T9" fmla="*/ 63 h 84"/>
                  <a:gd name="T10" fmla="*/ 210 w 470"/>
                  <a:gd name="T11" fmla="*/ 81 h 84"/>
                  <a:gd name="T12" fmla="*/ 323 w 470"/>
                  <a:gd name="T13" fmla="*/ 84 h 84"/>
                  <a:gd name="T14" fmla="*/ 346 w 470"/>
                  <a:gd name="T15" fmla="*/ 69 h 84"/>
                  <a:gd name="T16" fmla="*/ 362 w 470"/>
                  <a:gd name="T17" fmla="*/ 57 h 84"/>
                  <a:gd name="T18" fmla="*/ 380 w 470"/>
                  <a:gd name="T19" fmla="*/ 48 h 84"/>
                  <a:gd name="T20" fmla="*/ 407 w 470"/>
                  <a:gd name="T21" fmla="*/ 39 h 84"/>
                  <a:gd name="T22" fmla="*/ 470 w 470"/>
                  <a:gd name="T23" fmla="*/ 25 h 84"/>
                  <a:gd name="T24" fmla="*/ 425 w 470"/>
                  <a:gd name="T25" fmla="*/ 0 h 84"/>
                  <a:gd name="T26" fmla="*/ 0 w 470"/>
                  <a:gd name="T27" fmla="*/ 1 h 84"/>
                  <a:gd name="T28" fmla="*/ 76 w 470"/>
                  <a:gd name="T29" fmla="*/ 41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0" h="84">
                    <a:moveTo>
                      <a:pt x="76" y="41"/>
                    </a:moveTo>
                    <a:lnTo>
                      <a:pt x="122" y="39"/>
                    </a:lnTo>
                    <a:lnTo>
                      <a:pt x="140" y="45"/>
                    </a:lnTo>
                    <a:lnTo>
                      <a:pt x="164" y="53"/>
                    </a:lnTo>
                    <a:lnTo>
                      <a:pt x="188" y="63"/>
                    </a:lnTo>
                    <a:lnTo>
                      <a:pt x="210" y="81"/>
                    </a:lnTo>
                    <a:lnTo>
                      <a:pt x="323" y="84"/>
                    </a:lnTo>
                    <a:lnTo>
                      <a:pt x="346" y="69"/>
                    </a:lnTo>
                    <a:lnTo>
                      <a:pt x="362" y="57"/>
                    </a:lnTo>
                    <a:lnTo>
                      <a:pt x="380" y="48"/>
                    </a:lnTo>
                    <a:lnTo>
                      <a:pt x="407" y="39"/>
                    </a:lnTo>
                    <a:lnTo>
                      <a:pt x="470" y="25"/>
                    </a:lnTo>
                    <a:lnTo>
                      <a:pt x="425" y="0"/>
                    </a:lnTo>
                    <a:lnTo>
                      <a:pt x="0" y="1"/>
                    </a:lnTo>
                    <a:lnTo>
                      <a:pt x="76" y="41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23" name="Freeform 18">
                <a:extLst>
                  <a:ext uri="{FF2B5EF4-FFF2-40B4-BE49-F238E27FC236}">
                    <a16:creationId xmlns:a16="http://schemas.microsoft.com/office/drawing/2014/main" id="{CB33DC4E-9F8E-ABD8-DD8C-79A039A722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4" y="1246"/>
                <a:ext cx="112" cy="50"/>
              </a:xfrm>
              <a:custGeom>
                <a:avLst/>
                <a:gdLst>
                  <a:gd name="T0" fmla="*/ 112 w 112"/>
                  <a:gd name="T1" fmla="*/ 50 h 50"/>
                  <a:gd name="T2" fmla="*/ 102 w 112"/>
                  <a:gd name="T3" fmla="*/ 42 h 50"/>
                  <a:gd name="T4" fmla="*/ 92 w 112"/>
                  <a:gd name="T5" fmla="*/ 34 h 50"/>
                  <a:gd name="T6" fmla="*/ 80 w 112"/>
                  <a:gd name="T7" fmla="*/ 26 h 50"/>
                  <a:gd name="T8" fmla="*/ 68 w 112"/>
                  <a:gd name="T9" fmla="*/ 18 h 50"/>
                  <a:gd name="T10" fmla="*/ 56 w 112"/>
                  <a:gd name="T11" fmla="*/ 12 h 50"/>
                  <a:gd name="T12" fmla="*/ 42 w 112"/>
                  <a:gd name="T13" fmla="*/ 8 h 50"/>
                  <a:gd name="T14" fmla="*/ 28 w 112"/>
                  <a:gd name="T15" fmla="*/ 4 h 50"/>
                  <a:gd name="T16" fmla="*/ 12 w 112"/>
                  <a:gd name="T17" fmla="*/ 2 h 50"/>
                  <a:gd name="T18" fmla="*/ 0 w 112"/>
                  <a:gd name="T19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2" h="50">
                    <a:moveTo>
                      <a:pt x="112" y="50"/>
                    </a:moveTo>
                    <a:cubicBezTo>
                      <a:pt x="108" y="47"/>
                      <a:pt x="105" y="45"/>
                      <a:pt x="102" y="42"/>
                    </a:cubicBezTo>
                    <a:cubicBezTo>
                      <a:pt x="99" y="39"/>
                      <a:pt x="96" y="37"/>
                      <a:pt x="92" y="34"/>
                    </a:cubicBezTo>
                    <a:cubicBezTo>
                      <a:pt x="88" y="31"/>
                      <a:pt x="84" y="29"/>
                      <a:pt x="80" y="26"/>
                    </a:cubicBezTo>
                    <a:cubicBezTo>
                      <a:pt x="76" y="23"/>
                      <a:pt x="72" y="20"/>
                      <a:pt x="68" y="18"/>
                    </a:cubicBezTo>
                    <a:cubicBezTo>
                      <a:pt x="64" y="16"/>
                      <a:pt x="60" y="14"/>
                      <a:pt x="56" y="12"/>
                    </a:cubicBezTo>
                    <a:cubicBezTo>
                      <a:pt x="52" y="10"/>
                      <a:pt x="47" y="9"/>
                      <a:pt x="42" y="8"/>
                    </a:cubicBezTo>
                    <a:cubicBezTo>
                      <a:pt x="37" y="7"/>
                      <a:pt x="33" y="5"/>
                      <a:pt x="28" y="4"/>
                    </a:cubicBezTo>
                    <a:cubicBezTo>
                      <a:pt x="23" y="3"/>
                      <a:pt x="17" y="3"/>
                      <a:pt x="12" y="2"/>
                    </a:cubicBezTo>
                    <a:cubicBezTo>
                      <a:pt x="7" y="1"/>
                      <a:pt x="3" y="0"/>
                      <a:pt x="0" y="0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24" name="Freeform 19">
                <a:extLst>
                  <a:ext uri="{FF2B5EF4-FFF2-40B4-BE49-F238E27FC236}">
                    <a16:creationId xmlns:a16="http://schemas.microsoft.com/office/drawing/2014/main" id="{AC7C65E1-721C-5155-48E8-513CCFCB5B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6" y="1246"/>
                <a:ext cx="260" cy="142"/>
              </a:xfrm>
              <a:custGeom>
                <a:avLst/>
                <a:gdLst>
                  <a:gd name="T0" fmla="*/ 0 w 260"/>
                  <a:gd name="T1" fmla="*/ 142 h 142"/>
                  <a:gd name="T2" fmla="*/ 260 w 260"/>
                  <a:gd name="T3" fmla="*/ 140 h 142"/>
                  <a:gd name="T4" fmla="*/ 254 w 260"/>
                  <a:gd name="T5" fmla="*/ 114 h 142"/>
                  <a:gd name="T6" fmla="*/ 244 w 260"/>
                  <a:gd name="T7" fmla="*/ 92 h 142"/>
                  <a:gd name="T8" fmla="*/ 230 w 260"/>
                  <a:gd name="T9" fmla="*/ 72 h 142"/>
                  <a:gd name="T10" fmla="*/ 218 w 260"/>
                  <a:gd name="T11" fmla="*/ 57 h 142"/>
                  <a:gd name="T12" fmla="*/ 203 w 260"/>
                  <a:gd name="T13" fmla="*/ 45 h 142"/>
                  <a:gd name="T14" fmla="*/ 176 w 260"/>
                  <a:gd name="T15" fmla="*/ 24 h 142"/>
                  <a:gd name="T16" fmla="*/ 158 w 260"/>
                  <a:gd name="T17" fmla="*/ 15 h 142"/>
                  <a:gd name="T18" fmla="*/ 126 w 260"/>
                  <a:gd name="T19" fmla="*/ 2 h 142"/>
                  <a:gd name="T20" fmla="*/ 102 w 260"/>
                  <a:gd name="T21" fmla="*/ 0 h 142"/>
                  <a:gd name="T22" fmla="*/ 82 w 260"/>
                  <a:gd name="T23" fmla="*/ 6 h 142"/>
                  <a:gd name="T24" fmla="*/ 59 w 260"/>
                  <a:gd name="T25" fmla="*/ 15 h 142"/>
                  <a:gd name="T26" fmla="*/ 32 w 260"/>
                  <a:gd name="T27" fmla="*/ 28 h 142"/>
                  <a:gd name="T28" fmla="*/ 6 w 260"/>
                  <a:gd name="T29" fmla="*/ 48 h 142"/>
                  <a:gd name="T30" fmla="*/ 0 w 260"/>
                  <a:gd name="T31" fmla="*/ 14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60" h="142">
                    <a:moveTo>
                      <a:pt x="0" y="142"/>
                    </a:moveTo>
                    <a:lnTo>
                      <a:pt x="260" y="140"/>
                    </a:lnTo>
                    <a:lnTo>
                      <a:pt x="254" y="114"/>
                    </a:lnTo>
                    <a:lnTo>
                      <a:pt x="244" y="92"/>
                    </a:lnTo>
                    <a:lnTo>
                      <a:pt x="230" y="72"/>
                    </a:lnTo>
                    <a:lnTo>
                      <a:pt x="218" y="57"/>
                    </a:lnTo>
                    <a:lnTo>
                      <a:pt x="203" y="45"/>
                    </a:lnTo>
                    <a:lnTo>
                      <a:pt x="176" y="24"/>
                    </a:lnTo>
                    <a:lnTo>
                      <a:pt x="158" y="15"/>
                    </a:lnTo>
                    <a:lnTo>
                      <a:pt x="126" y="2"/>
                    </a:lnTo>
                    <a:lnTo>
                      <a:pt x="102" y="0"/>
                    </a:lnTo>
                    <a:lnTo>
                      <a:pt x="82" y="6"/>
                    </a:lnTo>
                    <a:lnTo>
                      <a:pt x="59" y="15"/>
                    </a:lnTo>
                    <a:lnTo>
                      <a:pt x="32" y="28"/>
                    </a:lnTo>
                    <a:lnTo>
                      <a:pt x="6" y="48"/>
                    </a:lnTo>
                    <a:lnTo>
                      <a:pt x="0" y="14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CC"/>
                  </a:gs>
                  <a:gs pos="100000">
                    <a:srgbClr val="FFFFCC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25" name="Freeform 20">
                <a:extLst>
                  <a:ext uri="{FF2B5EF4-FFF2-40B4-BE49-F238E27FC236}">
                    <a16:creationId xmlns:a16="http://schemas.microsoft.com/office/drawing/2014/main" id="{200BECC4-65A9-1A60-168B-EE8E6AA8C9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3" y="1291"/>
                <a:ext cx="243" cy="97"/>
              </a:xfrm>
              <a:custGeom>
                <a:avLst/>
                <a:gdLst>
                  <a:gd name="T0" fmla="*/ 0 w 243"/>
                  <a:gd name="T1" fmla="*/ 0 h 97"/>
                  <a:gd name="T2" fmla="*/ 243 w 243"/>
                  <a:gd name="T3" fmla="*/ 1 h 97"/>
                  <a:gd name="T4" fmla="*/ 243 w 243"/>
                  <a:gd name="T5" fmla="*/ 97 h 97"/>
                  <a:gd name="T6" fmla="*/ 61 w 243"/>
                  <a:gd name="T7" fmla="*/ 97 h 97"/>
                  <a:gd name="T8" fmla="*/ 53 w 243"/>
                  <a:gd name="T9" fmla="*/ 71 h 97"/>
                  <a:gd name="T10" fmla="*/ 43 w 243"/>
                  <a:gd name="T11" fmla="*/ 49 h 97"/>
                  <a:gd name="T12" fmla="*/ 30 w 243"/>
                  <a:gd name="T13" fmla="*/ 33 h 97"/>
                  <a:gd name="T14" fmla="*/ 15 w 243"/>
                  <a:gd name="T15" fmla="*/ 15 h 97"/>
                  <a:gd name="T16" fmla="*/ 0 w 243"/>
                  <a:gd name="T17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3" h="97">
                    <a:moveTo>
                      <a:pt x="0" y="0"/>
                    </a:moveTo>
                    <a:lnTo>
                      <a:pt x="243" y="1"/>
                    </a:lnTo>
                    <a:lnTo>
                      <a:pt x="243" y="97"/>
                    </a:lnTo>
                    <a:lnTo>
                      <a:pt x="61" y="97"/>
                    </a:lnTo>
                    <a:lnTo>
                      <a:pt x="53" y="71"/>
                    </a:lnTo>
                    <a:lnTo>
                      <a:pt x="43" y="49"/>
                    </a:lnTo>
                    <a:lnTo>
                      <a:pt x="30" y="33"/>
                    </a:lnTo>
                    <a:lnTo>
                      <a:pt x="15" y="15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CC">
                      <a:gamma/>
                      <a:shade val="46275"/>
                      <a:invGamma/>
                    </a:srgbClr>
                  </a:gs>
                  <a:gs pos="100000">
                    <a:srgbClr val="FFFFCC"/>
                  </a:gs>
                </a:gsLst>
                <a:lin ang="0" scaled="1"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</p:grpSp>
        <p:sp>
          <p:nvSpPr>
            <p:cNvPr id="17" name="Freeform 21">
              <a:extLst>
                <a:ext uri="{FF2B5EF4-FFF2-40B4-BE49-F238E27FC236}">
                  <a16:creationId xmlns:a16="http://schemas.microsoft.com/office/drawing/2014/main" id="{83876043-D665-EA07-8DCD-CEECAA8E4296}"/>
                </a:ext>
              </a:extLst>
            </p:cNvPr>
            <p:cNvSpPr>
              <a:spLocks/>
            </p:cNvSpPr>
            <p:nvPr/>
          </p:nvSpPr>
          <p:spPr bwMode="auto">
            <a:xfrm>
              <a:off x="890" y="1918"/>
              <a:ext cx="484" cy="74"/>
            </a:xfrm>
            <a:custGeom>
              <a:avLst/>
              <a:gdLst>
                <a:gd name="T0" fmla="*/ 92 w 484"/>
                <a:gd name="T1" fmla="*/ 2 h 74"/>
                <a:gd name="T2" fmla="*/ 484 w 484"/>
                <a:gd name="T3" fmla="*/ 0 h 74"/>
                <a:gd name="T4" fmla="*/ 470 w 484"/>
                <a:gd name="T5" fmla="*/ 12 h 74"/>
                <a:gd name="T6" fmla="*/ 458 w 484"/>
                <a:gd name="T7" fmla="*/ 22 h 74"/>
                <a:gd name="T8" fmla="*/ 452 w 484"/>
                <a:gd name="T9" fmla="*/ 22 h 74"/>
                <a:gd name="T10" fmla="*/ 438 w 484"/>
                <a:gd name="T11" fmla="*/ 32 h 74"/>
                <a:gd name="T12" fmla="*/ 438 w 484"/>
                <a:gd name="T13" fmla="*/ 30 h 74"/>
                <a:gd name="T14" fmla="*/ 432 w 484"/>
                <a:gd name="T15" fmla="*/ 34 h 74"/>
                <a:gd name="T16" fmla="*/ 414 w 484"/>
                <a:gd name="T17" fmla="*/ 44 h 74"/>
                <a:gd name="T18" fmla="*/ 394 w 484"/>
                <a:gd name="T19" fmla="*/ 48 h 74"/>
                <a:gd name="T20" fmla="*/ 384 w 484"/>
                <a:gd name="T21" fmla="*/ 58 h 74"/>
                <a:gd name="T22" fmla="*/ 366 w 484"/>
                <a:gd name="T23" fmla="*/ 74 h 74"/>
                <a:gd name="T24" fmla="*/ 16 w 484"/>
                <a:gd name="T25" fmla="*/ 72 h 74"/>
                <a:gd name="T26" fmla="*/ 0 w 484"/>
                <a:gd name="T27" fmla="*/ 64 h 74"/>
                <a:gd name="T28" fmla="*/ 22 w 484"/>
                <a:gd name="T29" fmla="*/ 58 h 74"/>
                <a:gd name="T30" fmla="*/ 32 w 484"/>
                <a:gd name="T31" fmla="*/ 54 h 74"/>
                <a:gd name="T32" fmla="*/ 44 w 484"/>
                <a:gd name="T33" fmla="*/ 46 h 74"/>
                <a:gd name="T34" fmla="*/ 52 w 484"/>
                <a:gd name="T35" fmla="*/ 36 h 74"/>
                <a:gd name="T36" fmla="*/ 60 w 484"/>
                <a:gd name="T37" fmla="*/ 32 h 74"/>
                <a:gd name="T38" fmla="*/ 70 w 484"/>
                <a:gd name="T39" fmla="*/ 24 h 74"/>
                <a:gd name="T40" fmla="*/ 74 w 484"/>
                <a:gd name="T41" fmla="*/ 18 h 74"/>
                <a:gd name="T42" fmla="*/ 78 w 484"/>
                <a:gd name="T43" fmla="*/ 18 h 74"/>
                <a:gd name="T44" fmla="*/ 92 w 484"/>
                <a:gd name="T45" fmla="*/ 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84" h="74">
                  <a:moveTo>
                    <a:pt x="92" y="2"/>
                  </a:moveTo>
                  <a:lnTo>
                    <a:pt x="484" y="0"/>
                  </a:lnTo>
                  <a:lnTo>
                    <a:pt x="470" y="12"/>
                  </a:lnTo>
                  <a:lnTo>
                    <a:pt x="458" y="22"/>
                  </a:lnTo>
                  <a:lnTo>
                    <a:pt x="452" y="22"/>
                  </a:lnTo>
                  <a:lnTo>
                    <a:pt x="438" y="32"/>
                  </a:lnTo>
                  <a:lnTo>
                    <a:pt x="438" y="30"/>
                  </a:lnTo>
                  <a:lnTo>
                    <a:pt x="432" y="34"/>
                  </a:lnTo>
                  <a:lnTo>
                    <a:pt x="414" y="44"/>
                  </a:lnTo>
                  <a:lnTo>
                    <a:pt x="394" y="48"/>
                  </a:lnTo>
                  <a:lnTo>
                    <a:pt x="384" y="58"/>
                  </a:lnTo>
                  <a:lnTo>
                    <a:pt x="366" y="74"/>
                  </a:lnTo>
                  <a:lnTo>
                    <a:pt x="16" y="72"/>
                  </a:lnTo>
                  <a:lnTo>
                    <a:pt x="0" y="64"/>
                  </a:lnTo>
                  <a:lnTo>
                    <a:pt x="22" y="58"/>
                  </a:lnTo>
                  <a:lnTo>
                    <a:pt x="32" y="54"/>
                  </a:lnTo>
                  <a:lnTo>
                    <a:pt x="44" y="46"/>
                  </a:lnTo>
                  <a:lnTo>
                    <a:pt x="52" y="36"/>
                  </a:lnTo>
                  <a:lnTo>
                    <a:pt x="60" y="32"/>
                  </a:lnTo>
                  <a:lnTo>
                    <a:pt x="70" y="24"/>
                  </a:lnTo>
                  <a:lnTo>
                    <a:pt x="74" y="18"/>
                  </a:lnTo>
                  <a:lnTo>
                    <a:pt x="78" y="18"/>
                  </a:lnTo>
                  <a:lnTo>
                    <a:pt x="92" y="2"/>
                  </a:lnTo>
                  <a:close/>
                </a:path>
              </a:pathLst>
            </a:custGeom>
            <a:solidFill>
              <a:schemeClr val="bg1"/>
            </a:solidFill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18" name="Freeform 22">
              <a:extLst>
                <a:ext uri="{FF2B5EF4-FFF2-40B4-BE49-F238E27FC236}">
                  <a16:creationId xmlns:a16="http://schemas.microsoft.com/office/drawing/2014/main" id="{9AE700C6-BD70-A524-18D8-9CE25CFC1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2" y="1914"/>
              <a:ext cx="250" cy="66"/>
            </a:xfrm>
            <a:custGeom>
              <a:avLst/>
              <a:gdLst>
                <a:gd name="T0" fmla="*/ 250 w 250"/>
                <a:gd name="T1" fmla="*/ 2 h 66"/>
                <a:gd name="T2" fmla="*/ 248 w 250"/>
                <a:gd name="T3" fmla="*/ 4 h 66"/>
                <a:gd name="T4" fmla="*/ 248 w 250"/>
                <a:gd name="T5" fmla="*/ 0 h 66"/>
                <a:gd name="T6" fmla="*/ 242 w 250"/>
                <a:gd name="T7" fmla="*/ 8 h 66"/>
                <a:gd name="T8" fmla="*/ 236 w 250"/>
                <a:gd name="T9" fmla="*/ 12 h 66"/>
                <a:gd name="T10" fmla="*/ 232 w 250"/>
                <a:gd name="T11" fmla="*/ 18 h 66"/>
                <a:gd name="T12" fmla="*/ 224 w 250"/>
                <a:gd name="T13" fmla="*/ 24 h 66"/>
                <a:gd name="T14" fmla="*/ 214 w 250"/>
                <a:gd name="T15" fmla="*/ 32 h 66"/>
                <a:gd name="T16" fmla="*/ 208 w 250"/>
                <a:gd name="T17" fmla="*/ 36 h 66"/>
                <a:gd name="T18" fmla="*/ 196 w 250"/>
                <a:gd name="T19" fmla="*/ 44 h 66"/>
                <a:gd name="T20" fmla="*/ 180 w 250"/>
                <a:gd name="T21" fmla="*/ 54 h 66"/>
                <a:gd name="T22" fmla="*/ 164 w 250"/>
                <a:gd name="T23" fmla="*/ 62 h 66"/>
                <a:gd name="T24" fmla="*/ 152 w 250"/>
                <a:gd name="T25" fmla="*/ 64 h 66"/>
                <a:gd name="T26" fmla="*/ 134 w 250"/>
                <a:gd name="T27" fmla="*/ 66 h 66"/>
                <a:gd name="T28" fmla="*/ 114 w 250"/>
                <a:gd name="T29" fmla="*/ 66 h 66"/>
                <a:gd name="T30" fmla="*/ 98 w 250"/>
                <a:gd name="T31" fmla="*/ 66 h 66"/>
                <a:gd name="T32" fmla="*/ 94 w 250"/>
                <a:gd name="T33" fmla="*/ 62 h 66"/>
                <a:gd name="T34" fmla="*/ 80 w 250"/>
                <a:gd name="T35" fmla="*/ 60 h 66"/>
                <a:gd name="T36" fmla="*/ 68 w 250"/>
                <a:gd name="T37" fmla="*/ 56 h 66"/>
                <a:gd name="T38" fmla="*/ 56 w 250"/>
                <a:gd name="T39" fmla="*/ 48 h 66"/>
                <a:gd name="T40" fmla="*/ 46 w 250"/>
                <a:gd name="T41" fmla="*/ 44 h 66"/>
                <a:gd name="T42" fmla="*/ 40 w 250"/>
                <a:gd name="T43" fmla="*/ 38 h 66"/>
                <a:gd name="T44" fmla="*/ 30 w 250"/>
                <a:gd name="T45" fmla="*/ 32 h 66"/>
                <a:gd name="T46" fmla="*/ 20 w 250"/>
                <a:gd name="T47" fmla="*/ 24 h 66"/>
                <a:gd name="T48" fmla="*/ 12 w 250"/>
                <a:gd name="T49" fmla="*/ 18 h 66"/>
                <a:gd name="T50" fmla="*/ 8 w 250"/>
                <a:gd name="T51" fmla="*/ 12 h 66"/>
                <a:gd name="T52" fmla="*/ 0 w 250"/>
                <a:gd name="T53" fmla="*/ 4 h 66"/>
                <a:gd name="T54" fmla="*/ 250 w 250"/>
                <a:gd name="T55" fmla="*/ 2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50" h="66">
                  <a:moveTo>
                    <a:pt x="250" y="2"/>
                  </a:moveTo>
                  <a:lnTo>
                    <a:pt x="248" y="4"/>
                  </a:lnTo>
                  <a:lnTo>
                    <a:pt x="248" y="0"/>
                  </a:lnTo>
                  <a:lnTo>
                    <a:pt x="242" y="8"/>
                  </a:lnTo>
                  <a:lnTo>
                    <a:pt x="236" y="12"/>
                  </a:lnTo>
                  <a:lnTo>
                    <a:pt x="232" y="18"/>
                  </a:lnTo>
                  <a:lnTo>
                    <a:pt x="224" y="24"/>
                  </a:lnTo>
                  <a:lnTo>
                    <a:pt x="214" y="32"/>
                  </a:lnTo>
                  <a:lnTo>
                    <a:pt x="208" y="36"/>
                  </a:lnTo>
                  <a:lnTo>
                    <a:pt x="196" y="44"/>
                  </a:lnTo>
                  <a:lnTo>
                    <a:pt x="180" y="54"/>
                  </a:lnTo>
                  <a:lnTo>
                    <a:pt x="164" y="62"/>
                  </a:lnTo>
                  <a:lnTo>
                    <a:pt x="152" y="64"/>
                  </a:lnTo>
                  <a:lnTo>
                    <a:pt x="134" y="66"/>
                  </a:lnTo>
                  <a:lnTo>
                    <a:pt x="114" y="66"/>
                  </a:lnTo>
                  <a:lnTo>
                    <a:pt x="98" y="66"/>
                  </a:lnTo>
                  <a:lnTo>
                    <a:pt x="94" y="62"/>
                  </a:lnTo>
                  <a:lnTo>
                    <a:pt x="80" y="60"/>
                  </a:lnTo>
                  <a:lnTo>
                    <a:pt x="68" y="56"/>
                  </a:lnTo>
                  <a:lnTo>
                    <a:pt x="56" y="48"/>
                  </a:lnTo>
                  <a:lnTo>
                    <a:pt x="46" y="44"/>
                  </a:lnTo>
                  <a:lnTo>
                    <a:pt x="40" y="38"/>
                  </a:lnTo>
                  <a:lnTo>
                    <a:pt x="30" y="32"/>
                  </a:lnTo>
                  <a:lnTo>
                    <a:pt x="20" y="24"/>
                  </a:lnTo>
                  <a:lnTo>
                    <a:pt x="12" y="18"/>
                  </a:lnTo>
                  <a:lnTo>
                    <a:pt x="8" y="12"/>
                  </a:lnTo>
                  <a:lnTo>
                    <a:pt x="0" y="4"/>
                  </a:lnTo>
                  <a:lnTo>
                    <a:pt x="250" y="2"/>
                  </a:lnTo>
                  <a:close/>
                </a:path>
              </a:pathLst>
            </a:custGeom>
            <a:gradFill rotWithShape="0">
              <a:gsLst>
                <a:gs pos="0">
                  <a:srgbClr val="FFFFCC"/>
                </a:gs>
                <a:gs pos="100000">
                  <a:srgbClr val="FFFFCC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19" name="Line 23">
              <a:extLst>
                <a:ext uri="{FF2B5EF4-FFF2-40B4-BE49-F238E27FC236}">
                  <a16:creationId xmlns:a16="http://schemas.microsoft.com/office/drawing/2014/main" id="{7550DDF0-9F31-4F64-DA0D-F40144877E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6" y="1918"/>
              <a:ext cx="15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20" name="Freeform 24">
              <a:extLst>
                <a:ext uri="{FF2B5EF4-FFF2-40B4-BE49-F238E27FC236}">
                  <a16:creationId xmlns:a16="http://schemas.microsoft.com/office/drawing/2014/main" id="{5CCC661A-B251-607C-C9EB-F8EE4165B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894" y="1914"/>
              <a:ext cx="82" cy="60"/>
            </a:xfrm>
            <a:custGeom>
              <a:avLst/>
              <a:gdLst>
                <a:gd name="T0" fmla="*/ 82 w 82"/>
                <a:gd name="T1" fmla="*/ 0 h 60"/>
                <a:gd name="T2" fmla="*/ 74 w 82"/>
                <a:gd name="T3" fmla="*/ 14 h 60"/>
                <a:gd name="T4" fmla="*/ 62 w 82"/>
                <a:gd name="T5" fmla="*/ 28 h 60"/>
                <a:gd name="T6" fmla="*/ 46 w 82"/>
                <a:gd name="T7" fmla="*/ 40 h 60"/>
                <a:gd name="T8" fmla="*/ 32 w 82"/>
                <a:gd name="T9" fmla="*/ 48 h 60"/>
                <a:gd name="T10" fmla="*/ 20 w 82"/>
                <a:gd name="T11" fmla="*/ 56 h 60"/>
                <a:gd name="T12" fmla="*/ 0 w 82"/>
                <a:gd name="T13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" h="60">
                  <a:moveTo>
                    <a:pt x="82" y="0"/>
                  </a:moveTo>
                  <a:cubicBezTo>
                    <a:pt x="80" y="4"/>
                    <a:pt x="77" y="9"/>
                    <a:pt x="74" y="14"/>
                  </a:cubicBezTo>
                  <a:cubicBezTo>
                    <a:pt x="71" y="19"/>
                    <a:pt x="67" y="24"/>
                    <a:pt x="62" y="28"/>
                  </a:cubicBezTo>
                  <a:cubicBezTo>
                    <a:pt x="57" y="32"/>
                    <a:pt x="51" y="37"/>
                    <a:pt x="46" y="40"/>
                  </a:cubicBezTo>
                  <a:cubicBezTo>
                    <a:pt x="41" y="43"/>
                    <a:pt x="36" y="45"/>
                    <a:pt x="32" y="48"/>
                  </a:cubicBezTo>
                  <a:cubicBezTo>
                    <a:pt x="28" y="51"/>
                    <a:pt x="25" y="54"/>
                    <a:pt x="20" y="56"/>
                  </a:cubicBezTo>
                  <a:cubicBezTo>
                    <a:pt x="15" y="58"/>
                    <a:pt x="4" y="59"/>
                    <a:pt x="0" y="60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84E27FA-57AF-4751-9CC2-EEA1E3B14531}"/>
              </a:ext>
            </a:extLst>
          </p:cNvPr>
          <p:cNvGrpSpPr>
            <a:grpSpLocks/>
          </p:cNvGrpSpPr>
          <p:nvPr/>
        </p:nvGrpSpPr>
        <p:grpSpPr bwMode="auto">
          <a:xfrm>
            <a:off x="7594600" y="3158465"/>
            <a:ext cx="1933575" cy="1262062"/>
            <a:chOff x="415" y="1197"/>
            <a:chExt cx="1218" cy="795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94BA5F14-9E32-E6BF-A415-504A098406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5" y="1197"/>
              <a:ext cx="1218" cy="795"/>
              <a:chOff x="415" y="1197"/>
              <a:chExt cx="1218" cy="795"/>
            </a:xfrm>
          </p:grpSpPr>
          <p:grpSp>
            <p:nvGrpSpPr>
              <p:cNvPr id="30" name="Group 27">
                <a:extLst>
                  <a:ext uri="{FF2B5EF4-FFF2-40B4-BE49-F238E27FC236}">
                    <a16:creationId xmlns:a16="http://schemas.microsoft.com/office/drawing/2014/main" id="{D9612393-AA83-CF7D-AFE7-6D827BCE7C5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5" y="1197"/>
                <a:ext cx="1218" cy="779"/>
                <a:chOff x="1309" y="1215"/>
                <a:chExt cx="1218" cy="779"/>
              </a:xfrm>
            </p:grpSpPr>
            <p:sp>
              <p:nvSpPr>
                <p:cNvPr id="35" name="AutoShape 28">
                  <a:extLst>
                    <a:ext uri="{FF2B5EF4-FFF2-40B4-BE49-F238E27FC236}">
                      <a16:creationId xmlns:a16="http://schemas.microsoft.com/office/drawing/2014/main" id="{539C7981-93D5-3186-8872-5A9703BC824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-5400000">
                  <a:off x="1545" y="1013"/>
                  <a:ext cx="745" cy="1218"/>
                </a:xfrm>
                <a:prstGeom prst="can">
                  <a:avLst>
                    <a:gd name="adj" fmla="val 54550"/>
                  </a:avLst>
                </a:prstGeom>
                <a:gradFill rotWithShape="0">
                  <a:gsLst>
                    <a:gs pos="0">
                      <a:srgbClr val="99CCFF"/>
                    </a:gs>
                    <a:gs pos="100000">
                      <a:srgbClr val="99CCFF">
                        <a:gamma/>
                        <a:shade val="46275"/>
                        <a:invGamma/>
                      </a:srgbClr>
                    </a:gs>
                  </a:gsLst>
                  <a:lin ang="540000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400">
                    <a:latin typeface="DengXian" charset="-122"/>
                    <a:ea typeface="DengXian" charset="-122"/>
                    <a:cs typeface="DengXian" charset="-122"/>
                  </a:endParaRPr>
                </a:p>
              </p:txBody>
            </p:sp>
            <p:sp>
              <p:nvSpPr>
                <p:cNvPr id="36" name="Freeform 29">
                  <a:extLst>
                    <a:ext uri="{FF2B5EF4-FFF2-40B4-BE49-F238E27FC236}">
                      <a16:creationId xmlns:a16="http://schemas.microsoft.com/office/drawing/2014/main" id="{CB630996-8ACA-E9F1-04E4-01B2E70D22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74" y="1215"/>
                  <a:ext cx="470" cy="84"/>
                </a:xfrm>
                <a:custGeom>
                  <a:avLst/>
                  <a:gdLst>
                    <a:gd name="T0" fmla="*/ 76 w 470"/>
                    <a:gd name="T1" fmla="*/ 41 h 84"/>
                    <a:gd name="T2" fmla="*/ 122 w 470"/>
                    <a:gd name="T3" fmla="*/ 39 h 84"/>
                    <a:gd name="T4" fmla="*/ 140 w 470"/>
                    <a:gd name="T5" fmla="*/ 45 h 84"/>
                    <a:gd name="T6" fmla="*/ 164 w 470"/>
                    <a:gd name="T7" fmla="*/ 53 h 84"/>
                    <a:gd name="T8" fmla="*/ 188 w 470"/>
                    <a:gd name="T9" fmla="*/ 63 h 84"/>
                    <a:gd name="T10" fmla="*/ 210 w 470"/>
                    <a:gd name="T11" fmla="*/ 81 h 84"/>
                    <a:gd name="T12" fmla="*/ 323 w 470"/>
                    <a:gd name="T13" fmla="*/ 84 h 84"/>
                    <a:gd name="T14" fmla="*/ 346 w 470"/>
                    <a:gd name="T15" fmla="*/ 69 h 84"/>
                    <a:gd name="T16" fmla="*/ 362 w 470"/>
                    <a:gd name="T17" fmla="*/ 57 h 84"/>
                    <a:gd name="T18" fmla="*/ 380 w 470"/>
                    <a:gd name="T19" fmla="*/ 48 h 84"/>
                    <a:gd name="T20" fmla="*/ 407 w 470"/>
                    <a:gd name="T21" fmla="*/ 39 h 84"/>
                    <a:gd name="T22" fmla="*/ 470 w 470"/>
                    <a:gd name="T23" fmla="*/ 25 h 84"/>
                    <a:gd name="T24" fmla="*/ 425 w 470"/>
                    <a:gd name="T25" fmla="*/ 0 h 84"/>
                    <a:gd name="T26" fmla="*/ 0 w 470"/>
                    <a:gd name="T27" fmla="*/ 1 h 84"/>
                    <a:gd name="T28" fmla="*/ 76 w 470"/>
                    <a:gd name="T29" fmla="*/ 41 h 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470" h="84">
                      <a:moveTo>
                        <a:pt x="76" y="41"/>
                      </a:moveTo>
                      <a:lnTo>
                        <a:pt x="122" y="39"/>
                      </a:lnTo>
                      <a:lnTo>
                        <a:pt x="140" y="45"/>
                      </a:lnTo>
                      <a:lnTo>
                        <a:pt x="164" y="53"/>
                      </a:lnTo>
                      <a:lnTo>
                        <a:pt x="188" y="63"/>
                      </a:lnTo>
                      <a:lnTo>
                        <a:pt x="210" y="81"/>
                      </a:lnTo>
                      <a:lnTo>
                        <a:pt x="323" y="84"/>
                      </a:lnTo>
                      <a:lnTo>
                        <a:pt x="346" y="69"/>
                      </a:lnTo>
                      <a:lnTo>
                        <a:pt x="362" y="57"/>
                      </a:lnTo>
                      <a:lnTo>
                        <a:pt x="380" y="48"/>
                      </a:lnTo>
                      <a:lnTo>
                        <a:pt x="407" y="39"/>
                      </a:lnTo>
                      <a:lnTo>
                        <a:pt x="470" y="25"/>
                      </a:lnTo>
                      <a:lnTo>
                        <a:pt x="425" y="0"/>
                      </a:lnTo>
                      <a:lnTo>
                        <a:pt x="0" y="1"/>
                      </a:lnTo>
                      <a:lnTo>
                        <a:pt x="76" y="41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9525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400">
                    <a:latin typeface="DengXian" charset="-122"/>
                    <a:ea typeface="DengXian" charset="-122"/>
                    <a:cs typeface="DengXian" charset="-122"/>
                  </a:endParaRPr>
                </a:p>
              </p:txBody>
            </p:sp>
            <p:sp>
              <p:nvSpPr>
                <p:cNvPr id="37" name="Freeform 30">
                  <a:extLst>
                    <a:ext uri="{FF2B5EF4-FFF2-40B4-BE49-F238E27FC236}">
                      <a16:creationId xmlns:a16="http://schemas.microsoft.com/office/drawing/2014/main" id="{71F44C61-1785-A33B-75AB-3103F5FE1CD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94" y="1246"/>
                  <a:ext cx="112" cy="50"/>
                </a:xfrm>
                <a:custGeom>
                  <a:avLst/>
                  <a:gdLst>
                    <a:gd name="T0" fmla="*/ 112 w 112"/>
                    <a:gd name="T1" fmla="*/ 50 h 50"/>
                    <a:gd name="T2" fmla="*/ 102 w 112"/>
                    <a:gd name="T3" fmla="*/ 42 h 50"/>
                    <a:gd name="T4" fmla="*/ 92 w 112"/>
                    <a:gd name="T5" fmla="*/ 34 h 50"/>
                    <a:gd name="T6" fmla="*/ 80 w 112"/>
                    <a:gd name="T7" fmla="*/ 26 h 50"/>
                    <a:gd name="T8" fmla="*/ 68 w 112"/>
                    <a:gd name="T9" fmla="*/ 18 h 50"/>
                    <a:gd name="T10" fmla="*/ 56 w 112"/>
                    <a:gd name="T11" fmla="*/ 12 h 50"/>
                    <a:gd name="T12" fmla="*/ 42 w 112"/>
                    <a:gd name="T13" fmla="*/ 8 h 50"/>
                    <a:gd name="T14" fmla="*/ 28 w 112"/>
                    <a:gd name="T15" fmla="*/ 4 h 50"/>
                    <a:gd name="T16" fmla="*/ 12 w 112"/>
                    <a:gd name="T17" fmla="*/ 2 h 50"/>
                    <a:gd name="T18" fmla="*/ 0 w 112"/>
                    <a:gd name="T19" fmla="*/ 0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12" h="50">
                      <a:moveTo>
                        <a:pt x="112" y="50"/>
                      </a:moveTo>
                      <a:cubicBezTo>
                        <a:pt x="108" y="47"/>
                        <a:pt x="105" y="45"/>
                        <a:pt x="102" y="42"/>
                      </a:cubicBezTo>
                      <a:cubicBezTo>
                        <a:pt x="99" y="39"/>
                        <a:pt x="96" y="37"/>
                        <a:pt x="92" y="34"/>
                      </a:cubicBezTo>
                      <a:cubicBezTo>
                        <a:pt x="88" y="31"/>
                        <a:pt x="84" y="29"/>
                        <a:pt x="80" y="26"/>
                      </a:cubicBezTo>
                      <a:cubicBezTo>
                        <a:pt x="76" y="23"/>
                        <a:pt x="72" y="20"/>
                        <a:pt x="68" y="18"/>
                      </a:cubicBezTo>
                      <a:cubicBezTo>
                        <a:pt x="64" y="16"/>
                        <a:pt x="60" y="14"/>
                        <a:pt x="56" y="12"/>
                      </a:cubicBezTo>
                      <a:cubicBezTo>
                        <a:pt x="52" y="10"/>
                        <a:pt x="47" y="9"/>
                        <a:pt x="42" y="8"/>
                      </a:cubicBezTo>
                      <a:cubicBezTo>
                        <a:pt x="37" y="7"/>
                        <a:pt x="33" y="5"/>
                        <a:pt x="28" y="4"/>
                      </a:cubicBezTo>
                      <a:cubicBezTo>
                        <a:pt x="23" y="3"/>
                        <a:pt x="17" y="3"/>
                        <a:pt x="12" y="2"/>
                      </a:cubicBezTo>
                      <a:cubicBezTo>
                        <a:pt x="7" y="1"/>
                        <a:pt x="3" y="0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400">
                    <a:latin typeface="DengXian" charset="-122"/>
                    <a:ea typeface="DengXian" charset="-122"/>
                    <a:cs typeface="DengXian" charset="-122"/>
                  </a:endParaRPr>
                </a:p>
              </p:txBody>
            </p:sp>
            <p:sp>
              <p:nvSpPr>
                <p:cNvPr id="38" name="Freeform 31">
                  <a:extLst>
                    <a:ext uri="{FF2B5EF4-FFF2-40B4-BE49-F238E27FC236}">
                      <a16:creationId xmlns:a16="http://schemas.microsoft.com/office/drawing/2014/main" id="{FC937354-6F65-A01F-84FA-27ED716FCE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36" y="1246"/>
                  <a:ext cx="260" cy="142"/>
                </a:xfrm>
                <a:custGeom>
                  <a:avLst/>
                  <a:gdLst>
                    <a:gd name="T0" fmla="*/ 0 w 260"/>
                    <a:gd name="T1" fmla="*/ 142 h 142"/>
                    <a:gd name="T2" fmla="*/ 260 w 260"/>
                    <a:gd name="T3" fmla="*/ 140 h 142"/>
                    <a:gd name="T4" fmla="*/ 254 w 260"/>
                    <a:gd name="T5" fmla="*/ 114 h 142"/>
                    <a:gd name="T6" fmla="*/ 244 w 260"/>
                    <a:gd name="T7" fmla="*/ 92 h 142"/>
                    <a:gd name="T8" fmla="*/ 230 w 260"/>
                    <a:gd name="T9" fmla="*/ 72 h 142"/>
                    <a:gd name="T10" fmla="*/ 218 w 260"/>
                    <a:gd name="T11" fmla="*/ 57 h 142"/>
                    <a:gd name="T12" fmla="*/ 203 w 260"/>
                    <a:gd name="T13" fmla="*/ 45 h 142"/>
                    <a:gd name="T14" fmla="*/ 176 w 260"/>
                    <a:gd name="T15" fmla="*/ 24 h 142"/>
                    <a:gd name="T16" fmla="*/ 158 w 260"/>
                    <a:gd name="T17" fmla="*/ 15 h 142"/>
                    <a:gd name="T18" fmla="*/ 126 w 260"/>
                    <a:gd name="T19" fmla="*/ 2 h 142"/>
                    <a:gd name="T20" fmla="*/ 102 w 260"/>
                    <a:gd name="T21" fmla="*/ 0 h 142"/>
                    <a:gd name="T22" fmla="*/ 82 w 260"/>
                    <a:gd name="T23" fmla="*/ 6 h 142"/>
                    <a:gd name="T24" fmla="*/ 59 w 260"/>
                    <a:gd name="T25" fmla="*/ 15 h 142"/>
                    <a:gd name="T26" fmla="*/ 32 w 260"/>
                    <a:gd name="T27" fmla="*/ 28 h 142"/>
                    <a:gd name="T28" fmla="*/ 6 w 260"/>
                    <a:gd name="T29" fmla="*/ 48 h 142"/>
                    <a:gd name="T30" fmla="*/ 0 w 260"/>
                    <a:gd name="T31" fmla="*/ 142 h 1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260" h="142">
                      <a:moveTo>
                        <a:pt x="0" y="142"/>
                      </a:moveTo>
                      <a:lnTo>
                        <a:pt x="260" y="140"/>
                      </a:lnTo>
                      <a:lnTo>
                        <a:pt x="254" y="114"/>
                      </a:lnTo>
                      <a:lnTo>
                        <a:pt x="244" y="92"/>
                      </a:lnTo>
                      <a:lnTo>
                        <a:pt x="230" y="72"/>
                      </a:lnTo>
                      <a:lnTo>
                        <a:pt x="218" y="57"/>
                      </a:lnTo>
                      <a:lnTo>
                        <a:pt x="203" y="45"/>
                      </a:lnTo>
                      <a:lnTo>
                        <a:pt x="176" y="24"/>
                      </a:lnTo>
                      <a:lnTo>
                        <a:pt x="158" y="15"/>
                      </a:lnTo>
                      <a:lnTo>
                        <a:pt x="126" y="2"/>
                      </a:lnTo>
                      <a:lnTo>
                        <a:pt x="102" y="0"/>
                      </a:lnTo>
                      <a:lnTo>
                        <a:pt x="82" y="6"/>
                      </a:lnTo>
                      <a:lnTo>
                        <a:pt x="59" y="15"/>
                      </a:lnTo>
                      <a:lnTo>
                        <a:pt x="32" y="28"/>
                      </a:lnTo>
                      <a:lnTo>
                        <a:pt x="6" y="48"/>
                      </a:lnTo>
                      <a:lnTo>
                        <a:pt x="0" y="142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FFCC"/>
                    </a:gs>
                    <a:gs pos="100000">
                      <a:srgbClr val="FFFFCC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400">
                    <a:latin typeface="DengXian" charset="-122"/>
                    <a:ea typeface="DengXian" charset="-122"/>
                    <a:cs typeface="DengXian" charset="-122"/>
                  </a:endParaRPr>
                </a:p>
              </p:txBody>
            </p:sp>
            <p:sp>
              <p:nvSpPr>
                <p:cNvPr id="39" name="Freeform 32">
                  <a:extLst>
                    <a:ext uri="{FF2B5EF4-FFF2-40B4-BE49-F238E27FC236}">
                      <a16:creationId xmlns:a16="http://schemas.microsoft.com/office/drawing/2014/main" id="{A1576804-4F53-6160-D65C-27E2EE3320A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3" y="1291"/>
                  <a:ext cx="243" cy="97"/>
                </a:xfrm>
                <a:custGeom>
                  <a:avLst/>
                  <a:gdLst>
                    <a:gd name="T0" fmla="*/ 0 w 243"/>
                    <a:gd name="T1" fmla="*/ 0 h 97"/>
                    <a:gd name="T2" fmla="*/ 243 w 243"/>
                    <a:gd name="T3" fmla="*/ 1 h 97"/>
                    <a:gd name="T4" fmla="*/ 243 w 243"/>
                    <a:gd name="T5" fmla="*/ 97 h 97"/>
                    <a:gd name="T6" fmla="*/ 61 w 243"/>
                    <a:gd name="T7" fmla="*/ 97 h 97"/>
                    <a:gd name="T8" fmla="*/ 53 w 243"/>
                    <a:gd name="T9" fmla="*/ 71 h 97"/>
                    <a:gd name="T10" fmla="*/ 43 w 243"/>
                    <a:gd name="T11" fmla="*/ 49 h 97"/>
                    <a:gd name="T12" fmla="*/ 30 w 243"/>
                    <a:gd name="T13" fmla="*/ 33 h 97"/>
                    <a:gd name="T14" fmla="*/ 15 w 243"/>
                    <a:gd name="T15" fmla="*/ 15 h 97"/>
                    <a:gd name="T16" fmla="*/ 0 w 243"/>
                    <a:gd name="T17" fmla="*/ 0 h 9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43" h="97">
                      <a:moveTo>
                        <a:pt x="0" y="0"/>
                      </a:moveTo>
                      <a:lnTo>
                        <a:pt x="243" y="1"/>
                      </a:lnTo>
                      <a:lnTo>
                        <a:pt x="243" y="97"/>
                      </a:lnTo>
                      <a:lnTo>
                        <a:pt x="61" y="97"/>
                      </a:lnTo>
                      <a:lnTo>
                        <a:pt x="53" y="71"/>
                      </a:lnTo>
                      <a:lnTo>
                        <a:pt x="43" y="49"/>
                      </a:lnTo>
                      <a:lnTo>
                        <a:pt x="30" y="33"/>
                      </a:lnTo>
                      <a:lnTo>
                        <a:pt x="15" y="1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FFFFCC">
                        <a:gamma/>
                        <a:shade val="46275"/>
                        <a:invGamma/>
                      </a:srgbClr>
                    </a:gs>
                    <a:gs pos="100000">
                      <a:srgbClr val="FFFFCC"/>
                    </a:gs>
                  </a:gsLst>
                  <a:lin ang="0" scaled="1"/>
                </a:gra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400">
                    <a:latin typeface="DengXian" charset="-122"/>
                    <a:ea typeface="DengXian" charset="-122"/>
                    <a:cs typeface="DengXian" charset="-122"/>
                  </a:endParaRPr>
                </a:p>
              </p:txBody>
            </p:sp>
          </p:grpSp>
          <p:sp>
            <p:nvSpPr>
              <p:cNvPr id="31" name="Freeform 33">
                <a:extLst>
                  <a:ext uri="{FF2B5EF4-FFF2-40B4-BE49-F238E27FC236}">
                    <a16:creationId xmlns:a16="http://schemas.microsoft.com/office/drawing/2014/main" id="{EBF627A5-6301-3209-2E34-111EA835C6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0" y="1918"/>
                <a:ext cx="484" cy="74"/>
              </a:xfrm>
              <a:custGeom>
                <a:avLst/>
                <a:gdLst>
                  <a:gd name="T0" fmla="*/ 92 w 484"/>
                  <a:gd name="T1" fmla="*/ 2 h 74"/>
                  <a:gd name="T2" fmla="*/ 484 w 484"/>
                  <a:gd name="T3" fmla="*/ 0 h 74"/>
                  <a:gd name="T4" fmla="*/ 470 w 484"/>
                  <a:gd name="T5" fmla="*/ 12 h 74"/>
                  <a:gd name="T6" fmla="*/ 458 w 484"/>
                  <a:gd name="T7" fmla="*/ 22 h 74"/>
                  <a:gd name="T8" fmla="*/ 452 w 484"/>
                  <a:gd name="T9" fmla="*/ 22 h 74"/>
                  <a:gd name="T10" fmla="*/ 438 w 484"/>
                  <a:gd name="T11" fmla="*/ 32 h 74"/>
                  <a:gd name="T12" fmla="*/ 438 w 484"/>
                  <a:gd name="T13" fmla="*/ 30 h 74"/>
                  <a:gd name="T14" fmla="*/ 432 w 484"/>
                  <a:gd name="T15" fmla="*/ 34 h 74"/>
                  <a:gd name="T16" fmla="*/ 414 w 484"/>
                  <a:gd name="T17" fmla="*/ 44 h 74"/>
                  <a:gd name="T18" fmla="*/ 394 w 484"/>
                  <a:gd name="T19" fmla="*/ 48 h 74"/>
                  <a:gd name="T20" fmla="*/ 384 w 484"/>
                  <a:gd name="T21" fmla="*/ 58 h 74"/>
                  <a:gd name="T22" fmla="*/ 366 w 484"/>
                  <a:gd name="T23" fmla="*/ 74 h 74"/>
                  <a:gd name="T24" fmla="*/ 16 w 484"/>
                  <a:gd name="T25" fmla="*/ 72 h 74"/>
                  <a:gd name="T26" fmla="*/ 0 w 484"/>
                  <a:gd name="T27" fmla="*/ 64 h 74"/>
                  <a:gd name="T28" fmla="*/ 22 w 484"/>
                  <a:gd name="T29" fmla="*/ 58 h 74"/>
                  <a:gd name="T30" fmla="*/ 32 w 484"/>
                  <a:gd name="T31" fmla="*/ 54 h 74"/>
                  <a:gd name="T32" fmla="*/ 44 w 484"/>
                  <a:gd name="T33" fmla="*/ 46 h 74"/>
                  <a:gd name="T34" fmla="*/ 52 w 484"/>
                  <a:gd name="T35" fmla="*/ 36 h 74"/>
                  <a:gd name="T36" fmla="*/ 60 w 484"/>
                  <a:gd name="T37" fmla="*/ 32 h 74"/>
                  <a:gd name="T38" fmla="*/ 70 w 484"/>
                  <a:gd name="T39" fmla="*/ 24 h 74"/>
                  <a:gd name="T40" fmla="*/ 74 w 484"/>
                  <a:gd name="T41" fmla="*/ 18 h 74"/>
                  <a:gd name="T42" fmla="*/ 78 w 484"/>
                  <a:gd name="T43" fmla="*/ 18 h 74"/>
                  <a:gd name="T44" fmla="*/ 92 w 484"/>
                  <a:gd name="T45" fmla="*/ 2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84" h="74">
                    <a:moveTo>
                      <a:pt x="92" y="2"/>
                    </a:moveTo>
                    <a:lnTo>
                      <a:pt x="484" y="0"/>
                    </a:lnTo>
                    <a:lnTo>
                      <a:pt x="470" y="12"/>
                    </a:lnTo>
                    <a:lnTo>
                      <a:pt x="458" y="22"/>
                    </a:lnTo>
                    <a:lnTo>
                      <a:pt x="452" y="22"/>
                    </a:lnTo>
                    <a:lnTo>
                      <a:pt x="438" y="32"/>
                    </a:lnTo>
                    <a:lnTo>
                      <a:pt x="438" y="30"/>
                    </a:lnTo>
                    <a:lnTo>
                      <a:pt x="432" y="34"/>
                    </a:lnTo>
                    <a:lnTo>
                      <a:pt x="414" y="44"/>
                    </a:lnTo>
                    <a:lnTo>
                      <a:pt x="394" y="48"/>
                    </a:lnTo>
                    <a:lnTo>
                      <a:pt x="384" y="58"/>
                    </a:lnTo>
                    <a:lnTo>
                      <a:pt x="366" y="74"/>
                    </a:lnTo>
                    <a:lnTo>
                      <a:pt x="16" y="72"/>
                    </a:lnTo>
                    <a:lnTo>
                      <a:pt x="0" y="64"/>
                    </a:lnTo>
                    <a:lnTo>
                      <a:pt x="22" y="58"/>
                    </a:lnTo>
                    <a:lnTo>
                      <a:pt x="32" y="54"/>
                    </a:lnTo>
                    <a:lnTo>
                      <a:pt x="44" y="46"/>
                    </a:lnTo>
                    <a:lnTo>
                      <a:pt x="52" y="36"/>
                    </a:lnTo>
                    <a:lnTo>
                      <a:pt x="60" y="32"/>
                    </a:lnTo>
                    <a:lnTo>
                      <a:pt x="70" y="24"/>
                    </a:lnTo>
                    <a:lnTo>
                      <a:pt x="74" y="18"/>
                    </a:lnTo>
                    <a:lnTo>
                      <a:pt x="78" y="18"/>
                    </a:lnTo>
                    <a:lnTo>
                      <a:pt x="92" y="2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32" name="Freeform 34">
                <a:extLst>
                  <a:ext uri="{FF2B5EF4-FFF2-40B4-BE49-F238E27FC236}">
                    <a16:creationId xmlns:a16="http://schemas.microsoft.com/office/drawing/2014/main" id="{FD43E4C6-E759-6EF2-C027-7617C355A9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2" y="1914"/>
                <a:ext cx="250" cy="66"/>
              </a:xfrm>
              <a:custGeom>
                <a:avLst/>
                <a:gdLst>
                  <a:gd name="T0" fmla="*/ 250 w 250"/>
                  <a:gd name="T1" fmla="*/ 2 h 66"/>
                  <a:gd name="T2" fmla="*/ 248 w 250"/>
                  <a:gd name="T3" fmla="*/ 4 h 66"/>
                  <a:gd name="T4" fmla="*/ 248 w 250"/>
                  <a:gd name="T5" fmla="*/ 0 h 66"/>
                  <a:gd name="T6" fmla="*/ 242 w 250"/>
                  <a:gd name="T7" fmla="*/ 8 h 66"/>
                  <a:gd name="T8" fmla="*/ 236 w 250"/>
                  <a:gd name="T9" fmla="*/ 12 h 66"/>
                  <a:gd name="T10" fmla="*/ 232 w 250"/>
                  <a:gd name="T11" fmla="*/ 18 h 66"/>
                  <a:gd name="T12" fmla="*/ 224 w 250"/>
                  <a:gd name="T13" fmla="*/ 24 h 66"/>
                  <a:gd name="T14" fmla="*/ 214 w 250"/>
                  <a:gd name="T15" fmla="*/ 32 h 66"/>
                  <a:gd name="T16" fmla="*/ 208 w 250"/>
                  <a:gd name="T17" fmla="*/ 36 h 66"/>
                  <a:gd name="T18" fmla="*/ 196 w 250"/>
                  <a:gd name="T19" fmla="*/ 44 h 66"/>
                  <a:gd name="T20" fmla="*/ 180 w 250"/>
                  <a:gd name="T21" fmla="*/ 54 h 66"/>
                  <a:gd name="T22" fmla="*/ 164 w 250"/>
                  <a:gd name="T23" fmla="*/ 62 h 66"/>
                  <a:gd name="T24" fmla="*/ 152 w 250"/>
                  <a:gd name="T25" fmla="*/ 64 h 66"/>
                  <a:gd name="T26" fmla="*/ 134 w 250"/>
                  <a:gd name="T27" fmla="*/ 66 h 66"/>
                  <a:gd name="T28" fmla="*/ 114 w 250"/>
                  <a:gd name="T29" fmla="*/ 66 h 66"/>
                  <a:gd name="T30" fmla="*/ 98 w 250"/>
                  <a:gd name="T31" fmla="*/ 66 h 66"/>
                  <a:gd name="T32" fmla="*/ 94 w 250"/>
                  <a:gd name="T33" fmla="*/ 62 h 66"/>
                  <a:gd name="T34" fmla="*/ 80 w 250"/>
                  <a:gd name="T35" fmla="*/ 60 h 66"/>
                  <a:gd name="T36" fmla="*/ 68 w 250"/>
                  <a:gd name="T37" fmla="*/ 56 h 66"/>
                  <a:gd name="T38" fmla="*/ 56 w 250"/>
                  <a:gd name="T39" fmla="*/ 48 h 66"/>
                  <a:gd name="T40" fmla="*/ 46 w 250"/>
                  <a:gd name="T41" fmla="*/ 44 h 66"/>
                  <a:gd name="T42" fmla="*/ 40 w 250"/>
                  <a:gd name="T43" fmla="*/ 38 h 66"/>
                  <a:gd name="T44" fmla="*/ 30 w 250"/>
                  <a:gd name="T45" fmla="*/ 32 h 66"/>
                  <a:gd name="T46" fmla="*/ 20 w 250"/>
                  <a:gd name="T47" fmla="*/ 24 h 66"/>
                  <a:gd name="T48" fmla="*/ 12 w 250"/>
                  <a:gd name="T49" fmla="*/ 18 h 66"/>
                  <a:gd name="T50" fmla="*/ 8 w 250"/>
                  <a:gd name="T51" fmla="*/ 12 h 66"/>
                  <a:gd name="T52" fmla="*/ 0 w 250"/>
                  <a:gd name="T53" fmla="*/ 4 h 66"/>
                  <a:gd name="T54" fmla="*/ 250 w 250"/>
                  <a:gd name="T55" fmla="*/ 2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250" h="66">
                    <a:moveTo>
                      <a:pt x="250" y="2"/>
                    </a:moveTo>
                    <a:lnTo>
                      <a:pt x="248" y="4"/>
                    </a:lnTo>
                    <a:lnTo>
                      <a:pt x="248" y="0"/>
                    </a:lnTo>
                    <a:lnTo>
                      <a:pt x="242" y="8"/>
                    </a:lnTo>
                    <a:lnTo>
                      <a:pt x="236" y="12"/>
                    </a:lnTo>
                    <a:lnTo>
                      <a:pt x="232" y="18"/>
                    </a:lnTo>
                    <a:lnTo>
                      <a:pt x="224" y="24"/>
                    </a:lnTo>
                    <a:lnTo>
                      <a:pt x="214" y="32"/>
                    </a:lnTo>
                    <a:lnTo>
                      <a:pt x="208" y="36"/>
                    </a:lnTo>
                    <a:lnTo>
                      <a:pt x="196" y="44"/>
                    </a:lnTo>
                    <a:lnTo>
                      <a:pt x="180" y="54"/>
                    </a:lnTo>
                    <a:lnTo>
                      <a:pt x="164" y="62"/>
                    </a:lnTo>
                    <a:lnTo>
                      <a:pt x="152" y="64"/>
                    </a:lnTo>
                    <a:lnTo>
                      <a:pt x="134" y="66"/>
                    </a:lnTo>
                    <a:lnTo>
                      <a:pt x="114" y="66"/>
                    </a:lnTo>
                    <a:lnTo>
                      <a:pt x="98" y="66"/>
                    </a:lnTo>
                    <a:lnTo>
                      <a:pt x="94" y="62"/>
                    </a:lnTo>
                    <a:lnTo>
                      <a:pt x="80" y="60"/>
                    </a:lnTo>
                    <a:lnTo>
                      <a:pt x="68" y="56"/>
                    </a:lnTo>
                    <a:lnTo>
                      <a:pt x="56" y="48"/>
                    </a:lnTo>
                    <a:lnTo>
                      <a:pt x="46" y="44"/>
                    </a:lnTo>
                    <a:lnTo>
                      <a:pt x="40" y="38"/>
                    </a:lnTo>
                    <a:lnTo>
                      <a:pt x="30" y="32"/>
                    </a:lnTo>
                    <a:lnTo>
                      <a:pt x="20" y="24"/>
                    </a:lnTo>
                    <a:lnTo>
                      <a:pt x="12" y="18"/>
                    </a:lnTo>
                    <a:lnTo>
                      <a:pt x="8" y="12"/>
                    </a:lnTo>
                    <a:lnTo>
                      <a:pt x="0" y="4"/>
                    </a:lnTo>
                    <a:lnTo>
                      <a:pt x="250" y="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CC"/>
                  </a:gs>
                  <a:gs pos="100000">
                    <a:srgbClr val="FFFFCC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33" name="Line 35">
                <a:extLst>
                  <a:ext uri="{FF2B5EF4-FFF2-40B4-BE49-F238E27FC236}">
                    <a16:creationId xmlns:a16="http://schemas.microsoft.com/office/drawing/2014/main" id="{BFE98B58-94F3-B9F1-6F34-C089284E80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76" y="1918"/>
                <a:ext cx="15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34" name="Freeform 36">
                <a:extLst>
                  <a:ext uri="{FF2B5EF4-FFF2-40B4-BE49-F238E27FC236}">
                    <a16:creationId xmlns:a16="http://schemas.microsoft.com/office/drawing/2014/main" id="{357659EF-400B-A8EE-6888-53EE8B9603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4" y="1914"/>
                <a:ext cx="82" cy="60"/>
              </a:xfrm>
              <a:custGeom>
                <a:avLst/>
                <a:gdLst>
                  <a:gd name="T0" fmla="*/ 82 w 82"/>
                  <a:gd name="T1" fmla="*/ 0 h 60"/>
                  <a:gd name="T2" fmla="*/ 74 w 82"/>
                  <a:gd name="T3" fmla="*/ 14 h 60"/>
                  <a:gd name="T4" fmla="*/ 62 w 82"/>
                  <a:gd name="T5" fmla="*/ 28 h 60"/>
                  <a:gd name="T6" fmla="*/ 46 w 82"/>
                  <a:gd name="T7" fmla="*/ 40 h 60"/>
                  <a:gd name="T8" fmla="*/ 32 w 82"/>
                  <a:gd name="T9" fmla="*/ 48 h 60"/>
                  <a:gd name="T10" fmla="*/ 20 w 82"/>
                  <a:gd name="T11" fmla="*/ 56 h 60"/>
                  <a:gd name="T12" fmla="*/ 0 w 82"/>
                  <a:gd name="T13" fmla="*/ 6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2" h="60">
                    <a:moveTo>
                      <a:pt x="82" y="0"/>
                    </a:moveTo>
                    <a:cubicBezTo>
                      <a:pt x="80" y="4"/>
                      <a:pt x="77" y="9"/>
                      <a:pt x="74" y="14"/>
                    </a:cubicBezTo>
                    <a:cubicBezTo>
                      <a:pt x="71" y="19"/>
                      <a:pt x="67" y="24"/>
                      <a:pt x="62" y="28"/>
                    </a:cubicBezTo>
                    <a:cubicBezTo>
                      <a:pt x="57" y="32"/>
                      <a:pt x="51" y="37"/>
                      <a:pt x="46" y="40"/>
                    </a:cubicBezTo>
                    <a:cubicBezTo>
                      <a:pt x="41" y="43"/>
                      <a:pt x="36" y="45"/>
                      <a:pt x="32" y="48"/>
                    </a:cubicBezTo>
                    <a:cubicBezTo>
                      <a:pt x="28" y="51"/>
                      <a:pt x="25" y="54"/>
                      <a:pt x="20" y="56"/>
                    </a:cubicBezTo>
                    <a:cubicBezTo>
                      <a:pt x="15" y="58"/>
                      <a:pt x="4" y="59"/>
                      <a:pt x="0" y="60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</p:grpSp>
        <p:sp>
          <p:nvSpPr>
            <p:cNvPr id="28" name="Oval 37">
              <a:extLst>
                <a:ext uri="{FF2B5EF4-FFF2-40B4-BE49-F238E27FC236}">
                  <a16:creationId xmlns:a16="http://schemas.microsoft.com/office/drawing/2014/main" id="{4D97622F-D378-3BAF-6AD5-B5DC32A03B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350"/>
              <a:ext cx="258" cy="516"/>
            </a:xfrm>
            <a:prstGeom prst="ellipse">
              <a:avLst/>
            </a:prstGeom>
            <a:gradFill rotWithShape="0">
              <a:gsLst>
                <a:gs pos="0">
                  <a:srgbClr val="FFFFCC">
                    <a:gamma/>
                    <a:shade val="46275"/>
                    <a:invGamma/>
                  </a:srgbClr>
                </a:gs>
                <a:gs pos="50000">
                  <a:srgbClr val="FFFFCC"/>
                </a:gs>
                <a:gs pos="100000">
                  <a:srgbClr val="FFFFCC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29" name="Freeform 38">
              <a:extLst>
                <a:ext uri="{FF2B5EF4-FFF2-40B4-BE49-F238E27FC236}">
                  <a16:creationId xmlns:a16="http://schemas.microsoft.com/office/drawing/2014/main" id="{0FA94F17-C509-7406-A3A1-BE4831064F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2" y="1344"/>
              <a:ext cx="110" cy="26"/>
            </a:xfrm>
            <a:custGeom>
              <a:avLst/>
              <a:gdLst>
                <a:gd name="T0" fmla="*/ 0 w 110"/>
                <a:gd name="T1" fmla="*/ 26 h 26"/>
                <a:gd name="T2" fmla="*/ 110 w 110"/>
                <a:gd name="T3" fmla="*/ 26 h 26"/>
                <a:gd name="T4" fmla="*/ 104 w 110"/>
                <a:gd name="T5" fmla="*/ 14 h 26"/>
                <a:gd name="T6" fmla="*/ 86 w 110"/>
                <a:gd name="T7" fmla="*/ 6 h 26"/>
                <a:gd name="T8" fmla="*/ 72 w 110"/>
                <a:gd name="T9" fmla="*/ 0 h 26"/>
                <a:gd name="T10" fmla="*/ 52 w 110"/>
                <a:gd name="T11" fmla="*/ 0 h 26"/>
                <a:gd name="T12" fmla="*/ 32 w 110"/>
                <a:gd name="T13" fmla="*/ 6 h 26"/>
                <a:gd name="T14" fmla="*/ 12 w 110"/>
                <a:gd name="T15" fmla="*/ 14 h 26"/>
                <a:gd name="T16" fmla="*/ 0 w 110"/>
                <a:gd name="T17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0" h="26">
                  <a:moveTo>
                    <a:pt x="0" y="26"/>
                  </a:moveTo>
                  <a:lnTo>
                    <a:pt x="110" y="26"/>
                  </a:lnTo>
                  <a:lnTo>
                    <a:pt x="104" y="14"/>
                  </a:lnTo>
                  <a:lnTo>
                    <a:pt x="86" y="6"/>
                  </a:lnTo>
                  <a:lnTo>
                    <a:pt x="72" y="0"/>
                  </a:lnTo>
                  <a:lnTo>
                    <a:pt x="52" y="0"/>
                  </a:lnTo>
                  <a:lnTo>
                    <a:pt x="32" y="6"/>
                  </a:lnTo>
                  <a:lnTo>
                    <a:pt x="12" y="14"/>
                  </a:lnTo>
                  <a:cubicBezTo>
                    <a:pt x="8" y="18"/>
                    <a:pt x="4" y="22"/>
                    <a:pt x="0" y="26"/>
                  </a:cubicBezTo>
                  <a:close/>
                </a:path>
              </a:pathLst>
            </a:custGeom>
            <a:gradFill rotWithShape="0">
              <a:gsLst>
                <a:gs pos="0">
                  <a:srgbClr val="FFFFCC">
                    <a:gamma/>
                    <a:shade val="46275"/>
                    <a:invGamma/>
                  </a:srgbClr>
                </a:gs>
                <a:gs pos="100000">
                  <a:srgbClr val="FFFFCC"/>
                </a:gs>
              </a:gsLst>
              <a:lin ang="5400000" scaled="1"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8B6CEDE-1FD0-9406-F12C-7EB3EC300336}"/>
              </a:ext>
            </a:extLst>
          </p:cNvPr>
          <p:cNvGrpSpPr>
            <a:grpSpLocks/>
          </p:cNvGrpSpPr>
          <p:nvPr/>
        </p:nvGrpSpPr>
        <p:grpSpPr bwMode="auto">
          <a:xfrm>
            <a:off x="2566987" y="2861602"/>
            <a:ext cx="1933575" cy="1601788"/>
            <a:chOff x="1008" y="1554"/>
            <a:chExt cx="1218" cy="1009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B9E25DF8-E16A-EAA5-1B69-683249253A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8" y="1784"/>
              <a:ext cx="1218" cy="779"/>
              <a:chOff x="1309" y="1215"/>
              <a:chExt cx="1218" cy="779"/>
            </a:xfrm>
          </p:grpSpPr>
          <p:sp>
            <p:nvSpPr>
              <p:cNvPr id="46" name="AutoShape 41">
                <a:extLst>
                  <a:ext uri="{FF2B5EF4-FFF2-40B4-BE49-F238E27FC236}">
                    <a16:creationId xmlns:a16="http://schemas.microsoft.com/office/drawing/2014/main" id="{8FAE2393-10BC-E053-52D5-A98017652A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1545" y="1013"/>
                <a:ext cx="745" cy="1218"/>
              </a:xfrm>
              <a:prstGeom prst="can">
                <a:avLst>
                  <a:gd name="adj" fmla="val 54550"/>
                </a:avLst>
              </a:prstGeom>
              <a:gradFill rotWithShape="0">
                <a:gsLst>
                  <a:gs pos="0">
                    <a:srgbClr val="99CCFF"/>
                  </a:gs>
                  <a:gs pos="100000">
                    <a:srgbClr val="99CCFF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47" name="Freeform 42">
                <a:extLst>
                  <a:ext uri="{FF2B5EF4-FFF2-40B4-BE49-F238E27FC236}">
                    <a16:creationId xmlns:a16="http://schemas.microsoft.com/office/drawing/2014/main" id="{7B6AA895-F274-8AF5-DA39-EF17A6F902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4" y="1215"/>
                <a:ext cx="470" cy="84"/>
              </a:xfrm>
              <a:custGeom>
                <a:avLst/>
                <a:gdLst>
                  <a:gd name="T0" fmla="*/ 76 w 470"/>
                  <a:gd name="T1" fmla="*/ 41 h 84"/>
                  <a:gd name="T2" fmla="*/ 122 w 470"/>
                  <a:gd name="T3" fmla="*/ 39 h 84"/>
                  <a:gd name="T4" fmla="*/ 140 w 470"/>
                  <a:gd name="T5" fmla="*/ 45 h 84"/>
                  <a:gd name="T6" fmla="*/ 164 w 470"/>
                  <a:gd name="T7" fmla="*/ 53 h 84"/>
                  <a:gd name="T8" fmla="*/ 188 w 470"/>
                  <a:gd name="T9" fmla="*/ 63 h 84"/>
                  <a:gd name="T10" fmla="*/ 210 w 470"/>
                  <a:gd name="T11" fmla="*/ 81 h 84"/>
                  <a:gd name="T12" fmla="*/ 323 w 470"/>
                  <a:gd name="T13" fmla="*/ 84 h 84"/>
                  <a:gd name="T14" fmla="*/ 346 w 470"/>
                  <a:gd name="T15" fmla="*/ 69 h 84"/>
                  <a:gd name="T16" fmla="*/ 362 w 470"/>
                  <a:gd name="T17" fmla="*/ 57 h 84"/>
                  <a:gd name="T18" fmla="*/ 380 w 470"/>
                  <a:gd name="T19" fmla="*/ 48 h 84"/>
                  <a:gd name="T20" fmla="*/ 407 w 470"/>
                  <a:gd name="T21" fmla="*/ 39 h 84"/>
                  <a:gd name="T22" fmla="*/ 470 w 470"/>
                  <a:gd name="T23" fmla="*/ 25 h 84"/>
                  <a:gd name="T24" fmla="*/ 425 w 470"/>
                  <a:gd name="T25" fmla="*/ 0 h 84"/>
                  <a:gd name="T26" fmla="*/ 0 w 470"/>
                  <a:gd name="T27" fmla="*/ 1 h 84"/>
                  <a:gd name="T28" fmla="*/ 76 w 470"/>
                  <a:gd name="T29" fmla="*/ 41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0" h="84">
                    <a:moveTo>
                      <a:pt x="76" y="41"/>
                    </a:moveTo>
                    <a:lnTo>
                      <a:pt x="122" y="39"/>
                    </a:lnTo>
                    <a:lnTo>
                      <a:pt x="140" y="45"/>
                    </a:lnTo>
                    <a:lnTo>
                      <a:pt x="164" y="53"/>
                    </a:lnTo>
                    <a:lnTo>
                      <a:pt x="188" y="63"/>
                    </a:lnTo>
                    <a:lnTo>
                      <a:pt x="210" y="81"/>
                    </a:lnTo>
                    <a:lnTo>
                      <a:pt x="323" y="84"/>
                    </a:lnTo>
                    <a:lnTo>
                      <a:pt x="346" y="69"/>
                    </a:lnTo>
                    <a:lnTo>
                      <a:pt x="362" y="57"/>
                    </a:lnTo>
                    <a:lnTo>
                      <a:pt x="380" y="48"/>
                    </a:lnTo>
                    <a:lnTo>
                      <a:pt x="407" y="39"/>
                    </a:lnTo>
                    <a:lnTo>
                      <a:pt x="470" y="25"/>
                    </a:lnTo>
                    <a:lnTo>
                      <a:pt x="425" y="0"/>
                    </a:lnTo>
                    <a:lnTo>
                      <a:pt x="0" y="1"/>
                    </a:lnTo>
                    <a:lnTo>
                      <a:pt x="76" y="41"/>
                    </a:lnTo>
                    <a:close/>
                  </a:path>
                </a:pathLst>
              </a:custGeom>
              <a:solidFill>
                <a:srgbClr val="99CCFF"/>
              </a:solidFill>
              <a:ln w="9525" cap="flat" cmpd="sng">
                <a:solidFill>
                  <a:srgbClr val="99CC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48" name="Freeform 43">
                <a:extLst>
                  <a:ext uri="{FF2B5EF4-FFF2-40B4-BE49-F238E27FC236}">
                    <a16:creationId xmlns:a16="http://schemas.microsoft.com/office/drawing/2014/main" id="{77995868-963B-AAE4-3232-0692CB4339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4" y="1246"/>
                <a:ext cx="112" cy="50"/>
              </a:xfrm>
              <a:custGeom>
                <a:avLst/>
                <a:gdLst>
                  <a:gd name="T0" fmla="*/ 112 w 112"/>
                  <a:gd name="T1" fmla="*/ 50 h 50"/>
                  <a:gd name="T2" fmla="*/ 102 w 112"/>
                  <a:gd name="T3" fmla="*/ 42 h 50"/>
                  <a:gd name="T4" fmla="*/ 92 w 112"/>
                  <a:gd name="T5" fmla="*/ 34 h 50"/>
                  <a:gd name="T6" fmla="*/ 80 w 112"/>
                  <a:gd name="T7" fmla="*/ 26 h 50"/>
                  <a:gd name="T8" fmla="*/ 68 w 112"/>
                  <a:gd name="T9" fmla="*/ 18 h 50"/>
                  <a:gd name="T10" fmla="*/ 56 w 112"/>
                  <a:gd name="T11" fmla="*/ 12 h 50"/>
                  <a:gd name="T12" fmla="*/ 42 w 112"/>
                  <a:gd name="T13" fmla="*/ 8 h 50"/>
                  <a:gd name="T14" fmla="*/ 28 w 112"/>
                  <a:gd name="T15" fmla="*/ 4 h 50"/>
                  <a:gd name="T16" fmla="*/ 12 w 112"/>
                  <a:gd name="T17" fmla="*/ 2 h 50"/>
                  <a:gd name="T18" fmla="*/ 0 w 112"/>
                  <a:gd name="T19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2" h="50">
                    <a:moveTo>
                      <a:pt x="112" y="50"/>
                    </a:moveTo>
                    <a:cubicBezTo>
                      <a:pt x="108" y="47"/>
                      <a:pt x="105" y="45"/>
                      <a:pt x="102" y="42"/>
                    </a:cubicBezTo>
                    <a:cubicBezTo>
                      <a:pt x="99" y="39"/>
                      <a:pt x="96" y="37"/>
                      <a:pt x="92" y="34"/>
                    </a:cubicBezTo>
                    <a:cubicBezTo>
                      <a:pt x="88" y="31"/>
                      <a:pt x="84" y="29"/>
                      <a:pt x="80" y="26"/>
                    </a:cubicBezTo>
                    <a:cubicBezTo>
                      <a:pt x="76" y="23"/>
                      <a:pt x="72" y="20"/>
                      <a:pt x="68" y="18"/>
                    </a:cubicBezTo>
                    <a:cubicBezTo>
                      <a:pt x="64" y="16"/>
                      <a:pt x="60" y="14"/>
                      <a:pt x="56" y="12"/>
                    </a:cubicBezTo>
                    <a:cubicBezTo>
                      <a:pt x="52" y="10"/>
                      <a:pt x="47" y="9"/>
                      <a:pt x="42" y="8"/>
                    </a:cubicBezTo>
                    <a:cubicBezTo>
                      <a:pt x="37" y="7"/>
                      <a:pt x="33" y="5"/>
                      <a:pt x="28" y="4"/>
                    </a:cubicBezTo>
                    <a:cubicBezTo>
                      <a:pt x="23" y="3"/>
                      <a:pt x="17" y="3"/>
                      <a:pt x="12" y="2"/>
                    </a:cubicBezTo>
                    <a:cubicBezTo>
                      <a:pt x="7" y="1"/>
                      <a:pt x="3" y="0"/>
                      <a:pt x="0" y="0"/>
                    </a:cubicBezTo>
                  </a:path>
                </a:pathLst>
              </a:custGeom>
              <a:noFill/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49" name="Freeform 44">
                <a:extLst>
                  <a:ext uri="{FF2B5EF4-FFF2-40B4-BE49-F238E27FC236}">
                    <a16:creationId xmlns:a16="http://schemas.microsoft.com/office/drawing/2014/main" id="{D73944CF-8D25-BAA1-A33F-96969CB94E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6" y="1246"/>
                <a:ext cx="260" cy="142"/>
              </a:xfrm>
              <a:custGeom>
                <a:avLst/>
                <a:gdLst>
                  <a:gd name="T0" fmla="*/ 0 w 260"/>
                  <a:gd name="T1" fmla="*/ 142 h 142"/>
                  <a:gd name="T2" fmla="*/ 260 w 260"/>
                  <a:gd name="T3" fmla="*/ 140 h 142"/>
                  <a:gd name="T4" fmla="*/ 254 w 260"/>
                  <a:gd name="T5" fmla="*/ 114 h 142"/>
                  <a:gd name="T6" fmla="*/ 244 w 260"/>
                  <a:gd name="T7" fmla="*/ 92 h 142"/>
                  <a:gd name="T8" fmla="*/ 230 w 260"/>
                  <a:gd name="T9" fmla="*/ 72 h 142"/>
                  <a:gd name="T10" fmla="*/ 218 w 260"/>
                  <a:gd name="T11" fmla="*/ 57 h 142"/>
                  <a:gd name="T12" fmla="*/ 203 w 260"/>
                  <a:gd name="T13" fmla="*/ 45 h 142"/>
                  <a:gd name="T14" fmla="*/ 176 w 260"/>
                  <a:gd name="T15" fmla="*/ 24 h 142"/>
                  <a:gd name="T16" fmla="*/ 158 w 260"/>
                  <a:gd name="T17" fmla="*/ 15 h 142"/>
                  <a:gd name="T18" fmla="*/ 126 w 260"/>
                  <a:gd name="T19" fmla="*/ 2 h 142"/>
                  <a:gd name="T20" fmla="*/ 102 w 260"/>
                  <a:gd name="T21" fmla="*/ 0 h 142"/>
                  <a:gd name="T22" fmla="*/ 82 w 260"/>
                  <a:gd name="T23" fmla="*/ 6 h 142"/>
                  <a:gd name="T24" fmla="*/ 59 w 260"/>
                  <a:gd name="T25" fmla="*/ 15 h 142"/>
                  <a:gd name="T26" fmla="*/ 32 w 260"/>
                  <a:gd name="T27" fmla="*/ 28 h 142"/>
                  <a:gd name="T28" fmla="*/ 6 w 260"/>
                  <a:gd name="T29" fmla="*/ 48 h 142"/>
                  <a:gd name="T30" fmla="*/ 0 w 260"/>
                  <a:gd name="T31" fmla="*/ 14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60" h="142">
                    <a:moveTo>
                      <a:pt x="0" y="142"/>
                    </a:moveTo>
                    <a:lnTo>
                      <a:pt x="260" y="140"/>
                    </a:lnTo>
                    <a:lnTo>
                      <a:pt x="254" y="114"/>
                    </a:lnTo>
                    <a:lnTo>
                      <a:pt x="244" y="92"/>
                    </a:lnTo>
                    <a:lnTo>
                      <a:pt x="230" y="72"/>
                    </a:lnTo>
                    <a:lnTo>
                      <a:pt x="218" y="57"/>
                    </a:lnTo>
                    <a:lnTo>
                      <a:pt x="203" y="45"/>
                    </a:lnTo>
                    <a:lnTo>
                      <a:pt x="176" y="24"/>
                    </a:lnTo>
                    <a:lnTo>
                      <a:pt x="158" y="15"/>
                    </a:lnTo>
                    <a:lnTo>
                      <a:pt x="126" y="2"/>
                    </a:lnTo>
                    <a:lnTo>
                      <a:pt x="102" y="0"/>
                    </a:lnTo>
                    <a:lnTo>
                      <a:pt x="82" y="6"/>
                    </a:lnTo>
                    <a:lnTo>
                      <a:pt x="59" y="15"/>
                    </a:lnTo>
                    <a:lnTo>
                      <a:pt x="32" y="28"/>
                    </a:lnTo>
                    <a:lnTo>
                      <a:pt x="6" y="48"/>
                    </a:lnTo>
                    <a:lnTo>
                      <a:pt x="0" y="14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CC"/>
                  </a:gs>
                  <a:gs pos="100000">
                    <a:srgbClr val="FFFFCC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50" name="Freeform 45">
                <a:extLst>
                  <a:ext uri="{FF2B5EF4-FFF2-40B4-BE49-F238E27FC236}">
                    <a16:creationId xmlns:a16="http://schemas.microsoft.com/office/drawing/2014/main" id="{51552DC1-5C56-A4D3-767D-1A58928BD4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3" y="1291"/>
                <a:ext cx="243" cy="97"/>
              </a:xfrm>
              <a:custGeom>
                <a:avLst/>
                <a:gdLst>
                  <a:gd name="T0" fmla="*/ 0 w 243"/>
                  <a:gd name="T1" fmla="*/ 0 h 97"/>
                  <a:gd name="T2" fmla="*/ 243 w 243"/>
                  <a:gd name="T3" fmla="*/ 1 h 97"/>
                  <a:gd name="T4" fmla="*/ 243 w 243"/>
                  <a:gd name="T5" fmla="*/ 97 h 97"/>
                  <a:gd name="T6" fmla="*/ 61 w 243"/>
                  <a:gd name="T7" fmla="*/ 97 h 97"/>
                  <a:gd name="T8" fmla="*/ 53 w 243"/>
                  <a:gd name="T9" fmla="*/ 71 h 97"/>
                  <a:gd name="T10" fmla="*/ 43 w 243"/>
                  <a:gd name="T11" fmla="*/ 49 h 97"/>
                  <a:gd name="T12" fmla="*/ 30 w 243"/>
                  <a:gd name="T13" fmla="*/ 33 h 97"/>
                  <a:gd name="T14" fmla="*/ 15 w 243"/>
                  <a:gd name="T15" fmla="*/ 15 h 97"/>
                  <a:gd name="T16" fmla="*/ 0 w 243"/>
                  <a:gd name="T17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3" h="97">
                    <a:moveTo>
                      <a:pt x="0" y="0"/>
                    </a:moveTo>
                    <a:lnTo>
                      <a:pt x="243" y="1"/>
                    </a:lnTo>
                    <a:lnTo>
                      <a:pt x="243" y="97"/>
                    </a:lnTo>
                    <a:lnTo>
                      <a:pt x="61" y="97"/>
                    </a:lnTo>
                    <a:lnTo>
                      <a:pt x="53" y="71"/>
                    </a:lnTo>
                    <a:lnTo>
                      <a:pt x="43" y="49"/>
                    </a:lnTo>
                    <a:lnTo>
                      <a:pt x="30" y="33"/>
                    </a:lnTo>
                    <a:lnTo>
                      <a:pt x="15" y="15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CC">
                      <a:gamma/>
                      <a:shade val="46275"/>
                      <a:invGamma/>
                    </a:srgbClr>
                  </a:gs>
                  <a:gs pos="100000">
                    <a:srgbClr val="FFFFCC"/>
                  </a:gs>
                </a:gsLst>
                <a:lin ang="0" scaled="1"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</p:grpSp>
        <p:grpSp>
          <p:nvGrpSpPr>
            <p:cNvPr id="42" name="Group 46">
              <a:extLst>
                <a:ext uri="{FF2B5EF4-FFF2-40B4-BE49-F238E27FC236}">
                  <a16:creationId xmlns:a16="http://schemas.microsoft.com/office/drawing/2014/main" id="{4EF24B45-0C4D-8311-C601-3242AB07D2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6" y="1554"/>
              <a:ext cx="708" cy="403"/>
              <a:chOff x="1296" y="1554"/>
              <a:chExt cx="708" cy="403"/>
            </a:xfrm>
          </p:grpSpPr>
          <p:sp>
            <p:nvSpPr>
              <p:cNvPr id="43" name="Freeform 47">
                <a:extLst>
                  <a:ext uri="{FF2B5EF4-FFF2-40B4-BE49-F238E27FC236}">
                    <a16:creationId xmlns:a16="http://schemas.microsoft.com/office/drawing/2014/main" id="{4F296D30-B82E-CD1F-DE18-9B2C8D4F44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6" y="1554"/>
                <a:ext cx="708" cy="87"/>
              </a:xfrm>
              <a:custGeom>
                <a:avLst/>
                <a:gdLst>
                  <a:gd name="T0" fmla="*/ 0 w 708"/>
                  <a:gd name="T1" fmla="*/ 3 h 87"/>
                  <a:gd name="T2" fmla="*/ 273 w 708"/>
                  <a:gd name="T3" fmla="*/ 87 h 87"/>
                  <a:gd name="T4" fmla="*/ 708 w 708"/>
                  <a:gd name="T5" fmla="*/ 87 h 87"/>
                  <a:gd name="T6" fmla="*/ 444 w 708"/>
                  <a:gd name="T7" fmla="*/ 0 h 87"/>
                  <a:gd name="T8" fmla="*/ 0 w 708"/>
                  <a:gd name="T9" fmla="*/ 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08" h="87">
                    <a:moveTo>
                      <a:pt x="0" y="3"/>
                    </a:moveTo>
                    <a:lnTo>
                      <a:pt x="273" y="87"/>
                    </a:lnTo>
                    <a:lnTo>
                      <a:pt x="708" y="87"/>
                    </a:lnTo>
                    <a:lnTo>
                      <a:pt x="444" y="0"/>
                    </a:lnTo>
                    <a:lnTo>
                      <a:pt x="0" y="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CCFF"/>
                  </a:gs>
                  <a:gs pos="100000">
                    <a:srgbClr val="FFCCFF">
                      <a:gamma/>
                      <a:shade val="46275"/>
                      <a:invGamma/>
                    </a:srgbClr>
                  </a:gs>
                </a:gsLst>
                <a:lin ang="18900000" scaled="1"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44" name="Freeform 48">
                <a:extLst>
                  <a:ext uri="{FF2B5EF4-FFF2-40B4-BE49-F238E27FC236}">
                    <a16:creationId xmlns:a16="http://schemas.microsoft.com/office/drawing/2014/main" id="{6C257B16-0345-8FD9-8070-4CC59E098C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0" y="1561"/>
                <a:ext cx="270" cy="396"/>
              </a:xfrm>
              <a:custGeom>
                <a:avLst/>
                <a:gdLst>
                  <a:gd name="T0" fmla="*/ 0 w 270"/>
                  <a:gd name="T1" fmla="*/ 0 h 396"/>
                  <a:gd name="T2" fmla="*/ 0 w 270"/>
                  <a:gd name="T3" fmla="*/ 254 h 396"/>
                  <a:gd name="T4" fmla="*/ 114 w 270"/>
                  <a:gd name="T5" fmla="*/ 256 h 396"/>
                  <a:gd name="T6" fmla="*/ 136 w 270"/>
                  <a:gd name="T7" fmla="*/ 262 h 396"/>
                  <a:gd name="T8" fmla="*/ 160 w 270"/>
                  <a:gd name="T9" fmla="*/ 270 h 396"/>
                  <a:gd name="T10" fmla="*/ 184 w 270"/>
                  <a:gd name="T11" fmla="*/ 286 h 396"/>
                  <a:gd name="T12" fmla="*/ 202 w 270"/>
                  <a:gd name="T13" fmla="*/ 300 h 396"/>
                  <a:gd name="T14" fmla="*/ 218 w 270"/>
                  <a:gd name="T15" fmla="*/ 316 h 396"/>
                  <a:gd name="T16" fmla="*/ 228 w 270"/>
                  <a:gd name="T17" fmla="*/ 329 h 396"/>
                  <a:gd name="T18" fmla="*/ 240 w 270"/>
                  <a:gd name="T19" fmla="*/ 340 h 396"/>
                  <a:gd name="T20" fmla="*/ 250 w 270"/>
                  <a:gd name="T21" fmla="*/ 356 h 396"/>
                  <a:gd name="T22" fmla="*/ 258 w 270"/>
                  <a:gd name="T23" fmla="*/ 372 h 396"/>
                  <a:gd name="T24" fmla="*/ 270 w 270"/>
                  <a:gd name="T25" fmla="*/ 388 h 396"/>
                  <a:gd name="T26" fmla="*/ 270 w 270"/>
                  <a:gd name="T27" fmla="*/ 82 h 396"/>
                  <a:gd name="T28" fmla="*/ 0 w 270"/>
                  <a:gd name="T29" fmla="*/ 0 h 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70" h="396">
                    <a:moveTo>
                      <a:pt x="0" y="0"/>
                    </a:moveTo>
                    <a:lnTo>
                      <a:pt x="0" y="254"/>
                    </a:lnTo>
                    <a:lnTo>
                      <a:pt x="114" y="256"/>
                    </a:lnTo>
                    <a:lnTo>
                      <a:pt x="136" y="262"/>
                    </a:lnTo>
                    <a:lnTo>
                      <a:pt x="160" y="270"/>
                    </a:lnTo>
                    <a:lnTo>
                      <a:pt x="184" y="286"/>
                    </a:lnTo>
                    <a:lnTo>
                      <a:pt x="202" y="300"/>
                    </a:lnTo>
                    <a:lnTo>
                      <a:pt x="218" y="316"/>
                    </a:lnTo>
                    <a:lnTo>
                      <a:pt x="228" y="329"/>
                    </a:lnTo>
                    <a:lnTo>
                      <a:pt x="240" y="340"/>
                    </a:lnTo>
                    <a:lnTo>
                      <a:pt x="250" y="356"/>
                    </a:lnTo>
                    <a:lnTo>
                      <a:pt x="258" y="372"/>
                    </a:lnTo>
                    <a:cubicBezTo>
                      <a:pt x="264" y="396"/>
                      <a:pt x="261" y="388"/>
                      <a:pt x="270" y="388"/>
                    </a:cubicBezTo>
                    <a:lnTo>
                      <a:pt x="270" y="82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CCFF">
                      <a:gamma/>
                      <a:shade val="46275"/>
                      <a:invGamma/>
                    </a:srgbClr>
                  </a:gs>
                  <a:gs pos="100000">
                    <a:srgbClr val="FFCCFF"/>
                  </a:gs>
                </a:gsLst>
                <a:lin ang="0" scaled="1"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45" name="Rectangle 49">
                <a:extLst>
                  <a:ext uri="{FF2B5EF4-FFF2-40B4-BE49-F238E27FC236}">
                    <a16:creationId xmlns:a16="http://schemas.microsoft.com/office/drawing/2014/main" id="{670E10D9-61D7-D615-9DA6-BDAF5DD804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63" y="1642"/>
                <a:ext cx="438" cy="314"/>
              </a:xfrm>
              <a:prstGeom prst="rect">
                <a:avLst/>
              </a:prstGeom>
              <a:gradFill rotWithShape="0">
                <a:gsLst>
                  <a:gs pos="0">
                    <a:srgbClr val="FFCCFF"/>
                  </a:gs>
                  <a:gs pos="100000">
                    <a:srgbClr val="FFCCFF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</p:grpSp>
      </p:grpSp>
      <p:pic>
        <p:nvPicPr>
          <p:cNvPr id="52" name="Picture 51">
            <a:extLst>
              <a:ext uri="{FF2B5EF4-FFF2-40B4-BE49-F238E27FC236}">
                <a16:creationId xmlns:a16="http://schemas.microsoft.com/office/drawing/2014/main" id="{EBB856BC-C7B8-A48D-3717-36727941C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9945161" y="2096130"/>
            <a:ext cx="1638151" cy="3120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867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75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75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75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/>
      <p:bldP spid="7" grpId="0" animBg="1"/>
      <p:bldP spid="8" grpId="0" build="p" autoUpdateAnimBg="0" advAuto="0"/>
      <p:bldP spid="9" grpId="0" animBg="1"/>
      <p:bldP spid="10" grpId="0" animBg="1"/>
      <p:bldP spid="11" grpId="0" build="p" autoUpdateAnimBg="0" advAuto="0"/>
      <p:bldP spid="12" grpId="0" build="p" autoUpdateAnimBg="0" advAuto="0"/>
      <p:bldP spid="13" grpId="0"/>
      <p:bldP spid="14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58DF44-6D7D-1A48-B74C-93DA658B4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4BC5C-FB32-4C3F-AD92-5A5000B5A7B5}" type="datetime1">
              <a:rPr lang="zh-CN" altLang="en-US" smtClean="0"/>
              <a:t>2025/11/11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8549BD-D784-E34E-C6B8-918FA7A2E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13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067290-6234-EED4-46A7-E286FF75C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8</a:t>
            </a:fld>
            <a:endParaRPr lang="en-US"/>
          </a:p>
        </p:txBody>
      </p:sp>
      <p:sp>
        <p:nvSpPr>
          <p:cNvPr id="24" name="Text Box 20">
            <a:extLst>
              <a:ext uri="{FF2B5EF4-FFF2-40B4-BE49-F238E27FC236}">
                <a16:creationId xmlns:a16="http://schemas.microsoft.com/office/drawing/2014/main" id="{08216B54-5AF8-0475-069C-7CD636F1E6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2257" y="490866"/>
            <a:ext cx="338105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C00000"/>
                </a:solidFill>
              </a:rPr>
              <a:t>例</a:t>
            </a:r>
            <a:r>
              <a:rPr lang="en-US" altLang="zh-CN" sz="2800" b="1" dirty="0">
                <a:solidFill>
                  <a:srgbClr val="C00000"/>
                </a:solidFill>
              </a:rPr>
              <a:t>14.2</a:t>
            </a:r>
            <a:r>
              <a:rPr lang="zh-CN" altLang="en-US" sz="2800" b="1" dirty="0">
                <a:solidFill>
                  <a:srgbClr val="C00000"/>
                </a:solidFill>
              </a:rPr>
              <a:t>：补全主视图</a:t>
            </a:r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B28795FB-6CC7-7C54-5DCD-20A53F9F9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9604234" y="2405572"/>
            <a:ext cx="1878806" cy="321163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44BDE34-AEE7-398A-CE2C-CC14E28BF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2700" y="1168400"/>
            <a:ext cx="4546600" cy="45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03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E91C3-4C08-724F-4B6A-A4643BC9F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BF8152-60A4-A681-DD2F-09834C7A9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4BC5C-FB32-4C3F-AD92-5A5000B5A7B5}" type="datetime1">
              <a:rPr lang="zh-CN" altLang="en-US" smtClean="0"/>
              <a:t>2025/11/11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4BEF1C-3511-E4D2-17CA-87B44367E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13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056D2-2022-1279-E651-6FA02D835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9</a:t>
            </a:fld>
            <a:endParaRPr lang="en-US"/>
          </a:p>
        </p:txBody>
      </p:sp>
      <p:sp>
        <p:nvSpPr>
          <p:cNvPr id="6" name="Line 2">
            <a:extLst>
              <a:ext uri="{FF2B5EF4-FFF2-40B4-BE49-F238E27FC236}">
                <a16:creationId xmlns:a16="http://schemas.microsoft.com/office/drawing/2014/main" id="{76D03CC5-C82D-D4D9-D91B-ECFCF1DB8535}"/>
              </a:ext>
            </a:extLst>
          </p:cNvPr>
          <p:cNvSpPr>
            <a:spLocks noChangeShapeType="1"/>
          </p:cNvSpPr>
          <p:nvPr/>
        </p:nvSpPr>
        <p:spPr bwMode="auto">
          <a:xfrm>
            <a:off x="7341551" y="1279525"/>
            <a:ext cx="0" cy="2733675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" name="Line 3">
            <a:extLst>
              <a:ext uri="{FF2B5EF4-FFF2-40B4-BE49-F238E27FC236}">
                <a16:creationId xmlns:a16="http://schemas.microsoft.com/office/drawing/2014/main" id="{3EB52D04-4931-8654-8371-AE131289B283}"/>
              </a:ext>
            </a:extLst>
          </p:cNvPr>
          <p:cNvSpPr>
            <a:spLocks noChangeShapeType="1"/>
          </p:cNvSpPr>
          <p:nvPr/>
        </p:nvSpPr>
        <p:spPr bwMode="auto">
          <a:xfrm>
            <a:off x="2455226" y="2901950"/>
            <a:ext cx="306863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216BBB86-F8AE-9277-250B-36973ED2641F}"/>
              </a:ext>
            </a:extLst>
          </p:cNvPr>
          <p:cNvSpPr>
            <a:spLocks/>
          </p:cNvSpPr>
          <p:nvPr/>
        </p:nvSpPr>
        <p:spPr bwMode="auto">
          <a:xfrm>
            <a:off x="6643051" y="1441450"/>
            <a:ext cx="1588" cy="679450"/>
          </a:xfrm>
          <a:custGeom>
            <a:avLst/>
            <a:gdLst>
              <a:gd name="T0" fmla="*/ 0 w 1"/>
              <a:gd name="T1" fmla="*/ 0 h 428"/>
              <a:gd name="T2" fmla="*/ 0 w 1"/>
              <a:gd name="T3" fmla="*/ 428 h 42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428">
                <a:moveTo>
                  <a:pt x="0" y="0"/>
                </a:moveTo>
                <a:lnTo>
                  <a:pt x="0" y="428"/>
                </a:lnTo>
              </a:path>
            </a:pathLst>
          </a:custGeom>
          <a:noFill/>
          <a:ln w="38100" cmpd="sng">
            <a:solidFill>
              <a:srgbClr val="008000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1620F0E3-2C98-D827-F896-CE9B8B78192D}"/>
              </a:ext>
            </a:extLst>
          </p:cNvPr>
          <p:cNvSpPr>
            <a:spLocks/>
          </p:cNvSpPr>
          <p:nvPr/>
        </p:nvSpPr>
        <p:spPr bwMode="auto">
          <a:xfrm>
            <a:off x="3425189" y="2324100"/>
            <a:ext cx="4305300" cy="1588"/>
          </a:xfrm>
          <a:custGeom>
            <a:avLst/>
            <a:gdLst>
              <a:gd name="T0" fmla="*/ 2712 w 2712"/>
              <a:gd name="T1" fmla="*/ 0 h 1"/>
              <a:gd name="T2" fmla="*/ 0 w 2712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712" h="1">
                <a:moveTo>
                  <a:pt x="2712" y="0"/>
                </a:moveTo>
                <a:lnTo>
                  <a:pt x="0" y="0"/>
                </a:lnTo>
              </a:path>
            </a:pathLst>
          </a:custGeom>
          <a:noFill/>
          <a:ln w="12700" cmpd="sng">
            <a:solidFill>
              <a:srgbClr val="CC00CC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7BA4A3EA-CC25-F8F2-E689-584B6C665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3576" y="1441450"/>
            <a:ext cx="1524000" cy="457200"/>
          </a:xfrm>
          <a:prstGeom prst="rect">
            <a:avLst/>
          </a:prstGeom>
          <a:noFill/>
          <a:ln w="19050">
            <a:solidFill>
              <a:srgbClr val="008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8895479D-7D36-BFBC-ADD8-3B5363E0D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3976" y="1898650"/>
            <a:ext cx="2743200" cy="19050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152E953E-3C5D-C0D5-DB4F-306590F06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3976" y="1900238"/>
            <a:ext cx="2743200" cy="1905000"/>
          </a:xfrm>
          <a:prstGeom prst="rect">
            <a:avLst/>
          </a:prstGeom>
          <a:noFill/>
          <a:ln w="38100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3" name="Line 9">
            <a:extLst>
              <a:ext uri="{FF2B5EF4-FFF2-40B4-BE49-F238E27FC236}">
                <a16:creationId xmlns:a16="http://schemas.microsoft.com/office/drawing/2014/main" id="{329DEC49-D612-6C44-DE64-B4A4BED421A4}"/>
              </a:ext>
            </a:extLst>
          </p:cNvPr>
          <p:cNvSpPr>
            <a:spLocks noChangeShapeType="1"/>
          </p:cNvSpPr>
          <p:nvPr/>
        </p:nvSpPr>
        <p:spPr bwMode="auto">
          <a:xfrm>
            <a:off x="6108064" y="2889250"/>
            <a:ext cx="2478087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4" name="Oval 10">
            <a:extLst>
              <a:ext uri="{FF2B5EF4-FFF2-40B4-BE49-F238E27FC236}">
                <a16:creationId xmlns:a16="http://schemas.microsoft.com/office/drawing/2014/main" id="{2C77B7A6-1637-E9FE-19CF-4E743971B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2214" y="1878013"/>
            <a:ext cx="2071687" cy="1946275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7EF49FCB-397C-2E26-F772-64918C491F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3976" y="4337050"/>
            <a:ext cx="2743200" cy="1905000"/>
          </a:xfrm>
          <a:prstGeom prst="rect">
            <a:avLst/>
          </a:prstGeom>
          <a:noFill/>
          <a:ln w="38100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FDD3F4CF-E41C-A118-CA1A-B9900F6407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3576" y="4641850"/>
            <a:ext cx="1524000" cy="1295400"/>
          </a:xfrm>
          <a:prstGeom prst="rect">
            <a:avLst/>
          </a:prstGeom>
          <a:noFill/>
          <a:ln w="38100">
            <a:solidFill>
              <a:srgbClr val="008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7" name="Freeform 13">
            <a:extLst>
              <a:ext uri="{FF2B5EF4-FFF2-40B4-BE49-F238E27FC236}">
                <a16:creationId xmlns:a16="http://schemas.microsoft.com/office/drawing/2014/main" id="{C49F931F-FCFC-07E1-F709-C76642A92A05}"/>
              </a:ext>
            </a:extLst>
          </p:cNvPr>
          <p:cNvSpPr>
            <a:spLocks/>
          </p:cNvSpPr>
          <p:nvPr/>
        </p:nvSpPr>
        <p:spPr bwMode="auto">
          <a:xfrm>
            <a:off x="6650989" y="1443038"/>
            <a:ext cx="1370012" cy="7937"/>
          </a:xfrm>
          <a:custGeom>
            <a:avLst/>
            <a:gdLst>
              <a:gd name="T0" fmla="*/ 0 w 863"/>
              <a:gd name="T1" fmla="*/ 0 h 5"/>
              <a:gd name="T2" fmla="*/ 863 w 863"/>
              <a:gd name="T3" fmla="*/ 5 h 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863" h="5">
                <a:moveTo>
                  <a:pt x="0" y="0"/>
                </a:moveTo>
                <a:lnTo>
                  <a:pt x="863" y="5"/>
                </a:lnTo>
              </a:path>
            </a:pathLst>
          </a:custGeom>
          <a:noFill/>
          <a:ln w="38100" cmpd="sng">
            <a:solidFill>
              <a:srgbClr val="008000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8" name="Freeform 14">
            <a:extLst>
              <a:ext uri="{FF2B5EF4-FFF2-40B4-BE49-F238E27FC236}">
                <a16:creationId xmlns:a16="http://schemas.microsoft.com/office/drawing/2014/main" id="{27E3AC87-A295-453B-7C99-08C3A575D93C}"/>
              </a:ext>
            </a:extLst>
          </p:cNvPr>
          <p:cNvSpPr>
            <a:spLocks/>
          </p:cNvSpPr>
          <p:nvPr/>
        </p:nvSpPr>
        <p:spPr bwMode="auto">
          <a:xfrm>
            <a:off x="8017826" y="1450975"/>
            <a:ext cx="1588" cy="671513"/>
          </a:xfrm>
          <a:custGeom>
            <a:avLst/>
            <a:gdLst>
              <a:gd name="T0" fmla="*/ 0 w 1"/>
              <a:gd name="T1" fmla="*/ 0 h 423"/>
              <a:gd name="T2" fmla="*/ 0 w 1"/>
              <a:gd name="T3" fmla="*/ 423 h 42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423">
                <a:moveTo>
                  <a:pt x="0" y="0"/>
                </a:moveTo>
                <a:lnTo>
                  <a:pt x="0" y="423"/>
                </a:lnTo>
              </a:path>
            </a:pathLst>
          </a:custGeom>
          <a:noFill/>
          <a:ln w="38100" cmpd="sng">
            <a:solidFill>
              <a:srgbClr val="008000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19" name="Group 15">
            <a:extLst>
              <a:ext uri="{FF2B5EF4-FFF2-40B4-BE49-F238E27FC236}">
                <a16:creationId xmlns:a16="http://schemas.microsoft.com/office/drawing/2014/main" id="{EF237B0D-CFB4-DA15-29C9-B0B4A088EACE}"/>
              </a:ext>
            </a:extLst>
          </p:cNvPr>
          <p:cNvGrpSpPr>
            <a:grpSpLocks/>
          </p:cNvGrpSpPr>
          <p:nvPr/>
        </p:nvGrpSpPr>
        <p:grpSpPr bwMode="auto">
          <a:xfrm>
            <a:off x="3223576" y="1898650"/>
            <a:ext cx="1524000" cy="2743200"/>
            <a:chOff x="1440" y="960"/>
            <a:chExt cx="960" cy="1728"/>
          </a:xfrm>
        </p:grpSpPr>
        <p:sp>
          <p:nvSpPr>
            <p:cNvPr id="20" name="Line 16">
              <a:extLst>
                <a:ext uri="{FF2B5EF4-FFF2-40B4-BE49-F238E27FC236}">
                  <a16:creationId xmlns:a16="http://schemas.microsoft.com/office/drawing/2014/main" id="{960D759E-8C37-35F9-8C6C-CB522A51C3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960"/>
              <a:ext cx="0" cy="1728"/>
            </a:xfrm>
            <a:prstGeom prst="line">
              <a:avLst/>
            </a:prstGeom>
            <a:noFill/>
            <a:ln w="12700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" name="Line 17">
              <a:extLst>
                <a:ext uri="{FF2B5EF4-FFF2-40B4-BE49-F238E27FC236}">
                  <a16:creationId xmlns:a16="http://schemas.microsoft.com/office/drawing/2014/main" id="{217088E5-BA06-BA57-C0E9-D0EF4C4223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960"/>
              <a:ext cx="0" cy="1728"/>
            </a:xfrm>
            <a:prstGeom prst="line">
              <a:avLst/>
            </a:prstGeom>
            <a:noFill/>
            <a:ln w="12700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22" name="Line 18">
            <a:extLst>
              <a:ext uri="{FF2B5EF4-FFF2-40B4-BE49-F238E27FC236}">
                <a16:creationId xmlns:a16="http://schemas.microsoft.com/office/drawing/2014/main" id="{104AE63E-A16A-08C7-32DC-B511B337291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71176" y="2127250"/>
            <a:ext cx="4953000" cy="0"/>
          </a:xfrm>
          <a:prstGeom prst="line">
            <a:avLst/>
          </a:prstGeom>
          <a:noFill/>
          <a:ln w="12700">
            <a:solidFill>
              <a:srgbClr val="CC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3" name="Line 19">
            <a:extLst>
              <a:ext uri="{FF2B5EF4-FFF2-40B4-BE49-F238E27FC236}">
                <a16:creationId xmlns:a16="http://schemas.microsoft.com/office/drawing/2014/main" id="{433D044D-B3E4-1DD2-CD86-2A6204744FE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23576" y="2127250"/>
            <a:ext cx="1524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4" name="Text Box 20">
            <a:extLst>
              <a:ext uri="{FF2B5EF4-FFF2-40B4-BE49-F238E27FC236}">
                <a16:creationId xmlns:a16="http://schemas.microsoft.com/office/drawing/2014/main" id="{E33EBDE3-F6D0-31E5-CA5A-05F86C63EA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2257" y="490866"/>
            <a:ext cx="338105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C00000"/>
                </a:solidFill>
              </a:rPr>
              <a:t>例</a:t>
            </a:r>
            <a:r>
              <a:rPr lang="en-US" altLang="zh-CN" sz="2800" b="1" dirty="0">
                <a:solidFill>
                  <a:srgbClr val="C00000"/>
                </a:solidFill>
              </a:rPr>
              <a:t>14.2</a:t>
            </a:r>
            <a:r>
              <a:rPr lang="zh-CN" altLang="en-US" sz="2800" b="1" dirty="0">
                <a:solidFill>
                  <a:srgbClr val="C00000"/>
                </a:solidFill>
              </a:rPr>
              <a:t>：补全主视图</a:t>
            </a:r>
          </a:p>
        </p:txBody>
      </p:sp>
      <p:grpSp>
        <p:nvGrpSpPr>
          <p:cNvPr id="25" name="Group 21">
            <a:extLst>
              <a:ext uri="{FF2B5EF4-FFF2-40B4-BE49-F238E27FC236}">
                <a16:creationId xmlns:a16="http://schemas.microsoft.com/office/drawing/2014/main" id="{0FCAA7C1-C0A4-43F0-8922-AD45CB0BACDF}"/>
              </a:ext>
            </a:extLst>
          </p:cNvPr>
          <p:cNvGrpSpPr>
            <a:grpSpLocks/>
          </p:cNvGrpSpPr>
          <p:nvPr/>
        </p:nvGrpSpPr>
        <p:grpSpPr bwMode="auto">
          <a:xfrm>
            <a:off x="3537901" y="2314575"/>
            <a:ext cx="898525" cy="2578100"/>
            <a:chOff x="1638" y="1030"/>
            <a:chExt cx="566" cy="1624"/>
          </a:xfrm>
        </p:grpSpPr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1AC29F6F-D74D-06A5-9A31-5CE1427F1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8" y="1045"/>
              <a:ext cx="1" cy="1609"/>
            </a:xfrm>
            <a:custGeom>
              <a:avLst/>
              <a:gdLst>
                <a:gd name="T0" fmla="*/ 0 w 1"/>
                <a:gd name="T1" fmla="*/ 1609 h 1609"/>
                <a:gd name="T2" fmla="*/ 0 w 1"/>
                <a:gd name="T3" fmla="*/ 0 h 1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609">
                  <a:moveTo>
                    <a:pt x="0" y="1609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7" name="Freeform 23">
              <a:extLst>
                <a:ext uri="{FF2B5EF4-FFF2-40B4-BE49-F238E27FC236}">
                  <a16:creationId xmlns:a16="http://schemas.microsoft.com/office/drawing/2014/main" id="{E6EE9745-998A-547A-79ED-E4FF8DB302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3" y="1030"/>
              <a:ext cx="1" cy="1624"/>
            </a:xfrm>
            <a:custGeom>
              <a:avLst/>
              <a:gdLst>
                <a:gd name="T0" fmla="*/ 0 w 1"/>
                <a:gd name="T1" fmla="*/ 1624 h 1624"/>
                <a:gd name="T2" fmla="*/ 0 w 1"/>
                <a:gd name="T3" fmla="*/ 0 h 16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624">
                  <a:moveTo>
                    <a:pt x="0" y="1624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28" name="Group 24">
            <a:extLst>
              <a:ext uri="{FF2B5EF4-FFF2-40B4-BE49-F238E27FC236}">
                <a16:creationId xmlns:a16="http://schemas.microsoft.com/office/drawing/2014/main" id="{A9A57F1A-EE9F-48F6-F837-DD34535A6E80}"/>
              </a:ext>
            </a:extLst>
          </p:cNvPr>
          <p:cNvGrpSpPr>
            <a:grpSpLocks/>
          </p:cNvGrpSpPr>
          <p:nvPr/>
        </p:nvGrpSpPr>
        <p:grpSpPr bwMode="auto">
          <a:xfrm>
            <a:off x="2613976" y="1441450"/>
            <a:ext cx="5410200" cy="4495800"/>
            <a:chOff x="1056" y="480"/>
            <a:chExt cx="3408" cy="2832"/>
          </a:xfrm>
        </p:grpSpPr>
        <p:sp>
          <p:nvSpPr>
            <p:cNvPr id="29" name="Line 25">
              <a:extLst>
                <a:ext uri="{FF2B5EF4-FFF2-40B4-BE49-F238E27FC236}">
                  <a16:creationId xmlns:a16="http://schemas.microsoft.com/office/drawing/2014/main" id="{9C7A4B84-77EB-A7FB-C117-13AA0EB7EE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56" y="2496"/>
              <a:ext cx="1728" cy="0"/>
            </a:xfrm>
            <a:prstGeom prst="line">
              <a:avLst/>
            </a:prstGeom>
            <a:noFill/>
            <a:ln w="19050">
              <a:solidFill>
                <a:srgbClr val="0033CC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0" name="Line 26">
              <a:extLst>
                <a:ext uri="{FF2B5EF4-FFF2-40B4-BE49-F238E27FC236}">
                  <a16:creationId xmlns:a16="http://schemas.microsoft.com/office/drawing/2014/main" id="{65DBB4B3-F2DB-BBF1-C015-20CB60B4D5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56" y="3312"/>
              <a:ext cx="1728" cy="0"/>
            </a:xfrm>
            <a:prstGeom prst="line">
              <a:avLst/>
            </a:prstGeom>
            <a:noFill/>
            <a:ln w="19050">
              <a:solidFill>
                <a:srgbClr val="0033CC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1" name="Oval 27">
              <a:extLst>
                <a:ext uri="{FF2B5EF4-FFF2-40B4-BE49-F238E27FC236}">
                  <a16:creationId xmlns:a16="http://schemas.microsoft.com/office/drawing/2014/main" id="{1616F6D3-3124-93BC-F91E-8D6C3D4C53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960"/>
              <a:ext cx="864" cy="816"/>
            </a:xfrm>
            <a:prstGeom prst="ellipse">
              <a:avLst/>
            </a:prstGeom>
            <a:noFill/>
            <a:ln w="19050">
              <a:solidFill>
                <a:srgbClr val="0033CC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2" name="Line 28">
              <a:extLst>
                <a:ext uri="{FF2B5EF4-FFF2-40B4-BE49-F238E27FC236}">
                  <a16:creationId xmlns:a16="http://schemas.microsoft.com/office/drawing/2014/main" id="{D60D5A1A-D6A4-8EFC-ABB4-1715702FDB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56" y="960"/>
              <a:ext cx="1728" cy="0"/>
            </a:xfrm>
            <a:prstGeom prst="line">
              <a:avLst/>
            </a:prstGeom>
            <a:noFill/>
            <a:ln w="19050">
              <a:solidFill>
                <a:srgbClr val="0033CC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3" name="Line 29">
              <a:extLst>
                <a:ext uri="{FF2B5EF4-FFF2-40B4-BE49-F238E27FC236}">
                  <a16:creationId xmlns:a16="http://schemas.microsoft.com/office/drawing/2014/main" id="{F0031B81-C525-FA42-B851-0D2809115A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56" y="1776"/>
              <a:ext cx="1728" cy="0"/>
            </a:xfrm>
            <a:prstGeom prst="line">
              <a:avLst/>
            </a:prstGeom>
            <a:noFill/>
            <a:ln w="19050">
              <a:solidFill>
                <a:srgbClr val="0033CC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4" name="Rectangle 30">
              <a:extLst>
                <a:ext uri="{FF2B5EF4-FFF2-40B4-BE49-F238E27FC236}">
                  <a16:creationId xmlns:a16="http://schemas.microsoft.com/office/drawing/2014/main" id="{7AAB4CDD-A522-E510-0665-C05E3AF9C0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2640"/>
              <a:ext cx="576" cy="480"/>
            </a:xfrm>
            <a:prstGeom prst="rect">
              <a:avLst/>
            </a:prstGeom>
            <a:noFill/>
            <a:ln w="38100">
              <a:solidFill>
                <a:srgbClr val="A5002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5" name="Freeform 31">
              <a:extLst>
                <a:ext uri="{FF2B5EF4-FFF2-40B4-BE49-F238E27FC236}">
                  <a16:creationId xmlns:a16="http://schemas.microsoft.com/office/drawing/2014/main" id="{3C2F7CEC-25E4-2750-EB06-4F04B16C5F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2" y="480"/>
              <a:ext cx="6" cy="570"/>
            </a:xfrm>
            <a:custGeom>
              <a:avLst/>
              <a:gdLst>
                <a:gd name="T0" fmla="*/ 0 w 6"/>
                <a:gd name="T1" fmla="*/ 0 h 570"/>
                <a:gd name="T2" fmla="*/ 6 w 6"/>
                <a:gd name="T3" fmla="*/ 57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" h="570">
                  <a:moveTo>
                    <a:pt x="0" y="0"/>
                  </a:moveTo>
                  <a:lnTo>
                    <a:pt x="6" y="570"/>
                  </a:lnTo>
                </a:path>
              </a:pathLst>
            </a:custGeom>
            <a:noFill/>
            <a:ln w="19050" cap="flat" cmpd="sng">
              <a:solidFill>
                <a:srgbClr val="A50021"/>
              </a:solidFill>
              <a:prstDash val="lgDash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6" name="Freeform 32">
              <a:extLst>
                <a:ext uri="{FF2B5EF4-FFF2-40B4-BE49-F238E27FC236}">
                  <a16:creationId xmlns:a16="http://schemas.microsoft.com/office/drawing/2014/main" id="{A93F5665-85D5-CB01-8A65-2468ACD8ED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2" y="480"/>
              <a:ext cx="6" cy="570"/>
            </a:xfrm>
            <a:custGeom>
              <a:avLst/>
              <a:gdLst>
                <a:gd name="T0" fmla="*/ 0 w 6"/>
                <a:gd name="T1" fmla="*/ 0 h 570"/>
                <a:gd name="T2" fmla="*/ 6 w 6"/>
                <a:gd name="T3" fmla="*/ 570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" h="570">
                  <a:moveTo>
                    <a:pt x="0" y="0"/>
                  </a:moveTo>
                  <a:lnTo>
                    <a:pt x="6" y="570"/>
                  </a:lnTo>
                </a:path>
              </a:pathLst>
            </a:custGeom>
            <a:noFill/>
            <a:ln w="19050" cap="flat" cmpd="sng">
              <a:solidFill>
                <a:srgbClr val="A50021"/>
              </a:solidFill>
              <a:prstDash val="lgDash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7" name="Line 33">
              <a:extLst>
                <a:ext uri="{FF2B5EF4-FFF2-40B4-BE49-F238E27FC236}">
                  <a16:creationId xmlns:a16="http://schemas.microsoft.com/office/drawing/2014/main" id="{515F2284-080F-8B82-22AF-E80D447859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32" y="480"/>
              <a:ext cx="0" cy="480"/>
            </a:xfrm>
            <a:prstGeom prst="line">
              <a:avLst/>
            </a:prstGeom>
            <a:noFill/>
            <a:ln w="19050">
              <a:solidFill>
                <a:srgbClr val="A5002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8" name="Line 34">
              <a:extLst>
                <a:ext uri="{FF2B5EF4-FFF2-40B4-BE49-F238E27FC236}">
                  <a16:creationId xmlns:a16="http://schemas.microsoft.com/office/drawing/2014/main" id="{55EC3CA1-7EB0-4090-658A-2CE622C412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08" y="480"/>
              <a:ext cx="0" cy="480"/>
            </a:xfrm>
            <a:prstGeom prst="line">
              <a:avLst/>
            </a:prstGeom>
            <a:noFill/>
            <a:ln w="19050">
              <a:solidFill>
                <a:srgbClr val="A5002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39" name="Freeform 35">
            <a:extLst>
              <a:ext uri="{FF2B5EF4-FFF2-40B4-BE49-F238E27FC236}">
                <a16:creationId xmlns:a16="http://schemas.microsoft.com/office/drawing/2014/main" id="{A48C8F98-673D-BF3D-F50C-E53045125ECC}"/>
              </a:ext>
            </a:extLst>
          </p:cNvPr>
          <p:cNvSpPr>
            <a:spLocks/>
          </p:cNvSpPr>
          <p:nvPr/>
        </p:nvSpPr>
        <p:spPr bwMode="auto">
          <a:xfrm>
            <a:off x="3560126" y="2324100"/>
            <a:ext cx="874713" cy="1588"/>
          </a:xfrm>
          <a:custGeom>
            <a:avLst/>
            <a:gdLst>
              <a:gd name="T0" fmla="*/ 0 w 551"/>
              <a:gd name="T1" fmla="*/ 0 h 1"/>
              <a:gd name="T2" fmla="*/ 551 w 551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551" h="1">
                <a:moveTo>
                  <a:pt x="0" y="0"/>
                </a:moveTo>
                <a:lnTo>
                  <a:pt x="551" y="0"/>
                </a:lnTo>
              </a:path>
            </a:pathLst>
          </a:custGeom>
          <a:noFill/>
          <a:ln w="19050" cap="flat" cmpd="sng">
            <a:solidFill>
              <a:srgbClr val="FF0066"/>
            </a:solidFill>
            <a:prstDash val="lg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40" name="Group 36">
            <a:extLst>
              <a:ext uri="{FF2B5EF4-FFF2-40B4-BE49-F238E27FC236}">
                <a16:creationId xmlns:a16="http://schemas.microsoft.com/office/drawing/2014/main" id="{CFDC7FA3-FE6C-67C8-4B68-F9C1F7C6C86B}"/>
              </a:ext>
            </a:extLst>
          </p:cNvPr>
          <p:cNvGrpSpPr>
            <a:grpSpLocks/>
          </p:cNvGrpSpPr>
          <p:nvPr/>
        </p:nvGrpSpPr>
        <p:grpSpPr bwMode="auto">
          <a:xfrm>
            <a:off x="3528376" y="2203450"/>
            <a:ext cx="914400" cy="152400"/>
            <a:chOff x="1632" y="1152"/>
            <a:chExt cx="576" cy="96"/>
          </a:xfrm>
        </p:grpSpPr>
        <p:sp>
          <p:nvSpPr>
            <p:cNvPr id="41" name="Line 37">
              <a:extLst>
                <a:ext uri="{FF2B5EF4-FFF2-40B4-BE49-F238E27FC236}">
                  <a16:creationId xmlns:a16="http://schemas.microsoft.com/office/drawing/2014/main" id="{FF288C9A-268F-B297-71FB-AAF14C687D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1152"/>
              <a:ext cx="0" cy="96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2" name="Line 38">
              <a:extLst>
                <a:ext uri="{FF2B5EF4-FFF2-40B4-BE49-F238E27FC236}">
                  <a16:creationId xmlns:a16="http://schemas.microsoft.com/office/drawing/2014/main" id="{5F19D433-5760-7A50-14A8-3EFE9BCC59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1152"/>
              <a:ext cx="0" cy="96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43" name="Line 39">
            <a:extLst>
              <a:ext uri="{FF2B5EF4-FFF2-40B4-BE49-F238E27FC236}">
                <a16:creationId xmlns:a16="http://schemas.microsoft.com/office/drawing/2014/main" id="{3C5DDBF1-9053-7307-7057-D99BDA55C840}"/>
              </a:ext>
            </a:extLst>
          </p:cNvPr>
          <p:cNvSpPr>
            <a:spLocks noChangeShapeType="1"/>
          </p:cNvSpPr>
          <p:nvPr/>
        </p:nvSpPr>
        <p:spPr bwMode="auto">
          <a:xfrm>
            <a:off x="3529964" y="2203450"/>
            <a:ext cx="9144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4" name="Line 40">
            <a:extLst>
              <a:ext uri="{FF2B5EF4-FFF2-40B4-BE49-F238E27FC236}">
                <a16:creationId xmlns:a16="http://schemas.microsoft.com/office/drawing/2014/main" id="{BC35089B-FC97-C487-E681-232A6FCA8C24}"/>
              </a:ext>
            </a:extLst>
          </p:cNvPr>
          <p:cNvSpPr>
            <a:spLocks noChangeShapeType="1"/>
          </p:cNvSpPr>
          <p:nvPr/>
        </p:nvSpPr>
        <p:spPr bwMode="auto">
          <a:xfrm>
            <a:off x="3985576" y="4565650"/>
            <a:ext cx="0" cy="152400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5" name="Freeform 41">
            <a:extLst>
              <a:ext uri="{FF2B5EF4-FFF2-40B4-BE49-F238E27FC236}">
                <a16:creationId xmlns:a16="http://schemas.microsoft.com/office/drawing/2014/main" id="{80140D5C-AAB5-EC15-47CA-09A748D89BA7}"/>
              </a:ext>
            </a:extLst>
          </p:cNvPr>
          <p:cNvSpPr>
            <a:spLocks/>
          </p:cNvSpPr>
          <p:nvPr/>
        </p:nvSpPr>
        <p:spPr bwMode="auto">
          <a:xfrm>
            <a:off x="3234689" y="1900238"/>
            <a:ext cx="1512887" cy="3175"/>
          </a:xfrm>
          <a:custGeom>
            <a:avLst/>
            <a:gdLst>
              <a:gd name="T0" fmla="*/ 0 w 953"/>
              <a:gd name="T1" fmla="*/ 2 h 2"/>
              <a:gd name="T2" fmla="*/ 953 w 953"/>
              <a:gd name="T3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953" h="2">
                <a:moveTo>
                  <a:pt x="0" y="2"/>
                </a:moveTo>
                <a:lnTo>
                  <a:pt x="953" y="0"/>
                </a:lnTo>
              </a:path>
            </a:pathLst>
          </a:custGeom>
          <a:solidFill>
            <a:srgbClr val="00CCFF"/>
          </a:solidFill>
          <a:ln w="57150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46" name="Group 42">
            <a:extLst>
              <a:ext uri="{FF2B5EF4-FFF2-40B4-BE49-F238E27FC236}">
                <a16:creationId xmlns:a16="http://schemas.microsoft.com/office/drawing/2014/main" id="{F87DCF34-D019-150E-E51A-C43CD86F1795}"/>
              </a:ext>
            </a:extLst>
          </p:cNvPr>
          <p:cNvGrpSpPr>
            <a:grpSpLocks/>
          </p:cNvGrpSpPr>
          <p:nvPr/>
        </p:nvGrpSpPr>
        <p:grpSpPr bwMode="auto">
          <a:xfrm>
            <a:off x="3223576" y="1898650"/>
            <a:ext cx="1524000" cy="228600"/>
            <a:chOff x="1440" y="768"/>
            <a:chExt cx="960" cy="144"/>
          </a:xfrm>
        </p:grpSpPr>
        <p:sp>
          <p:nvSpPr>
            <p:cNvPr id="47" name="Line 43">
              <a:extLst>
                <a:ext uri="{FF2B5EF4-FFF2-40B4-BE49-F238E27FC236}">
                  <a16:creationId xmlns:a16="http://schemas.microsoft.com/office/drawing/2014/main" id="{436E9B4E-0F98-94E3-2899-40B2320A1D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768"/>
              <a:ext cx="0" cy="144"/>
            </a:xfrm>
            <a:prstGeom prst="line">
              <a:avLst/>
            </a:prstGeom>
            <a:noFill/>
            <a:ln w="38100">
              <a:solidFill>
                <a:srgbClr val="CC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8" name="Line 44">
              <a:extLst>
                <a:ext uri="{FF2B5EF4-FFF2-40B4-BE49-F238E27FC236}">
                  <a16:creationId xmlns:a16="http://schemas.microsoft.com/office/drawing/2014/main" id="{E1388DB3-AFD4-B55D-EC1E-C592C97F03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768"/>
              <a:ext cx="0" cy="144"/>
            </a:xfrm>
            <a:prstGeom prst="line">
              <a:avLst/>
            </a:prstGeom>
            <a:noFill/>
            <a:ln w="38100">
              <a:solidFill>
                <a:srgbClr val="CC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49" name="Group 45">
            <a:extLst>
              <a:ext uri="{FF2B5EF4-FFF2-40B4-BE49-F238E27FC236}">
                <a16:creationId xmlns:a16="http://schemas.microsoft.com/office/drawing/2014/main" id="{443D4DAB-2A54-6A26-BEAF-B2476E873149}"/>
              </a:ext>
            </a:extLst>
          </p:cNvPr>
          <p:cNvGrpSpPr>
            <a:grpSpLocks/>
          </p:cNvGrpSpPr>
          <p:nvPr/>
        </p:nvGrpSpPr>
        <p:grpSpPr bwMode="auto">
          <a:xfrm>
            <a:off x="3231514" y="1444625"/>
            <a:ext cx="1524000" cy="681038"/>
            <a:chOff x="1440" y="480"/>
            <a:chExt cx="960" cy="429"/>
          </a:xfrm>
        </p:grpSpPr>
        <p:sp>
          <p:nvSpPr>
            <p:cNvPr id="50" name="Line 46">
              <a:extLst>
                <a:ext uri="{FF2B5EF4-FFF2-40B4-BE49-F238E27FC236}">
                  <a16:creationId xmlns:a16="http://schemas.microsoft.com/office/drawing/2014/main" id="{6CF2F571-51E1-2184-DA18-67E2BF2A9E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480"/>
              <a:ext cx="0" cy="429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1" name="Line 47">
              <a:extLst>
                <a:ext uri="{FF2B5EF4-FFF2-40B4-BE49-F238E27FC236}">
                  <a16:creationId xmlns:a16="http://schemas.microsoft.com/office/drawing/2014/main" id="{231D2B59-DBE4-8F9F-6F22-D4C355147E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480"/>
              <a:ext cx="960" cy="0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2" name="Line 48">
              <a:extLst>
                <a:ext uri="{FF2B5EF4-FFF2-40B4-BE49-F238E27FC236}">
                  <a16:creationId xmlns:a16="http://schemas.microsoft.com/office/drawing/2014/main" id="{A21CB079-5ACB-0329-CC88-860F3DCD0E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480"/>
              <a:ext cx="0" cy="429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53" name="Line 49">
            <a:extLst>
              <a:ext uri="{FF2B5EF4-FFF2-40B4-BE49-F238E27FC236}">
                <a16:creationId xmlns:a16="http://schemas.microsoft.com/office/drawing/2014/main" id="{9E3BA972-5861-D2FD-AB12-029C7E66004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23576" y="5937250"/>
            <a:ext cx="15240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54" name="Group 50">
            <a:extLst>
              <a:ext uri="{FF2B5EF4-FFF2-40B4-BE49-F238E27FC236}">
                <a16:creationId xmlns:a16="http://schemas.microsoft.com/office/drawing/2014/main" id="{F6471362-9E2B-972E-250A-38E72B152965}"/>
              </a:ext>
            </a:extLst>
          </p:cNvPr>
          <p:cNvGrpSpPr>
            <a:grpSpLocks/>
          </p:cNvGrpSpPr>
          <p:nvPr/>
        </p:nvGrpSpPr>
        <p:grpSpPr bwMode="auto">
          <a:xfrm>
            <a:off x="3223576" y="4622800"/>
            <a:ext cx="1524000" cy="1295400"/>
            <a:chOff x="1440" y="2496"/>
            <a:chExt cx="960" cy="816"/>
          </a:xfrm>
        </p:grpSpPr>
        <p:sp>
          <p:nvSpPr>
            <p:cNvPr id="55" name="Line 51">
              <a:extLst>
                <a:ext uri="{FF2B5EF4-FFF2-40B4-BE49-F238E27FC236}">
                  <a16:creationId xmlns:a16="http://schemas.microsoft.com/office/drawing/2014/main" id="{FE2213CC-956B-F0C2-9069-63F71CC10C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2496"/>
              <a:ext cx="0" cy="816"/>
            </a:xfrm>
            <a:prstGeom prst="line">
              <a:avLst/>
            </a:prstGeom>
            <a:noFill/>
            <a:ln w="38100">
              <a:solidFill>
                <a:srgbClr val="CC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6" name="Line 52">
              <a:extLst>
                <a:ext uri="{FF2B5EF4-FFF2-40B4-BE49-F238E27FC236}">
                  <a16:creationId xmlns:a16="http://schemas.microsoft.com/office/drawing/2014/main" id="{3913FF41-1277-DFD7-D830-95F00D66E2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2496"/>
              <a:ext cx="0" cy="816"/>
            </a:xfrm>
            <a:prstGeom prst="line">
              <a:avLst/>
            </a:prstGeom>
            <a:noFill/>
            <a:ln w="38100">
              <a:solidFill>
                <a:srgbClr val="CC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57" name="Line 53">
            <a:extLst>
              <a:ext uri="{FF2B5EF4-FFF2-40B4-BE49-F238E27FC236}">
                <a16:creationId xmlns:a16="http://schemas.microsoft.com/office/drawing/2014/main" id="{D2399CAD-30D7-2116-DC62-531D11D4A4CC}"/>
              </a:ext>
            </a:extLst>
          </p:cNvPr>
          <p:cNvSpPr>
            <a:spLocks noChangeShapeType="1"/>
          </p:cNvSpPr>
          <p:nvPr/>
        </p:nvSpPr>
        <p:spPr bwMode="auto">
          <a:xfrm>
            <a:off x="8016239" y="1452563"/>
            <a:ext cx="0" cy="671512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8" name="Freeform 54">
            <a:extLst>
              <a:ext uri="{FF2B5EF4-FFF2-40B4-BE49-F238E27FC236}">
                <a16:creationId xmlns:a16="http://schemas.microsoft.com/office/drawing/2014/main" id="{9ADB1050-8D67-1961-77EE-EB41C452394D}"/>
              </a:ext>
            </a:extLst>
          </p:cNvPr>
          <p:cNvSpPr>
            <a:spLocks/>
          </p:cNvSpPr>
          <p:nvPr/>
        </p:nvSpPr>
        <p:spPr bwMode="auto">
          <a:xfrm>
            <a:off x="6636701" y="1441450"/>
            <a:ext cx="1371600" cy="669925"/>
          </a:xfrm>
          <a:custGeom>
            <a:avLst/>
            <a:gdLst>
              <a:gd name="T0" fmla="*/ 0 w 864"/>
              <a:gd name="T1" fmla="*/ 422 h 422"/>
              <a:gd name="T2" fmla="*/ 0 w 864"/>
              <a:gd name="T3" fmla="*/ 0 h 422"/>
              <a:gd name="T4" fmla="*/ 864 w 864"/>
              <a:gd name="T5" fmla="*/ 0 h 422"/>
              <a:gd name="T6" fmla="*/ 864 w 864"/>
              <a:gd name="T7" fmla="*/ 422 h 422"/>
              <a:gd name="T8" fmla="*/ 749 w 864"/>
              <a:gd name="T9" fmla="*/ 346 h 422"/>
              <a:gd name="T10" fmla="*/ 606 w 864"/>
              <a:gd name="T11" fmla="*/ 298 h 422"/>
              <a:gd name="T12" fmla="*/ 460 w 864"/>
              <a:gd name="T13" fmla="*/ 284 h 422"/>
              <a:gd name="T14" fmla="*/ 315 w 864"/>
              <a:gd name="T15" fmla="*/ 291 h 422"/>
              <a:gd name="T16" fmla="*/ 155 w 864"/>
              <a:gd name="T17" fmla="*/ 342 h 422"/>
              <a:gd name="T18" fmla="*/ 0 w 864"/>
              <a:gd name="T19" fmla="*/ 422 h 4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864" h="422">
                <a:moveTo>
                  <a:pt x="0" y="422"/>
                </a:moveTo>
                <a:lnTo>
                  <a:pt x="0" y="0"/>
                </a:lnTo>
                <a:lnTo>
                  <a:pt x="864" y="0"/>
                </a:lnTo>
                <a:lnTo>
                  <a:pt x="864" y="422"/>
                </a:lnTo>
                <a:lnTo>
                  <a:pt x="749" y="346"/>
                </a:lnTo>
                <a:lnTo>
                  <a:pt x="606" y="298"/>
                </a:lnTo>
                <a:lnTo>
                  <a:pt x="460" y="284"/>
                </a:lnTo>
                <a:lnTo>
                  <a:pt x="315" y="291"/>
                </a:lnTo>
                <a:lnTo>
                  <a:pt x="155" y="342"/>
                </a:lnTo>
                <a:lnTo>
                  <a:pt x="0" y="422"/>
                </a:lnTo>
                <a:close/>
              </a:path>
            </a:pathLst>
          </a:custGeom>
          <a:solidFill>
            <a:srgbClr val="CC99FF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 cap="flat" cmpd="sng">
                <a:solidFill>
                  <a:schemeClr val="tx2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59" name="Group 55">
            <a:extLst>
              <a:ext uri="{FF2B5EF4-FFF2-40B4-BE49-F238E27FC236}">
                <a16:creationId xmlns:a16="http://schemas.microsoft.com/office/drawing/2014/main" id="{9C3D248C-8ED2-1B50-6FA7-ECDBE76DE4EC}"/>
              </a:ext>
            </a:extLst>
          </p:cNvPr>
          <p:cNvGrpSpPr>
            <a:grpSpLocks/>
          </p:cNvGrpSpPr>
          <p:nvPr/>
        </p:nvGrpSpPr>
        <p:grpSpPr bwMode="auto">
          <a:xfrm>
            <a:off x="6803389" y="4265613"/>
            <a:ext cx="2081212" cy="2090737"/>
            <a:chOff x="1417" y="1403"/>
            <a:chExt cx="1311" cy="1317"/>
          </a:xfrm>
        </p:grpSpPr>
        <p:sp>
          <p:nvSpPr>
            <p:cNvPr id="60" name="Freeform 56">
              <a:extLst>
                <a:ext uri="{FF2B5EF4-FFF2-40B4-BE49-F238E27FC236}">
                  <a16:creationId xmlns:a16="http://schemas.microsoft.com/office/drawing/2014/main" id="{A4ED1772-6ED1-5004-36D5-F3DD57B4BC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6" y="1533"/>
              <a:ext cx="1252" cy="1138"/>
            </a:xfrm>
            <a:custGeom>
              <a:avLst/>
              <a:gdLst>
                <a:gd name="T0" fmla="*/ 0 w 2880"/>
                <a:gd name="T1" fmla="*/ 1032 h 2616"/>
                <a:gd name="T2" fmla="*/ 552 w 2880"/>
                <a:gd name="T3" fmla="*/ 708 h 2616"/>
                <a:gd name="T4" fmla="*/ 624 w 2880"/>
                <a:gd name="T5" fmla="*/ 672 h 2616"/>
                <a:gd name="T6" fmla="*/ 684 w 2880"/>
                <a:gd name="T7" fmla="*/ 708 h 2616"/>
                <a:gd name="T8" fmla="*/ 804 w 2880"/>
                <a:gd name="T9" fmla="*/ 756 h 2616"/>
                <a:gd name="T10" fmla="*/ 876 w 2880"/>
                <a:gd name="T11" fmla="*/ 792 h 2616"/>
                <a:gd name="T12" fmla="*/ 924 w 2880"/>
                <a:gd name="T13" fmla="*/ 852 h 2616"/>
                <a:gd name="T14" fmla="*/ 984 w 2880"/>
                <a:gd name="T15" fmla="*/ 900 h 2616"/>
                <a:gd name="T16" fmla="*/ 1068 w 2880"/>
                <a:gd name="T17" fmla="*/ 960 h 2616"/>
                <a:gd name="T18" fmla="*/ 1128 w 2880"/>
                <a:gd name="T19" fmla="*/ 996 h 2616"/>
                <a:gd name="T20" fmla="*/ 1176 w 2880"/>
                <a:gd name="T21" fmla="*/ 1116 h 2616"/>
                <a:gd name="T22" fmla="*/ 2196 w 2880"/>
                <a:gd name="T23" fmla="*/ 528 h 2616"/>
                <a:gd name="T24" fmla="*/ 2196 w 2880"/>
                <a:gd name="T25" fmla="*/ 84 h 2616"/>
                <a:gd name="T26" fmla="*/ 2112 w 2880"/>
                <a:gd name="T27" fmla="*/ 0 h 2616"/>
                <a:gd name="T28" fmla="*/ 2232 w 2880"/>
                <a:gd name="T29" fmla="*/ 48 h 2616"/>
                <a:gd name="T30" fmla="*/ 2364 w 2880"/>
                <a:gd name="T31" fmla="*/ 132 h 2616"/>
                <a:gd name="T32" fmla="*/ 2484 w 2880"/>
                <a:gd name="T33" fmla="*/ 228 h 2616"/>
                <a:gd name="T34" fmla="*/ 2568 w 2880"/>
                <a:gd name="T35" fmla="*/ 312 h 2616"/>
                <a:gd name="T36" fmla="*/ 2652 w 2880"/>
                <a:gd name="T37" fmla="*/ 420 h 2616"/>
                <a:gd name="T38" fmla="*/ 2736 w 2880"/>
                <a:gd name="T39" fmla="*/ 540 h 2616"/>
                <a:gd name="T40" fmla="*/ 2796 w 2880"/>
                <a:gd name="T41" fmla="*/ 696 h 2616"/>
                <a:gd name="T42" fmla="*/ 2844 w 2880"/>
                <a:gd name="T43" fmla="*/ 852 h 2616"/>
                <a:gd name="T44" fmla="*/ 2880 w 2880"/>
                <a:gd name="T45" fmla="*/ 1044 h 2616"/>
                <a:gd name="T46" fmla="*/ 2868 w 2880"/>
                <a:gd name="T47" fmla="*/ 1236 h 2616"/>
                <a:gd name="T48" fmla="*/ 2808 w 2880"/>
                <a:gd name="T49" fmla="*/ 1428 h 2616"/>
                <a:gd name="T50" fmla="*/ 2724 w 2880"/>
                <a:gd name="T51" fmla="*/ 1536 h 2616"/>
                <a:gd name="T52" fmla="*/ 2604 w 2880"/>
                <a:gd name="T53" fmla="*/ 1620 h 2616"/>
                <a:gd name="T54" fmla="*/ 900 w 2880"/>
                <a:gd name="T55" fmla="*/ 2616 h 2616"/>
                <a:gd name="T56" fmla="*/ 888 w 2880"/>
                <a:gd name="T57" fmla="*/ 2436 h 2616"/>
                <a:gd name="T58" fmla="*/ 1092 w 2880"/>
                <a:gd name="T59" fmla="*/ 2292 h 2616"/>
                <a:gd name="T60" fmla="*/ 1116 w 2880"/>
                <a:gd name="T61" fmla="*/ 2148 h 2616"/>
                <a:gd name="T62" fmla="*/ 1092 w 2880"/>
                <a:gd name="T63" fmla="*/ 1980 h 2616"/>
                <a:gd name="T64" fmla="*/ 1032 w 2880"/>
                <a:gd name="T65" fmla="*/ 1812 h 2616"/>
                <a:gd name="T66" fmla="*/ 960 w 2880"/>
                <a:gd name="T67" fmla="*/ 1644 h 2616"/>
                <a:gd name="T68" fmla="*/ 876 w 2880"/>
                <a:gd name="T69" fmla="*/ 1464 h 2616"/>
                <a:gd name="T70" fmla="*/ 792 w 2880"/>
                <a:gd name="T71" fmla="*/ 1356 h 2616"/>
                <a:gd name="T72" fmla="*/ 684 w 2880"/>
                <a:gd name="T73" fmla="*/ 1260 h 2616"/>
                <a:gd name="T74" fmla="*/ 528 w 2880"/>
                <a:gd name="T75" fmla="*/ 1152 h 2616"/>
                <a:gd name="T76" fmla="*/ 360 w 2880"/>
                <a:gd name="T77" fmla="*/ 1044 h 2616"/>
                <a:gd name="T78" fmla="*/ 240 w 2880"/>
                <a:gd name="T79" fmla="*/ 996 h 2616"/>
                <a:gd name="T80" fmla="*/ 120 w 2880"/>
                <a:gd name="T81" fmla="*/ 1008 h 2616"/>
                <a:gd name="T82" fmla="*/ 0 w 2880"/>
                <a:gd name="T83" fmla="*/ 1032 h 26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880" h="2616">
                  <a:moveTo>
                    <a:pt x="0" y="1032"/>
                  </a:moveTo>
                  <a:lnTo>
                    <a:pt x="552" y="708"/>
                  </a:lnTo>
                  <a:lnTo>
                    <a:pt x="624" y="672"/>
                  </a:lnTo>
                  <a:lnTo>
                    <a:pt x="684" y="708"/>
                  </a:lnTo>
                  <a:lnTo>
                    <a:pt x="804" y="756"/>
                  </a:lnTo>
                  <a:lnTo>
                    <a:pt x="876" y="792"/>
                  </a:lnTo>
                  <a:lnTo>
                    <a:pt x="924" y="852"/>
                  </a:lnTo>
                  <a:lnTo>
                    <a:pt x="984" y="900"/>
                  </a:lnTo>
                  <a:lnTo>
                    <a:pt x="1068" y="960"/>
                  </a:lnTo>
                  <a:lnTo>
                    <a:pt x="1128" y="996"/>
                  </a:lnTo>
                  <a:lnTo>
                    <a:pt x="1176" y="1116"/>
                  </a:lnTo>
                  <a:lnTo>
                    <a:pt x="2196" y="528"/>
                  </a:lnTo>
                  <a:lnTo>
                    <a:pt x="2196" y="84"/>
                  </a:lnTo>
                  <a:lnTo>
                    <a:pt x="2112" y="0"/>
                  </a:lnTo>
                  <a:lnTo>
                    <a:pt x="2232" y="48"/>
                  </a:lnTo>
                  <a:lnTo>
                    <a:pt x="2364" y="132"/>
                  </a:lnTo>
                  <a:lnTo>
                    <a:pt x="2484" y="228"/>
                  </a:lnTo>
                  <a:lnTo>
                    <a:pt x="2568" y="312"/>
                  </a:lnTo>
                  <a:lnTo>
                    <a:pt x="2652" y="420"/>
                  </a:lnTo>
                  <a:lnTo>
                    <a:pt x="2736" y="540"/>
                  </a:lnTo>
                  <a:lnTo>
                    <a:pt x="2796" y="696"/>
                  </a:lnTo>
                  <a:lnTo>
                    <a:pt x="2844" y="852"/>
                  </a:lnTo>
                  <a:lnTo>
                    <a:pt x="2880" y="1044"/>
                  </a:lnTo>
                  <a:lnTo>
                    <a:pt x="2868" y="1236"/>
                  </a:lnTo>
                  <a:lnTo>
                    <a:pt x="2808" y="1428"/>
                  </a:lnTo>
                  <a:lnTo>
                    <a:pt x="2724" y="1536"/>
                  </a:lnTo>
                  <a:lnTo>
                    <a:pt x="2604" y="1620"/>
                  </a:lnTo>
                  <a:lnTo>
                    <a:pt x="900" y="2616"/>
                  </a:lnTo>
                  <a:lnTo>
                    <a:pt x="888" y="2436"/>
                  </a:lnTo>
                  <a:lnTo>
                    <a:pt x="1092" y="2292"/>
                  </a:lnTo>
                  <a:lnTo>
                    <a:pt x="1116" y="2148"/>
                  </a:lnTo>
                  <a:lnTo>
                    <a:pt x="1092" y="1980"/>
                  </a:lnTo>
                  <a:lnTo>
                    <a:pt x="1032" y="1812"/>
                  </a:lnTo>
                  <a:lnTo>
                    <a:pt x="960" y="1644"/>
                  </a:lnTo>
                  <a:lnTo>
                    <a:pt x="876" y="1464"/>
                  </a:lnTo>
                  <a:lnTo>
                    <a:pt x="792" y="1356"/>
                  </a:lnTo>
                  <a:lnTo>
                    <a:pt x="684" y="1260"/>
                  </a:lnTo>
                  <a:lnTo>
                    <a:pt x="528" y="1152"/>
                  </a:lnTo>
                  <a:lnTo>
                    <a:pt x="360" y="1044"/>
                  </a:lnTo>
                  <a:lnTo>
                    <a:pt x="240" y="996"/>
                  </a:lnTo>
                  <a:lnTo>
                    <a:pt x="120" y="1008"/>
                  </a:lnTo>
                  <a:lnTo>
                    <a:pt x="0" y="1032"/>
                  </a:lnTo>
                  <a:close/>
                </a:path>
              </a:pathLst>
            </a:custGeom>
            <a:gradFill rotWithShape="0">
              <a:gsLst>
                <a:gs pos="0">
                  <a:srgbClr val="FF0000">
                    <a:gamma/>
                    <a:shade val="46275"/>
                    <a:invGamma/>
                  </a:srgbClr>
                </a:gs>
                <a:gs pos="50000">
                  <a:srgbClr val="FF0000"/>
                </a:gs>
                <a:gs pos="100000">
                  <a:srgbClr val="FF0000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1" name="Oval 57">
              <a:extLst>
                <a:ext uri="{FF2B5EF4-FFF2-40B4-BE49-F238E27FC236}">
                  <a16:creationId xmlns:a16="http://schemas.microsoft.com/office/drawing/2014/main" id="{EE3959EA-AE85-6FA7-95EA-43077D3EA76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823920">
              <a:off x="1417" y="1932"/>
              <a:ext cx="503" cy="788"/>
            </a:xfrm>
            <a:prstGeom prst="ellipse">
              <a:avLst/>
            </a:prstGeom>
            <a:solidFill>
              <a:srgbClr val="FF66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FF9933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2" name="Freeform 58">
              <a:extLst>
                <a:ext uri="{FF2B5EF4-FFF2-40B4-BE49-F238E27FC236}">
                  <a16:creationId xmlns:a16="http://schemas.microsoft.com/office/drawing/2014/main" id="{D4095DEF-A42E-3986-69B5-3EFEC781E6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6" y="1654"/>
              <a:ext cx="276" cy="370"/>
            </a:xfrm>
            <a:custGeom>
              <a:avLst/>
              <a:gdLst>
                <a:gd name="T0" fmla="*/ 0 w 636"/>
                <a:gd name="T1" fmla="*/ 0 h 852"/>
                <a:gd name="T2" fmla="*/ 636 w 636"/>
                <a:gd name="T3" fmla="*/ 372 h 852"/>
                <a:gd name="T4" fmla="*/ 636 w 636"/>
                <a:gd name="T5" fmla="*/ 852 h 852"/>
                <a:gd name="T6" fmla="*/ 528 w 636"/>
                <a:gd name="T7" fmla="*/ 732 h 852"/>
                <a:gd name="T8" fmla="*/ 444 w 636"/>
                <a:gd name="T9" fmla="*/ 660 h 852"/>
                <a:gd name="T10" fmla="*/ 360 w 636"/>
                <a:gd name="T11" fmla="*/ 600 h 852"/>
                <a:gd name="T12" fmla="*/ 276 w 636"/>
                <a:gd name="T13" fmla="*/ 540 h 852"/>
                <a:gd name="T14" fmla="*/ 180 w 636"/>
                <a:gd name="T15" fmla="*/ 504 h 852"/>
                <a:gd name="T16" fmla="*/ 84 w 636"/>
                <a:gd name="T17" fmla="*/ 480 h 852"/>
                <a:gd name="T18" fmla="*/ 0 w 636"/>
                <a:gd name="T19" fmla="*/ 480 h 852"/>
                <a:gd name="T20" fmla="*/ 0 w 636"/>
                <a:gd name="T21" fmla="*/ 0 h 8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36" h="852">
                  <a:moveTo>
                    <a:pt x="0" y="0"/>
                  </a:moveTo>
                  <a:lnTo>
                    <a:pt x="636" y="372"/>
                  </a:lnTo>
                  <a:lnTo>
                    <a:pt x="636" y="852"/>
                  </a:lnTo>
                  <a:lnTo>
                    <a:pt x="528" y="732"/>
                  </a:lnTo>
                  <a:lnTo>
                    <a:pt x="444" y="660"/>
                  </a:lnTo>
                  <a:lnTo>
                    <a:pt x="360" y="600"/>
                  </a:lnTo>
                  <a:lnTo>
                    <a:pt x="276" y="540"/>
                  </a:lnTo>
                  <a:lnTo>
                    <a:pt x="180" y="504"/>
                  </a:lnTo>
                  <a:lnTo>
                    <a:pt x="84" y="480"/>
                  </a:lnTo>
                  <a:lnTo>
                    <a:pt x="0" y="48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339933">
                    <a:gamma/>
                    <a:shade val="46275"/>
                    <a:invGamma/>
                  </a:srgbClr>
                </a:gs>
                <a:gs pos="100000">
                  <a:srgbClr val="3399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3" name="Freeform 59">
              <a:extLst>
                <a:ext uri="{FF2B5EF4-FFF2-40B4-BE49-F238E27FC236}">
                  <a16:creationId xmlns:a16="http://schemas.microsoft.com/office/drawing/2014/main" id="{CB01AEEC-ABE7-ADA6-CAC5-482CBBD603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7" y="1549"/>
              <a:ext cx="454" cy="480"/>
            </a:xfrm>
            <a:custGeom>
              <a:avLst/>
              <a:gdLst>
                <a:gd name="T0" fmla="*/ 0 w 1044"/>
                <a:gd name="T1" fmla="*/ 552 h 1104"/>
                <a:gd name="T2" fmla="*/ 24 w 1044"/>
                <a:gd name="T3" fmla="*/ 672 h 1104"/>
                <a:gd name="T4" fmla="*/ 24 w 1044"/>
                <a:gd name="T5" fmla="*/ 1104 h 1104"/>
                <a:gd name="T6" fmla="*/ 1044 w 1044"/>
                <a:gd name="T7" fmla="*/ 528 h 1104"/>
                <a:gd name="T8" fmla="*/ 1044 w 1044"/>
                <a:gd name="T9" fmla="*/ 0 h 1104"/>
                <a:gd name="T10" fmla="*/ 0 w 1044"/>
                <a:gd name="T11" fmla="*/ 552 h 1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4" h="1104">
                  <a:moveTo>
                    <a:pt x="0" y="552"/>
                  </a:moveTo>
                  <a:cubicBezTo>
                    <a:pt x="0" y="576"/>
                    <a:pt x="24" y="648"/>
                    <a:pt x="24" y="672"/>
                  </a:cubicBezTo>
                  <a:lnTo>
                    <a:pt x="24" y="1104"/>
                  </a:lnTo>
                  <a:lnTo>
                    <a:pt x="1044" y="528"/>
                  </a:lnTo>
                  <a:lnTo>
                    <a:pt x="1044" y="0"/>
                  </a:lnTo>
                  <a:lnTo>
                    <a:pt x="0" y="552"/>
                  </a:lnTo>
                  <a:close/>
                </a:path>
              </a:pathLst>
            </a:custGeom>
            <a:solidFill>
              <a:srgbClr val="3399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4" name="Freeform 60">
              <a:extLst>
                <a:ext uri="{FF2B5EF4-FFF2-40B4-BE49-F238E27FC236}">
                  <a16:creationId xmlns:a16="http://schemas.microsoft.com/office/drawing/2014/main" id="{E1E7864E-F598-9CAF-E7C8-01BA96DD84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6" y="1403"/>
              <a:ext cx="709" cy="407"/>
            </a:xfrm>
            <a:custGeom>
              <a:avLst/>
              <a:gdLst>
                <a:gd name="T0" fmla="*/ 0 w 1632"/>
                <a:gd name="T1" fmla="*/ 576 h 936"/>
                <a:gd name="T2" fmla="*/ 612 w 1632"/>
                <a:gd name="T3" fmla="*/ 936 h 936"/>
                <a:gd name="T4" fmla="*/ 1632 w 1632"/>
                <a:gd name="T5" fmla="*/ 348 h 936"/>
                <a:gd name="T6" fmla="*/ 1020 w 1632"/>
                <a:gd name="T7" fmla="*/ 0 h 936"/>
                <a:gd name="T8" fmla="*/ 0 w 1632"/>
                <a:gd name="T9" fmla="*/ 576 h 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32" h="936">
                  <a:moveTo>
                    <a:pt x="0" y="576"/>
                  </a:moveTo>
                  <a:lnTo>
                    <a:pt x="612" y="936"/>
                  </a:lnTo>
                  <a:lnTo>
                    <a:pt x="1632" y="348"/>
                  </a:lnTo>
                  <a:lnTo>
                    <a:pt x="1020" y="0"/>
                  </a:lnTo>
                  <a:lnTo>
                    <a:pt x="0" y="576"/>
                  </a:lnTo>
                  <a:close/>
                </a:path>
              </a:pathLst>
            </a:custGeom>
            <a:solidFill>
              <a:srgbClr val="00CC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65" name="Freeform 61">
            <a:extLst>
              <a:ext uri="{FF2B5EF4-FFF2-40B4-BE49-F238E27FC236}">
                <a16:creationId xmlns:a16="http://schemas.microsoft.com/office/drawing/2014/main" id="{1D62AF17-56F7-679E-393D-A85C4402D343}"/>
              </a:ext>
            </a:extLst>
          </p:cNvPr>
          <p:cNvSpPr>
            <a:spLocks/>
          </p:cNvSpPr>
          <p:nvPr/>
        </p:nvSpPr>
        <p:spPr bwMode="auto">
          <a:xfrm>
            <a:off x="7525701" y="4406900"/>
            <a:ext cx="598488" cy="346075"/>
          </a:xfrm>
          <a:custGeom>
            <a:avLst/>
            <a:gdLst>
              <a:gd name="T0" fmla="*/ 0 w 377"/>
              <a:gd name="T1" fmla="*/ 148 h 218"/>
              <a:gd name="T2" fmla="*/ 256 w 377"/>
              <a:gd name="T3" fmla="*/ 0 h 218"/>
              <a:gd name="T4" fmla="*/ 377 w 377"/>
              <a:gd name="T5" fmla="*/ 70 h 218"/>
              <a:gd name="T6" fmla="*/ 120 w 377"/>
              <a:gd name="T7" fmla="*/ 218 h 218"/>
              <a:gd name="T8" fmla="*/ 0 w 377"/>
              <a:gd name="T9" fmla="*/ 148 h 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7" h="218">
                <a:moveTo>
                  <a:pt x="0" y="148"/>
                </a:moveTo>
                <a:lnTo>
                  <a:pt x="256" y="0"/>
                </a:lnTo>
                <a:lnTo>
                  <a:pt x="377" y="70"/>
                </a:lnTo>
                <a:lnTo>
                  <a:pt x="120" y="218"/>
                </a:lnTo>
                <a:lnTo>
                  <a:pt x="0" y="148"/>
                </a:lnTo>
                <a:close/>
              </a:path>
            </a:pathLst>
          </a:custGeom>
          <a:gradFill rotWithShape="0">
            <a:gsLst>
              <a:gs pos="0">
                <a:srgbClr val="00FF00">
                  <a:gamma/>
                  <a:shade val="46275"/>
                  <a:invGamma/>
                </a:srgbClr>
              </a:gs>
              <a:gs pos="50000">
                <a:srgbClr val="00FF00"/>
              </a:gs>
              <a:gs pos="100000">
                <a:srgbClr val="00FF00">
                  <a:gamma/>
                  <a:shade val="46275"/>
                  <a:invGamma/>
                </a:srgb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6" name="Oval 62">
            <a:extLst>
              <a:ext uri="{FF2B5EF4-FFF2-40B4-BE49-F238E27FC236}">
                <a16:creationId xmlns:a16="http://schemas.microsoft.com/office/drawing/2014/main" id="{88A52EC2-F762-C5AD-24E9-3E85B810FCBA}"/>
              </a:ext>
            </a:extLst>
          </p:cNvPr>
          <p:cNvSpPr>
            <a:spLocks noChangeArrowheads="1"/>
          </p:cNvSpPr>
          <p:nvPr/>
        </p:nvSpPr>
        <p:spPr bwMode="auto">
          <a:xfrm rot="-2034132">
            <a:off x="6976426" y="5360988"/>
            <a:ext cx="428625" cy="739775"/>
          </a:xfrm>
          <a:prstGeom prst="ellipse">
            <a:avLst/>
          </a:prstGeom>
          <a:gradFill rotWithShape="0">
            <a:gsLst>
              <a:gs pos="0">
                <a:srgbClr val="FFCC00">
                  <a:gamma/>
                  <a:shade val="46275"/>
                  <a:invGamma/>
                </a:srgbClr>
              </a:gs>
              <a:gs pos="50000">
                <a:srgbClr val="FFCC00"/>
              </a:gs>
              <a:gs pos="100000">
                <a:srgbClr val="FFCC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7" name="Freeform 63">
            <a:extLst>
              <a:ext uri="{FF2B5EF4-FFF2-40B4-BE49-F238E27FC236}">
                <a16:creationId xmlns:a16="http://schemas.microsoft.com/office/drawing/2014/main" id="{F8065DE3-851D-A92C-C171-E7DE8DED0FD0}"/>
              </a:ext>
            </a:extLst>
          </p:cNvPr>
          <p:cNvSpPr>
            <a:spLocks/>
          </p:cNvSpPr>
          <p:nvPr/>
        </p:nvSpPr>
        <p:spPr bwMode="auto">
          <a:xfrm>
            <a:off x="7706676" y="4514850"/>
            <a:ext cx="704850" cy="733425"/>
          </a:xfrm>
          <a:custGeom>
            <a:avLst/>
            <a:gdLst>
              <a:gd name="T0" fmla="*/ 0 w 444"/>
              <a:gd name="T1" fmla="*/ 246 h 462"/>
              <a:gd name="T2" fmla="*/ 0 w 444"/>
              <a:gd name="T3" fmla="*/ 462 h 462"/>
              <a:gd name="T4" fmla="*/ 444 w 444"/>
              <a:gd name="T5" fmla="*/ 216 h 462"/>
              <a:gd name="T6" fmla="*/ 444 w 444"/>
              <a:gd name="T7" fmla="*/ 0 h 462"/>
              <a:gd name="T8" fmla="*/ 0 w 444"/>
              <a:gd name="T9" fmla="*/ 246 h 4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4" h="462">
                <a:moveTo>
                  <a:pt x="0" y="246"/>
                </a:moveTo>
                <a:lnTo>
                  <a:pt x="0" y="462"/>
                </a:lnTo>
                <a:lnTo>
                  <a:pt x="444" y="216"/>
                </a:lnTo>
                <a:lnTo>
                  <a:pt x="444" y="0"/>
                </a:lnTo>
                <a:lnTo>
                  <a:pt x="0" y="246"/>
                </a:lnTo>
                <a:close/>
              </a:path>
            </a:pathLst>
          </a:custGeom>
          <a:solidFill>
            <a:srgbClr val="00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8" name="Freeform 64">
            <a:extLst>
              <a:ext uri="{FF2B5EF4-FFF2-40B4-BE49-F238E27FC236}">
                <a16:creationId xmlns:a16="http://schemas.microsoft.com/office/drawing/2014/main" id="{231107B7-DE38-3CD7-D9AE-EB3A44393CA0}"/>
              </a:ext>
            </a:extLst>
          </p:cNvPr>
          <p:cNvSpPr>
            <a:spLocks/>
          </p:cNvSpPr>
          <p:nvPr/>
        </p:nvSpPr>
        <p:spPr bwMode="auto">
          <a:xfrm>
            <a:off x="7278051" y="4648200"/>
            <a:ext cx="419100" cy="590550"/>
          </a:xfrm>
          <a:custGeom>
            <a:avLst/>
            <a:gdLst>
              <a:gd name="T0" fmla="*/ 0 w 264"/>
              <a:gd name="T1" fmla="*/ 0 h 372"/>
              <a:gd name="T2" fmla="*/ 264 w 264"/>
              <a:gd name="T3" fmla="*/ 174 h 372"/>
              <a:gd name="T4" fmla="*/ 264 w 264"/>
              <a:gd name="T5" fmla="*/ 372 h 372"/>
              <a:gd name="T6" fmla="*/ 216 w 264"/>
              <a:gd name="T7" fmla="*/ 312 h 372"/>
              <a:gd name="T8" fmla="*/ 162 w 264"/>
              <a:gd name="T9" fmla="*/ 276 h 372"/>
              <a:gd name="T10" fmla="*/ 114 w 264"/>
              <a:gd name="T11" fmla="*/ 246 h 372"/>
              <a:gd name="T12" fmla="*/ 48 w 264"/>
              <a:gd name="T13" fmla="*/ 222 h 372"/>
              <a:gd name="T14" fmla="*/ 0 w 264"/>
              <a:gd name="T15" fmla="*/ 204 h 372"/>
              <a:gd name="T16" fmla="*/ 0 w 264"/>
              <a:gd name="T17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64" h="372">
                <a:moveTo>
                  <a:pt x="0" y="0"/>
                </a:moveTo>
                <a:lnTo>
                  <a:pt x="264" y="174"/>
                </a:lnTo>
                <a:lnTo>
                  <a:pt x="264" y="372"/>
                </a:lnTo>
                <a:lnTo>
                  <a:pt x="216" y="312"/>
                </a:lnTo>
                <a:lnTo>
                  <a:pt x="162" y="276"/>
                </a:lnTo>
                <a:lnTo>
                  <a:pt x="114" y="246"/>
                </a:lnTo>
                <a:lnTo>
                  <a:pt x="48" y="222"/>
                </a:lnTo>
                <a:lnTo>
                  <a:pt x="0" y="204"/>
                </a:lnTo>
                <a:lnTo>
                  <a:pt x="0" y="0"/>
                </a:lnTo>
                <a:close/>
              </a:path>
            </a:pathLst>
          </a:custGeom>
          <a:solidFill>
            <a:srgbClr val="CC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9" name="Line 65">
            <a:extLst>
              <a:ext uri="{FF2B5EF4-FFF2-40B4-BE49-F238E27FC236}">
                <a16:creationId xmlns:a16="http://schemas.microsoft.com/office/drawing/2014/main" id="{A7C514C2-6C3A-4993-703C-7A9E1E1F681D}"/>
              </a:ext>
            </a:extLst>
          </p:cNvPr>
          <p:cNvSpPr>
            <a:spLocks noChangeShapeType="1"/>
          </p:cNvSpPr>
          <p:nvPr/>
        </p:nvSpPr>
        <p:spPr bwMode="auto">
          <a:xfrm>
            <a:off x="2455226" y="5248275"/>
            <a:ext cx="30861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0" name="Line 66">
            <a:extLst>
              <a:ext uri="{FF2B5EF4-FFF2-40B4-BE49-F238E27FC236}">
                <a16:creationId xmlns:a16="http://schemas.microsoft.com/office/drawing/2014/main" id="{3CB364B1-76D2-0EC6-B203-8842780A8E14}"/>
              </a:ext>
            </a:extLst>
          </p:cNvPr>
          <p:cNvSpPr>
            <a:spLocks noChangeShapeType="1"/>
          </p:cNvSpPr>
          <p:nvPr/>
        </p:nvSpPr>
        <p:spPr bwMode="auto">
          <a:xfrm>
            <a:off x="3985576" y="1289050"/>
            <a:ext cx="0" cy="121920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71" name="Group 67">
            <a:extLst>
              <a:ext uri="{FF2B5EF4-FFF2-40B4-BE49-F238E27FC236}">
                <a16:creationId xmlns:a16="http://schemas.microsoft.com/office/drawing/2014/main" id="{3A040140-266E-77F9-9840-579A8749454B}"/>
              </a:ext>
            </a:extLst>
          </p:cNvPr>
          <p:cNvGrpSpPr>
            <a:grpSpLocks/>
          </p:cNvGrpSpPr>
          <p:nvPr/>
        </p:nvGrpSpPr>
        <p:grpSpPr bwMode="auto">
          <a:xfrm>
            <a:off x="1428523" y="1268977"/>
            <a:ext cx="4667251" cy="2820988"/>
            <a:chOff x="252" y="740"/>
            <a:chExt cx="2940" cy="1777"/>
          </a:xfrm>
          <a:solidFill>
            <a:schemeClr val="bg1"/>
          </a:solidFill>
        </p:grpSpPr>
        <p:sp>
          <p:nvSpPr>
            <p:cNvPr id="72" name="Rectangle 68">
              <a:extLst>
                <a:ext uri="{FF2B5EF4-FFF2-40B4-BE49-F238E27FC236}">
                  <a16:creationId xmlns:a16="http://schemas.microsoft.com/office/drawing/2014/main" id="{FF7AA541-A508-D314-74C3-7CF5B0F123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" y="740"/>
              <a:ext cx="2777" cy="1777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3" name="Text Box 69">
              <a:extLst>
                <a:ext uri="{FF2B5EF4-FFF2-40B4-BE49-F238E27FC236}">
                  <a16:creationId xmlns:a16="http://schemas.microsoft.com/office/drawing/2014/main" id="{3C6C25AC-C168-6A6D-C747-756B0F047A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" y="1178"/>
              <a:ext cx="2713" cy="1066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l"/>
              <a:r>
                <a:rPr lang="zh-CN" altLang="en-US" sz="24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空间分析：</a:t>
              </a:r>
              <a:endParaRPr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</a:endParaRPr>
            </a:p>
            <a:p>
              <a:pPr algn="l"/>
              <a:r>
                <a:rPr lang="zh-CN" altLang="en-US" dirty="0">
                  <a:solidFill>
                    <a:schemeClr val="tx1"/>
                  </a:solidFill>
                </a:rPr>
                <a:t>          </a:t>
              </a:r>
              <a:r>
                <a:rPr lang="zh-CN" altLang="en-US" sz="2000" dirty="0">
                  <a:solidFill>
                    <a:schemeClr val="tx1"/>
                  </a:solidFill>
                </a:rPr>
                <a:t>四</a:t>
              </a:r>
              <a:r>
                <a:rPr lang="zh-CN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棱柱的四个棱面分别与圆柱面相交，前后两棱面与圆柱轴线平行，其交线为两段直线；左右两棱面与圆柱轴线垂直，其交线为两段圆弧。</a:t>
              </a:r>
            </a:p>
          </p:txBody>
        </p:sp>
      </p:grpSp>
      <p:grpSp>
        <p:nvGrpSpPr>
          <p:cNvPr id="74" name="Group 70">
            <a:extLst>
              <a:ext uri="{FF2B5EF4-FFF2-40B4-BE49-F238E27FC236}">
                <a16:creationId xmlns:a16="http://schemas.microsoft.com/office/drawing/2014/main" id="{D494849A-027C-CA35-8B8A-6A36473AF9F2}"/>
              </a:ext>
            </a:extLst>
          </p:cNvPr>
          <p:cNvGrpSpPr>
            <a:grpSpLocks/>
          </p:cNvGrpSpPr>
          <p:nvPr/>
        </p:nvGrpSpPr>
        <p:grpSpPr bwMode="auto">
          <a:xfrm>
            <a:off x="1095532" y="1286029"/>
            <a:ext cx="4783138" cy="2820988"/>
            <a:chOff x="-2033" y="-1446"/>
            <a:chExt cx="3013" cy="1777"/>
          </a:xfrm>
        </p:grpSpPr>
        <p:sp>
          <p:nvSpPr>
            <p:cNvPr id="75" name="Rectangle 71">
              <a:extLst>
                <a:ext uri="{FF2B5EF4-FFF2-40B4-BE49-F238E27FC236}">
                  <a16:creationId xmlns:a16="http://schemas.microsoft.com/office/drawing/2014/main" id="{E4645040-B0EE-48C9-F7CF-CF61508E2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797" y="-1446"/>
              <a:ext cx="2777" cy="17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6" name="Text Box 72">
              <a:extLst>
                <a:ext uri="{FF2B5EF4-FFF2-40B4-BE49-F238E27FC236}">
                  <a16:creationId xmlns:a16="http://schemas.microsoft.com/office/drawing/2014/main" id="{E30EAC78-184E-1792-A08E-680E4E9AA3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033" y="-1109"/>
              <a:ext cx="2893" cy="8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pPr algn="l"/>
              <a:r>
                <a:rPr lang="zh-CN" altLang="en-US" sz="2400" dirty="0">
                  <a:solidFill>
                    <a:srgbClr val="C00000"/>
                  </a:solidFill>
                </a:rPr>
                <a:t>投影分析：</a:t>
              </a:r>
              <a:endParaRPr lang="zh-CN" altLang="en-US" sz="1600" dirty="0">
                <a:solidFill>
                  <a:srgbClr val="C00000"/>
                </a:solidFill>
              </a:endParaRPr>
            </a:p>
            <a:p>
              <a:pPr algn="l"/>
              <a:r>
                <a:rPr lang="zh-CN" altLang="en-US" dirty="0">
                  <a:solidFill>
                    <a:schemeClr val="tx1"/>
                  </a:solidFill>
                </a:rPr>
                <a:t>    </a:t>
              </a:r>
              <a:r>
                <a:rPr lang="zh-CN" altLang="en-US" sz="2000" dirty="0">
                  <a:solidFill>
                    <a:schemeClr val="tx1"/>
                  </a:solidFill>
                </a:rPr>
                <a:t>由于相贯线是两立体表面的共有线，所以相贯线的侧面投影积聚在一段圆弧上，水平投影积聚在矩形上。</a:t>
              </a:r>
            </a:p>
          </p:txBody>
        </p:sp>
      </p:grpSp>
      <p:pic>
        <p:nvPicPr>
          <p:cNvPr id="77" name="Picture 76">
            <a:extLst>
              <a:ext uri="{FF2B5EF4-FFF2-40B4-BE49-F238E27FC236}">
                <a16:creationId xmlns:a16="http://schemas.microsoft.com/office/drawing/2014/main" id="{0964E8CA-8BEA-E89C-6746-9A5449479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9604234" y="2405572"/>
            <a:ext cx="1878806" cy="3211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690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19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00"/>
                            </p:stCondLst>
                            <p:childTnLst>
                              <p:par>
                                <p:cTn id="6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31CE93-087C-410E-0EBE-9064F96C5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01CC1-8789-4A39-A49F-2F5E3F3B3279}" type="datetime1">
              <a:rPr lang="zh-CN" altLang="en-US" smtClean="0"/>
              <a:t>2025/11/11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E1960D-CFAB-3393-90F0-380C70028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13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262C0B-3F27-43FC-D243-6FC705474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10</a:t>
            </a:fld>
            <a:endParaRPr lang="en-US"/>
          </a:p>
        </p:txBody>
      </p:sp>
      <p:sp>
        <p:nvSpPr>
          <p:cNvPr id="6" name="Line 2">
            <a:extLst>
              <a:ext uri="{FF2B5EF4-FFF2-40B4-BE49-F238E27FC236}">
                <a16:creationId xmlns:a16="http://schemas.microsoft.com/office/drawing/2014/main" id="{67BEE4D1-8E85-0405-F170-A10704E608ED}"/>
              </a:ext>
            </a:extLst>
          </p:cNvPr>
          <p:cNvSpPr>
            <a:spLocks noChangeShapeType="1"/>
          </p:cNvSpPr>
          <p:nvPr/>
        </p:nvSpPr>
        <p:spPr bwMode="auto">
          <a:xfrm>
            <a:off x="2279650" y="2967630"/>
            <a:ext cx="3033713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" name="Line 3">
            <a:extLst>
              <a:ext uri="{FF2B5EF4-FFF2-40B4-BE49-F238E27FC236}">
                <a16:creationId xmlns:a16="http://schemas.microsoft.com/office/drawing/2014/main" id="{D4D6259A-6480-4433-810C-3563D9DFF1DF}"/>
              </a:ext>
            </a:extLst>
          </p:cNvPr>
          <p:cNvSpPr>
            <a:spLocks noChangeShapeType="1"/>
          </p:cNvSpPr>
          <p:nvPr/>
        </p:nvSpPr>
        <p:spPr bwMode="auto">
          <a:xfrm>
            <a:off x="2279650" y="5348880"/>
            <a:ext cx="30511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8" name="Line 4">
            <a:extLst>
              <a:ext uri="{FF2B5EF4-FFF2-40B4-BE49-F238E27FC236}">
                <a16:creationId xmlns:a16="http://schemas.microsoft.com/office/drawing/2014/main" id="{9849F684-C70B-89B4-5CEF-10F060E09BA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38400" y="2296118"/>
            <a:ext cx="27432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386DEC9D-990F-DB40-D79A-F6EDE8C04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1991318"/>
            <a:ext cx="2743200" cy="19050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A450A9F5-5172-23D3-66A2-B639D5AA79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1991318"/>
            <a:ext cx="2743200" cy="19050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1" name="Line 7">
            <a:extLst>
              <a:ext uri="{FF2B5EF4-FFF2-40B4-BE49-F238E27FC236}">
                <a16:creationId xmlns:a16="http://schemas.microsoft.com/office/drawing/2014/main" id="{34499BC8-7BB7-82FE-90D0-310EF928B6F7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3438" y="2981918"/>
            <a:ext cx="2497137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" name="Freeform 8">
            <a:extLst>
              <a:ext uri="{FF2B5EF4-FFF2-40B4-BE49-F238E27FC236}">
                <a16:creationId xmlns:a16="http://schemas.microsoft.com/office/drawing/2014/main" id="{B2B865B3-CC17-CB7F-1B02-A055F4C996DC}"/>
              </a:ext>
            </a:extLst>
          </p:cNvPr>
          <p:cNvSpPr>
            <a:spLocks/>
          </p:cNvSpPr>
          <p:nvPr/>
        </p:nvSpPr>
        <p:spPr bwMode="auto">
          <a:xfrm>
            <a:off x="7162800" y="1305518"/>
            <a:ext cx="9525" cy="2811462"/>
          </a:xfrm>
          <a:custGeom>
            <a:avLst/>
            <a:gdLst>
              <a:gd name="T0" fmla="*/ 0 w 6"/>
              <a:gd name="T1" fmla="*/ 0 h 1771"/>
              <a:gd name="T2" fmla="*/ 6 w 6"/>
              <a:gd name="T3" fmla="*/ 1771 h 177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" h="1771">
                <a:moveTo>
                  <a:pt x="0" y="0"/>
                </a:moveTo>
                <a:lnTo>
                  <a:pt x="6" y="1771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00454DFC-350F-9FB2-4FCC-1A52A54CCC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991318"/>
            <a:ext cx="2133600" cy="19050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2F2A32F1-46DA-353C-BD7B-51186F8F4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4429718"/>
            <a:ext cx="2743200" cy="19050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E64F3892-1826-FB74-7217-6F8FAB2732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4734518"/>
            <a:ext cx="1524000" cy="1295400"/>
          </a:xfrm>
          <a:prstGeom prst="rect">
            <a:avLst/>
          </a:prstGeom>
          <a:noFill/>
          <a:ln w="381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6" name="Freeform 12">
            <a:extLst>
              <a:ext uri="{FF2B5EF4-FFF2-40B4-BE49-F238E27FC236}">
                <a16:creationId xmlns:a16="http://schemas.microsoft.com/office/drawing/2014/main" id="{24D9F7D0-A07B-BB17-D90C-C39791E18DB3}"/>
              </a:ext>
            </a:extLst>
          </p:cNvPr>
          <p:cNvSpPr>
            <a:spLocks/>
          </p:cNvSpPr>
          <p:nvPr/>
        </p:nvSpPr>
        <p:spPr bwMode="auto">
          <a:xfrm>
            <a:off x="6475413" y="1535705"/>
            <a:ext cx="1370012" cy="7938"/>
          </a:xfrm>
          <a:custGeom>
            <a:avLst/>
            <a:gdLst>
              <a:gd name="T0" fmla="*/ 0 w 863"/>
              <a:gd name="T1" fmla="*/ 0 h 5"/>
              <a:gd name="T2" fmla="*/ 863 w 863"/>
              <a:gd name="T3" fmla="*/ 5 h 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863" h="5">
                <a:moveTo>
                  <a:pt x="0" y="0"/>
                </a:moveTo>
                <a:lnTo>
                  <a:pt x="863" y="5"/>
                </a:lnTo>
              </a:path>
            </a:pathLst>
          </a:custGeom>
          <a:noFill/>
          <a:ln w="38100" cmpd="sng">
            <a:solidFill>
              <a:schemeClr val="tx2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7" name="Freeform 13">
            <a:extLst>
              <a:ext uri="{FF2B5EF4-FFF2-40B4-BE49-F238E27FC236}">
                <a16:creationId xmlns:a16="http://schemas.microsoft.com/office/drawing/2014/main" id="{6462CB5D-211D-A8D3-A319-B1BD9415F8B2}"/>
              </a:ext>
            </a:extLst>
          </p:cNvPr>
          <p:cNvSpPr>
            <a:spLocks/>
          </p:cNvSpPr>
          <p:nvPr/>
        </p:nvSpPr>
        <p:spPr bwMode="auto">
          <a:xfrm>
            <a:off x="6477000" y="1534118"/>
            <a:ext cx="1588" cy="658812"/>
          </a:xfrm>
          <a:custGeom>
            <a:avLst/>
            <a:gdLst>
              <a:gd name="T0" fmla="*/ 0 w 1"/>
              <a:gd name="T1" fmla="*/ 0 h 415"/>
              <a:gd name="T2" fmla="*/ 1 w 1"/>
              <a:gd name="T3" fmla="*/ 415 h 41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415">
                <a:moveTo>
                  <a:pt x="0" y="0"/>
                </a:moveTo>
                <a:lnTo>
                  <a:pt x="1" y="415"/>
                </a:lnTo>
              </a:path>
            </a:pathLst>
          </a:custGeom>
          <a:noFill/>
          <a:ln w="38100" cmpd="sng">
            <a:solidFill>
              <a:schemeClr val="tx2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8" name="Freeform 14">
            <a:extLst>
              <a:ext uri="{FF2B5EF4-FFF2-40B4-BE49-F238E27FC236}">
                <a16:creationId xmlns:a16="http://schemas.microsoft.com/office/drawing/2014/main" id="{7727ED13-69E1-8947-3D7E-89CA9FB7E4C4}"/>
              </a:ext>
            </a:extLst>
          </p:cNvPr>
          <p:cNvSpPr>
            <a:spLocks/>
          </p:cNvSpPr>
          <p:nvPr/>
        </p:nvSpPr>
        <p:spPr bwMode="auto">
          <a:xfrm>
            <a:off x="7845425" y="1543643"/>
            <a:ext cx="1588" cy="671512"/>
          </a:xfrm>
          <a:custGeom>
            <a:avLst/>
            <a:gdLst>
              <a:gd name="T0" fmla="*/ 0 w 1"/>
              <a:gd name="T1" fmla="*/ 0 h 423"/>
              <a:gd name="T2" fmla="*/ 0 w 1"/>
              <a:gd name="T3" fmla="*/ 423 h 42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423">
                <a:moveTo>
                  <a:pt x="0" y="0"/>
                </a:moveTo>
                <a:lnTo>
                  <a:pt x="0" y="423"/>
                </a:lnTo>
              </a:path>
            </a:pathLst>
          </a:custGeom>
          <a:noFill/>
          <a:ln w="38100" cmpd="sng">
            <a:solidFill>
              <a:schemeClr val="tx2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9" name="Line 15">
            <a:extLst>
              <a:ext uri="{FF2B5EF4-FFF2-40B4-BE49-F238E27FC236}">
                <a16:creationId xmlns:a16="http://schemas.microsoft.com/office/drawing/2014/main" id="{39648EB5-EDC4-1B4E-C7E1-E3554418B48F}"/>
              </a:ext>
            </a:extLst>
          </p:cNvPr>
          <p:cNvSpPr>
            <a:spLocks noChangeShapeType="1"/>
          </p:cNvSpPr>
          <p:nvPr/>
        </p:nvSpPr>
        <p:spPr bwMode="auto">
          <a:xfrm>
            <a:off x="3036888" y="2219918"/>
            <a:ext cx="1557337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0" name="Text Box 16">
            <a:extLst>
              <a:ext uri="{FF2B5EF4-FFF2-40B4-BE49-F238E27FC236}">
                <a16:creationId xmlns:a16="http://schemas.microsoft.com/office/drawing/2014/main" id="{395A5E2C-0B3F-ED68-D551-6399637D2D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873" y="466682"/>
            <a:ext cx="338105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C00000"/>
                </a:solidFill>
                <a:latin typeface="+mn-ea"/>
              </a:rPr>
              <a:t>例</a:t>
            </a:r>
            <a:r>
              <a:rPr lang="en-US" altLang="zh-CN" sz="2800" b="1" dirty="0">
                <a:solidFill>
                  <a:srgbClr val="C00000"/>
                </a:solidFill>
                <a:latin typeface="+mn-ea"/>
              </a:rPr>
              <a:t>14.2</a:t>
            </a:r>
            <a:r>
              <a:rPr lang="zh-CN" altLang="en-US" sz="2800" b="1" dirty="0">
                <a:solidFill>
                  <a:srgbClr val="C00000"/>
                </a:solidFill>
                <a:latin typeface="+mn-ea"/>
              </a:rPr>
              <a:t>：补全主视图</a:t>
            </a:r>
          </a:p>
        </p:txBody>
      </p:sp>
      <p:sp>
        <p:nvSpPr>
          <p:cNvPr id="21" name="Line 17">
            <a:extLst>
              <a:ext uri="{FF2B5EF4-FFF2-40B4-BE49-F238E27FC236}">
                <a16:creationId xmlns:a16="http://schemas.microsoft.com/office/drawing/2014/main" id="{3849B963-AE35-A543-F8F3-B4CD365AC1A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38400" y="4734518"/>
            <a:ext cx="2743200" cy="0"/>
          </a:xfrm>
          <a:prstGeom prst="line">
            <a:avLst/>
          </a:prstGeom>
          <a:noFill/>
          <a:ln w="19050">
            <a:solidFill>
              <a:srgbClr val="003399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2" name="Line 18">
            <a:extLst>
              <a:ext uri="{FF2B5EF4-FFF2-40B4-BE49-F238E27FC236}">
                <a16:creationId xmlns:a16="http://schemas.microsoft.com/office/drawing/2014/main" id="{EDF545A4-0247-ED28-974F-62808B7A2A9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38400" y="6029918"/>
            <a:ext cx="2743200" cy="0"/>
          </a:xfrm>
          <a:prstGeom prst="line">
            <a:avLst/>
          </a:prstGeom>
          <a:noFill/>
          <a:ln w="19050">
            <a:solidFill>
              <a:srgbClr val="003399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3" name="Oval 19">
            <a:extLst>
              <a:ext uri="{FF2B5EF4-FFF2-40B4-BE49-F238E27FC236}">
                <a16:creationId xmlns:a16="http://schemas.microsoft.com/office/drawing/2014/main" id="{CDAC6FD9-75EB-C44A-59E7-01DC1185D6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2296118"/>
            <a:ext cx="1371600" cy="12954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4" name="Line 20">
            <a:extLst>
              <a:ext uri="{FF2B5EF4-FFF2-40B4-BE49-F238E27FC236}">
                <a16:creationId xmlns:a16="http://schemas.microsoft.com/office/drawing/2014/main" id="{D9268A53-1234-82B9-5251-1A365284B23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38400" y="3591518"/>
            <a:ext cx="27432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5" name="Rectangle 21">
            <a:extLst>
              <a:ext uri="{FF2B5EF4-FFF2-40B4-BE49-F238E27FC236}">
                <a16:creationId xmlns:a16="http://schemas.microsoft.com/office/drawing/2014/main" id="{2636667C-627D-6A22-0B45-7D8CCF3AF1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4963118"/>
            <a:ext cx="914400" cy="762000"/>
          </a:xfrm>
          <a:prstGeom prst="rect">
            <a:avLst/>
          </a:prstGeom>
          <a:noFill/>
          <a:ln w="381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6" name="Freeform 22">
            <a:extLst>
              <a:ext uri="{FF2B5EF4-FFF2-40B4-BE49-F238E27FC236}">
                <a16:creationId xmlns:a16="http://schemas.microsoft.com/office/drawing/2014/main" id="{3DFDBD88-59AE-D900-6F01-24AC18AB18CD}"/>
              </a:ext>
            </a:extLst>
          </p:cNvPr>
          <p:cNvSpPr>
            <a:spLocks/>
          </p:cNvSpPr>
          <p:nvPr/>
        </p:nvSpPr>
        <p:spPr bwMode="auto">
          <a:xfrm>
            <a:off x="6781800" y="1534118"/>
            <a:ext cx="9525" cy="904875"/>
          </a:xfrm>
          <a:custGeom>
            <a:avLst/>
            <a:gdLst>
              <a:gd name="T0" fmla="*/ 0 w 6"/>
              <a:gd name="T1" fmla="*/ 0 h 570"/>
              <a:gd name="T2" fmla="*/ 6 w 6"/>
              <a:gd name="T3" fmla="*/ 570 h 57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" h="570">
                <a:moveTo>
                  <a:pt x="0" y="0"/>
                </a:moveTo>
                <a:lnTo>
                  <a:pt x="6" y="570"/>
                </a:lnTo>
              </a:path>
            </a:pathLst>
          </a:custGeom>
          <a:noFill/>
          <a:ln w="19050" cap="flat" cmpd="sng">
            <a:solidFill>
              <a:schemeClr val="tx2"/>
            </a:solidFill>
            <a:prstDash val="lg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7" name="Freeform 23">
            <a:extLst>
              <a:ext uri="{FF2B5EF4-FFF2-40B4-BE49-F238E27FC236}">
                <a16:creationId xmlns:a16="http://schemas.microsoft.com/office/drawing/2014/main" id="{3A0F1CAE-63CA-3D61-3C1B-B30761015D13}"/>
              </a:ext>
            </a:extLst>
          </p:cNvPr>
          <p:cNvSpPr>
            <a:spLocks/>
          </p:cNvSpPr>
          <p:nvPr/>
        </p:nvSpPr>
        <p:spPr bwMode="auto">
          <a:xfrm>
            <a:off x="7543800" y="1534118"/>
            <a:ext cx="9525" cy="904875"/>
          </a:xfrm>
          <a:custGeom>
            <a:avLst/>
            <a:gdLst>
              <a:gd name="T0" fmla="*/ 0 w 6"/>
              <a:gd name="T1" fmla="*/ 0 h 570"/>
              <a:gd name="T2" fmla="*/ 6 w 6"/>
              <a:gd name="T3" fmla="*/ 570 h 57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" h="570">
                <a:moveTo>
                  <a:pt x="0" y="0"/>
                </a:moveTo>
                <a:lnTo>
                  <a:pt x="6" y="570"/>
                </a:lnTo>
              </a:path>
            </a:pathLst>
          </a:custGeom>
          <a:noFill/>
          <a:ln w="19050" cap="flat" cmpd="sng">
            <a:solidFill>
              <a:schemeClr val="tx2"/>
            </a:solidFill>
            <a:prstDash val="lg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8" name="Freeform 24">
            <a:extLst>
              <a:ext uri="{FF2B5EF4-FFF2-40B4-BE49-F238E27FC236}">
                <a16:creationId xmlns:a16="http://schemas.microsoft.com/office/drawing/2014/main" id="{92993E14-B7EA-1D1E-4F41-F67DF57FDC14}"/>
              </a:ext>
            </a:extLst>
          </p:cNvPr>
          <p:cNvSpPr>
            <a:spLocks/>
          </p:cNvSpPr>
          <p:nvPr/>
        </p:nvSpPr>
        <p:spPr bwMode="auto">
          <a:xfrm>
            <a:off x="3384550" y="2416768"/>
            <a:ext cx="874713" cy="1587"/>
          </a:xfrm>
          <a:custGeom>
            <a:avLst/>
            <a:gdLst>
              <a:gd name="T0" fmla="*/ 0 w 551"/>
              <a:gd name="T1" fmla="*/ 0 h 1"/>
              <a:gd name="T2" fmla="*/ 551 w 551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551" h="1">
                <a:moveTo>
                  <a:pt x="0" y="0"/>
                </a:moveTo>
                <a:lnTo>
                  <a:pt x="551" y="0"/>
                </a:lnTo>
              </a:path>
            </a:pathLst>
          </a:custGeom>
          <a:noFill/>
          <a:ln w="19050" cap="flat" cmpd="sng">
            <a:solidFill>
              <a:schemeClr val="tx2"/>
            </a:solidFill>
            <a:prstDash val="lg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9" name="Line 25">
            <a:extLst>
              <a:ext uri="{FF2B5EF4-FFF2-40B4-BE49-F238E27FC236}">
                <a16:creationId xmlns:a16="http://schemas.microsoft.com/office/drawing/2014/main" id="{9C52A3CA-493E-02F8-37E5-D5ECC2571A51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2296118"/>
            <a:ext cx="9144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0" name="Line 26">
            <a:extLst>
              <a:ext uri="{FF2B5EF4-FFF2-40B4-BE49-F238E27FC236}">
                <a16:creationId xmlns:a16="http://schemas.microsoft.com/office/drawing/2014/main" id="{E1E4A5C9-52C0-D779-51F1-FF42E0472C68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4658318"/>
            <a:ext cx="0" cy="152400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1" name="Line 27">
            <a:extLst>
              <a:ext uri="{FF2B5EF4-FFF2-40B4-BE49-F238E27FC236}">
                <a16:creationId xmlns:a16="http://schemas.microsoft.com/office/drawing/2014/main" id="{DC8E954B-A35D-9B87-BC28-589E6790373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1381718"/>
            <a:ext cx="0" cy="121920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2" name="Line 28">
            <a:extLst>
              <a:ext uri="{FF2B5EF4-FFF2-40B4-BE49-F238E27FC236}">
                <a16:creationId xmlns:a16="http://schemas.microsoft.com/office/drawing/2014/main" id="{F43BBC03-586F-F7C5-E623-03E728AFD03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52800" y="1534118"/>
            <a:ext cx="0" cy="885825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3" name="Line 29">
            <a:extLst>
              <a:ext uri="{FF2B5EF4-FFF2-40B4-BE49-F238E27FC236}">
                <a16:creationId xmlns:a16="http://schemas.microsoft.com/office/drawing/2014/main" id="{B3677ACC-46DD-4DA3-BCB5-BA73A89EF3D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67200" y="1534118"/>
            <a:ext cx="0" cy="868362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34" name="Group 30">
            <a:extLst>
              <a:ext uri="{FF2B5EF4-FFF2-40B4-BE49-F238E27FC236}">
                <a16:creationId xmlns:a16="http://schemas.microsoft.com/office/drawing/2014/main" id="{406C361B-492A-2ECB-E88B-353E333E406D}"/>
              </a:ext>
            </a:extLst>
          </p:cNvPr>
          <p:cNvGrpSpPr>
            <a:grpSpLocks/>
          </p:cNvGrpSpPr>
          <p:nvPr/>
        </p:nvGrpSpPr>
        <p:grpSpPr bwMode="auto">
          <a:xfrm>
            <a:off x="7167562" y="4374949"/>
            <a:ext cx="2081212" cy="2090737"/>
            <a:chOff x="3791" y="2355"/>
            <a:chExt cx="1311" cy="1317"/>
          </a:xfrm>
        </p:grpSpPr>
        <p:grpSp>
          <p:nvGrpSpPr>
            <p:cNvPr id="35" name="Group 31">
              <a:extLst>
                <a:ext uri="{FF2B5EF4-FFF2-40B4-BE49-F238E27FC236}">
                  <a16:creationId xmlns:a16="http://schemas.microsoft.com/office/drawing/2014/main" id="{1D5AF042-8D6B-4B28-641B-0E09706EA8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1" y="2355"/>
              <a:ext cx="1311" cy="1317"/>
              <a:chOff x="1417" y="1403"/>
              <a:chExt cx="1311" cy="1317"/>
            </a:xfrm>
          </p:grpSpPr>
          <p:sp>
            <p:nvSpPr>
              <p:cNvPr id="38" name="Freeform 32">
                <a:extLst>
                  <a:ext uri="{FF2B5EF4-FFF2-40B4-BE49-F238E27FC236}">
                    <a16:creationId xmlns:a16="http://schemas.microsoft.com/office/drawing/2014/main" id="{3BB22F9F-9C05-8DB9-09EE-8DF014FEC7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6" y="1533"/>
                <a:ext cx="1252" cy="1138"/>
              </a:xfrm>
              <a:custGeom>
                <a:avLst/>
                <a:gdLst>
                  <a:gd name="T0" fmla="*/ 0 w 2880"/>
                  <a:gd name="T1" fmla="*/ 1032 h 2616"/>
                  <a:gd name="T2" fmla="*/ 552 w 2880"/>
                  <a:gd name="T3" fmla="*/ 708 h 2616"/>
                  <a:gd name="T4" fmla="*/ 624 w 2880"/>
                  <a:gd name="T5" fmla="*/ 672 h 2616"/>
                  <a:gd name="T6" fmla="*/ 684 w 2880"/>
                  <a:gd name="T7" fmla="*/ 708 h 2616"/>
                  <a:gd name="T8" fmla="*/ 804 w 2880"/>
                  <a:gd name="T9" fmla="*/ 756 h 2616"/>
                  <a:gd name="T10" fmla="*/ 876 w 2880"/>
                  <a:gd name="T11" fmla="*/ 792 h 2616"/>
                  <a:gd name="T12" fmla="*/ 924 w 2880"/>
                  <a:gd name="T13" fmla="*/ 852 h 2616"/>
                  <a:gd name="T14" fmla="*/ 984 w 2880"/>
                  <a:gd name="T15" fmla="*/ 900 h 2616"/>
                  <a:gd name="T16" fmla="*/ 1068 w 2880"/>
                  <a:gd name="T17" fmla="*/ 960 h 2616"/>
                  <a:gd name="T18" fmla="*/ 1128 w 2880"/>
                  <a:gd name="T19" fmla="*/ 996 h 2616"/>
                  <a:gd name="T20" fmla="*/ 1176 w 2880"/>
                  <a:gd name="T21" fmla="*/ 1116 h 2616"/>
                  <a:gd name="T22" fmla="*/ 2196 w 2880"/>
                  <a:gd name="T23" fmla="*/ 528 h 2616"/>
                  <a:gd name="T24" fmla="*/ 2196 w 2880"/>
                  <a:gd name="T25" fmla="*/ 84 h 2616"/>
                  <a:gd name="T26" fmla="*/ 2112 w 2880"/>
                  <a:gd name="T27" fmla="*/ 0 h 2616"/>
                  <a:gd name="T28" fmla="*/ 2232 w 2880"/>
                  <a:gd name="T29" fmla="*/ 48 h 2616"/>
                  <a:gd name="T30" fmla="*/ 2364 w 2880"/>
                  <a:gd name="T31" fmla="*/ 132 h 2616"/>
                  <a:gd name="T32" fmla="*/ 2484 w 2880"/>
                  <a:gd name="T33" fmla="*/ 228 h 2616"/>
                  <a:gd name="T34" fmla="*/ 2568 w 2880"/>
                  <a:gd name="T35" fmla="*/ 312 h 2616"/>
                  <a:gd name="T36" fmla="*/ 2652 w 2880"/>
                  <a:gd name="T37" fmla="*/ 420 h 2616"/>
                  <a:gd name="T38" fmla="*/ 2736 w 2880"/>
                  <a:gd name="T39" fmla="*/ 540 h 2616"/>
                  <a:gd name="T40" fmla="*/ 2796 w 2880"/>
                  <a:gd name="T41" fmla="*/ 696 h 2616"/>
                  <a:gd name="T42" fmla="*/ 2844 w 2880"/>
                  <a:gd name="T43" fmla="*/ 852 h 2616"/>
                  <a:gd name="T44" fmla="*/ 2880 w 2880"/>
                  <a:gd name="T45" fmla="*/ 1044 h 2616"/>
                  <a:gd name="T46" fmla="*/ 2868 w 2880"/>
                  <a:gd name="T47" fmla="*/ 1236 h 2616"/>
                  <a:gd name="T48" fmla="*/ 2808 w 2880"/>
                  <a:gd name="T49" fmla="*/ 1428 h 2616"/>
                  <a:gd name="T50" fmla="*/ 2724 w 2880"/>
                  <a:gd name="T51" fmla="*/ 1536 h 2616"/>
                  <a:gd name="T52" fmla="*/ 2604 w 2880"/>
                  <a:gd name="T53" fmla="*/ 1620 h 2616"/>
                  <a:gd name="T54" fmla="*/ 900 w 2880"/>
                  <a:gd name="T55" fmla="*/ 2616 h 2616"/>
                  <a:gd name="T56" fmla="*/ 888 w 2880"/>
                  <a:gd name="T57" fmla="*/ 2436 h 2616"/>
                  <a:gd name="T58" fmla="*/ 1092 w 2880"/>
                  <a:gd name="T59" fmla="*/ 2292 h 2616"/>
                  <a:gd name="T60" fmla="*/ 1116 w 2880"/>
                  <a:gd name="T61" fmla="*/ 2148 h 2616"/>
                  <a:gd name="T62" fmla="*/ 1092 w 2880"/>
                  <a:gd name="T63" fmla="*/ 1980 h 2616"/>
                  <a:gd name="T64" fmla="*/ 1032 w 2880"/>
                  <a:gd name="T65" fmla="*/ 1812 h 2616"/>
                  <a:gd name="T66" fmla="*/ 960 w 2880"/>
                  <a:gd name="T67" fmla="*/ 1644 h 2616"/>
                  <a:gd name="T68" fmla="*/ 876 w 2880"/>
                  <a:gd name="T69" fmla="*/ 1464 h 2616"/>
                  <a:gd name="T70" fmla="*/ 792 w 2880"/>
                  <a:gd name="T71" fmla="*/ 1356 h 2616"/>
                  <a:gd name="T72" fmla="*/ 684 w 2880"/>
                  <a:gd name="T73" fmla="*/ 1260 h 2616"/>
                  <a:gd name="T74" fmla="*/ 528 w 2880"/>
                  <a:gd name="T75" fmla="*/ 1152 h 2616"/>
                  <a:gd name="T76" fmla="*/ 360 w 2880"/>
                  <a:gd name="T77" fmla="*/ 1044 h 2616"/>
                  <a:gd name="T78" fmla="*/ 240 w 2880"/>
                  <a:gd name="T79" fmla="*/ 996 h 2616"/>
                  <a:gd name="T80" fmla="*/ 120 w 2880"/>
                  <a:gd name="T81" fmla="*/ 1008 h 2616"/>
                  <a:gd name="T82" fmla="*/ 0 w 2880"/>
                  <a:gd name="T83" fmla="*/ 1032 h 26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2880" h="2616">
                    <a:moveTo>
                      <a:pt x="0" y="1032"/>
                    </a:moveTo>
                    <a:lnTo>
                      <a:pt x="552" y="708"/>
                    </a:lnTo>
                    <a:lnTo>
                      <a:pt x="624" y="672"/>
                    </a:lnTo>
                    <a:lnTo>
                      <a:pt x="684" y="708"/>
                    </a:lnTo>
                    <a:lnTo>
                      <a:pt x="804" y="756"/>
                    </a:lnTo>
                    <a:lnTo>
                      <a:pt x="876" y="792"/>
                    </a:lnTo>
                    <a:lnTo>
                      <a:pt x="924" y="852"/>
                    </a:lnTo>
                    <a:lnTo>
                      <a:pt x="984" y="900"/>
                    </a:lnTo>
                    <a:lnTo>
                      <a:pt x="1068" y="960"/>
                    </a:lnTo>
                    <a:lnTo>
                      <a:pt x="1128" y="996"/>
                    </a:lnTo>
                    <a:lnTo>
                      <a:pt x="1176" y="1116"/>
                    </a:lnTo>
                    <a:lnTo>
                      <a:pt x="2196" y="528"/>
                    </a:lnTo>
                    <a:lnTo>
                      <a:pt x="2196" y="84"/>
                    </a:lnTo>
                    <a:lnTo>
                      <a:pt x="2112" y="0"/>
                    </a:lnTo>
                    <a:lnTo>
                      <a:pt x="2232" y="48"/>
                    </a:lnTo>
                    <a:lnTo>
                      <a:pt x="2364" y="132"/>
                    </a:lnTo>
                    <a:lnTo>
                      <a:pt x="2484" y="228"/>
                    </a:lnTo>
                    <a:lnTo>
                      <a:pt x="2568" y="312"/>
                    </a:lnTo>
                    <a:lnTo>
                      <a:pt x="2652" y="420"/>
                    </a:lnTo>
                    <a:lnTo>
                      <a:pt x="2736" y="540"/>
                    </a:lnTo>
                    <a:lnTo>
                      <a:pt x="2796" y="696"/>
                    </a:lnTo>
                    <a:lnTo>
                      <a:pt x="2844" y="852"/>
                    </a:lnTo>
                    <a:lnTo>
                      <a:pt x="2880" y="1044"/>
                    </a:lnTo>
                    <a:lnTo>
                      <a:pt x="2868" y="1236"/>
                    </a:lnTo>
                    <a:lnTo>
                      <a:pt x="2808" y="1428"/>
                    </a:lnTo>
                    <a:lnTo>
                      <a:pt x="2724" y="1536"/>
                    </a:lnTo>
                    <a:lnTo>
                      <a:pt x="2604" y="1620"/>
                    </a:lnTo>
                    <a:lnTo>
                      <a:pt x="900" y="2616"/>
                    </a:lnTo>
                    <a:lnTo>
                      <a:pt x="888" y="2436"/>
                    </a:lnTo>
                    <a:lnTo>
                      <a:pt x="1092" y="2292"/>
                    </a:lnTo>
                    <a:lnTo>
                      <a:pt x="1116" y="2148"/>
                    </a:lnTo>
                    <a:lnTo>
                      <a:pt x="1092" y="1980"/>
                    </a:lnTo>
                    <a:lnTo>
                      <a:pt x="1032" y="1812"/>
                    </a:lnTo>
                    <a:lnTo>
                      <a:pt x="960" y="1644"/>
                    </a:lnTo>
                    <a:lnTo>
                      <a:pt x="876" y="1464"/>
                    </a:lnTo>
                    <a:lnTo>
                      <a:pt x="792" y="1356"/>
                    </a:lnTo>
                    <a:lnTo>
                      <a:pt x="684" y="1260"/>
                    </a:lnTo>
                    <a:lnTo>
                      <a:pt x="528" y="1152"/>
                    </a:lnTo>
                    <a:lnTo>
                      <a:pt x="360" y="1044"/>
                    </a:lnTo>
                    <a:lnTo>
                      <a:pt x="240" y="996"/>
                    </a:lnTo>
                    <a:lnTo>
                      <a:pt x="120" y="1008"/>
                    </a:lnTo>
                    <a:lnTo>
                      <a:pt x="0" y="10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0000">
                      <a:gamma/>
                      <a:shade val="46275"/>
                      <a:invGamma/>
                    </a:srgbClr>
                  </a:gs>
                  <a:gs pos="50000">
                    <a:srgbClr val="FF0000"/>
                  </a:gs>
                  <a:gs pos="100000">
                    <a:srgbClr val="FF0000">
                      <a:gamma/>
                      <a:shade val="46275"/>
                      <a:invGamma/>
                    </a:srgb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39" name="Oval 33">
                <a:extLst>
                  <a:ext uri="{FF2B5EF4-FFF2-40B4-BE49-F238E27FC236}">
                    <a16:creationId xmlns:a16="http://schemas.microsoft.com/office/drawing/2014/main" id="{B6DA9FDA-11B1-1588-1FB7-4F00B59B7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1823920">
                <a:off x="1417" y="1932"/>
                <a:ext cx="503" cy="788"/>
              </a:xfrm>
              <a:prstGeom prst="ellipse">
                <a:avLst/>
              </a:prstGeom>
              <a:solidFill>
                <a:srgbClr val="FF66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FF9933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40" name="Freeform 34">
                <a:extLst>
                  <a:ext uri="{FF2B5EF4-FFF2-40B4-BE49-F238E27FC236}">
                    <a16:creationId xmlns:a16="http://schemas.microsoft.com/office/drawing/2014/main" id="{897319BB-869B-C6A4-8CA6-E8D06E569E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16" y="1654"/>
                <a:ext cx="276" cy="370"/>
              </a:xfrm>
              <a:custGeom>
                <a:avLst/>
                <a:gdLst>
                  <a:gd name="T0" fmla="*/ 0 w 636"/>
                  <a:gd name="T1" fmla="*/ 0 h 852"/>
                  <a:gd name="T2" fmla="*/ 636 w 636"/>
                  <a:gd name="T3" fmla="*/ 372 h 852"/>
                  <a:gd name="T4" fmla="*/ 636 w 636"/>
                  <a:gd name="T5" fmla="*/ 852 h 852"/>
                  <a:gd name="T6" fmla="*/ 528 w 636"/>
                  <a:gd name="T7" fmla="*/ 732 h 852"/>
                  <a:gd name="T8" fmla="*/ 444 w 636"/>
                  <a:gd name="T9" fmla="*/ 660 h 852"/>
                  <a:gd name="T10" fmla="*/ 360 w 636"/>
                  <a:gd name="T11" fmla="*/ 600 h 852"/>
                  <a:gd name="T12" fmla="*/ 276 w 636"/>
                  <a:gd name="T13" fmla="*/ 540 h 852"/>
                  <a:gd name="T14" fmla="*/ 180 w 636"/>
                  <a:gd name="T15" fmla="*/ 504 h 852"/>
                  <a:gd name="T16" fmla="*/ 84 w 636"/>
                  <a:gd name="T17" fmla="*/ 480 h 852"/>
                  <a:gd name="T18" fmla="*/ 0 w 636"/>
                  <a:gd name="T19" fmla="*/ 480 h 852"/>
                  <a:gd name="T20" fmla="*/ 0 w 636"/>
                  <a:gd name="T21" fmla="*/ 0 h 8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36" h="852">
                    <a:moveTo>
                      <a:pt x="0" y="0"/>
                    </a:moveTo>
                    <a:lnTo>
                      <a:pt x="636" y="372"/>
                    </a:lnTo>
                    <a:lnTo>
                      <a:pt x="636" y="852"/>
                    </a:lnTo>
                    <a:lnTo>
                      <a:pt x="528" y="732"/>
                    </a:lnTo>
                    <a:lnTo>
                      <a:pt x="444" y="660"/>
                    </a:lnTo>
                    <a:lnTo>
                      <a:pt x="360" y="600"/>
                    </a:lnTo>
                    <a:lnTo>
                      <a:pt x="276" y="540"/>
                    </a:lnTo>
                    <a:lnTo>
                      <a:pt x="180" y="504"/>
                    </a:lnTo>
                    <a:lnTo>
                      <a:pt x="84" y="480"/>
                    </a:lnTo>
                    <a:lnTo>
                      <a:pt x="0" y="48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339933">
                      <a:gamma/>
                      <a:shade val="46275"/>
                      <a:invGamma/>
                    </a:srgbClr>
                  </a:gs>
                  <a:gs pos="100000">
                    <a:srgbClr val="3399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41" name="Freeform 35">
                <a:extLst>
                  <a:ext uri="{FF2B5EF4-FFF2-40B4-BE49-F238E27FC236}">
                    <a16:creationId xmlns:a16="http://schemas.microsoft.com/office/drawing/2014/main" id="{70967180-3520-5D31-F33B-B4E61CAAA2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7" y="1549"/>
                <a:ext cx="454" cy="480"/>
              </a:xfrm>
              <a:custGeom>
                <a:avLst/>
                <a:gdLst>
                  <a:gd name="T0" fmla="*/ 0 w 1044"/>
                  <a:gd name="T1" fmla="*/ 552 h 1104"/>
                  <a:gd name="T2" fmla="*/ 24 w 1044"/>
                  <a:gd name="T3" fmla="*/ 672 h 1104"/>
                  <a:gd name="T4" fmla="*/ 24 w 1044"/>
                  <a:gd name="T5" fmla="*/ 1104 h 1104"/>
                  <a:gd name="T6" fmla="*/ 1044 w 1044"/>
                  <a:gd name="T7" fmla="*/ 528 h 1104"/>
                  <a:gd name="T8" fmla="*/ 1044 w 1044"/>
                  <a:gd name="T9" fmla="*/ 0 h 1104"/>
                  <a:gd name="T10" fmla="*/ 0 w 1044"/>
                  <a:gd name="T11" fmla="*/ 552 h 1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4" h="1104">
                    <a:moveTo>
                      <a:pt x="0" y="552"/>
                    </a:moveTo>
                    <a:cubicBezTo>
                      <a:pt x="0" y="576"/>
                      <a:pt x="24" y="648"/>
                      <a:pt x="24" y="672"/>
                    </a:cubicBezTo>
                    <a:lnTo>
                      <a:pt x="24" y="1104"/>
                    </a:lnTo>
                    <a:lnTo>
                      <a:pt x="1044" y="528"/>
                    </a:lnTo>
                    <a:lnTo>
                      <a:pt x="1044" y="0"/>
                    </a:lnTo>
                    <a:lnTo>
                      <a:pt x="0" y="552"/>
                    </a:lnTo>
                    <a:close/>
                  </a:path>
                </a:pathLst>
              </a:custGeom>
              <a:solidFill>
                <a:srgbClr val="3399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42" name="Freeform 36">
                <a:extLst>
                  <a:ext uri="{FF2B5EF4-FFF2-40B4-BE49-F238E27FC236}">
                    <a16:creationId xmlns:a16="http://schemas.microsoft.com/office/drawing/2014/main" id="{1F74A170-2FBA-EBA3-C7AD-ECBBA18FBA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16" y="1403"/>
                <a:ext cx="709" cy="407"/>
              </a:xfrm>
              <a:custGeom>
                <a:avLst/>
                <a:gdLst>
                  <a:gd name="T0" fmla="*/ 0 w 1632"/>
                  <a:gd name="T1" fmla="*/ 576 h 936"/>
                  <a:gd name="T2" fmla="*/ 612 w 1632"/>
                  <a:gd name="T3" fmla="*/ 936 h 936"/>
                  <a:gd name="T4" fmla="*/ 1632 w 1632"/>
                  <a:gd name="T5" fmla="*/ 348 h 936"/>
                  <a:gd name="T6" fmla="*/ 1020 w 1632"/>
                  <a:gd name="T7" fmla="*/ 0 h 936"/>
                  <a:gd name="T8" fmla="*/ 0 w 1632"/>
                  <a:gd name="T9" fmla="*/ 576 h 9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32" h="936">
                    <a:moveTo>
                      <a:pt x="0" y="576"/>
                    </a:moveTo>
                    <a:lnTo>
                      <a:pt x="612" y="936"/>
                    </a:lnTo>
                    <a:lnTo>
                      <a:pt x="1632" y="348"/>
                    </a:lnTo>
                    <a:lnTo>
                      <a:pt x="1020" y="0"/>
                    </a:lnTo>
                    <a:lnTo>
                      <a:pt x="0" y="576"/>
                    </a:lnTo>
                    <a:close/>
                  </a:path>
                </a:pathLst>
              </a:custGeom>
              <a:solidFill>
                <a:srgbClr val="00CC6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36" name="Freeform 37">
              <a:extLst>
                <a:ext uri="{FF2B5EF4-FFF2-40B4-BE49-F238E27FC236}">
                  <a16:creationId xmlns:a16="http://schemas.microsoft.com/office/drawing/2014/main" id="{F98500C1-B29E-E2A0-BF8B-B3E12CBD5E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6" y="2444"/>
              <a:ext cx="377" cy="218"/>
            </a:xfrm>
            <a:custGeom>
              <a:avLst/>
              <a:gdLst>
                <a:gd name="T0" fmla="*/ 0 w 377"/>
                <a:gd name="T1" fmla="*/ 148 h 218"/>
                <a:gd name="T2" fmla="*/ 256 w 377"/>
                <a:gd name="T3" fmla="*/ 0 h 218"/>
                <a:gd name="T4" fmla="*/ 377 w 377"/>
                <a:gd name="T5" fmla="*/ 70 h 218"/>
                <a:gd name="T6" fmla="*/ 120 w 377"/>
                <a:gd name="T7" fmla="*/ 218 h 218"/>
                <a:gd name="T8" fmla="*/ 0 w 377"/>
                <a:gd name="T9" fmla="*/ 148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7" h="218">
                  <a:moveTo>
                    <a:pt x="0" y="148"/>
                  </a:moveTo>
                  <a:lnTo>
                    <a:pt x="256" y="0"/>
                  </a:lnTo>
                  <a:lnTo>
                    <a:pt x="377" y="70"/>
                  </a:lnTo>
                  <a:lnTo>
                    <a:pt x="120" y="218"/>
                  </a:lnTo>
                  <a:lnTo>
                    <a:pt x="0" y="148"/>
                  </a:lnTo>
                  <a:close/>
                </a:path>
              </a:pathLst>
            </a:custGeom>
            <a:gradFill rotWithShape="0">
              <a:gsLst>
                <a:gs pos="0">
                  <a:srgbClr val="00FF00">
                    <a:gamma/>
                    <a:shade val="46275"/>
                    <a:invGamma/>
                  </a:srgbClr>
                </a:gs>
                <a:gs pos="50000">
                  <a:srgbClr val="00FF00"/>
                </a:gs>
                <a:gs pos="100000">
                  <a:srgbClr val="00FF00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7" name="Oval 38">
              <a:extLst>
                <a:ext uri="{FF2B5EF4-FFF2-40B4-BE49-F238E27FC236}">
                  <a16:creationId xmlns:a16="http://schemas.microsoft.com/office/drawing/2014/main" id="{68593B32-9A0F-CECF-332B-86FE0209243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034132">
              <a:off x="3900" y="3045"/>
              <a:ext cx="270" cy="466"/>
            </a:xfrm>
            <a:prstGeom prst="ellipse">
              <a:avLst/>
            </a:prstGeom>
            <a:gradFill rotWithShape="0">
              <a:gsLst>
                <a:gs pos="0">
                  <a:srgbClr val="FFCC00">
                    <a:gamma/>
                    <a:shade val="46275"/>
                    <a:invGamma/>
                  </a:srgbClr>
                </a:gs>
                <a:gs pos="50000">
                  <a:srgbClr val="FFCC00"/>
                </a:gs>
                <a:gs pos="100000">
                  <a:srgbClr val="FFCC00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43" name="Line 39">
            <a:extLst>
              <a:ext uri="{FF2B5EF4-FFF2-40B4-BE49-F238E27FC236}">
                <a16:creationId xmlns:a16="http://schemas.microsoft.com/office/drawing/2014/main" id="{6067928F-10BD-4289-4E1D-88FAE6554F28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9588" y="1991318"/>
            <a:ext cx="1522412" cy="0"/>
          </a:xfrm>
          <a:prstGeom prst="line">
            <a:avLst/>
          </a:prstGeom>
          <a:noFill/>
          <a:ln w="5715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44" name="Group 40">
            <a:extLst>
              <a:ext uri="{FF2B5EF4-FFF2-40B4-BE49-F238E27FC236}">
                <a16:creationId xmlns:a16="http://schemas.microsoft.com/office/drawing/2014/main" id="{376C1AB3-D3E9-089C-1E42-DA6E0F6D2312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1534118"/>
            <a:ext cx="1525588" cy="700087"/>
            <a:chOff x="1440" y="519"/>
            <a:chExt cx="961" cy="441"/>
          </a:xfrm>
        </p:grpSpPr>
        <p:sp>
          <p:nvSpPr>
            <p:cNvPr id="45" name="Freeform 41">
              <a:extLst>
                <a:ext uri="{FF2B5EF4-FFF2-40B4-BE49-F238E27FC236}">
                  <a16:creationId xmlns:a16="http://schemas.microsoft.com/office/drawing/2014/main" id="{82BD93C2-905A-5629-93E7-F4753621B8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0" y="520"/>
              <a:ext cx="1" cy="426"/>
            </a:xfrm>
            <a:custGeom>
              <a:avLst/>
              <a:gdLst>
                <a:gd name="T0" fmla="*/ 0 w 1"/>
                <a:gd name="T1" fmla="*/ 0 h 426"/>
                <a:gd name="T2" fmla="*/ 0 w 1"/>
                <a:gd name="T3" fmla="*/ 426 h 4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426">
                  <a:moveTo>
                    <a:pt x="0" y="0"/>
                  </a:moveTo>
                  <a:lnTo>
                    <a:pt x="0" y="426"/>
                  </a:ln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6" name="Line 42">
              <a:extLst>
                <a:ext uri="{FF2B5EF4-FFF2-40B4-BE49-F238E27FC236}">
                  <a16:creationId xmlns:a16="http://schemas.microsoft.com/office/drawing/2014/main" id="{E990ADEB-39F8-7478-1BB3-6C7BF8ACF5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520"/>
              <a:ext cx="96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" name="Freeform 43">
              <a:extLst>
                <a:ext uri="{FF2B5EF4-FFF2-40B4-BE49-F238E27FC236}">
                  <a16:creationId xmlns:a16="http://schemas.microsoft.com/office/drawing/2014/main" id="{7660795E-5A96-EDC0-248D-5447D738E7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0" y="519"/>
              <a:ext cx="1" cy="441"/>
            </a:xfrm>
            <a:custGeom>
              <a:avLst/>
              <a:gdLst>
                <a:gd name="T0" fmla="*/ 0 w 1"/>
                <a:gd name="T1" fmla="*/ 0 h 441"/>
                <a:gd name="T2" fmla="*/ 0 w 1"/>
                <a:gd name="T3" fmla="*/ 441 h 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441">
                  <a:moveTo>
                    <a:pt x="0" y="0"/>
                  </a:moveTo>
                  <a:lnTo>
                    <a:pt x="0" y="441"/>
                  </a:ln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pic>
        <p:nvPicPr>
          <p:cNvPr id="48" name="Picture 47">
            <a:extLst>
              <a:ext uri="{FF2B5EF4-FFF2-40B4-BE49-F238E27FC236}">
                <a16:creationId xmlns:a16="http://schemas.microsoft.com/office/drawing/2014/main" id="{24C21966-DD97-8F99-177F-38BB7BCCB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9860720" y="2538412"/>
            <a:ext cx="1328808" cy="3020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309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14DAC0-3F41-03A3-99C9-7FDB589FD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0EE82-1E95-4A8B-A15E-FB6222E29394}" type="datetime1">
              <a:rPr lang="zh-CN" altLang="en-US" smtClean="0"/>
              <a:t>2025/11/11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070140-65B4-A919-C831-5FC27749B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13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4D9A4A-BFFA-CC1F-59F2-9FF51638A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11</a:t>
            </a:fld>
            <a:endParaRPr lang="en-US"/>
          </a:p>
        </p:txBody>
      </p:sp>
      <p:sp>
        <p:nvSpPr>
          <p:cNvPr id="6" name="Freeform 2">
            <a:extLst>
              <a:ext uri="{FF2B5EF4-FFF2-40B4-BE49-F238E27FC236}">
                <a16:creationId xmlns:a16="http://schemas.microsoft.com/office/drawing/2014/main" id="{21FA24BC-702C-934A-46E3-6969D978BB1C}"/>
              </a:ext>
            </a:extLst>
          </p:cNvPr>
          <p:cNvSpPr>
            <a:spLocks/>
          </p:cNvSpPr>
          <p:nvPr/>
        </p:nvSpPr>
        <p:spPr bwMode="auto">
          <a:xfrm>
            <a:off x="5331644" y="1176564"/>
            <a:ext cx="1341437" cy="846138"/>
          </a:xfrm>
          <a:custGeom>
            <a:avLst/>
            <a:gdLst>
              <a:gd name="T0" fmla="*/ 11 w 845"/>
              <a:gd name="T1" fmla="*/ 0 h 533"/>
              <a:gd name="T2" fmla="*/ 845 w 845"/>
              <a:gd name="T3" fmla="*/ 0 h 533"/>
              <a:gd name="T4" fmla="*/ 845 w 845"/>
              <a:gd name="T5" fmla="*/ 533 h 533"/>
              <a:gd name="T6" fmla="*/ 778 w 845"/>
              <a:gd name="T7" fmla="*/ 467 h 533"/>
              <a:gd name="T8" fmla="*/ 689 w 845"/>
              <a:gd name="T9" fmla="*/ 378 h 533"/>
              <a:gd name="T10" fmla="*/ 541 w 845"/>
              <a:gd name="T11" fmla="*/ 320 h 533"/>
              <a:gd name="T12" fmla="*/ 367 w 845"/>
              <a:gd name="T13" fmla="*/ 296 h 533"/>
              <a:gd name="T14" fmla="*/ 229 w 845"/>
              <a:gd name="T15" fmla="*/ 308 h 533"/>
              <a:gd name="T16" fmla="*/ 91 w 845"/>
              <a:gd name="T17" fmla="*/ 368 h 533"/>
              <a:gd name="T18" fmla="*/ 0 w 845"/>
              <a:gd name="T19" fmla="*/ 433 h 533"/>
              <a:gd name="T20" fmla="*/ 11 w 845"/>
              <a:gd name="T21" fmla="*/ 0 h 5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845" h="533">
                <a:moveTo>
                  <a:pt x="11" y="0"/>
                </a:moveTo>
                <a:lnTo>
                  <a:pt x="845" y="0"/>
                </a:lnTo>
                <a:lnTo>
                  <a:pt x="845" y="533"/>
                </a:lnTo>
                <a:lnTo>
                  <a:pt x="778" y="467"/>
                </a:lnTo>
                <a:lnTo>
                  <a:pt x="689" y="378"/>
                </a:lnTo>
                <a:lnTo>
                  <a:pt x="541" y="320"/>
                </a:lnTo>
                <a:lnTo>
                  <a:pt x="367" y="296"/>
                </a:lnTo>
                <a:lnTo>
                  <a:pt x="229" y="308"/>
                </a:lnTo>
                <a:lnTo>
                  <a:pt x="91" y="368"/>
                </a:lnTo>
                <a:lnTo>
                  <a:pt x="0" y="433"/>
                </a:lnTo>
                <a:lnTo>
                  <a:pt x="11" y="0"/>
                </a:lnTo>
                <a:close/>
              </a:path>
            </a:pathLst>
          </a:custGeom>
          <a:solidFill>
            <a:srgbClr val="9900FF">
              <a:alpha val="5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cap="flat" cmpd="sng">
                <a:solidFill>
                  <a:srgbClr val="9900FF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" name="Line 3">
            <a:extLst>
              <a:ext uri="{FF2B5EF4-FFF2-40B4-BE49-F238E27FC236}">
                <a16:creationId xmlns:a16="http://schemas.microsoft.com/office/drawing/2014/main" id="{2FAA0EFF-1578-7E1F-E858-64F5501F318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53569" y="1532164"/>
            <a:ext cx="0" cy="30114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8" name="Line 4">
            <a:extLst>
              <a:ext uri="{FF2B5EF4-FFF2-40B4-BE49-F238E27FC236}">
                <a16:creationId xmlns:a16="http://schemas.microsoft.com/office/drawing/2014/main" id="{C7CA1F87-2610-7639-4A26-75893FDB034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55281" y="1827439"/>
            <a:ext cx="13890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9" name="Line 5">
            <a:extLst>
              <a:ext uri="{FF2B5EF4-FFF2-40B4-BE49-F238E27FC236}">
                <a16:creationId xmlns:a16="http://schemas.microsoft.com/office/drawing/2014/main" id="{DFBF90FA-3DBA-D166-E60F-156EB7233F6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21781" y="1735364"/>
            <a:ext cx="36877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38DAED95-CD84-E6F9-377E-035066280405}"/>
              </a:ext>
            </a:extLst>
          </p:cNvPr>
          <p:cNvSpPr>
            <a:spLocks/>
          </p:cNvSpPr>
          <p:nvPr/>
        </p:nvSpPr>
        <p:spPr bwMode="auto">
          <a:xfrm>
            <a:off x="4679181" y="4889727"/>
            <a:ext cx="9525" cy="14287"/>
          </a:xfrm>
          <a:custGeom>
            <a:avLst/>
            <a:gdLst>
              <a:gd name="T0" fmla="*/ 13 w 13"/>
              <a:gd name="T1" fmla="*/ 5 h 17"/>
              <a:gd name="T2" fmla="*/ 0 w 13"/>
              <a:gd name="T3" fmla="*/ 0 h 17"/>
              <a:gd name="T4" fmla="*/ 0 w 13"/>
              <a:gd name="T5" fmla="*/ 17 h 17"/>
              <a:gd name="T6" fmla="*/ 13 w 13"/>
              <a:gd name="T7" fmla="*/ 5 h 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3" h="17">
                <a:moveTo>
                  <a:pt x="13" y="5"/>
                </a:moveTo>
                <a:lnTo>
                  <a:pt x="0" y="0"/>
                </a:lnTo>
                <a:lnTo>
                  <a:pt x="0" y="17"/>
                </a:lnTo>
                <a:lnTo>
                  <a:pt x="13" y="5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E455B28C-1EF2-FD8F-5002-4B16A5FE40C2}"/>
              </a:ext>
            </a:extLst>
          </p:cNvPr>
          <p:cNvSpPr>
            <a:spLocks noChangeShapeType="1"/>
          </p:cNvSpPr>
          <p:nvPr/>
        </p:nvSpPr>
        <p:spPr bwMode="auto">
          <a:xfrm>
            <a:off x="2783706" y="1827439"/>
            <a:ext cx="1171575" cy="0"/>
          </a:xfrm>
          <a:prstGeom prst="line">
            <a:avLst/>
          </a:prstGeom>
          <a:noFill/>
          <a:ln w="19050">
            <a:solidFill>
              <a:srgbClr val="CC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12" name="Group 13">
            <a:extLst>
              <a:ext uri="{FF2B5EF4-FFF2-40B4-BE49-F238E27FC236}">
                <a16:creationId xmlns:a16="http://schemas.microsoft.com/office/drawing/2014/main" id="{75A0A85A-5262-38C9-DBD4-00FA5D9EA94D}"/>
              </a:ext>
            </a:extLst>
          </p:cNvPr>
          <p:cNvGrpSpPr>
            <a:grpSpLocks/>
          </p:cNvGrpSpPr>
          <p:nvPr/>
        </p:nvGrpSpPr>
        <p:grpSpPr bwMode="auto">
          <a:xfrm>
            <a:off x="2102669" y="1159102"/>
            <a:ext cx="2576512" cy="2381250"/>
            <a:chOff x="833" y="689"/>
            <a:chExt cx="1623" cy="1500"/>
          </a:xfrm>
        </p:grpSpPr>
        <p:sp>
          <p:nvSpPr>
            <p:cNvPr id="13" name="Line 14">
              <a:extLst>
                <a:ext uri="{FF2B5EF4-FFF2-40B4-BE49-F238E27FC236}">
                  <a16:creationId xmlns:a16="http://schemas.microsoft.com/office/drawing/2014/main" id="{F731A45D-A914-F44B-ABA4-13BEC929A9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2" y="689"/>
              <a:ext cx="7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4" name="Line 15">
              <a:extLst>
                <a:ext uri="{FF2B5EF4-FFF2-40B4-BE49-F238E27FC236}">
                  <a16:creationId xmlns:a16="http://schemas.microsoft.com/office/drawing/2014/main" id="{C4CBD5FD-24C4-71A4-D152-3A170219E6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0" y="689"/>
              <a:ext cx="0" cy="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5" name="Line 16">
              <a:extLst>
                <a:ext uri="{FF2B5EF4-FFF2-40B4-BE49-F238E27FC236}">
                  <a16:creationId xmlns:a16="http://schemas.microsoft.com/office/drawing/2014/main" id="{6780B1D3-3FAF-FE4E-C484-C32F30E4A4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62" y="689"/>
              <a:ext cx="0" cy="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6" name="Rectangle 17">
              <a:extLst>
                <a:ext uri="{FF2B5EF4-FFF2-40B4-BE49-F238E27FC236}">
                  <a16:creationId xmlns:a16="http://schemas.microsoft.com/office/drawing/2014/main" id="{D03BD674-F870-DFA9-DC8B-1B6036D6B9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8" y="990"/>
              <a:ext cx="1421" cy="119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" name="Line 18">
              <a:extLst>
                <a:ext uri="{FF2B5EF4-FFF2-40B4-BE49-F238E27FC236}">
                  <a16:creationId xmlns:a16="http://schemas.microsoft.com/office/drawing/2014/main" id="{416FEF00-2EB7-E8BF-DD8D-DA24DF7DBB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3" y="1584"/>
              <a:ext cx="162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18" name="Line 19">
            <a:extLst>
              <a:ext uri="{FF2B5EF4-FFF2-40B4-BE49-F238E27FC236}">
                <a16:creationId xmlns:a16="http://schemas.microsoft.com/office/drawing/2014/main" id="{088B5D9B-A9F5-837C-0841-C5EDE05459F9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9581" y="1194027"/>
            <a:ext cx="13239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9" name="Line 20">
            <a:extLst>
              <a:ext uri="{FF2B5EF4-FFF2-40B4-BE49-F238E27FC236}">
                <a16:creationId xmlns:a16="http://schemas.microsoft.com/office/drawing/2014/main" id="{EA93EFE8-3082-C5B5-A39F-5FF217D3C459}"/>
              </a:ext>
            </a:extLst>
          </p:cNvPr>
          <p:cNvSpPr>
            <a:spLocks noChangeShapeType="1"/>
          </p:cNvSpPr>
          <p:nvPr/>
        </p:nvSpPr>
        <p:spPr bwMode="auto">
          <a:xfrm>
            <a:off x="6673081" y="1194027"/>
            <a:ext cx="0" cy="8715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0" name="Line 21">
            <a:extLst>
              <a:ext uri="{FF2B5EF4-FFF2-40B4-BE49-F238E27FC236}">
                <a16:creationId xmlns:a16="http://schemas.microsoft.com/office/drawing/2014/main" id="{D0997F63-720C-4A8F-2611-97390241AE99}"/>
              </a:ext>
            </a:extLst>
          </p:cNvPr>
          <p:cNvSpPr>
            <a:spLocks noChangeShapeType="1"/>
          </p:cNvSpPr>
          <p:nvPr/>
        </p:nvSpPr>
        <p:spPr bwMode="auto">
          <a:xfrm>
            <a:off x="5344344" y="1198789"/>
            <a:ext cx="0" cy="6651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1" name="Oval 22">
            <a:extLst>
              <a:ext uri="{FF2B5EF4-FFF2-40B4-BE49-F238E27FC236}">
                <a16:creationId xmlns:a16="http://schemas.microsoft.com/office/drawing/2014/main" id="{9269ACBC-D110-C9A7-71E8-EC66E3F09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0806" y="1652814"/>
            <a:ext cx="1866900" cy="1868488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2" name="Line 23">
            <a:extLst>
              <a:ext uri="{FF2B5EF4-FFF2-40B4-BE49-F238E27FC236}">
                <a16:creationId xmlns:a16="http://schemas.microsoft.com/office/drawing/2014/main" id="{420DCF43-60C2-CA9F-1E59-B47D9E11565D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5281" y="4334102"/>
            <a:ext cx="0" cy="13223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3" name="Line 24">
            <a:extLst>
              <a:ext uri="{FF2B5EF4-FFF2-40B4-BE49-F238E27FC236}">
                <a16:creationId xmlns:a16="http://schemas.microsoft.com/office/drawing/2014/main" id="{AF8EC9AD-FB09-C205-D29D-C26B9CB014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74181" y="4334102"/>
            <a:ext cx="11811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4" name="Line 25">
            <a:extLst>
              <a:ext uri="{FF2B5EF4-FFF2-40B4-BE49-F238E27FC236}">
                <a16:creationId xmlns:a16="http://schemas.microsoft.com/office/drawing/2014/main" id="{2EA6ABBB-46A2-0FD9-9C18-6FA3C2ACE60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772594" y="4334102"/>
            <a:ext cx="1182687" cy="13223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5" name="Line 26">
            <a:extLst>
              <a:ext uri="{FF2B5EF4-FFF2-40B4-BE49-F238E27FC236}">
                <a16:creationId xmlns:a16="http://schemas.microsoft.com/office/drawing/2014/main" id="{C52F1B3C-C5E8-8A7A-CCE3-AD1AF1DD53CA}"/>
              </a:ext>
            </a:extLst>
          </p:cNvPr>
          <p:cNvSpPr>
            <a:spLocks noChangeShapeType="1"/>
          </p:cNvSpPr>
          <p:nvPr/>
        </p:nvSpPr>
        <p:spPr bwMode="auto">
          <a:xfrm>
            <a:off x="2102669" y="4897664"/>
            <a:ext cx="255905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6" name="Rectangle 27">
            <a:extLst>
              <a:ext uri="{FF2B5EF4-FFF2-40B4-BE49-F238E27FC236}">
                <a16:creationId xmlns:a16="http://schemas.microsoft.com/office/drawing/2014/main" id="{25259363-F4D2-78DB-F388-770DEB7D4C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3956" y="3953102"/>
            <a:ext cx="2255838" cy="190341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7" name="Line 28">
            <a:extLst>
              <a:ext uri="{FF2B5EF4-FFF2-40B4-BE49-F238E27FC236}">
                <a16:creationId xmlns:a16="http://schemas.microsoft.com/office/drawing/2014/main" id="{C71CB9A3-4363-73DB-A90A-05AC9D8C2565}"/>
              </a:ext>
            </a:extLst>
          </p:cNvPr>
          <p:cNvSpPr>
            <a:spLocks noChangeShapeType="1"/>
          </p:cNvSpPr>
          <p:nvPr/>
        </p:nvSpPr>
        <p:spPr bwMode="auto">
          <a:xfrm>
            <a:off x="5909494" y="1551214"/>
            <a:ext cx="0" cy="207645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8" name="Line 29">
            <a:extLst>
              <a:ext uri="{FF2B5EF4-FFF2-40B4-BE49-F238E27FC236}">
                <a16:creationId xmlns:a16="http://schemas.microsoft.com/office/drawing/2014/main" id="{B4D5D61D-D8CA-91D8-5BA3-8C61A09817A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6181" y="2579914"/>
            <a:ext cx="220503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9" name="Freeform 30">
            <a:extLst>
              <a:ext uri="{FF2B5EF4-FFF2-40B4-BE49-F238E27FC236}">
                <a16:creationId xmlns:a16="http://schemas.microsoft.com/office/drawing/2014/main" id="{F370EBC9-C6BB-A720-1117-3BB21A6156B7}"/>
              </a:ext>
            </a:extLst>
          </p:cNvPr>
          <p:cNvSpPr>
            <a:spLocks/>
          </p:cNvSpPr>
          <p:nvPr/>
        </p:nvSpPr>
        <p:spPr bwMode="auto">
          <a:xfrm>
            <a:off x="2809106" y="1636939"/>
            <a:ext cx="495300" cy="190500"/>
          </a:xfrm>
          <a:custGeom>
            <a:avLst/>
            <a:gdLst>
              <a:gd name="T0" fmla="*/ 312 w 312"/>
              <a:gd name="T1" fmla="*/ 0 h 120"/>
              <a:gd name="T2" fmla="*/ 252 w 312"/>
              <a:gd name="T3" fmla="*/ 12 h 120"/>
              <a:gd name="T4" fmla="*/ 198 w 312"/>
              <a:gd name="T5" fmla="*/ 24 h 120"/>
              <a:gd name="T6" fmla="*/ 138 w 312"/>
              <a:gd name="T7" fmla="*/ 48 h 120"/>
              <a:gd name="T8" fmla="*/ 66 w 312"/>
              <a:gd name="T9" fmla="*/ 78 h 120"/>
              <a:gd name="T10" fmla="*/ 0 w 312"/>
              <a:gd name="T11" fmla="*/ 120 h 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2" h="120">
                <a:moveTo>
                  <a:pt x="312" y="0"/>
                </a:moveTo>
                <a:cubicBezTo>
                  <a:pt x="291" y="4"/>
                  <a:pt x="271" y="8"/>
                  <a:pt x="252" y="12"/>
                </a:cubicBezTo>
                <a:cubicBezTo>
                  <a:pt x="233" y="16"/>
                  <a:pt x="217" y="18"/>
                  <a:pt x="198" y="24"/>
                </a:cubicBezTo>
                <a:cubicBezTo>
                  <a:pt x="179" y="30"/>
                  <a:pt x="160" y="39"/>
                  <a:pt x="138" y="48"/>
                </a:cubicBezTo>
                <a:cubicBezTo>
                  <a:pt x="116" y="57"/>
                  <a:pt x="89" y="66"/>
                  <a:pt x="66" y="78"/>
                </a:cubicBezTo>
                <a:cubicBezTo>
                  <a:pt x="43" y="90"/>
                  <a:pt x="11" y="113"/>
                  <a:pt x="0" y="120"/>
                </a:cubicBezTo>
              </a:path>
            </a:pathLst>
          </a:custGeom>
          <a:noFill/>
          <a:ln w="19050" cap="flat" cmpd="sng">
            <a:solidFill>
              <a:srgbClr val="FF33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30" name="Group 32">
            <a:extLst>
              <a:ext uri="{FF2B5EF4-FFF2-40B4-BE49-F238E27FC236}">
                <a16:creationId xmlns:a16="http://schemas.microsoft.com/office/drawing/2014/main" id="{C4F674F5-AAB5-3D28-93B3-EF5D644704D2}"/>
              </a:ext>
            </a:extLst>
          </p:cNvPr>
          <p:cNvGrpSpPr>
            <a:grpSpLocks/>
          </p:cNvGrpSpPr>
          <p:nvPr/>
        </p:nvGrpSpPr>
        <p:grpSpPr bwMode="auto">
          <a:xfrm>
            <a:off x="2783706" y="1825852"/>
            <a:ext cx="1169988" cy="2508250"/>
            <a:chOff x="1262" y="1109"/>
            <a:chExt cx="737" cy="1580"/>
          </a:xfrm>
        </p:grpSpPr>
        <p:sp>
          <p:nvSpPr>
            <p:cNvPr id="31" name="Line 33">
              <a:extLst>
                <a:ext uri="{FF2B5EF4-FFF2-40B4-BE49-F238E27FC236}">
                  <a16:creationId xmlns:a16="http://schemas.microsoft.com/office/drawing/2014/main" id="{147E3758-2854-F92C-7FB7-D91CB33E5F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99" y="1109"/>
              <a:ext cx="0" cy="15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2" name="Line 34">
              <a:extLst>
                <a:ext uri="{FF2B5EF4-FFF2-40B4-BE49-F238E27FC236}">
                  <a16:creationId xmlns:a16="http://schemas.microsoft.com/office/drawing/2014/main" id="{720FF3DD-04AB-152E-8C20-5CA9A4EBB5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62" y="1110"/>
              <a:ext cx="0" cy="157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33" name="Line 35">
            <a:extLst>
              <a:ext uri="{FF2B5EF4-FFF2-40B4-BE49-F238E27FC236}">
                <a16:creationId xmlns:a16="http://schemas.microsoft.com/office/drawing/2014/main" id="{8A653B98-BFFF-92A3-8D25-8AE4F303753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53694" y="2040164"/>
            <a:ext cx="27193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4" name="Line 36">
            <a:extLst>
              <a:ext uri="{FF2B5EF4-FFF2-40B4-BE49-F238E27FC236}">
                <a16:creationId xmlns:a16="http://schemas.microsoft.com/office/drawing/2014/main" id="{EC528B85-DAA7-605E-AC5A-27690046864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96469" y="1614714"/>
            <a:ext cx="7937" cy="32750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5" name="Text Box 37">
            <a:extLst>
              <a:ext uri="{FF2B5EF4-FFF2-40B4-BE49-F238E27FC236}">
                <a16:creationId xmlns:a16="http://schemas.microsoft.com/office/drawing/2014/main" id="{40A0F2CE-A2BB-601D-BAA4-738023EE30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8094" y="1613127"/>
            <a:ext cx="285750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800" b="0" dirty="0">
                <a:solidFill>
                  <a:srgbClr val="FF3300"/>
                </a:solidFill>
                <a:latin typeface="Times New Roman" panose="02020603050405020304" pitchFamily="18" charset="0"/>
              </a:rPr>
              <a:t>●</a:t>
            </a:r>
          </a:p>
        </p:txBody>
      </p:sp>
      <p:sp>
        <p:nvSpPr>
          <p:cNvPr id="36" name="Text Box 38">
            <a:extLst>
              <a:ext uri="{FF2B5EF4-FFF2-40B4-BE49-F238E27FC236}">
                <a16:creationId xmlns:a16="http://schemas.microsoft.com/office/drawing/2014/main" id="{E04737DF-F48E-2A23-E079-69910F718E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7844" y="1614714"/>
            <a:ext cx="28575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800" b="0" dirty="0">
                <a:solidFill>
                  <a:srgbClr val="FF3300"/>
                </a:solidFill>
                <a:latin typeface="Times New Roman" panose="02020603050405020304" pitchFamily="18" charset="0"/>
              </a:rPr>
              <a:t>●</a:t>
            </a:r>
          </a:p>
        </p:txBody>
      </p:sp>
      <p:grpSp>
        <p:nvGrpSpPr>
          <p:cNvPr id="37" name="Group 39">
            <a:extLst>
              <a:ext uri="{FF2B5EF4-FFF2-40B4-BE49-F238E27FC236}">
                <a16:creationId xmlns:a16="http://schemas.microsoft.com/office/drawing/2014/main" id="{9C5911CB-CBFF-983E-2BA3-70CCAC53AA37}"/>
              </a:ext>
            </a:extLst>
          </p:cNvPr>
          <p:cNvGrpSpPr>
            <a:grpSpLocks/>
          </p:cNvGrpSpPr>
          <p:nvPr/>
        </p:nvGrpSpPr>
        <p:grpSpPr bwMode="auto">
          <a:xfrm>
            <a:off x="4504556" y="1724252"/>
            <a:ext cx="1774825" cy="3549650"/>
            <a:chOff x="2346" y="1045"/>
            <a:chExt cx="1118" cy="2236"/>
          </a:xfrm>
        </p:grpSpPr>
        <p:sp>
          <p:nvSpPr>
            <p:cNvPr id="38" name="Freeform 40">
              <a:extLst>
                <a:ext uri="{FF2B5EF4-FFF2-40B4-BE49-F238E27FC236}">
                  <a16:creationId xmlns:a16="http://schemas.microsoft.com/office/drawing/2014/main" id="{2FC09797-63D1-9454-A746-362304848D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1" y="1045"/>
              <a:ext cx="233" cy="3"/>
            </a:xfrm>
            <a:custGeom>
              <a:avLst/>
              <a:gdLst>
                <a:gd name="T0" fmla="*/ 233 w 233"/>
                <a:gd name="T1" fmla="*/ 3 h 3"/>
                <a:gd name="T2" fmla="*/ 0 w 233"/>
                <a:gd name="T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33" h="3">
                  <a:moveTo>
                    <a:pt x="233" y="3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9" name="Freeform 41">
              <a:extLst>
                <a:ext uri="{FF2B5EF4-FFF2-40B4-BE49-F238E27FC236}">
                  <a16:creationId xmlns:a16="http://schemas.microsoft.com/office/drawing/2014/main" id="{FCC4C0B1-C454-38B4-AB4C-56E7784BE218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2231" y="3163"/>
              <a:ext cx="233" cy="3"/>
            </a:xfrm>
            <a:custGeom>
              <a:avLst/>
              <a:gdLst>
                <a:gd name="T0" fmla="*/ 233 w 233"/>
                <a:gd name="T1" fmla="*/ 3 h 3"/>
                <a:gd name="T2" fmla="*/ 0 w 233"/>
                <a:gd name="T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33" h="3">
                  <a:moveTo>
                    <a:pt x="233" y="3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40" name="Line 42">
            <a:extLst>
              <a:ext uri="{FF2B5EF4-FFF2-40B4-BE49-F238E27FC236}">
                <a16:creationId xmlns:a16="http://schemas.microsoft.com/office/drawing/2014/main" id="{25A56960-A86F-8564-F7DE-A3938FC8761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64744" y="5273902"/>
            <a:ext cx="10350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1" name="Line 43">
            <a:extLst>
              <a:ext uri="{FF2B5EF4-FFF2-40B4-BE49-F238E27FC236}">
                <a16:creationId xmlns:a16="http://schemas.microsoft.com/office/drawing/2014/main" id="{C29983DC-6152-51EA-FD40-9085172EA91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17144" y="1652814"/>
            <a:ext cx="0" cy="36210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2" name="Text Box 46">
            <a:extLst>
              <a:ext uri="{FF2B5EF4-FFF2-40B4-BE49-F238E27FC236}">
                <a16:creationId xmlns:a16="http://schemas.microsoft.com/office/drawing/2014/main" id="{0B85DD48-1BAA-029F-79FB-F82E349961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2681" y="1627414"/>
            <a:ext cx="2984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900" b="0" dirty="0">
                <a:solidFill>
                  <a:srgbClr val="FF3300"/>
                </a:solidFill>
                <a:latin typeface="Times New Roman" panose="02020603050405020304" pitchFamily="18" charset="0"/>
              </a:rPr>
              <a:t>●</a:t>
            </a:r>
          </a:p>
        </p:txBody>
      </p:sp>
      <p:grpSp>
        <p:nvGrpSpPr>
          <p:cNvPr id="43" name="Group 47">
            <a:extLst>
              <a:ext uri="{FF2B5EF4-FFF2-40B4-BE49-F238E27FC236}">
                <a16:creationId xmlns:a16="http://schemas.microsoft.com/office/drawing/2014/main" id="{A34EF690-9774-314A-3574-AD4E9FB8E083}"/>
              </a:ext>
            </a:extLst>
          </p:cNvPr>
          <p:cNvGrpSpPr>
            <a:grpSpLocks/>
          </p:cNvGrpSpPr>
          <p:nvPr/>
        </p:nvGrpSpPr>
        <p:grpSpPr bwMode="auto">
          <a:xfrm>
            <a:off x="4509319" y="1729014"/>
            <a:ext cx="1400175" cy="3157538"/>
            <a:chOff x="2349" y="1048"/>
            <a:chExt cx="882" cy="1989"/>
          </a:xfrm>
        </p:grpSpPr>
        <p:sp>
          <p:nvSpPr>
            <p:cNvPr id="44" name="Freeform 48">
              <a:extLst>
                <a:ext uri="{FF2B5EF4-FFF2-40B4-BE49-F238E27FC236}">
                  <a16:creationId xmlns:a16="http://schemas.microsoft.com/office/drawing/2014/main" id="{9AB9FD5D-9D21-DC86-58FF-2B9033B472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6" y="1048"/>
              <a:ext cx="215" cy="1"/>
            </a:xfrm>
            <a:custGeom>
              <a:avLst/>
              <a:gdLst>
                <a:gd name="T0" fmla="*/ 0 w 215"/>
                <a:gd name="T1" fmla="*/ 0 h 1"/>
                <a:gd name="T2" fmla="*/ 215 w 215"/>
                <a:gd name="T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15" h="1">
                  <a:moveTo>
                    <a:pt x="0" y="0"/>
                  </a:moveTo>
                  <a:lnTo>
                    <a:pt x="215" y="1"/>
                  </a:lnTo>
                </a:path>
              </a:pathLst>
            </a:custGeom>
            <a:noFill/>
            <a:ln w="38100" cap="flat" cmpd="sng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5" name="Freeform 49">
              <a:extLst>
                <a:ext uri="{FF2B5EF4-FFF2-40B4-BE49-F238E27FC236}">
                  <a16:creationId xmlns:a16="http://schemas.microsoft.com/office/drawing/2014/main" id="{5F03F4BE-09DA-D1D5-D3D1-6CD708FE9A71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2242" y="2929"/>
              <a:ext cx="215" cy="1"/>
            </a:xfrm>
            <a:custGeom>
              <a:avLst/>
              <a:gdLst>
                <a:gd name="T0" fmla="*/ 0 w 215"/>
                <a:gd name="T1" fmla="*/ 0 h 1"/>
                <a:gd name="T2" fmla="*/ 215 w 215"/>
                <a:gd name="T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15" h="1">
                  <a:moveTo>
                    <a:pt x="0" y="0"/>
                  </a:moveTo>
                  <a:lnTo>
                    <a:pt x="215" y="1"/>
                  </a:lnTo>
                </a:path>
              </a:pathLst>
            </a:custGeom>
            <a:noFill/>
            <a:ln w="38100" cap="flat" cmpd="sng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46" name="Line 50">
            <a:extLst>
              <a:ext uri="{FF2B5EF4-FFF2-40B4-BE49-F238E27FC236}">
                <a16:creationId xmlns:a16="http://schemas.microsoft.com/office/drawing/2014/main" id="{07E8A6E2-B3ED-AE27-E4F2-737F6893709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09106" y="4543652"/>
            <a:ext cx="16906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7" name="Line 51">
            <a:extLst>
              <a:ext uri="{FF2B5EF4-FFF2-40B4-BE49-F238E27FC236}">
                <a16:creationId xmlns:a16="http://schemas.microsoft.com/office/drawing/2014/main" id="{379D393E-AEF9-74FD-63F0-7F413B78F124}"/>
              </a:ext>
            </a:extLst>
          </p:cNvPr>
          <p:cNvSpPr>
            <a:spLocks noChangeShapeType="1"/>
          </p:cNvSpPr>
          <p:nvPr/>
        </p:nvSpPr>
        <p:spPr bwMode="auto">
          <a:xfrm>
            <a:off x="2243956" y="1638527"/>
            <a:ext cx="10604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8" name="Line 52">
            <a:extLst>
              <a:ext uri="{FF2B5EF4-FFF2-40B4-BE49-F238E27FC236}">
                <a16:creationId xmlns:a16="http://schemas.microsoft.com/office/drawing/2014/main" id="{66046169-F021-2BF7-CFE4-9E20B33E373A}"/>
              </a:ext>
            </a:extLst>
          </p:cNvPr>
          <p:cNvSpPr>
            <a:spLocks noChangeShapeType="1"/>
          </p:cNvSpPr>
          <p:nvPr/>
        </p:nvSpPr>
        <p:spPr bwMode="auto">
          <a:xfrm>
            <a:off x="3304406" y="1627414"/>
            <a:ext cx="650875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9" name="Text Box 53">
            <a:extLst>
              <a:ext uri="{FF2B5EF4-FFF2-40B4-BE49-F238E27FC236}">
                <a16:creationId xmlns:a16="http://schemas.microsoft.com/office/drawing/2014/main" id="{8A35F44E-8334-9983-7178-EA5CA69CCD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3513" y="392667"/>
            <a:ext cx="338105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C00000"/>
                </a:solidFill>
              </a:rPr>
              <a:t>例</a:t>
            </a:r>
            <a:r>
              <a:rPr lang="en-US" altLang="zh-CN" sz="2800" b="1" dirty="0">
                <a:solidFill>
                  <a:srgbClr val="C00000"/>
                </a:solidFill>
              </a:rPr>
              <a:t>14.3</a:t>
            </a:r>
            <a:r>
              <a:rPr lang="zh-CN" altLang="en-US" sz="2800" b="1" dirty="0">
                <a:solidFill>
                  <a:srgbClr val="C00000"/>
                </a:solidFill>
              </a:rPr>
              <a:t>：求作主视图</a:t>
            </a:r>
          </a:p>
        </p:txBody>
      </p:sp>
      <p:sp>
        <p:nvSpPr>
          <p:cNvPr id="50" name="Line 54">
            <a:extLst>
              <a:ext uri="{FF2B5EF4-FFF2-40B4-BE49-F238E27FC236}">
                <a16:creationId xmlns:a16="http://schemas.microsoft.com/office/drawing/2014/main" id="{715E9370-CA47-6C71-4A4D-3B84820D6AE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72594" y="4334102"/>
            <a:ext cx="1181100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1" name="Line 55">
            <a:extLst>
              <a:ext uri="{FF2B5EF4-FFF2-40B4-BE49-F238E27FC236}">
                <a16:creationId xmlns:a16="http://schemas.microsoft.com/office/drawing/2014/main" id="{1D2451C3-F412-1AF9-EF7E-A2CAFFE43FD1}"/>
              </a:ext>
            </a:extLst>
          </p:cNvPr>
          <p:cNvSpPr>
            <a:spLocks noChangeShapeType="1"/>
          </p:cNvSpPr>
          <p:nvPr/>
        </p:nvSpPr>
        <p:spPr bwMode="auto">
          <a:xfrm>
            <a:off x="5344344" y="1181327"/>
            <a:ext cx="0" cy="665162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2" name="Line 56">
            <a:extLst>
              <a:ext uri="{FF2B5EF4-FFF2-40B4-BE49-F238E27FC236}">
                <a16:creationId xmlns:a16="http://schemas.microsoft.com/office/drawing/2014/main" id="{27A3A621-DC59-A375-BFC0-E8255EBBFE15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5281" y="4327752"/>
            <a:ext cx="0" cy="1322387"/>
          </a:xfrm>
          <a:prstGeom prst="line">
            <a:avLst/>
          </a:prstGeom>
          <a:noFill/>
          <a:ln w="38100">
            <a:solidFill>
              <a:srgbClr val="99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53" name="Group 57">
            <a:extLst>
              <a:ext uri="{FF2B5EF4-FFF2-40B4-BE49-F238E27FC236}">
                <a16:creationId xmlns:a16="http://schemas.microsoft.com/office/drawing/2014/main" id="{29B5D6C6-86B2-D297-E45D-480273B78C9A}"/>
              </a:ext>
            </a:extLst>
          </p:cNvPr>
          <p:cNvGrpSpPr>
            <a:grpSpLocks/>
          </p:cNvGrpSpPr>
          <p:nvPr/>
        </p:nvGrpSpPr>
        <p:grpSpPr bwMode="auto">
          <a:xfrm>
            <a:off x="2783706" y="1625827"/>
            <a:ext cx="1171575" cy="201612"/>
            <a:chOff x="1262" y="983"/>
            <a:chExt cx="738" cy="127"/>
          </a:xfrm>
        </p:grpSpPr>
        <p:sp>
          <p:nvSpPr>
            <p:cNvPr id="54" name="Line 58">
              <a:extLst>
                <a:ext uri="{FF2B5EF4-FFF2-40B4-BE49-F238E27FC236}">
                  <a16:creationId xmlns:a16="http://schemas.microsoft.com/office/drawing/2014/main" id="{EB27316B-9562-F8C0-24C6-C422F20B3A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62" y="984"/>
              <a:ext cx="0" cy="126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5" name="Line 59">
              <a:extLst>
                <a:ext uri="{FF2B5EF4-FFF2-40B4-BE49-F238E27FC236}">
                  <a16:creationId xmlns:a16="http://schemas.microsoft.com/office/drawing/2014/main" id="{E96B784D-3111-8E73-93BF-84186FF016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00" y="983"/>
              <a:ext cx="0" cy="126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56" name="Line 60">
            <a:extLst>
              <a:ext uri="{FF2B5EF4-FFF2-40B4-BE49-F238E27FC236}">
                <a16:creationId xmlns:a16="http://schemas.microsoft.com/office/drawing/2014/main" id="{297CF224-242A-9902-1256-6DE622DE3FFC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5281" y="1638527"/>
            <a:ext cx="0" cy="427037"/>
          </a:xfrm>
          <a:prstGeom prst="line">
            <a:avLst/>
          </a:prstGeom>
          <a:noFill/>
          <a:ln w="19050">
            <a:solidFill>
              <a:srgbClr val="99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7" name="Text Box 61">
            <a:extLst>
              <a:ext uri="{FF2B5EF4-FFF2-40B4-BE49-F238E27FC236}">
                <a16:creationId xmlns:a16="http://schemas.microsoft.com/office/drawing/2014/main" id="{8868938D-7A27-166C-A86F-12ED8490F2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3994" y="1938564"/>
            <a:ext cx="28575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800" b="0" dirty="0">
                <a:solidFill>
                  <a:srgbClr val="FF3300"/>
                </a:solidFill>
                <a:latin typeface="Times New Roman" panose="02020603050405020304" pitchFamily="18" charset="0"/>
              </a:rPr>
              <a:t>●</a:t>
            </a:r>
          </a:p>
        </p:txBody>
      </p:sp>
      <p:sp>
        <p:nvSpPr>
          <p:cNvPr id="58" name="Text Box 62">
            <a:extLst>
              <a:ext uri="{FF2B5EF4-FFF2-40B4-BE49-F238E27FC236}">
                <a16:creationId xmlns:a16="http://schemas.microsoft.com/office/drawing/2014/main" id="{E19A954C-A698-C879-1677-C25E0218CD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4344" y="1622652"/>
            <a:ext cx="2984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900" b="0" dirty="0">
                <a:solidFill>
                  <a:srgbClr val="FF3300"/>
                </a:solidFill>
                <a:latin typeface="Times New Roman" panose="02020603050405020304" pitchFamily="18" charset="0"/>
              </a:rPr>
              <a:t>●</a:t>
            </a:r>
          </a:p>
        </p:txBody>
      </p:sp>
      <p:sp>
        <p:nvSpPr>
          <p:cNvPr id="59" name="Freeform 63">
            <a:extLst>
              <a:ext uri="{FF2B5EF4-FFF2-40B4-BE49-F238E27FC236}">
                <a16:creationId xmlns:a16="http://schemas.microsoft.com/office/drawing/2014/main" id="{BCA014AC-C753-E66A-287D-69DE7D5D5D4C}"/>
              </a:ext>
            </a:extLst>
          </p:cNvPr>
          <p:cNvSpPr>
            <a:spLocks/>
          </p:cNvSpPr>
          <p:nvPr/>
        </p:nvSpPr>
        <p:spPr bwMode="auto">
          <a:xfrm>
            <a:off x="3296469" y="1638527"/>
            <a:ext cx="660400" cy="407987"/>
          </a:xfrm>
          <a:custGeom>
            <a:avLst/>
            <a:gdLst>
              <a:gd name="T0" fmla="*/ 0 w 416"/>
              <a:gd name="T1" fmla="*/ 0 h 257"/>
              <a:gd name="T2" fmla="*/ 127 w 416"/>
              <a:gd name="T3" fmla="*/ 33 h 257"/>
              <a:gd name="T4" fmla="*/ 206 w 416"/>
              <a:gd name="T5" fmla="*/ 68 h 257"/>
              <a:gd name="T6" fmla="*/ 255 w 416"/>
              <a:gd name="T7" fmla="*/ 97 h 257"/>
              <a:gd name="T8" fmla="*/ 338 w 416"/>
              <a:gd name="T9" fmla="*/ 176 h 257"/>
              <a:gd name="T10" fmla="*/ 416 w 416"/>
              <a:gd name="T11" fmla="*/ 257 h 2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16" h="257">
                <a:moveTo>
                  <a:pt x="0" y="0"/>
                </a:moveTo>
                <a:lnTo>
                  <a:pt x="127" y="33"/>
                </a:lnTo>
                <a:lnTo>
                  <a:pt x="206" y="68"/>
                </a:lnTo>
                <a:lnTo>
                  <a:pt x="255" y="97"/>
                </a:lnTo>
                <a:lnTo>
                  <a:pt x="338" y="176"/>
                </a:lnTo>
                <a:lnTo>
                  <a:pt x="416" y="257"/>
                </a:lnTo>
              </a:path>
            </a:pathLst>
          </a:custGeom>
          <a:noFill/>
          <a:ln w="19050" cmpd="sng">
            <a:solidFill>
              <a:srgbClr val="FF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60" name="Text Box 64">
            <a:extLst>
              <a:ext uri="{FF2B5EF4-FFF2-40B4-BE49-F238E27FC236}">
                <a16:creationId xmlns:a16="http://schemas.microsoft.com/office/drawing/2014/main" id="{950B2ABB-E240-E992-1DED-5F84D1CE73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8194" y="1532164"/>
            <a:ext cx="3365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US" altLang="zh-CN" sz="900" b="0" dirty="0">
                <a:solidFill>
                  <a:srgbClr val="993366"/>
                </a:solidFill>
                <a:latin typeface="Times New Roman" panose="02020603050405020304" pitchFamily="18" charset="0"/>
              </a:rPr>
              <a:t>●</a:t>
            </a:r>
          </a:p>
        </p:txBody>
      </p:sp>
      <p:sp>
        <p:nvSpPr>
          <p:cNvPr id="61" name="Text Box 65">
            <a:extLst>
              <a:ext uri="{FF2B5EF4-FFF2-40B4-BE49-F238E27FC236}">
                <a16:creationId xmlns:a16="http://schemas.microsoft.com/office/drawing/2014/main" id="{19E7F67E-51A0-69AA-8739-8F57798776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8672" y="3847681"/>
            <a:ext cx="26468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◆</a:t>
            </a:r>
            <a:r>
              <a:rPr lang="zh-CN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空间及投影分析</a:t>
            </a:r>
          </a:p>
        </p:txBody>
      </p:sp>
      <p:sp>
        <p:nvSpPr>
          <p:cNvPr id="62" name="Text Box 66">
            <a:extLst>
              <a:ext uri="{FF2B5EF4-FFF2-40B4-BE49-F238E27FC236}">
                <a16:creationId xmlns:a16="http://schemas.microsoft.com/office/drawing/2014/main" id="{7B907A38-09C2-1BA3-DBAE-274FFC5FEA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8672" y="4387431"/>
            <a:ext cx="172354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◆</a:t>
            </a:r>
            <a:r>
              <a:rPr lang="zh-CN" alt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求相贯线</a:t>
            </a:r>
          </a:p>
        </p:txBody>
      </p:sp>
      <p:sp>
        <p:nvSpPr>
          <p:cNvPr id="63" name="Text Box 67">
            <a:extLst>
              <a:ext uri="{FF2B5EF4-FFF2-40B4-BE49-F238E27FC236}">
                <a16:creationId xmlns:a16="http://schemas.microsoft.com/office/drawing/2014/main" id="{08BB4B5E-86CC-1C35-06AB-A090282FEF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4547" y="4924283"/>
            <a:ext cx="203132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/>
            <a:r>
              <a:rPr lang="en-US" altLang="zh-CN" sz="2400" dirty="0">
                <a:solidFill>
                  <a:schemeClr val="tx1"/>
                </a:solidFill>
              </a:rPr>
              <a:t>◆</a:t>
            </a:r>
            <a:r>
              <a:rPr lang="zh-CN" altLang="en-US" sz="2400">
                <a:solidFill>
                  <a:schemeClr val="tx1"/>
                </a:solidFill>
              </a:rPr>
              <a:t>分析轮廓线</a:t>
            </a:r>
          </a:p>
          <a:p>
            <a:pPr algn="l"/>
            <a:r>
              <a:rPr lang="zh-CN" altLang="en-US" sz="2400">
                <a:solidFill>
                  <a:schemeClr val="tx1"/>
                </a:solidFill>
              </a:rPr>
              <a:t>  的投影</a:t>
            </a:r>
          </a:p>
        </p:txBody>
      </p:sp>
      <p:grpSp>
        <p:nvGrpSpPr>
          <p:cNvPr id="64" name="Group 68">
            <a:extLst>
              <a:ext uri="{FF2B5EF4-FFF2-40B4-BE49-F238E27FC236}">
                <a16:creationId xmlns:a16="http://schemas.microsoft.com/office/drawing/2014/main" id="{5FF8D51D-C393-6728-2CF1-51E6B8C2BF95}"/>
              </a:ext>
            </a:extLst>
          </p:cNvPr>
          <p:cNvGrpSpPr>
            <a:grpSpLocks/>
          </p:cNvGrpSpPr>
          <p:nvPr/>
        </p:nvGrpSpPr>
        <p:grpSpPr bwMode="auto">
          <a:xfrm>
            <a:off x="7202487" y="4413424"/>
            <a:ext cx="1901825" cy="2089150"/>
            <a:chOff x="4318" y="1936"/>
            <a:chExt cx="1198" cy="1316"/>
          </a:xfrm>
        </p:grpSpPr>
        <p:sp>
          <p:nvSpPr>
            <p:cNvPr id="65" name="Freeform 69">
              <a:extLst>
                <a:ext uri="{FF2B5EF4-FFF2-40B4-BE49-F238E27FC236}">
                  <a16:creationId xmlns:a16="http://schemas.microsoft.com/office/drawing/2014/main" id="{DF176C13-F6F0-7D91-20B4-6048F9880F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5" y="2233"/>
              <a:ext cx="1141" cy="979"/>
            </a:xfrm>
            <a:custGeom>
              <a:avLst/>
              <a:gdLst>
                <a:gd name="T0" fmla="*/ 0 w 2856"/>
                <a:gd name="T1" fmla="*/ 636 h 2448"/>
                <a:gd name="T2" fmla="*/ 816 w 2856"/>
                <a:gd name="T3" fmla="*/ 156 h 2448"/>
                <a:gd name="T4" fmla="*/ 780 w 2856"/>
                <a:gd name="T5" fmla="*/ 324 h 2448"/>
                <a:gd name="T6" fmla="*/ 864 w 2856"/>
                <a:gd name="T7" fmla="*/ 336 h 2448"/>
                <a:gd name="T8" fmla="*/ 984 w 2856"/>
                <a:gd name="T9" fmla="*/ 264 h 2448"/>
                <a:gd name="T10" fmla="*/ 1224 w 2856"/>
                <a:gd name="T11" fmla="*/ 252 h 2448"/>
                <a:gd name="T12" fmla="*/ 1404 w 2856"/>
                <a:gd name="T13" fmla="*/ 228 h 2448"/>
                <a:gd name="T14" fmla="*/ 1500 w 2856"/>
                <a:gd name="T15" fmla="*/ 240 h 2448"/>
                <a:gd name="T16" fmla="*/ 1704 w 2856"/>
                <a:gd name="T17" fmla="*/ 240 h 2448"/>
                <a:gd name="T18" fmla="*/ 1848 w 2856"/>
                <a:gd name="T19" fmla="*/ 312 h 2448"/>
                <a:gd name="T20" fmla="*/ 2028 w 2856"/>
                <a:gd name="T21" fmla="*/ 360 h 2448"/>
                <a:gd name="T22" fmla="*/ 2160 w 2856"/>
                <a:gd name="T23" fmla="*/ 480 h 2448"/>
                <a:gd name="T24" fmla="*/ 2268 w 2856"/>
                <a:gd name="T25" fmla="*/ 612 h 2448"/>
                <a:gd name="T26" fmla="*/ 2340 w 2856"/>
                <a:gd name="T27" fmla="*/ 720 h 2448"/>
                <a:gd name="T28" fmla="*/ 2388 w 2856"/>
                <a:gd name="T29" fmla="*/ 816 h 2448"/>
                <a:gd name="T30" fmla="*/ 2412 w 2856"/>
                <a:gd name="T31" fmla="*/ 924 h 2448"/>
                <a:gd name="T32" fmla="*/ 2436 w 2856"/>
                <a:gd name="T33" fmla="*/ 1044 h 2448"/>
                <a:gd name="T34" fmla="*/ 2436 w 2856"/>
                <a:gd name="T35" fmla="*/ 0 h 2448"/>
                <a:gd name="T36" fmla="*/ 2532 w 2856"/>
                <a:gd name="T37" fmla="*/ 132 h 2448"/>
                <a:gd name="T38" fmla="*/ 2604 w 2856"/>
                <a:gd name="T39" fmla="*/ 228 h 2448"/>
                <a:gd name="T40" fmla="*/ 2676 w 2856"/>
                <a:gd name="T41" fmla="*/ 348 h 2448"/>
                <a:gd name="T42" fmla="*/ 2736 w 2856"/>
                <a:gd name="T43" fmla="*/ 480 h 2448"/>
                <a:gd name="T44" fmla="*/ 2796 w 2856"/>
                <a:gd name="T45" fmla="*/ 636 h 2448"/>
                <a:gd name="T46" fmla="*/ 2832 w 2856"/>
                <a:gd name="T47" fmla="*/ 792 h 2448"/>
                <a:gd name="T48" fmla="*/ 2856 w 2856"/>
                <a:gd name="T49" fmla="*/ 912 h 2448"/>
                <a:gd name="T50" fmla="*/ 2844 w 2856"/>
                <a:gd name="T51" fmla="*/ 1068 h 2448"/>
                <a:gd name="T52" fmla="*/ 2820 w 2856"/>
                <a:gd name="T53" fmla="*/ 1224 h 2448"/>
                <a:gd name="T54" fmla="*/ 2772 w 2856"/>
                <a:gd name="T55" fmla="*/ 1344 h 2448"/>
                <a:gd name="T56" fmla="*/ 2676 w 2856"/>
                <a:gd name="T57" fmla="*/ 1440 h 2448"/>
                <a:gd name="T58" fmla="*/ 2568 w 2856"/>
                <a:gd name="T59" fmla="*/ 1500 h 2448"/>
                <a:gd name="T60" fmla="*/ 972 w 2856"/>
                <a:gd name="T61" fmla="*/ 2448 h 2448"/>
                <a:gd name="T62" fmla="*/ 1128 w 2856"/>
                <a:gd name="T63" fmla="*/ 2244 h 2448"/>
                <a:gd name="T64" fmla="*/ 1188 w 2856"/>
                <a:gd name="T65" fmla="*/ 2124 h 2448"/>
                <a:gd name="T66" fmla="*/ 1188 w 2856"/>
                <a:gd name="T67" fmla="*/ 1896 h 2448"/>
                <a:gd name="T68" fmla="*/ 1200 w 2856"/>
                <a:gd name="T69" fmla="*/ 1584 h 2448"/>
                <a:gd name="T70" fmla="*/ 1104 w 2856"/>
                <a:gd name="T71" fmla="*/ 1380 h 2448"/>
                <a:gd name="T72" fmla="*/ 1032 w 2856"/>
                <a:gd name="T73" fmla="*/ 1212 h 2448"/>
                <a:gd name="T74" fmla="*/ 900 w 2856"/>
                <a:gd name="T75" fmla="*/ 1068 h 2448"/>
                <a:gd name="T76" fmla="*/ 804 w 2856"/>
                <a:gd name="T77" fmla="*/ 936 h 2448"/>
                <a:gd name="T78" fmla="*/ 732 w 2856"/>
                <a:gd name="T79" fmla="*/ 840 h 2448"/>
                <a:gd name="T80" fmla="*/ 600 w 2856"/>
                <a:gd name="T81" fmla="*/ 768 h 2448"/>
                <a:gd name="T82" fmla="*/ 492 w 2856"/>
                <a:gd name="T83" fmla="*/ 708 h 2448"/>
                <a:gd name="T84" fmla="*/ 384 w 2856"/>
                <a:gd name="T85" fmla="*/ 648 h 2448"/>
                <a:gd name="T86" fmla="*/ 276 w 2856"/>
                <a:gd name="T87" fmla="*/ 624 h 2448"/>
                <a:gd name="T88" fmla="*/ 144 w 2856"/>
                <a:gd name="T89" fmla="*/ 588 h 2448"/>
                <a:gd name="T90" fmla="*/ 0 w 2856"/>
                <a:gd name="T91" fmla="*/ 636 h 24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856" h="2448">
                  <a:moveTo>
                    <a:pt x="0" y="636"/>
                  </a:moveTo>
                  <a:lnTo>
                    <a:pt x="816" y="156"/>
                  </a:lnTo>
                  <a:lnTo>
                    <a:pt x="780" y="324"/>
                  </a:lnTo>
                  <a:lnTo>
                    <a:pt x="864" y="336"/>
                  </a:lnTo>
                  <a:lnTo>
                    <a:pt x="984" y="264"/>
                  </a:lnTo>
                  <a:lnTo>
                    <a:pt x="1224" y="252"/>
                  </a:lnTo>
                  <a:lnTo>
                    <a:pt x="1404" y="228"/>
                  </a:lnTo>
                  <a:lnTo>
                    <a:pt x="1500" y="240"/>
                  </a:lnTo>
                  <a:lnTo>
                    <a:pt x="1704" y="240"/>
                  </a:lnTo>
                  <a:lnTo>
                    <a:pt x="1848" y="312"/>
                  </a:lnTo>
                  <a:lnTo>
                    <a:pt x="2028" y="360"/>
                  </a:lnTo>
                  <a:lnTo>
                    <a:pt x="2160" y="480"/>
                  </a:lnTo>
                  <a:lnTo>
                    <a:pt x="2268" y="612"/>
                  </a:lnTo>
                  <a:lnTo>
                    <a:pt x="2340" y="720"/>
                  </a:lnTo>
                  <a:lnTo>
                    <a:pt x="2388" y="816"/>
                  </a:lnTo>
                  <a:lnTo>
                    <a:pt x="2412" y="924"/>
                  </a:lnTo>
                  <a:lnTo>
                    <a:pt x="2436" y="1044"/>
                  </a:lnTo>
                  <a:lnTo>
                    <a:pt x="2436" y="0"/>
                  </a:lnTo>
                  <a:lnTo>
                    <a:pt x="2532" y="132"/>
                  </a:lnTo>
                  <a:lnTo>
                    <a:pt x="2604" y="228"/>
                  </a:lnTo>
                  <a:lnTo>
                    <a:pt x="2676" y="348"/>
                  </a:lnTo>
                  <a:lnTo>
                    <a:pt x="2736" y="480"/>
                  </a:lnTo>
                  <a:lnTo>
                    <a:pt x="2796" y="636"/>
                  </a:lnTo>
                  <a:lnTo>
                    <a:pt x="2832" y="792"/>
                  </a:lnTo>
                  <a:lnTo>
                    <a:pt x="2856" y="912"/>
                  </a:lnTo>
                  <a:lnTo>
                    <a:pt x="2844" y="1068"/>
                  </a:lnTo>
                  <a:lnTo>
                    <a:pt x="2820" y="1224"/>
                  </a:lnTo>
                  <a:lnTo>
                    <a:pt x="2772" y="1344"/>
                  </a:lnTo>
                  <a:lnTo>
                    <a:pt x="2676" y="1440"/>
                  </a:lnTo>
                  <a:lnTo>
                    <a:pt x="2568" y="1500"/>
                  </a:lnTo>
                  <a:lnTo>
                    <a:pt x="972" y="2448"/>
                  </a:lnTo>
                  <a:lnTo>
                    <a:pt x="1128" y="2244"/>
                  </a:lnTo>
                  <a:lnTo>
                    <a:pt x="1188" y="2124"/>
                  </a:lnTo>
                  <a:lnTo>
                    <a:pt x="1188" y="1896"/>
                  </a:lnTo>
                  <a:lnTo>
                    <a:pt x="1200" y="1584"/>
                  </a:lnTo>
                  <a:lnTo>
                    <a:pt x="1104" y="1380"/>
                  </a:lnTo>
                  <a:lnTo>
                    <a:pt x="1032" y="1212"/>
                  </a:lnTo>
                  <a:lnTo>
                    <a:pt x="900" y="1068"/>
                  </a:lnTo>
                  <a:lnTo>
                    <a:pt x="804" y="936"/>
                  </a:lnTo>
                  <a:lnTo>
                    <a:pt x="732" y="840"/>
                  </a:lnTo>
                  <a:lnTo>
                    <a:pt x="600" y="768"/>
                  </a:lnTo>
                  <a:lnTo>
                    <a:pt x="492" y="708"/>
                  </a:lnTo>
                  <a:lnTo>
                    <a:pt x="384" y="648"/>
                  </a:lnTo>
                  <a:lnTo>
                    <a:pt x="276" y="624"/>
                  </a:lnTo>
                  <a:lnTo>
                    <a:pt x="144" y="588"/>
                  </a:lnTo>
                  <a:lnTo>
                    <a:pt x="0" y="636"/>
                  </a:lnTo>
                  <a:close/>
                </a:path>
              </a:pathLst>
            </a:custGeom>
            <a:gradFill rotWithShape="0">
              <a:gsLst>
                <a:gs pos="0">
                  <a:srgbClr val="CC6600">
                    <a:gamma/>
                    <a:shade val="46275"/>
                    <a:invGamma/>
                  </a:srgbClr>
                </a:gs>
                <a:gs pos="50000">
                  <a:srgbClr val="CC6600"/>
                </a:gs>
                <a:gs pos="100000">
                  <a:srgbClr val="CC6600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6" name="Freeform 70">
              <a:extLst>
                <a:ext uri="{FF2B5EF4-FFF2-40B4-BE49-F238E27FC236}">
                  <a16:creationId xmlns:a16="http://schemas.microsoft.com/office/drawing/2014/main" id="{9879C381-E82A-2169-1BB4-B1F0C8FA5B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7" y="2133"/>
              <a:ext cx="691" cy="575"/>
            </a:xfrm>
            <a:custGeom>
              <a:avLst/>
              <a:gdLst>
                <a:gd name="T0" fmla="*/ 0 w 1728"/>
                <a:gd name="T1" fmla="*/ 0 h 1440"/>
                <a:gd name="T2" fmla="*/ 0 w 1728"/>
                <a:gd name="T3" fmla="*/ 636 h 1440"/>
                <a:gd name="T4" fmla="*/ 144 w 1728"/>
                <a:gd name="T5" fmla="*/ 588 h 1440"/>
                <a:gd name="T6" fmla="*/ 288 w 1728"/>
                <a:gd name="T7" fmla="*/ 564 h 1440"/>
                <a:gd name="T8" fmla="*/ 468 w 1728"/>
                <a:gd name="T9" fmla="*/ 540 h 1440"/>
                <a:gd name="T10" fmla="*/ 636 w 1728"/>
                <a:gd name="T11" fmla="*/ 516 h 1440"/>
                <a:gd name="T12" fmla="*/ 744 w 1728"/>
                <a:gd name="T13" fmla="*/ 540 h 1440"/>
                <a:gd name="T14" fmla="*/ 852 w 1728"/>
                <a:gd name="T15" fmla="*/ 540 h 1440"/>
                <a:gd name="T16" fmla="*/ 996 w 1728"/>
                <a:gd name="T17" fmla="*/ 588 h 1440"/>
                <a:gd name="T18" fmla="*/ 1128 w 1728"/>
                <a:gd name="T19" fmla="*/ 636 h 1440"/>
                <a:gd name="T20" fmla="*/ 1248 w 1728"/>
                <a:gd name="T21" fmla="*/ 720 h 1440"/>
                <a:gd name="T22" fmla="*/ 1356 w 1728"/>
                <a:gd name="T23" fmla="*/ 780 h 1440"/>
                <a:gd name="T24" fmla="*/ 1464 w 1728"/>
                <a:gd name="T25" fmla="*/ 888 h 1440"/>
                <a:gd name="T26" fmla="*/ 1548 w 1728"/>
                <a:gd name="T27" fmla="*/ 1008 h 1440"/>
                <a:gd name="T28" fmla="*/ 1620 w 1728"/>
                <a:gd name="T29" fmla="*/ 1140 h 1440"/>
                <a:gd name="T30" fmla="*/ 1680 w 1728"/>
                <a:gd name="T31" fmla="*/ 1284 h 1440"/>
                <a:gd name="T32" fmla="*/ 1728 w 1728"/>
                <a:gd name="T33" fmla="*/ 1440 h 1440"/>
                <a:gd name="T34" fmla="*/ 1728 w 1728"/>
                <a:gd name="T35" fmla="*/ 48 h 1440"/>
                <a:gd name="T36" fmla="*/ 0 w 1728"/>
                <a:gd name="T37" fmla="*/ 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28" h="1440">
                  <a:moveTo>
                    <a:pt x="0" y="0"/>
                  </a:moveTo>
                  <a:lnTo>
                    <a:pt x="0" y="636"/>
                  </a:lnTo>
                  <a:lnTo>
                    <a:pt x="144" y="588"/>
                  </a:lnTo>
                  <a:lnTo>
                    <a:pt x="288" y="564"/>
                  </a:lnTo>
                  <a:lnTo>
                    <a:pt x="468" y="540"/>
                  </a:lnTo>
                  <a:lnTo>
                    <a:pt x="636" y="516"/>
                  </a:lnTo>
                  <a:lnTo>
                    <a:pt x="744" y="540"/>
                  </a:lnTo>
                  <a:lnTo>
                    <a:pt x="852" y="540"/>
                  </a:lnTo>
                  <a:lnTo>
                    <a:pt x="996" y="588"/>
                  </a:lnTo>
                  <a:lnTo>
                    <a:pt x="1128" y="636"/>
                  </a:lnTo>
                  <a:lnTo>
                    <a:pt x="1248" y="720"/>
                  </a:lnTo>
                  <a:lnTo>
                    <a:pt x="1356" y="780"/>
                  </a:lnTo>
                  <a:lnTo>
                    <a:pt x="1464" y="888"/>
                  </a:lnTo>
                  <a:lnTo>
                    <a:pt x="1548" y="1008"/>
                  </a:lnTo>
                  <a:lnTo>
                    <a:pt x="1620" y="1140"/>
                  </a:lnTo>
                  <a:lnTo>
                    <a:pt x="1680" y="1284"/>
                  </a:lnTo>
                  <a:lnTo>
                    <a:pt x="1728" y="1440"/>
                  </a:lnTo>
                  <a:lnTo>
                    <a:pt x="1728" y="4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CC"/>
                </a:gs>
                <a:gs pos="100000">
                  <a:srgbClr val="9900CC">
                    <a:gamma/>
                    <a:shade val="89412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7" name="Freeform 71">
              <a:extLst>
                <a:ext uri="{FF2B5EF4-FFF2-40B4-BE49-F238E27FC236}">
                  <a16:creationId xmlns:a16="http://schemas.microsoft.com/office/drawing/2014/main" id="{F9C4FABE-1131-0123-E33F-6C77D37C23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2" y="1936"/>
              <a:ext cx="691" cy="216"/>
            </a:xfrm>
            <a:custGeom>
              <a:avLst/>
              <a:gdLst>
                <a:gd name="T0" fmla="*/ 810 w 1728"/>
                <a:gd name="T1" fmla="*/ 0 h 540"/>
                <a:gd name="T2" fmla="*/ 0 w 1728"/>
                <a:gd name="T3" fmla="*/ 492 h 540"/>
                <a:gd name="T4" fmla="*/ 1728 w 1728"/>
                <a:gd name="T5" fmla="*/ 540 h 540"/>
                <a:gd name="T6" fmla="*/ 810 w 1728"/>
                <a:gd name="T7" fmla="*/ 0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28" h="540">
                  <a:moveTo>
                    <a:pt x="810" y="0"/>
                  </a:moveTo>
                  <a:lnTo>
                    <a:pt x="0" y="492"/>
                  </a:lnTo>
                  <a:lnTo>
                    <a:pt x="1728" y="540"/>
                  </a:lnTo>
                  <a:lnTo>
                    <a:pt x="810" y="0"/>
                  </a:lnTo>
                  <a:close/>
                </a:path>
              </a:pathLst>
            </a:custGeom>
            <a:solidFill>
              <a:srgbClr val="CC66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8" name="Oval 72">
              <a:extLst>
                <a:ext uri="{FF2B5EF4-FFF2-40B4-BE49-F238E27FC236}">
                  <a16:creationId xmlns:a16="http://schemas.microsoft.com/office/drawing/2014/main" id="{437F801B-3B27-62C3-5E52-EEC2CA2B441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729157">
              <a:off x="4318" y="2433"/>
              <a:ext cx="523" cy="819"/>
            </a:xfrm>
            <a:prstGeom prst="ellipse">
              <a:avLst/>
            </a:prstGeom>
            <a:solidFill>
              <a:srgbClr val="FF33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69" name="Text Box 45">
            <a:extLst>
              <a:ext uri="{FF2B5EF4-FFF2-40B4-BE49-F238E27FC236}">
                <a16:creationId xmlns:a16="http://schemas.microsoft.com/office/drawing/2014/main" id="{F0AAF02D-8210-4A56-932A-53BACF48D8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9106" y="4416652"/>
            <a:ext cx="2984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900" b="0" dirty="0">
                <a:solidFill>
                  <a:srgbClr val="FF3300"/>
                </a:solidFill>
                <a:latin typeface="Times New Roman" panose="02020603050405020304" pitchFamily="18" charset="0"/>
              </a:rPr>
              <a:t>●</a:t>
            </a:r>
          </a:p>
        </p:txBody>
      </p:sp>
      <p:sp>
        <p:nvSpPr>
          <p:cNvPr id="70" name="Text Box 31">
            <a:extLst>
              <a:ext uri="{FF2B5EF4-FFF2-40B4-BE49-F238E27FC236}">
                <a16:creationId xmlns:a16="http://schemas.microsoft.com/office/drawing/2014/main" id="{6CF84CF1-AF82-333F-6290-017B073051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4744" y="5153252"/>
            <a:ext cx="2984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900" b="0" dirty="0">
                <a:solidFill>
                  <a:srgbClr val="FF3300"/>
                </a:solidFill>
                <a:latin typeface="Times New Roman" panose="02020603050405020304" pitchFamily="18" charset="0"/>
              </a:rPr>
              <a:t>●</a:t>
            </a:r>
          </a:p>
        </p:txBody>
      </p:sp>
      <p:sp>
        <p:nvSpPr>
          <p:cNvPr id="71" name="Text Box 44">
            <a:extLst>
              <a:ext uri="{FF2B5EF4-FFF2-40B4-BE49-F238E27FC236}">
                <a16:creationId xmlns:a16="http://schemas.microsoft.com/office/drawing/2014/main" id="{125FEE18-2038-00D5-2D13-F23038C75E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5656" y="4784952"/>
            <a:ext cx="2984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900" b="0" dirty="0">
                <a:solidFill>
                  <a:srgbClr val="993366"/>
                </a:solidFill>
                <a:latin typeface="Times New Roman" panose="02020603050405020304" pitchFamily="18" charset="0"/>
              </a:rPr>
              <a:t>●</a:t>
            </a:r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A8CA7D3F-766A-24CD-B731-A98DD38B3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9793287" y="2541319"/>
            <a:ext cx="1792944" cy="3064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725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utoUpdateAnimBg="0"/>
      <p:bldP spid="36" grpId="0" autoUpdateAnimBg="0"/>
      <p:bldP spid="42" grpId="0" autoUpdateAnimBg="0"/>
      <p:bldP spid="57" grpId="0" autoUpdateAnimBg="0"/>
      <p:bldP spid="58" grpId="0" autoUpdateAnimBg="0"/>
      <p:bldP spid="60" grpId="0" autoUpdateAnimBg="0"/>
      <p:bldP spid="61" grpId="0" autoUpdateAnimBg="0"/>
      <p:bldP spid="62" grpId="0" autoUpdateAnimBg="0"/>
      <p:bldP spid="63" grpId="0" autoUpdateAnimBg="0"/>
      <p:bldP spid="69" grpId="0" autoUpdateAnimBg="0"/>
      <p:bldP spid="70" grpId="0" autoUpdateAnimBg="0"/>
      <p:bldP spid="71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C2CF1F-2320-2DE1-B397-B67F96DAD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7D2A6-D27A-4B56-8AF8-E4FC82B7B8FC}" type="datetime1">
              <a:rPr lang="zh-CN" altLang="en-US" smtClean="0"/>
              <a:t>2025/11/11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E92149-02A8-4CC9-507A-717B049EF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13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93961D-7167-F015-66BF-FB624A67A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12</a:t>
            </a:fld>
            <a:endParaRPr lang="en-US"/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41BFB91C-F218-1B69-C27F-A06E16CEB4DA}"/>
              </a:ext>
            </a:extLst>
          </p:cNvPr>
          <p:cNvSpPr>
            <a:spLocks noChangeShapeType="1"/>
          </p:cNvSpPr>
          <p:nvPr/>
        </p:nvSpPr>
        <p:spPr bwMode="auto">
          <a:xfrm>
            <a:off x="3000374" y="1974850"/>
            <a:ext cx="0" cy="192087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7" name="Group 8">
            <a:extLst>
              <a:ext uri="{FF2B5EF4-FFF2-40B4-BE49-F238E27FC236}">
                <a16:creationId xmlns:a16="http://schemas.microsoft.com/office/drawing/2014/main" id="{31947DC5-9E0A-526E-D0AC-E09585BE05E6}"/>
              </a:ext>
            </a:extLst>
          </p:cNvPr>
          <p:cNvGrpSpPr>
            <a:grpSpLocks/>
          </p:cNvGrpSpPr>
          <p:nvPr/>
        </p:nvGrpSpPr>
        <p:grpSpPr bwMode="auto">
          <a:xfrm>
            <a:off x="2293937" y="1498600"/>
            <a:ext cx="4908550" cy="4697412"/>
            <a:chOff x="833" y="689"/>
            <a:chExt cx="3092" cy="2959"/>
          </a:xfrm>
        </p:grpSpPr>
        <p:sp>
          <p:nvSpPr>
            <p:cNvPr id="8" name="Line 9">
              <a:extLst>
                <a:ext uri="{FF2B5EF4-FFF2-40B4-BE49-F238E27FC236}">
                  <a16:creationId xmlns:a16="http://schemas.microsoft.com/office/drawing/2014/main" id="{F68567A6-4135-B33B-0C3A-D97D9D8F2F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3" y="1584"/>
              <a:ext cx="1623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9" name="Line 10">
              <a:extLst>
                <a:ext uri="{FF2B5EF4-FFF2-40B4-BE49-F238E27FC236}">
                  <a16:creationId xmlns:a16="http://schemas.microsoft.com/office/drawing/2014/main" id="{78779FF9-EAA2-73B2-3ABE-BB3B3739C5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2" y="711"/>
              <a:ext cx="834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0" name="Line 11">
              <a:extLst>
                <a:ext uri="{FF2B5EF4-FFF2-40B4-BE49-F238E27FC236}">
                  <a16:creationId xmlns:a16="http://schemas.microsoft.com/office/drawing/2014/main" id="{81F4D1E9-59BD-0A57-6DDC-A0A6B44E0D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12" y="711"/>
              <a:ext cx="0" cy="549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1" name="Line 12">
              <a:extLst>
                <a:ext uri="{FF2B5EF4-FFF2-40B4-BE49-F238E27FC236}">
                  <a16:creationId xmlns:a16="http://schemas.microsoft.com/office/drawing/2014/main" id="{96C423C8-DB21-F55E-29E7-EA3B527F36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5" y="714"/>
              <a:ext cx="0" cy="419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2" name="Oval 13">
              <a:extLst>
                <a:ext uri="{FF2B5EF4-FFF2-40B4-BE49-F238E27FC236}">
                  <a16:creationId xmlns:a16="http://schemas.microsoft.com/office/drawing/2014/main" id="{DE5169DB-9154-48D5-CA25-01DC25FB09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6" y="1000"/>
              <a:ext cx="1176" cy="1177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" name="Line 14">
              <a:extLst>
                <a:ext uri="{FF2B5EF4-FFF2-40B4-BE49-F238E27FC236}">
                  <a16:creationId xmlns:a16="http://schemas.microsoft.com/office/drawing/2014/main" id="{A53EFAE1-FEBA-9A1A-A83F-66756774B1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0" y="2689"/>
              <a:ext cx="0" cy="833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4" name="Line 15">
              <a:extLst>
                <a:ext uri="{FF2B5EF4-FFF2-40B4-BE49-F238E27FC236}">
                  <a16:creationId xmlns:a16="http://schemas.microsoft.com/office/drawing/2014/main" id="{76890218-0DD2-CBCA-1B5E-A8E4C18327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56" y="2689"/>
              <a:ext cx="744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5" name="Line 16">
              <a:extLst>
                <a:ext uri="{FF2B5EF4-FFF2-40B4-BE49-F238E27FC236}">
                  <a16:creationId xmlns:a16="http://schemas.microsoft.com/office/drawing/2014/main" id="{60E6E629-0892-BD3A-BD91-8F1284A671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274" y="2689"/>
              <a:ext cx="734" cy="833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6" name="Line 17">
              <a:extLst>
                <a:ext uri="{FF2B5EF4-FFF2-40B4-BE49-F238E27FC236}">
                  <a16:creationId xmlns:a16="http://schemas.microsoft.com/office/drawing/2014/main" id="{EBD37998-3501-4792-8EC8-5270A1CF5C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3" y="3044"/>
              <a:ext cx="1612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" name="Rectangle 18">
              <a:extLst>
                <a:ext uri="{FF2B5EF4-FFF2-40B4-BE49-F238E27FC236}">
                  <a16:creationId xmlns:a16="http://schemas.microsoft.com/office/drawing/2014/main" id="{26CC95E9-C261-2030-5835-F09D6EC4F7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2" y="2449"/>
              <a:ext cx="1421" cy="1199"/>
            </a:xfrm>
            <a:prstGeom prst="rect">
              <a:avLst/>
            </a:prstGeom>
            <a:noFill/>
            <a:ln w="381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B3A3254E-DC6C-8A20-8FFB-6DA3735BA3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5" y="991"/>
              <a:ext cx="415" cy="237"/>
            </a:xfrm>
            <a:custGeom>
              <a:avLst/>
              <a:gdLst>
                <a:gd name="T0" fmla="*/ 0 w 829"/>
                <a:gd name="T1" fmla="*/ 0 h 474"/>
                <a:gd name="T2" fmla="*/ 248 w 829"/>
                <a:gd name="T3" fmla="*/ 34 h 474"/>
                <a:gd name="T4" fmla="*/ 475 w 829"/>
                <a:gd name="T5" fmla="*/ 132 h 474"/>
                <a:gd name="T6" fmla="*/ 828 w 829"/>
                <a:gd name="T7" fmla="*/ 474 h 474"/>
                <a:gd name="T8" fmla="*/ 829 w 829"/>
                <a:gd name="T9" fmla="*/ 474 h 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9" h="474">
                  <a:moveTo>
                    <a:pt x="0" y="0"/>
                  </a:moveTo>
                  <a:lnTo>
                    <a:pt x="248" y="34"/>
                  </a:lnTo>
                  <a:lnTo>
                    <a:pt x="475" y="132"/>
                  </a:lnTo>
                  <a:lnTo>
                    <a:pt x="828" y="474"/>
                  </a:lnTo>
                  <a:lnTo>
                    <a:pt x="829" y="474"/>
                  </a:lnTo>
                </a:path>
              </a:pathLst>
            </a:custGeom>
            <a:noFill/>
            <a:ln w="38100" cmpd="sng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" name="Line 20">
              <a:extLst>
                <a:ext uri="{FF2B5EF4-FFF2-40B4-BE49-F238E27FC236}">
                  <a16:creationId xmlns:a16="http://schemas.microsoft.com/office/drawing/2014/main" id="{CFE47A31-D9BF-39AD-766D-B0D30962AE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1" y="936"/>
              <a:ext cx="0" cy="130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0" name="Line 21">
              <a:extLst>
                <a:ext uri="{FF2B5EF4-FFF2-40B4-BE49-F238E27FC236}">
                  <a16:creationId xmlns:a16="http://schemas.microsoft.com/office/drawing/2014/main" id="{0BFCE1A3-8B8B-EDC5-BC1A-863196DECF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6" y="1584"/>
              <a:ext cx="1389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" name="Freeform 22">
              <a:extLst>
                <a:ext uri="{FF2B5EF4-FFF2-40B4-BE49-F238E27FC236}">
                  <a16:creationId xmlns:a16="http://schemas.microsoft.com/office/drawing/2014/main" id="{7D41C603-C62C-CD11-5CDC-EB0506B21B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8" y="990"/>
              <a:ext cx="312" cy="120"/>
            </a:xfrm>
            <a:custGeom>
              <a:avLst/>
              <a:gdLst>
                <a:gd name="T0" fmla="*/ 312 w 312"/>
                <a:gd name="T1" fmla="*/ 0 h 120"/>
                <a:gd name="T2" fmla="*/ 252 w 312"/>
                <a:gd name="T3" fmla="*/ 12 h 120"/>
                <a:gd name="T4" fmla="*/ 198 w 312"/>
                <a:gd name="T5" fmla="*/ 24 h 120"/>
                <a:gd name="T6" fmla="*/ 138 w 312"/>
                <a:gd name="T7" fmla="*/ 48 h 120"/>
                <a:gd name="T8" fmla="*/ 66 w 312"/>
                <a:gd name="T9" fmla="*/ 78 h 120"/>
                <a:gd name="T10" fmla="*/ 0 w 312"/>
                <a:gd name="T11" fmla="*/ 1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2" h="120">
                  <a:moveTo>
                    <a:pt x="312" y="0"/>
                  </a:moveTo>
                  <a:cubicBezTo>
                    <a:pt x="291" y="4"/>
                    <a:pt x="271" y="8"/>
                    <a:pt x="252" y="12"/>
                  </a:cubicBezTo>
                  <a:cubicBezTo>
                    <a:pt x="233" y="16"/>
                    <a:pt x="217" y="18"/>
                    <a:pt x="198" y="24"/>
                  </a:cubicBezTo>
                  <a:cubicBezTo>
                    <a:pt x="179" y="30"/>
                    <a:pt x="160" y="39"/>
                    <a:pt x="138" y="48"/>
                  </a:cubicBezTo>
                  <a:cubicBezTo>
                    <a:pt x="116" y="57"/>
                    <a:pt x="89" y="66"/>
                    <a:pt x="66" y="78"/>
                  </a:cubicBezTo>
                  <a:cubicBezTo>
                    <a:pt x="43" y="90"/>
                    <a:pt x="11" y="113"/>
                    <a:pt x="0" y="120"/>
                  </a:cubicBez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lgDash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2" name="Line 23">
              <a:extLst>
                <a:ext uri="{FF2B5EF4-FFF2-40B4-BE49-F238E27FC236}">
                  <a16:creationId xmlns:a16="http://schemas.microsoft.com/office/drawing/2014/main" id="{7E75CEB3-2BA4-C9A2-8068-C860DD9E55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99" y="689"/>
              <a:ext cx="0" cy="539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3" name="Line 24">
              <a:extLst>
                <a:ext uri="{FF2B5EF4-FFF2-40B4-BE49-F238E27FC236}">
                  <a16:creationId xmlns:a16="http://schemas.microsoft.com/office/drawing/2014/main" id="{53013732-9079-B611-0A9E-D60DC4D2FE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99" y="989"/>
              <a:ext cx="34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4" name="Line 25">
              <a:extLst>
                <a:ext uri="{FF2B5EF4-FFF2-40B4-BE49-F238E27FC236}">
                  <a16:creationId xmlns:a16="http://schemas.microsoft.com/office/drawing/2014/main" id="{7A24DABC-5421-B6EB-635B-F772B50ED6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9" y="989"/>
              <a:ext cx="0" cy="120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5" name="Line 26">
              <a:extLst>
                <a:ext uri="{FF2B5EF4-FFF2-40B4-BE49-F238E27FC236}">
                  <a16:creationId xmlns:a16="http://schemas.microsoft.com/office/drawing/2014/main" id="{4532328A-DDE2-FD53-7008-302CEF72DD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18" y="2189"/>
              <a:ext cx="1425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6" name="Line 27">
              <a:extLst>
                <a:ext uri="{FF2B5EF4-FFF2-40B4-BE49-F238E27FC236}">
                  <a16:creationId xmlns:a16="http://schemas.microsoft.com/office/drawing/2014/main" id="{191CFA1B-D151-784D-A3EB-DF8263C67F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18" y="990"/>
              <a:ext cx="0" cy="1187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7" name="Line 28">
              <a:extLst>
                <a:ext uri="{FF2B5EF4-FFF2-40B4-BE49-F238E27FC236}">
                  <a16:creationId xmlns:a16="http://schemas.microsoft.com/office/drawing/2014/main" id="{79E88C20-081C-DA76-1053-2EC4EBC326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2" y="989"/>
              <a:ext cx="668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8" name="Line 29">
              <a:extLst>
                <a:ext uri="{FF2B5EF4-FFF2-40B4-BE49-F238E27FC236}">
                  <a16:creationId xmlns:a16="http://schemas.microsoft.com/office/drawing/2014/main" id="{ADD32EF8-1A57-B045-E2BA-FEEA2C3F1E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8" y="689"/>
              <a:ext cx="0" cy="30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9" name="Line 30">
              <a:extLst>
                <a:ext uri="{FF2B5EF4-FFF2-40B4-BE49-F238E27FC236}">
                  <a16:creationId xmlns:a16="http://schemas.microsoft.com/office/drawing/2014/main" id="{3251872B-05F1-9C88-4FA9-CB1A2F8551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8" y="689"/>
              <a:ext cx="721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0" name="Line 31">
              <a:extLst>
                <a:ext uri="{FF2B5EF4-FFF2-40B4-BE49-F238E27FC236}">
                  <a16:creationId xmlns:a16="http://schemas.microsoft.com/office/drawing/2014/main" id="{23057945-FA69-4D9D-5FEB-1AC28AD3AE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8" y="1110"/>
              <a:ext cx="72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31" name="Text Box 32">
            <a:extLst>
              <a:ext uri="{FF2B5EF4-FFF2-40B4-BE49-F238E27FC236}">
                <a16:creationId xmlns:a16="http://schemas.microsoft.com/office/drawing/2014/main" id="{56B92EF0-3E4C-2280-6B76-F321E3C1DF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6699" y="487362"/>
            <a:ext cx="338105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C00000"/>
                </a:solidFill>
              </a:rPr>
              <a:t>例</a:t>
            </a:r>
            <a:r>
              <a:rPr lang="en-US" altLang="zh-CN" sz="2800" b="1" dirty="0">
                <a:solidFill>
                  <a:srgbClr val="C00000"/>
                </a:solidFill>
              </a:rPr>
              <a:t>14.3</a:t>
            </a:r>
            <a:r>
              <a:rPr lang="zh-CN" altLang="en-US" sz="2800" b="1" dirty="0">
                <a:solidFill>
                  <a:srgbClr val="C00000"/>
                </a:solidFill>
              </a:rPr>
              <a:t>：求作主视图</a:t>
            </a:r>
          </a:p>
        </p:txBody>
      </p:sp>
      <p:grpSp>
        <p:nvGrpSpPr>
          <p:cNvPr id="32" name="Group 33">
            <a:extLst>
              <a:ext uri="{FF2B5EF4-FFF2-40B4-BE49-F238E27FC236}">
                <a16:creationId xmlns:a16="http://schemas.microsoft.com/office/drawing/2014/main" id="{CF1C4659-BEA1-A800-E0C4-3A49A421F802}"/>
              </a:ext>
            </a:extLst>
          </p:cNvPr>
          <p:cNvGrpSpPr>
            <a:grpSpLocks/>
          </p:cNvGrpSpPr>
          <p:nvPr/>
        </p:nvGrpSpPr>
        <p:grpSpPr bwMode="auto">
          <a:xfrm>
            <a:off x="7202487" y="4267200"/>
            <a:ext cx="1901825" cy="2089150"/>
            <a:chOff x="4318" y="1936"/>
            <a:chExt cx="1198" cy="1316"/>
          </a:xfrm>
        </p:grpSpPr>
        <p:sp>
          <p:nvSpPr>
            <p:cNvPr id="33" name="Freeform 34">
              <a:extLst>
                <a:ext uri="{FF2B5EF4-FFF2-40B4-BE49-F238E27FC236}">
                  <a16:creationId xmlns:a16="http://schemas.microsoft.com/office/drawing/2014/main" id="{872B14C9-05A2-34BE-3557-1CEBA0CFA7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5" y="2233"/>
              <a:ext cx="1141" cy="979"/>
            </a:xfrm>
            <a:custGeom>
              <a:avLst/>
              <a:gdLst>
                <a:gd name="T0" fmla="*/ 0 w 2856"/>
                <a:gd name="T1" fmla="*/ 636 h 2448"/>
                <a:gd name="T2" fmla="*/ 816 w 2856"/>
                <a:gd name="T3" fmla="*/ 156 h 2448"/>
                <a:gd name="T4" fmla="*/ 780 w 2856"/>
                <a:gd name="T5" fmla="*/ 324 h 2448"/>
                <a:gd name="T6" fmla="*/ 864 w 2856"/>
                <a:gd name="T7" fmla="*/ 336 h 2448"/>
                <a:gd name="T8" fmla="*/ 984 w 2856"/>
                <a:gd name="T9" fmla="*/ 264 h 2448"/>
                <a:gd name="T10" fmla="*/ 1224 w 2856"/>
                <a:gd name="T11" fmla="*/ 252 h 2448"/>
                <a:gd name="T12" fmla="*/ 1404 w 2856"/>
                <a:gd name="T13" fmla="*/ 228 h 2448"/>
                <a:gd name="T14" fmla="*/ 1500 w 2856"/>
                <a:gd name="T15" fmla="*/ 240 h 2448"/>
                <a:gd name="T16" fmla="*/ 1704 w 2856"/>
                <a:gd name="T17" fmla="*/ 240 h 2448"/>
                <a:gd name="T18" fmla="*/ 1848 w 2856"/>
                <a:gd name="T19" fmla="*/ 312 h 2448"/>
                <a:gd name="T20" fmla="*/ 2028 w 2856"/>
                <a:gd name="T21" fmla="*/ 360 h 2448"/>
                <a:gd name="T22" fmla="*/ 2160 w 2856"/>
                <a:gd name="T23" fmla="*/ 480 h 2448"/>
                <a:gd name="T24" fmla="*/ 2268 w 2856"/>
                <a:gd name="T25" fmla="*/ 612 h 2448"/>
                <a:gd name="T26" fmla="*/ 2340 w 2856"/>
                <a:gd name="T27" fmla="*/ 720 h 2448"/>
                <a:gd name="T28" fmla="*/ 2388 w 2856"/>
                <a:gd name="T29" fmla="*/ 816 h 2448"/>
                <a:gd name="T30" fmla="*/ 2412 w 2856"/>
                <a:gd name="T31" fmla="*/ 924 h 2448"/>
                <a:gd name="T32" fmla="*/ 2436 w 2856"/>
                <a:gd name="T33" fmla="*/ 1044 h 2448"/>
                <a:gd name="T34" fmla="*/ 2436 w 2856"/>
                <a:gd name="T35" fmla="*/ 0 h 2448"/>
                <a:gd name="T36" fmla="*/ 2532 w 2856"/>
                <a:gd name="T37" fmla="*/ 132 h 2448"/>
                <a:gd name="T38" fmla="*/ 2604 w 2856"/>
                <a:gd name="T39" fmla="*/ 228 h 2448"/>
                <a:gd name="T40" fmla="*/ 2676 w 2856"/>
                <a:gd name="T41" fmla="*/ 348 h 2448"/>
                <a:gd name="T42" fmla="*/ 2736 w 2856"/>
                <a:gd name="T43" fmla="*/ 480 h 2448"/>
                <a:gd name="T44" fmla="*/ 2796 w 2856"/>
                <a:gd name="T45" fmla="*/ 636 h 2448"/>
                <a:gd name="T46" fmla="*/ 2832 w 2856"/>
                <a:gd name="T47" fmla="*/ 792 h 2448"/>
                <a:gd name="T48" fmla="*/ 2856 w 2856"/>
                <a:gd name="T49" fmla="*/ 912 h 2448"/>
                <a:gd name="T50" fmla="*/ 2844 w 2856"/>
                <a:gd name="T51" fmla="*/ 1068 h 2448"/>
                <a:gd name="T52" fmla="*/ 2820 w 2856"/>
                <a:gd name="T53" fmla="*/ 1224 h 2448"/>
                <a:gd name="T54" fmla="*/ 2772 w 2856"/>
                <a:gd name="T55" fmla="*/ 1344 h 2448"/>
                <a:gd name="T56" fmla="*/ 2676 w 2856"/>
                <a:gd name="T57" fmla="*/ 1440 h 2448"/>
                <a:gd name="T58" fmla="*/ 2568 w 2856"/>
                <a:gd name="T59" fmla="*/ 1500 h 2448"/>
                <a:gd name="T60" fmla="*/ 972 w 2856"/>
                <a:gd name="T61" fmla="*/ 2448 h 2448"/>
                <a:gd name="T62" fmla="*/ 1128 w 2856"/>
                <a:gd name="T63" fmla="*/ 2244 h 2448"/>
                <a:gd name="T64" fmla="*/ 1188 w 2856"/>
                <a:gd name="T65" fmla="*/ 2124 h 2448"/>
                <a:gd name="T66" fmla="*/ 1188 w 2856"/>
                <a:gd name="T67" fmla="*/ 1896 h 2448"/>
                <a:gd name="T68" fmla="*/ 1200 w 2856"/>
                <a:gd name="T69" fmla="*/ 1584 h 2448"/>
                <a:gd name="T70" fmla="*/ 1104 w 2856"/>
                <a:gd name="T71" fmla="*/ 1380 h 2448"/>
                <a:gd name="T72" fmla="*/ 1032 w 2856"/>
                <a:gd name="T73" fmla="*/ 1212 h 2448"/>
                <a:gd name="T74" fmla="*/ 900 w 2856"/>
                <a:gd name="T75" fmla="*/ 1068 h 2448"/>
                <a:gd name="T76" fmla="*/ 804 w 2856"/>
                <a:gd name="T77" fmla="*/ 936 h 2448"/>
                <a:gd name="T78" fmla="*/ 732 w 2856"/>
                <a:gd name="T79" fmla="*/ 840 h 2448"/>
                <a:gd name="T80" fmla="*/ 600 w 2856"/>
                <a:gd name="T81" fmla="*/ 768 h 2448"/>
                <a:gd name="T82" fmla="*/ 492 w 2856"/>
                <a:gd name="T83" fmla="*/ 708 h 2448"/>
                <a:gd name="T84" fmla="*/ 384 w 2856"/>
                <a:gd name="T85" fmla="*/ 648 h 2448"/>
                <a:gd name="T86" fmla="*/ 276 w 2856"/>
                <a:gd name="T87" fmla="*/ 624 h 2448"/>
                <a:gd name="T88" fmla="*/ 144 w 2856"/>
                <a:gd name="T89" fmla="*/ 588 h 2448"/>
                <a:gd name="T90" fmla="*/ 0 w 2856"/>
                <a:gd name="T91" fmla="*/ 636 h 24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856" h="2448">
                  <a:moveTo>
                    <a:pt x="0" y="636"/>
                  </a:moveTo>
                  <a:lnTo>
                    <a:pt x="816" y="156"/>
                  </a:lnTo>
                  <a:lnTo>
                    <a:pt x="780" y="324"/>
                  </a:lnTo>
                  <a:lnTo>
                    <a:pt x="864" y="336"/>
                  </a:lnTo>
                  <a:lnTo>
                    <a:pt x="984" y="264"/>
                  </a:lnTo>
                  <a:lnTo>
                    <a:pt x="1224" y="252"/>
                  </a:lnTo>
                  <a:lnTo>
                    <a:pt x="1404" y="228"/>
                  </a:lnTo>
                  <a:lnTo>
                    <a:pt x="1500" y="240"/>
                  </a:lnTo>
                  <a:lnTo>
                    <a:pt x="1704" y="240"/>
                  </a:lnTo>
                  <a:lnTo>
                    <a:pt x="1848" y="312"/>
                  </a:lnTo>
                  <a:lnTo>
                    <a:pt x="2028" y="360"/>
                  </a:lnTo>
                  <a:lnTo>
                    <a:pt x="2160" y="480"/>
                  </a:lnTo>
                  <a:lnTo>
                    <a:pt x="2268" y="612"/>
                  </a:lnTo>
                  <a:lnTo>
                    <a:pt x="2340" y="720"/>
                  </a:lnTo>
                  <a:lnTo>
                    <a:pt x="2388" y="816"/>
                  </a:lnTo>
                  <a:lnTo>
                    <a:pt x="2412" y="924"/>
                  </a:lnTo>
                  <a:lnTo>
                    <a:pt x="2436" y="1044"/>
                  </a:lnTo>
                  <a:lnTo>
                    <a:pt x="2436" y="0"/>
                  </a:lnTo>
                  <a:lnTo>
                    <a:pt x="2532" y="132"/>
                  </a:lnTo>
                  <a:lnTo>
                    <a:pt x="2604" y="228"/>
                  </a:lnTo>
                  <a:lnTo>
                    <a:pt x="2676" y="348"/>
                  </a:lnTo>
                  <a:lnTo>
                    <a:pt x="2736" y="480"/>
                  </a:lnTo>
                  <a:lnTo>
                    <a:pt x="2796" y="636"/>
                  </a:lnTo>
                  <a:lnTo>
                    <a:pt x="2832" y="792"/>
                  </a:lnTo>
                  <a:lnTo>
                    <a:pt x="2856" y="912"/>
                  </a:lnTo>
                  <a:lnTo>
                    <a:pt x="2844" y="1068"/>
                  </a:lnTo>
                  <a:lnTo>
                    <a:pt x="2820" y="1224"/>
                  </a:lnTo>
                  <a:lnTo>
                    <a:pt x="2772" y="1344"/>
                  </a:lnTo>
                  <a:lnTo>
                    <a:pt x="2676" y="1440"/>
                  </a:lnTo>
                  <a:lnTo>
                    <a:pt x="2568" y="1500"/>
                  </a:lnTo>
                  <a:lnTo>
                    <a:pt x="972" y="2448"/>
                  </a:lnTo>
                  <a:lnTo>
                    <a:pt x="1128" y="2244"/>
                  </a:lnTo>
                  <a:lnTo>
                    <a:pt x="1188" y="2124"/>
                  </a:lnTo>
                  <a:lnTo>
                    <a:pt x="1188" y="1896"/>
                  </a:lnTo>
                  <a:lnTo>
                    <a:pt x="1200" y="1584"/>
                  </a:lnTo>
                  <a:lnTo>
                    <a:pt x="1104" y="1380"/>
                  </a:lnTo>
                  <a:lnTo>
                    <a:pt x="1032" y="1212"/>
                  </a:lnTo>
                  <a:lnTo>
                    <a:pt x="900" y="1068"/>
                  </a:lnTo>
                  <a:lnTo>
                    <a:pt x="804" y="936"/>
                  </a:lnTo>
                  <a:lnTo>
                    <a:pt x="732" y="840"/>
                  </a:lnTo>
                  <a:lnTo>
                    <a:pt x="600" y="768"/>
                  </a:lnTo>
                  <a:lnTo>
                    <a:pt x="492" y="708"/>
                  </a:lnTo>
                  <a:lnTo>
                    <a:pt x="384" y="648"/>
                  </a:lnTo>
                  <a:lnTo>
                    <a:pt x="276" y="624"/>
                  </a:lnTo>
                  <a:lnTo>
                    <a:pt x="144" y="588"/>
                  </a:lnTo>
                  <a:lnTo>
                    <a:pt x="0" y="636"/>
                  </a:lnTo>
                  <a:close/>
                </a:path>
              </a:pathLst>
            </a:custGeom>
            <a:gradFill rotWithShape="0">
              <a:gsLst>
                <a:gs pos="0">
                  <a:srgbClr val="CC6600">
                    <a:gamma/>
                    <a:shade val="46275"/>
                    <a:invGamma/>
                  </a:srgbClr>
                </a:gs>
                <a:gs pos="50000">
                  <a:srgbClr val="CC6600"/>
                </a:gs>
                <a:gs pos="100000">
                  <a:srgbClr val="CC6600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4" name="Freeform 35">
              <a:extLst>
                <a:ext uri="{FF2B5EF4-FFF2-40B4-BE49-F238E27FC236}">
                  <a16:creationId xmlns:a16="http://schemas.microsoft.com/office/drawing/2014/main" id="{51E74121-35D8-9196-3493-883DF2216F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7" y="2133"/>
              <a:ext cx="691" cy="575"/>
            </a:xfrm>
            <a:custGeom>
              <a:avLst/>
              <a:gdLst>
                <a:gd name="T0" fmla="*/ 0 w 1728"/>
                <a:gd name="T1" fmla="*/ 0 h 1440"/>
                <a:gd name="T2" fmla="*/ 0 w 1728"/>
                <a:gd name="T3" fmla="*/ 636 h 1440"/>
                <a:gd name="T4" fmla="*/ 144 w 1728"/>
                <a:gd name="T5" fmla="*/ 588 h 1440"/>
                <a:gd name="T6" fmla="*/ 288 w 1728"/>
                <a:gd name="T7" fmla="*/ 564 h 1440"/>
                <a:gd name="T8" fmla="*/ 468 w 1728"/>
                <a:gd name="T9" fmla="*/ 540 h 1440"/>
                <a:gd name="T10" fmla="*/ 636 w 1728"/>
                <a:gd name="T11" fmla="*/ 516 h 1440"/>
                <a:gd name="T12" fmla="*/ 744 w 1728"/>
                <a:gd name="T13" fmla="*/ 540 h 1440"/>
                <a:gd name="T14" fmla="*/ 852 w 1728"/>
                <a:gd name="T15" fmla="*/ 540 h 1440"/>
                <a:gd name="T16" fmla="*/ 996 w 1728"/>
                <a:gd name="T17" fmla="*/ 588 h 1440"/>
                <a:gd name="T18" fmla="*/ 1128 w 1728"/>
                <a:gd name="T19" fmla="*/ 636 h 1440"/>
                <a:gd name="T20" fmla="*/ 1248 w 1728"/>
                <a:gd name="T21" fmla="*/ 720 h 1440"/>
                <a:gd name="T22" fmla="*/ 1356 w 1728"/>
                <a:gd name="T23" fmla="*/ 780 h 1440"/>
                <a:gd name="T24" fmla="*/ 1464 w 1728"/>
                <a:gd name="T25" fmla="*/ 888 h 1440"/>
                <a:gd name="T26" fmla="*/ 1548 w 1728"/>
                <a:gd name="T27" fmla="*/ 1008 h 1440"/>
                <a:gd name="T28" fmla="*/ 1620 w 1728"/>
                <a:gd name="T29" fmla="*/ 1140 h 1440"/>
                <a:gd name="T30" fmla="*/ 1680 w 1728"/>
                <a:gd name="T31" fmla="*/ 1284 h 1440"/>
                <a:gd name="T32" fmla="*/ 1728 w 1728"/>
                <a:gd name="T33" fmla="*/ 1440 h 1440"/>
                <a:gd name="T34" fmla="*/ 1728 w 1728"/>
                <a:gd name="T35" fmla="*/ 48 h 1440"/>
                <a:gd name="T36" fmla="*/ 0 w 1728"/>
                <a:gd name="T37" fmla="*/ 0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28" h="1440">
                  <a:moveTo>
                    <a:pt x="0" y="0"/>
                  </a:moveTo>
                  <a:lnTo>
                    <a:pt x="0" y="636"/>
                  </a:lnTo>
                  <a:lnTo>
                    <a:pt x="144" y="588"/>
                  </a:lnTo>
                  <a:lnTo>
                    <a:pt x="288" y="564"/>
                  </a:lnTo>
                  <a:lnTo>
                    <a:pt x="468" y="540"/>
                  </a:lnTo>
                  <a:lnTo>
                    <a:pt x="636" y="516"/>
                  </a:lnTo>
                  <a:lnTo>
                    <a:pt x="744" y="540"/>
                  </a:lnTo>
                  <a:lnTo>
                    <a:pt x="852" y="540"/>
                  </a:lnTo>
                  <a:lnTo>
                    <a:pt x="996" y="588"/>
                  </a:lnTo>
                  <a:lnTo>
                    <a:pt x="1128" y="636"/>
                  </a:lnTo>
                  <a:lnTo>
                    <a:pt x="1248" y="720"/>
                  </a:lnTo>
                  <a:lnTo>
                    <a:pt x="1356" y="780"/>
                  </a:lnTo>
                  <a:lnTo>
                    <a:pt x="1464" y="888"/>
                  </a:lnTo>
                  <a:lnTo>
                    <a:pt x="1548" y="1008"/>
                  </a:lnTo>
                  <a:lnTo>
                    <a:pt x="1620" y="1140"/>
                  </a:lnTo>
                  <a:lnTo>
                    <a:pt x="1680" y="1284"/>
                  </a:lnTo>
                  <a:lnTo>
                    <a:pt x="1728" y="1440"/>
                  </a:lnTo>
                  <a:lnTo>
                    <a:pt x="1728" y="4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9900CC"/>
                </a:gs>
                <a:gs pos="100000">
                  <a:srgbClr val="9900CC">
                    <a:gamma/>
                    <a:shade val="89412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5" name="Freeform 36">
              <a:extLst>
                <a:ext uri="{FF2B5EF4-FFF2-40B4-BE49-F238E27FC236}">
                  <a16:creationId xmlns:a16="http://schemas.microsoft.com/office/drawing/2014/main" id="{F35519C3-A05B-2496-DEDE-5EB33DE5AB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2" y="1936"/>
              <a:ext cx="691" cy="216"/>
            </a:xfrm>
            <a:custGeom>
              <a:avLst/>
              <a:gdLst>
                <a:gd name="T0" fmla="*/ 810 w 1728"/>
                <a:gd name="T1" fmla="*/ 0 h 540"/>
                <a:gd name="T2" fmla="*/ 0 w 1728"/>
                <a:gd name="T3" fmla="*/ 492 h 540"/>
                <a:gd name="T4" fmla="*/ 1728 w 1728"/>
                <a:gd name="T5" fmla="*/ 540 h 540"/>
                <a:gd name="T6" fmla="*/ 810 w 1728"/>
                <a:gd name="T7" fmla="*/ 0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728" h="540">
                  <a:moveTo>
                    <a:pt x="810" y="0"/>
                  </a:moveTo>
                  <a:lnTo>
                    <a:pt x="0" y="492"/>
                  </a:lnTo>
                  <a:lnTo>
                    <a:pt x="1728" y="540"/>
                  </a:lnTo>
                  <a:lnTo>
                    <a:pt x="810" y="0"/>
                  </a:lnTo>
                  <a:close/>
                </a:path>
              </a:pathLst>
            </a:custGeom>
            <a:solidFill>
              <a:srgbClr val="CC66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6" name="Oval 37">
              <a:extLst>
                <a:ext uri="{FF2B5EF4-FFF2-40B4-BE49-F238E27FC236}">
                  <a16:creationId xmlns:a16="http://schemas.microsoft.com/office/drawing/2014/main" id="{DFED2273-15A9-4F87-2F9B-BDB42BA827C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729157">
              <a:off x="4318" y="2433"/>
              <a:ext cx="523" cy="819"/>
            </a:xfrm>
            <a:prstGeom prst="ellipse">
              <a:avLst/>
            </a:prstGeom>
            <a:solidFill>
              <a:srgbClr val="FF33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6C83DEA4-107C-2C4C-C9DF-FCE3C4577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9906585" y="2203449"/>
            <a:ext cx="1595962" cy="3469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7810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Text Box 2"/>
          <p:cNvSpPr txBox="1">
            <a:spLocks noChangeArrowheads="1"/>
          </p:cNvSpPr>
          <p:nvPr/>
        </p:nvSpPr>
        <p:spPr bwMode="auto">
          <a:xfrm>
            <a:off x="1628928" y="1203634"/>
            <a:ext cx="4819343" cy="7571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>
              <a:lnSpc>
                <a:spcPct val="90000"/>
              </a:lnSpc>
            </a:pPr>
            <a:r>
              <a:rPr lang="zh-CN" altLang="en-US" sz="2400" b="1" dirty="0"/>
              <a:t>相贯线</a:t>
            </a:r>
            <a:r>
              <a:rPr lang="zh-CN" altLang="en-US" sz="2400" dirty="0"/>
              <a:t>一般为光滑封闭的</a:t>
            </a:r>
            <a:r>
              <a:rPr lang="zh-CN" altLang="en-US" sz="2400" dirty="0">
                <a:solidFill>
                  <a:srgbClr val="C00000"/>
                </a:solidFill>
              </a:rPr>
              <a:t>空间曲线</a:t>
            </a:r>
            <a:r>
              <a:rPr lang="zh-CN" altLang="en-US" sz="2400" dirty="0"/>
              <a:t>，</a:t>
            </a:r>
            <a:r>
              <a:rPr lang="zh-CN" altLang="en-US" sz="2400" dirty="0">
                <a:solidFill>
                  <a:srgbClr val="C00000"/>
                </a:solidFill>
              </a:rPr>
              <a:t>它是两回转体表面的共有线</a:t>
            </a:r>
            <a:r>
              <a:rPr lang="zh-CN" altLang="en-US" sz="2400" dirty="0">
                <a:solidFill>
                  <a:schemeClr val="tx2"/>
                </a:solidFill>
              </a:rPr>
              <a:t>。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148484" name="Text Box 4"/>
          <p:cNvSpPr txBox="1">
            <a:spLocks noChangeArrowheads="1"/>
          </p:cNvSpPr>
          <p:nvPr/>
        </p:nvSpPr>
        <p:spPr bwMode="auto">
          <a:xfrm>
            <a:off x="1615075" y="2171944"/>
            <a:ext cx="39846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en-US" altLang="zh-CN" sz="2400" b="1" dirty="0">
                <a:solidFill>
                  <a:srgbClr val="002060"/>
                </a:solidFill>
              </a:rPr>
              <a:t>★ </a:t>
            </a:r>
            <a:r>
              <a:rPr lang="zh-CN" altLang="en-US" sz="2400" b="1">
                <a:solidFill>
                  <a:srgbClr val="002060"/>
                </a:solidFill>
              </a:rPr>
              <a:t>作图方法</a:t>
            </a:r>
          </a:p>
        </p:txBody>
      </p:sp>
      <p:sp>
        <p:nvSpPr>
          <p:cNvPr id="148485" name="Text Box 5"/>
          <p:cNvSpPr txBox="1">
            <a:spLocks noChangeArrowheads="1"/>
          </p:cNvSpPr>
          <p:nvPr/>
        </p:nvSpPr>
        <p:spPr bwMode="auto">
          <a:xfrm>
            <a:off x="1946861" y="2655068"/>
            <a:ext cx="2571750" cy="1397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DengXian" charset="-122"/>
                <a:ea typeface="DengXian" charset="-122"/>
                <a:cs typeface="DengXian" charset="-122"/>
                <a:sym typeface="Symbol" panose="05050102010706020507" pitchFamily="18" charset="2"/>
              </a:rPr>
              <a:t>表面取点法</a:t>
            </a:r>
            <a:endParaRPr lang="en-US" altLang="zh-CN" sz="2400" b="1" dirty="0">
              <a:solidFill>
                <a:schemeClr val="accent5">
                  <a:lumMod val="50000"/>
                </a:schemeClr>
              </a:solidFill>
              <a:latin typeface="DengXian" charset="-122"/>
              <a:ea typeface="DengXian" charset="-122"/>
              <a:cs typeface="DengXian" charset="-122"/>
              <a:sym typeface="Symbol" panose="05050102010706020507" pitchFamily="18" charset="2"/>
            </a:endParaRPr>
          </a:p>
          <a:p>
            <a:pPr marL="457200" indent="-4572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DengXian" charset="-122"/>
                <a:ea typeface="DengXian" charset="-122"/>
                <a:cs typeface="DengXian" charset="-122"/>
                <a:sym typeface="Symbol" panose="05050102010706020507" pitchFamily="18" charset="2"/>
              </a:rPr>
              <a:t>辅助平面法</a:t>
            </a:r>
          </a:p>
          <a:p>
            <a:pPr marL="457200" indent="-4572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DengXian" charset="-122"/>
                <a:ea typeface="DengXian" charset="-122"/>
                <a:cs typeface="DengXian" charset="-122"/>
                <a:sym typeface="Symbol" panose="05050102010706020507" pitchFamily="18" charset="2"/>
              </a:rPr>
              <a:t>辅助球面法</a:t>
            </a:r>
          </a:p>
        </p:txBody>
      </p:sp>
      <p:sp>
        <p:nvSpPr>
          <p:cNvPr id="148487" name="Text Box 7"/>
          <p:cNvSpPr txBox="1">
            <a:spLocks noChangeArrowheads="1"/>
          </p:cNvSpPr>
          <p:nvPr/>
        </p:nvSpPr>
        <p:spPr bwMode="auto">
          <a:xfrm>
            <a:off x="2173875" y="4746678"/>
            <a:ext cx="192873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457200" indent="-457200">
              <a:buFont typeface="Wingdings" charset="2"/>
              <a:buChar char="Ø"/>
            </a:pPr>
            <a:r>
              <a:rPr lang="zh-CN" altLang="en-US" sz="2000" b="1" dirty="0">
                <a:solidFill>
                  <a:srgbClr val="002060"/>
                </a:solidFill>
                <a:sym typeface="Symbol" panose="05050102010706020507" pitchFamily="18" charset="2"/>
              </a:rPr>
              <a:t>先找特殊点</a:t>
            </a:r>
            <a:endParaRPr lang="zh-CN" altLang="en-US" sz="2000" b="1" dirty="0">
              <a:solidFill>
                <a:srgbClr val="002060"/>
              </a:solidFill>
            </a:endParaRPr>
          </a:p>
        </p:txBody>
      </p:sp>
      <p:sp>
        <p:nvSpPr>
          <p:cNvPr id="148488" name="Text Box 8"/>
          <p:cNvSpPr txBox="1">
            <a:spLocks noChangeArrowheads="1"/>
          </p:cNvSpPr>
          <p:nvPr/>
        </p:nvSpPr>
        <p:spPr bwMode="auto">
          <a:xfrm>
            <a:off x="1649999" y="4181529"/>
            <a:ext cx="179247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2400" b="1" dirty="0">
                <a:solidFill>
                  <a:srgbClr val="002060"/>
                </a:solidFill>
              </a:rPr>
              <a:t>★ </a:t>
            </a:r>
            <a:r>
              <a:rPr lang="zh-CN" altLang="en-US" sz="2400" b="1" dirty="0">
                <a:solidFill>
                  <a:srgbClr val="002060"/>
                </a:solidFill>
              </a:rPr>
              <a:t>作图过程</a:t>
            </a:r>
          </a:p>
        </p:txBody>
      </p:sp>
      <p:sp>
        <p:nvSpPr>
          <p:cNvPr id="148489" name="Text Box 9"/>
          <p:cNvSpPr txBox="1">
            <a:spLocks noChangeArrowheads="1"/>
          </p:cNvSpPr>
          <p:nvPr/>
        </p:nvSpPr>
        <p:spPr bwMode="auto">
          <a:xfrm>
            <a:off x="2180225" y="5253090"/>
            <a:ext cx="192873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457200" indent="-457200">
              <a:buFont typeface="Wingdings" charset="2"/>
              <a:buChar char="Ø"/>
            </a:pPr>
            <a:r>
              <a:rPr lang="zh-CN" altLang="en-US" sz="2000" b="1" dirty="0">
                <a:solidFill>
                  <a:srgbClr val="002060"/>
                </a:solidFill>
                <a:sym typeface="Symbol" panose="05050102010706020507" pitchFamily="18" charset="2"/>
              </a:rPr>
              <a:t>补充中间点</a:t>
            </a:r>
          </a:p>
        </p:txBody>
      </p:sp>
      <p:sp>
        <p:nvSpPr>
          <p:cNvPr id="148490" name="AutoShape 10"/>
          <p:cNvSpPr>
            <a:spLocks noChangeArrowheads="1"/>
          </p:cNvSpPr>
          <p:nvPr/>
        </p:nvSpPr>
        <p:spPr bwMode="auto">
          <a:xfrm>
            <a:off x="4769436" y="5463008"/>
            <a:ext cx="1699768" cy="989471"/>
          </a:xfrm>
          <a:prstGeom prst="wedgeEllipseCallout">
            <a:avLst>
              <a:gd name="adj1" fmla="val -73347"/>
              <a:gd name="adj2" fmla="val -49579"/>
            </a:avLst>
          </a:prstGeom>
          <a:gradFill rotWithShape="0">
            <a:gsLst>
              <a:gs pos="0">
                <a:srgbClr val="FF99FF"/>
              </a:gs>
              <a:gs pos="100000">
                <a:srgbClr val="FF99FF">
                  <a:gamma/>
                  <a:shade val="77647"/>
                  <a:invGamma/>
                </a:srgbClr>
              </a:gs>
            </a:gsLst>
            <a:path path="rect">
              <a:fillToRect l="50000" t="50000" r="50000" b="50000"/>
            </a:path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/>
            <a:r>
              <a:rPr lang="zh-CN" altLang="en-US">
                <a:latin typeface="Times New Roman" panose="02020603050405020304" pitchFamily="18" charset="0"/>
              </a:rPr>
              <a:t>确定交线的</a:t>
            </a:r>
          </a:p>
          <a:p>
            <a:pPr algn="l"/>
            <a:r>
              <a:rPr lang="zh-CN" altLang="en-US" dirty="0">
                <a:latin typeface="Times New Roman" panose="02020603050405020304" pitchFamily="18" charset="0"/>
              </a:rPr>
              <a:t>弯曲趋势</a:t>
            </a:r>
          </a:p>
        </p:txBody>
      </p:sp>
      <p:sp>
        <p:nvSpPr>
          <p:cNvPr id="148491" name="AutoShape 11"/>
          <p:cNvSpPr>
            <a:spLocks noChangeArrowheads="1"/>
          </p:cNvSpPr>
          <p:nvPr/>
        </p:nvSpPr>
        <p:spPr bwMode="auto">
          <a:xfrm>
            <a:off x="4550931" y="4121092"/>
            <a:ext cx="1657541" cy="974725"/>
          </a:xfrm>
          <a:prstGeom prst="cloudCallout">
            <a:avLst>
              <a:gd name="adj1" fmla="val -73224"/>
              <a:gd name="adj2" fmla="val 38555"/>
            </a:avLst>
          </a:prstGeom>
          <a:solidFill>
            <a:srgbClr val="00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l"/>
            <a:r>
              <a:rPr lang="zh-CN" altLang="en-US" dirty="0">
                <a:latin typeface="Times New Roman" panose="02020603050405020304" pitchFamily="18" charset="0"/>
              </a:rPr>
              <a:t>确定交线</a:t>
            </a:r>
          </a:p>
          <a:p>
            <a:pPr algn="l"/>
            <a:r>
              <a:rPr lang="zh-CN" altLang="en-US" dirty="0">
                <a:latin typeface="Times New Roman" panose="02020603050405020304" pitchFamily="18" charset="0"/>
              </a:rPr>
              <a:t>的范围</a:t>
            </a:r>
          </a:p>
        </p:txBody>
      </p:sp>
      <p:grpSp>
        <p:nvGrpSpPr>
          <p:cNvPr id="148505" name="Group 25"/>
          <p:cNvGrpSpPr>
            <a:grpSpLocks/>
          </p:cNvGrpSpPr>
          <p:nvPr/>
        </p:nvGrpSpPr>
        <p:grpSpPr bwMode="auto">
          <a:xfrm>
            <a:off x="7233236" y="3291132"/>
            <a:ext cx="2298700" cy="2124075"/>
            <a:chOff x="3920" y="2127"/>
            <a:chExt cx="1448" cy="1338"/>
          </a:xfrm>
        </p:grpSpPr>
        <p:sp>
          <p:nvSpPr>
            <p:cNvPr id="148493" name="Freeform 13"/>
            <p:cNvSpPr>
              <a:spLocks/>
            </p:cNvSpPr>
            <p:nvPr/>
          </p:nvSpPr>
          <p:spPr bwMode="auto">
            <a:xfrm>
              <a:off x="4060" y="2214"/>
              <a:ext cx="1308" cy="1219"/>
            </a:xfrm>
            <a:custGeom>
              <a:avLst/>
              <a:gdLst>
                <a:gd name="T0" fmla="*/ 0 w 1648"/>
                <a:gd name="T1" fmla="*/ 600 h 1536"/>
                <a:gd name="T2" fmla="*/ 376 w 1648"/>
                <a:gd name="T3" fmla="*/ 376 h 1536"/>
                <a:gd name="T4" fmla="*/ 672 w 1648"/>
                <a:gd name="T5" fmla="*/ 532 h 1536"/>
                <a:gd name="T6" fmla="*/ 770 w 1648"/>
                <a:gd name="T7" fmla="*/ 665 h 1536"/>
                <a:gd name="T8" fmla="*/ 802 w 1648"/>
                <a:gd name="T9" fmla="*/ 677 h 1536"/>
                <a:gd name="T10" fmla="*/ 872 w 1648"/>
                <a:gd name="T11" fmla="*/ 543 h 1536"/>
                <a:gd name="T12" fmla="*/ 915 w 1648"/>
                <a:gd name="T13" fmla="*/ 685 h 1536"/>
                <a:gd name="T14" fmla="*/ 961 w 1648"/>
                <a:gd name="T15" fmla="*/ 576 h 1536"/>
                <a:gd name="T16" fmla="*/ 1003 w 1648"/>
                <a:gd name="T17" fmla="*/ 641 h 1536"/>
                <a:gd name="T18" fmla="*/ 1040 w 1648"/>
                <a:gd name="T19" fmla="*/ 605 h 1536"/>
                <a:gd name="T20" fmla="*/ 1072 w 1648"/>
                <a:gd name="T21" fmla="*/ 565 h 1536"/>
                <a:gd name="T22" fmla="*/ 1088 w 1648"/>
                <a:gd name="T23" fmla="*/ 521 h 1536"/>
                <a:gd name="T24" fmla="*/ 1096 w 1648"/>
                <a:gd name="T25" fmla="*/ 480 h 1536"/>
                <a:gd name="T26" fmla="*/ 376 w 1648"/>
                <a:gd name="T27" fmla="*/ 368 h 1536"/>
                <a:gd name="T28" fmla="*/ 1048 w 1648"/>
                <a:gd name="T29" fmla="*/ 16 h 1536"/>
                <a:gd name="T30" fmla="*/ 1144 w 1648"/>
                <a:gd name="T31" fmla="*/ 0 h 1536"/>
                <a:gd name="T32" fmla="*/ 1248 w 1648"/>
                <a:gd name="T33" fmla="*/ 40 h 1536"/>
                <a:gd name="T34" fmla="*/ 1320 w 1648"/>
                <a:gd name="T35" fmla="*/ 80 h 1536"/>
                <a:gd name="T36" fmla="*/ 1400 w 1648"/>
                <a:gd name="T37" fmla="*/ 136 h 1536"/>
                <a:gd name="T38" fmla="*/ 1464 w 1648"/>
                <a:gd name="T39" fmla="*/ 208 h 1536"/>
                <a:gd name="T40" fmla="*/ 1511 w 1648"/>
                <a:gd name="T41" fmla="*/ 274 h 1536"/>
                <a:gd name="T42" fmla="*/ 1543 w 1648"/>
                <a:gd name="T43" fmla="*/ 323 h 1536"/>
                <a:gd name="T44" fmla="*/ 1563 w 1648"/>
                <a:gd name="T45" fmla="*/ 363 h 1536"/>
                <a:gd name="T46" fmla="*/ 1584 w 1648"/>
                <a:gd name="T47" fmla="*/ 408 h 1536"/>
                <a:gd name="T48" fmla="*/ 1604 w 1648"/>
                <a:gd name="T49" fmla="*/ 452 h 1536"/>
                <a:gd name="T50" fmla="*/ 1619 w 1648"/>
                <a:gd name="T51" fmla="*/ 504 h 1536"/>
                <a:gd name="T52" fmla="*/ 1636 w 1648"/>
                <a:gd name="T53" fmla="*/ 556 h 1536"/>
                <a:gd name="T54" fmla="*/ 1644 w 1648"/>
                <a:gd name="T55" fmla="*/ 609 h 1536"/>
                <a:gd name="T56" fmla="*/ 1648 w 1648"/>
                <a:gd name="T57" fmla="*/ 680 h 1536"/>
                <a:gd name="T58" fmla="*/ 1640 w 1648"/>
                <a:gd name="T59" fmla="*/ 776 h 1536"/>
                <a:gd name="T60" fmla="*/ 1599 w 1648"/>
                <a:gd name="T61" fmla="*/ 863 h 1536"/>
                <a:gd name="T62" fmla="*/ 1567 w 1648"/>
                <a:gd name="T63" fmla="*/ 903 h 1536"/>
                <a:gd name="T64" fmla="*/ 1535 w 1648"/>
                <a:gd name="T65" fmla="*/ 935 h 1536"/>
                <a:gd name="T66" fmla="*/ 1507 w 1648"/>
                <a:gd name="T67" fmla="*/ 959 h 1536"/>
                <a:gd name="T68" fmla="*/ 500 w 1648"/>
                <a:gd name="T69" fmla="*/ 1536 h 1536"/>
                <a:gd name="T70" fmla="*/ 549 w 1648"/>
                <a:gd name="T71" fmla="*/ 1496 h 1536"/>
                <a:gd name="T72" fmla="*/ 572 w 1648"/>
                <a:gd name="T73" fmla="*/ 1455 h 1536"/>
                <a:gd name="T74" fmla="*/ 569 w 1648"/>
                <a:gd name="T75" fmla="*/ 1403 h 1536"/>
                <a:gd name="T76" fmla="*/ 589 w 1648"/>
                <a:gd name="T77" fmla="*/ 1375 h 1536"/>
                <a:gd name="T78" fmla="*/ 593 w 1648"/>
                <a:gd name="T79" fmla="*/ 1318 h 1536"/>
                <a:gd name="T80" fmla="*/ 601 w 1648"/>
                <a:gd name="T81" fmla="*/ 1262 h 1536"/>
                <a:gd name="T82" fmla="*/ 593 w 1648"/>
                <a:gd name="T83" fmla="*/ 1201 h 1536"/>
                <a:gd name="T84" fmla="*/ 585 w 1648"/>
                <a:gd name="T85" fmla="*/ 1145 h 1536"/>
                <a:gd name="T86" fmla="*/ 565 w 1648"/>
                <a:gd name="T87" fmla="*/ 1088 h 1536"/>
                <a:gd name="T88" fmla="*/ 552 w 1648"/>
                <a:gd name="T89" fmla="*/ 1044 h 1536"/>
                <a:gd name="T90" fmla="*/ 427 w 1648"/>
                <a:gd name="T91" fmla="*/ 976 h 1536"/>
                <a:gd name="T92" fmla="*/ 261 w 1648"/>
                <a:gd name="T93" fmla="*/ 798 h 1536"/>
                <a:gd name="T94" fmla="*/ 405 w 1648"/>
                <a:gd name="T95" fmla="*/ 910 h 1536"/>
                <a:gd name="T96" fmla="*/ 139 w 1648"/>
                <a:gd name="T97" fmla="*/ 665 h 1536"/>
                <a:gd name="T98" fmla="*/ 0 w 1648"/>
                <a:gd name="T99" fmla="*/ 600 h 1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48" h="1536">
                  <a:moveTo>
                    <a:pt x="0" y="600"/>
                  </a:moveTo>
                  <a:lnTo>
                    <a:pt x="376" y="376"/>
                  </a:lnTo>
                  <a:lnTo>
                    <a:pt x="672" y="532"/>
                  </a:lnTo>
                  <a:lnTo>
                    <a:pt x="770" y="665"/>
                  </a:lnTo>
                  <a:lnTo>
                    <a:pt x="802" y="677"/>
                  </a:lnTo>
                  <a:lnTo>
                    <a:pt x="872" y="543"/>
                  </a:lnTo>
                  <a:lnTo>
                    <a:pt x="915" y="685"/>
                  </a:lnTo>
                  <a:lnTo>
                    <a:pt x="961" y="576"/>
                  </a:lnTo>
                  <a:lnTo>
                    <a:pt x="1003" y="641"/>
                  </a:lnTo>
                  <a:lnTo>
                    <a:pt x="1040" y="605"/>
                  </a:lnTo>
                  <a:lnTo>
                    <a:pt x="1072" y="565"/>
                  </a:lnTo>
                  <a:lnTo>
                    <a:pt x="1088" y="521"/>
                  </a:lnTo>
                  <a:lnTo>
                    <a:pt x="1096" y="480"/>
                  </a:lnTo>
                  <a:lnTo>
                    <a:pt x="376" y="368"/>
                  </a:lnTo>
                  <a:lnTo>
                    <a:pt x="1048" y="16"/>
                  </a:lnTo>
                  <a:lnTo>
                    <a:pt x="1144" y="0"/>
                  </a:lnTo>
                  <a:lnTo>
                    <a:pt x="1248" y="40"/>
                  </a:lnTo>
                  <a:lnTo>
                    <a:pt x="1320" y="80"/>
                  </a:lnTo>
                  <a:lnTo>
                    <a:pt x="1400" y="136"/>
                  </a:lnTo>
                  <a:lnTo>
                    <a:pt x="1464" y="208"/>
                  </a:lnTo>
                  <a:lnTo>
                    <a:pt x="1511" y="274"/>
                  </a:lnTo>
                  <a:lnTo>
                    <a:pt x="1543" y="323"/>
                  </a:lnTo>
                  <a:lnTo>
                    <a:pt x="1563" y="363"/>
                  </a:lnTo>
                  <a:lnTo>
                    <a:pt x="1584" y="408"/>
                  </a:lnTo>
                  <a:lnTo>
                    <a:pt x="1604" y="452"/>
                  </a:lnTo>
                  <a:lnTo>
                    <a:pt x="1619" y="504"/>
                  </a:lnTo>
                  <a:lnTo>
                    <a:pt x="1636" y="556"/>
                  </a:lnTo>
                  <a:lnTo>
                    <a:pt x="1644" y="609"/>
                  </a:lnTo>
                  <a:lnTo>
                    <a:pt x="1648" y="680"/>
                  </a:lnTo>
                  <a:lnTo>
                    <a:pt x="1640" y="776"/>
                  </a:lnTo>
                  <a:lnTo>
                    <a:pt x="1599" y="863"/>
                  </a:lnTo>
                  <a:lnTo>
                    <a:pt x="1567" y="903"/>
                  </a:lnTo>
                  <a:lnTo>
                    <a:pt x="1535" y="935"/>
                  </a:lnTo>
                  <a:lnTo>
                    <a:pt x="1507" y="959"/>
                  </a:lnTo>
                  <a:lnTo>
                    <a:pt x="500" y="1536"/>
                  </a:lnTo>
                  <a:lnTo>
                    <a:pt x="549" y="1496"/>
                  </a:lnTo>
                  <a:lnTo>
                    <a:pt x="572" y="1455"/>
                  </a:lnTo>
                  <a:lnTo>
                    <a:pt x="569" y="1403"/>
                  </a:lnTo>
                  <a:lnTo>
                    <a:pt x="589" y="1375"/>
                  </a:lnTo>
                  <a:lnTo>
                    <a:pt x="593" y="1318"/>
                  </a:lnTo>
                  <a:lnTo>
                    <a:pt x="601" y="1262"/>
                  </a:lnTo>
                  <a:lnTo>
                    <a:pt x="593" y="1201"/>
                  </a:lnTo>
                  <a:lnTo>
                    <a:pt x="585" y="1145"/>
                  </a:lnTo>
                  <a:lnTo>
                    <a:pt x="565" y="1088"/>
                  </a:lnTo>
                  <a:lnTo>
                    <a:pt x="552" y="1044"/>
                  </a:lnTo>
                  <a:lnTo>
                    <a:pt x="427" y="976"/>
                  </a:lnTo>
                  <a:lnTo>
                    <a:pt x="261" y="798"/>
                  </a:lnTo>
                  <a:lnTo>
                    <a:pt x="405" y="910"/>
                  </a:lnTo>
                  <a:lnTo>
                    <a:pt x="139" y="665"/>
                  </a:lnTo>
                  <a:lnTo>
                    <a:pt x="0" y="600"/>
                  </a:lnTo>
                  <a:close/>
                </a:path>
              </a:pathLst>
            </a:custGeom>
            <a:gradFill rotWithShape="0">
              <a:gsLst>
                <a:gs pos="0">
                  <a:srgbClr val="008000">
                    <a:gamma/>
                    <a:shade val="61176"/>
                    <a:invGamma/>
                  </a:srgbClr>
                </a:gs>
                <a:gs pos="50000">
                  <a:srgbClr val="008000"/>
                </a:gs>
                <a:gs pos="100000">
                  <a:srgbClr val="008000">
                    <a:gamma/>
                    <a:shade val="61176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48494" name="Freeform 14"/>
            <p:cNvSpPr>
              <a:spLocks/>
            </p:cNvSpPr>
            <p:nvPr/>
          </p:nvSpPr>
          <p:spPr bwMode="auto">
            <a:xfrm>
              <a:off x="3920" y="2690"/>
              <a:ext cx="624" cy="775"/>
            </a:xfrm>
            <a:custGeom>
              <a:avLst/>
              <a:gdLst>
                <a:gd name="T0" fmla="*/ 210 w 624"/>
                <a:gd name="T1" fmla="*/ 6 h 775"/>
                <a:gd name="T2" fmla="*/ 280 w 624"/>
                <a:gd name="T3" fmla="*/ 19 h 775"/>
                <a:gd name="T4" fmla="*/ 337 w 624"/>
                <a:gd name="T5" fmla="*/ 44 h 775"/>
                <a:gd name="T6" fmla="*/ 401 w 624"/>
                <a:gd name="T7" fmla="*/ 89 h 775"/>
                <a:gd name="T8" fmla="*/ 456 w 624"/>
                <a:gd name="T9" fmla="*/ 134 h 775"/>
                <a:gd name="T10" fmla="*/ 504 w 624"/>
                <a:gd name="T11" fmla="*/ 190 h 775"/>
                <a:gd name="T12" fmla="*/ 544 w 624"/>
                <a:gd name="T13" fmla="*/ 246 h 775"/>
                <a:gd name="T14" fmla="*/ 578 w 624"/>
                <a:gd name="T15" fmla="*/ 311 h 775"/>
                <a:gd name="T16" fmla="*/ 598 w 624"/>
                <a:gd name="T17" fmla="*/ 362 h 775"/>
                <a:gd name="T18" fmla="*/ 620 w 624"/>
                <a:gd name="T19" fmla="*/ 435 h 775"/>
                <a:gd name="T20" fmla="*/ 624 w 624"/>
                <a:gd name="T21" fmla="*/ 526 h 775"/>
                <a:gd name="T22" fmla="*/ 620 w 624"/>
                <a:gd name="T23" fmla="*/ 608 h 775"/>
                <a:gd name="T24" fmla="*/ 601 w 624"/>
                <a:gd name="T25" fmla="*/ 669 h 775"/>
                <a:gd name="T26" fmla="*/ 573 w 624"/>
                <a:gd name="T27" fmla="*/ 720 h 775"/>
                <a:gd name="T28" fmla="*/ 540 w 624"/>
                <a:gd name="T29" fmla="*/ 743 h 775"/>
                <a:gd name="T30" fmla="*/ 502 w 624"/>
                <a:gd name="T31" fmla="*/ 762 h 775"/>
                <a:gd name="T32" fmla="*/ 457 w 624"/>
                <a:gd name="T33" fmla="*/ 775 h 775"/>
                <a:gd name="T34" fmla="*/ 400 w 624"/>
                <a:gd name="T35" fmla="*/ 775 h 775"/>
                <a:gd name="T36" fmla="*/ 332 w 624"/>
                <a:gd name="T37" fmla="*/ 759 h 775"/>
                <a:gd name="T38" fmla="*/ 294 w 624"/>
                <a:gd name="T39" fmla="*/ 743 h 775"/>
                <a:gd name="T40" fmla="*/ 246 w 624"/>
                <a:gd name="T41" fmla="*/ 708 h 775"/>
                <a:gd name="T42" fmla="*/ 205 w 624"/>
                <a:gd name="T43" fmla="*/ 676 h 775"/>
                <a:gd name="T44" fmla="*/ 176 w 624"/>
                <a:gd name="T45" fmla="*/ 647 h 775"/>
                <a:gd name="T46" fmla="*/ 147 w 624"/>
                <a:gd name="T47" fmla="*/ 615 h 775"/>
                <a:gd name="T48" fmla="*/ 118 w 624"/>
                <a:gd name="T49" fmla="*/ 573 h 775"/>
                <a:gd name="T50" fmla="*/ 90 w 624"/>
                <a:gd name="T51" fmla="*/ 535 h 775"/>
                <a:gd name="T52" fmla="*/ 64 w 624"/>
                <a:gd name="T53" fmla="*/ 487 h 775"/>
                <a:gd name="T54" fmla="*/ 45 w 624"/>
                <a:gd name="T55" fmla="*/ 442 h 775"/>
                <a:gd name="T56" fmla="*/ 29 w 624"/>
                <a:gd name="T57" fmla="*/ 397 h 775"/>
                <a:gd name="T58" fmla="*/ 13 w 624"/>
                <a:gd name="T59" fmla="*/ 349 h 775"/>
                <a:gd name="T60" fmla="*/ 3 w 624"/>
                <a:gd name="T61" fmla="*/ 295 h 775"/>
                <a:gd name="T62" fmla="*/ 0 w 624"/>
                <a:gd name="T63" fmla="*/ 237 h 775"/>
                <a:gd name="T64" fmla="*/ 3 w 624"/>
                <a:gd name="T65" fmla="*/ 170 h 775"/>
                <a:gd name="T66" fmla="*/ 19 w 624"/>
                <a:gd name="T67" fmla="*/ 119 h 775"/>
                <a:gd name="T68" fmla="*/ 51 w 624"/>
                <a:gd name="T69" fmla="*/ 67 h 775"/>
                <a:gd name="T70" fmla="*/ 83 w 624"/>
                <a:gd name="T71" fmla="*/ 35 h 775"/>
                <a:gd name="T72" fmla="*/ 128 w 624"/>
                <a:gd name="T73" fmla="*/ 10 h 775"/>
                <a:gd name="T74" fmla="*/ 159 w 624"/>
                <a:gd name="T75" fmla="*/ 0 h 775"/>
                <a:gd name="T76" fmla="*/ 210 w 624"/>
                <a:gd name="T77" fmla="*/ 6 h 7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624" h="775">
                  <a:moveTo>
                    <a:pt x="210" y="6"/>
                  </a:moveTo>
                  <a:lnTo>
                    <a:pt x="280" y="19"/>
                  </a:lnTo>
                  <a:lnTo>
                    <a:pt x="337" y="44"/>
                  </a:lnTo>
                  <a:lnTo>
                    <a:pt x="401" y="89"/>
                  </a:lnTo>
                  <a:lnTo>
                    <a:pt x="456" y="134"/>
                  </a:lnTo>
                  <a:lnTo>
                    <a:pt x="504" y="190"/>
                  </a:lnTo>
                  <a:lnTo>
                    <a:pt x="544" y="246"/>
                  </a:lnTo>
                  <a:lnTo>
                    <a:pt x="578" y="311"/>
                  </a:lnTo>
                  <a:lnTo>
                    <a:pt x="598" y="362"/>
                  </a:lnTo>
                  <a:lnTo>
                    <a:pt x="620" y="435"/>
                  </a:lnTo>
                  <a:lnTo>
                    <a:pt x="624" y="526"/>
                  </a:lnTo>
                  <a:lnTo>
                    <a:pt x="620" y="608"/>
                  </a:lnTo>
                  <a:lnTo>
                    <a:pt x="601" y="669"/>
                  </a:lnTo>
                  <a:lnTo>
                    <a:pt x="573" y="720"/>
                  </a:lnTo>
                  <a:lnTo>
                    <a:pt x="540" y="743"/>
                  </a:lnTo>
                  <a:lnTo>
                    <a:pt x="502" y="762"/>
                  </a:lnTo>
                  <a:lnTo>
                    <a:pt x="457" y="775"/>
                  </a:lnTo>
                  <a:lnTo>
                    <a:pt x="400" y="775"/>
                  </a:lnTo>
                  <a:lnTo>
                    <a:pt x="332" y="759"/>
                  </a:lnTo>
                  <a:lnTo>
                    <a:pt x="294" y="743"/>
                  </a:lnTo>
                  <a:lnTo>
                    <a:pt x="246" y="708"/>
                  </a:lnTo>
                  <a:lnTo>
                    <a:pt x="205" y="676"/>
                  </a:lnTo>
                  <a:lnTo>
                    <a:pt x="176" y="647"/>
                  </a:lnTo>
                  <a:lnTo>
                    <a:pt x="147" y="615"/>
                  </a:lnTo>
                  <a:lnTo>
                    <a:pt x="118" y="573"/>
                  </a:lnTo>
                  <a:lnTo>
                    <a:pt x="90" y="535"/>
                  </a:lnTo>
                  <a:lnTo>
                    <a:pt x="64" y="487"/>
                  </a:lnTo>
                  <a:lnTo>
                    <a:pt x="45" y="442"/>
                  </a:lnTo>
                  <a:lnTo>
                    <a:pt x="29" y="397"/>
                  </a:lnTo>
                  <a:lnTo>
                    <a:pt x="13" y="349"/>
                  </a:lnTo>
                  <a:lnTo>
                    <a:pt x="3" y="295"/>
                  </a:lnTo>
                  <a:lnTo>
                    <a:pt x="0" y="237"/>
                  </a:lnTo>
                  <a:lnTo>
                    <a:pt x="3" y="170"/>
                  </a:lnTo>
                  <a:lnTo>
                    <a:pt x="19" y="119"/>
                  </a:lnTo>
                  <a:lnTo>
                    <a:pt x="51" y="67"/>
                  </a:lnTo>
                  <a:lnTo>
                    <a:pt x="83" y="35"/>
                  </a:lnTo>
                  <a:lnTo>
                    <a:pt x="128" y="10"/>
                  </a:lnTo>
                  <a:lnTo>
                    <a:pt x="159" y="0"/>
                  </a:lnTo>
                  <a:lnTo>
                    <a:pt x="210" y="6"/>
                  </a:lnTo>
                  <a:close/>
                </a:path>
              </a:pathLst>
            </a:custGeom>
            <a:solidFill>
              <a:srgbClr val="3399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48495" name="Freeform 15"/>
            <p:cNvSpPr>
              <a:spLocks/>
            </p:cNvSpPr>
            <p:nvPr/>
          </p:nvSpPr>
          <p:spPr bwMode="auto">
            <a:xfrm>
              <a:off x="4359" y="2225"/>
              <a:ext cx="577" cy="548"/>
            </a:xfrm>
            <a:custGeom>
              <a:avLst/>
              <a:gdLst>
                <a:gd name="T0" fmla="*/ 133 w 728"/>
                <a:gd name="T1" fmla="*/ 4 h 690"/>
                <a:gd name="T2" fmla="*/ 0 w 728"/>
                <a:gd name="T3" fmla="*/ 362 h 690"/>
                <a:gd name="T4" fmla="*/ 40 w 728"/>
                <a:gd name="T5" fmla="*/ 402 h 690"/>
                <a:gd name="T6" fmla="*/ 96 w 728"/>
                <a:gd name="T7" fmla="*/ 434 h 690"/>
                <a:gd name="T8" fmla="*/ 144 w 728"/>
                <a:gd name="T9" fmla="*/ 474 h 690"/>
                <a:gd name="T10" fmla="*/ 192 w 728"/>
                <a:gd name="T11" fmla="*/ 514 h 690"/>
                <a:gd name="T12" fmla="*/ 248 w 728"/>
                <a:gd name="T13" fmla="*/ 562 h 690"/>
                <a:gd name="T14" fmla="*/ 312 w 728"/>
                <a:gd name="T15" fmla="*/ 618 h 690"/>
                <a:gd name="T16" fmla="*/ 392 w 728"/>
                <a:gd name="T17" fmla="*/ 666 h 690"/>
                <a:gd name="T18" fmla="*/ 496 w 728"/>
                <a:gd name="T19" fmla="*/ 690 h 690"/>
                <a:gd name="T20" fmla="*/ 600 w 728"/>
                <a:gd name="T21" fmla="*/ 658 h 690"/>
                <a:gd name="T22" fmla="*/ 672 w 728"/>
                <a:gd name="T23" fmla="*/ 618 h 690"/>
                <a:gd name="T24" fmla="*/ 712 w 728"/>
                <a:gd name="T25" fmla="*/ 546 h 690"/>
                <a:gd name="T26" fmla="*/ 728 w 728"/>
                <a:gd name="T27" fmla="*/ 442 h 690"/>
                <a:gd name="T28" fmla="*/ 712 w 728"/>
                <a:gd name="T29" fmla="*/ 338 h 690"/>
                <a:gd name="T30" fmla="*/ 568 w 728"/>
                <a:gd name="T31" fmla="*/ 0 h 690"/>
                <a:gd name="T32" fmla="*/ 133 w 728"/>
                <a:gd name="T33" fmla="*/ 4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28" h="690">
                  <a:moveTo>
                    <a:pt x="133" y="4"/>
                  </a:moveTo>
                  <a:lnTo>
                    <a:pt x="0" y="362"/>
                  </a:lnTo>
                  <a:lnTo>
                    <a:pt x="40" y="402"/>
                  </a:lnTo>
                  <a:lnTo>
                    <a:pt x="96" y="434"/>
                  </a:lnTo>
                  <a:lnTo>
                    <a:pt x="144" y="474"/>
                  </a:lnTo>
                  <a:lnTo>
                    <a:pt x="192" y="514"/>
                  </a:lnTo>
                  <a:lnTo>
                    <a:pt x="248" y="562"/>
                  </a:lnTo>
                  <a:lnTo>
                    <a:pt x="312" y="618"/>
                  </a:lnTo>
                  <a:lnTo>
                    <a:pt x="392" y="666"/>
                  </a:lnTo>
                  <a:lnTo>
                    <a:pt x="496" y="690"/>
                  </a:lnTo>
                  <a:lnTo>
                    <a:pt x="600" y="658"/>
                  </a:lnTo>
                  <a:lnTo>
                    <a:pt x="672" y="618"/>
                  </a:lnTo>
                  <a:lnTo>
                    <a:pt x="712" y="546"/>
                  </a:lnTo>
                  <a:lnTo>
                    <a:pt x="728" y="442"/>
                  </a:lnTo>
                  <a:lnTo>
                    <a:pt x="712" y="338"/>
                  </a:lnTo>
                  <a:lnTo>
                    <a:pt x="568" y="0"/>
                  </a:lnTo>
                  <a:lnTo>
                    <a:pt x="133" y="4"/>
                  </a:lnTo>
                  <a:close/>
                </a:path>
              </a:pathLst>
            </a:custGeom>
            <a:gradFill rotWithShape="0">
              <a:gsLst>
                <a:gs pos="0">
                  <a:srgbClr val="CC0000">
                    <a:gamma/>
                    <a:shade val="46275"/>
                    <a:invGamma/>
                  </a:srgbClr>
                </a:gs>
                <a:gs pos="50000">
                  <a:srgbClr val="CC0000"/>
                </a:gs>
                <a:gs pos="100000">
                  <a:srgbClr val="CC0000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48496" name="Oval 16"/>
            <p:cNvSpPr>
              <a:spLocks noChangeArrowheads="1"/>
            </p:cNvSpPr>
            <p:nvPr/>
          </p:nvSpPr>
          <p:spPr bwMode="auto">
            <a:xfrm>
              <a:off x="4469" y="2127"/>
              <a:ext cx="335" cy="214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148503" name="Group 23"/>
          <p:cNvGrpSpPr>
            <a:grpSpLocks/>
          </p:cNvGrpSpPr>
          <p:nvPr/>
        </p:nvGrpSpPr>
        <p:grpSpPr bwMode="auto">
          <a:xfrm>
            <a:off x="7322136" y="1000368"/>
            <a:ext cx="2209800" cy="2108200"/>
            <a:chOff x="3976" y="684"/>
            <a:chExt cx="1392" cy="1328"/>
          </a:xfrm>
        </p:grpSpPr>
        <p:sp>
          <p:nvSpPr>
            <p:cNvPr id="148498" name="Freeform 18"/>
            <p:cNvSpPr>
              <a:spLocks/>
            </p:cNvSpPr>
            <p:nvPr/>
          </p:nvSpPr>
          <p:spPr bwMode="auto">
            <a:xfrm>
              <a:off x="4034" y="726"/>
              <a:ext cx="1334" cy="1240"/>
            </a:xfrm>
            <a:custGeom>
              <a:avLst/>
              <a:gdLst>
                <a:gd name="T0" fmla="*/ 0 w 3048"/>
                <a:gd name="T1" fmla="*/ 1092 h 2832"/>
                <a:gd name="T2" fmla="*/ 686 w 3048"/>
                <a:gd name="T3" fmla="*/ 696 h 2832"/>
                <a:gd name="T4" fmla="*/ 780 w 3048"/>
                <a:gd name="T5" fmla="*/ 756 h 2832"/>
                <a:gd name="T6" fmla="*/ 888 w 3048"/>
                <a:gd name="T7" fmla="*/ 852 h 2832"/>
                <a:gd name="T8" fmla="*/ 960 w 3048"/>
                <a:gd name="T9" fmla="*/ 924 h 2832"/>
                <a:gd name="T10" fmla="*/ 1164 w 3048"/>
                <a:gd name="T11" fmla="*/ 1092 h 2832"/>
                <a:gd name="T12" fmla="*/ 1416 w 3048"/>
                <a:gd name="T13" fmla="*/ 1224 h 2832"/>
                <a:gd name="T14" fmla="*/ 1692 w 3048"/>
                <a:gd name="T15" fmla="*/ 1272 h 2832"/>
                <a:gd name="T16" fmla="*/ 1932 w 3048"/>
                <a:gd name="T17" fmla="*/ 1248 h 2832"/>
                <a:gd name="T18" fmla="*/ 1992 w 3048"/>
                <a:gd name="T19" fmla="*/ 1116 h 2832"/>
                <a:gd name="T20" fmla="*/ 2052 w 3048"/>
                <a:gd name="T21" fmla="*/ 912 h 2832"/>
                <a:gd name="T22" fmla="*/ 2076 w 3048"/>
                <a:gd name="T23" fmla="*/ 720 h 2832"/>
                <a:gd name="T24" fmla="*/ 2100 w 3048"/>
                <a:gd name="T25" fmla="*/ 516 h 2832"/>
                <a:gd name="T26" fmla="*/ 2040 w 3048"/>
                <a:gd name="T27" fmla="*/ 288 h 2832"/>
                <a:gd name="T28" fmla="*/ 1968 w 3048"/>
                <a:gd name="T29" fmla="*/ 144 h 2832"/>
                <a:gd name="T30" fmla="*/ 1836 w 3048"/>
                <a:gd name="T31" fmla="*/ 36 h 2832"/>
                <a:gd name="T32" fmla="*/ 1920 w 3048"/>
                <a:gd name="T33" fmla="*/ 0 h 2832"/>
                <a:gd name="T34" fmla="*/ 2052 w 3048"/>
                <a:gd name="T35" fmla="*/ 0 h 2832"/>
                <a:gd name="T36" fmla="*/ 2184 w 3048"/>
                <a:gd name="T37" fmla="*/ 24 h 2832"/>
                <a:gd name="T38" fmla="*/ 2316 w 3048"/>
                <a:gd name="T39" fmla="*/ 60 h 2832"/>
                <a:gd name="T40" fmla="*/ 2448 w 3048"/>
                <a:gd name="T41" fmla="*/ 144 h 2832"/>
                <a:gd name="T42" fmla="*/ 2568 w 3048"/>
                <a:gd name="T43" fmla="*/ 216 h 2832"/>
                <a:gd name="T44" fmla="*/ 2664 w 3048"/>
                <a:gd name="T45" fmla="*/ 300 h 2832"/>
                <a:gd name="T46" fmla="*/ 2760 w 3048"/>
                <a:gd name="T47" fmla="*/ 420 h 2832"/>
                <a:gd name="T48" fmla="*/ 2832 w 3048"/>
                <a:gd name="T49" fmla="*/ 528 h 2832"/>
                <a:gd name="T50" fmla="*/ 2916 w 3048"/>
                <a:gd name="T51" fmla="*/ 684 h 2832"/>
                <a:gd name="T52" fmla="*/ 2964 w 3048"/>
                <a:gd name="T53" fmla="*/ 780 h 2832"/>
                <a:gd name="T54" fmla="*/ 3024 w 3048"/>
                <a:gd name="T55" fmla="*/ 960 h 2832"/>
                <a:gd name="T56" fmla="*/ 3048 w 3048"/>
                <a:gd name="T57" fmla="*/ 1128 h 2832"/>
                <a:gd name="T58" fmla="*/ 3048 w 3048"/>
                <a:gd name="T59" fmla="*/ 1284 h 2832"/>
                <a:gd name="T60" fmla="*/ 3012 w 3048"/>
                <a:gd name="T61" fmla="*/ 1452 h 2832"/>
                <a:gd name="T62" fmla="*/ 2964 w 3048"/>
                <a:gd name="T63" fmla="*/ 1596 h 2832"/>
                <a:gd name="T64" fmla="*/ 2892 w 3048"/>
                <a:gd name="T65" fmla="*/ 1680 h 2832"/>
                <a:gd name="T66" fmla="*/ 2100 w 3048"/>
                <a:gd name="T67" fmla="*/ 2160 h 2832"/>
                <a:gd name="T68" fmla="*/ 936 w 3048"/>
                <a:gd name="T69" fmla="*/ 2832 h 2832"/>
                <a:gd name="T70" fmla="*/ 1056 w 3048"/>
                <a:gd name="T71" fmla="*/ 2652 h 2832"/>
                <a:gd name="T72" fmla="*/ 1164 w 3048"/>
                <a:gd name="T73" fmla="*/ 2472 h 2832"/>
                <a:gd name="T74" fmla="*/ 1188 w 3048"/>
                <a:gd name="T75" fmla="*/ 2196 h 2832"/>
                <a:gd name="T76" fmla="*/ 1116 w 3048"/>
                <a:gd name="T77" fmla="*/ 1944 h 2832"/>
                <a:gd name="T78" fmla="*/ 1008 w 3048"/>
                <a:gd name="T79" fmla="*/ 1692 h 2832"/>
                <a:gd name="T80" fmla="*/ 924 w 3048"/>
                <a:gd name="T81" fmla="*/ 1548 h 2832"/>
                <a:gd name="T82" fmla="*/ 780 w 3048"/>
                <a:gd name="T83" fmla="*/ 1404 h 2832"/>
                <a:gd name="T84" fmla="*/ 612 w 3048"/>
                <a:gd name="T85" fmla="*/ 1248 h 2832"/>
                <a:gd name="T86" fmla="*/ 348 w 3048"/>
                <a:gd name="T87" fmla="*/ 1116 h 2832"/>
                <a:gd name="T88" fmla="*/ 168 w 3048"/>
                <a:gd name="T89" fmla="*/ 1080 h 2832"/>
                <a:gd name="T90" fmla="*/ 0 w 3048"/>
                <a:gd name="T91" fmla="*/ 1092 h 2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048" h="2832">
                  <a:moveTo>
                    <a:pt x="0" y="1092"/>
                  </a:moveTo>
                  <a:lnTo>
                    <a:pt x="686" y="696"/>
                  </a:lnTo>
                  <a:lnTo>
                    <a:pt x="780" y="756"/>
                  </a:lnTo>
                  <a:lnTo>
                    <a:pt x="888" y="852"/>
                  </a:lnTo>
                  <a:lnTo>
                    <a:pt x="960" y="924"/>
                  </a:lnTo>
                  <a:lnTo>
                    <a:pt x="1164" y="1092"/>
                  </a:lnTo>
                  <a:lnTo>
                    <a:pt x="1416" y="1224"/>
                  </a:lnTo>
                  <a:lnTo>
                    <a:pt x="1692" y="1272"/>
                  </a:lnTo>
                  <a:lnTo>
                    <a:pt x="1932" y="1248"/>
                  </a:lnTo>
                  <a:lnTo>
                    <a:pt x="1992" y="1116"/>
                  </a:lnTo>
                  <a:lnTo>
                    <a:pt x="2052" y="912"/>
                  </a:lnTo>
                  <a:lnTo>
                    <a:pt x="2076" y="720"/>
                  </a:lnTo>
                  <a:lnTo>
                    <a:pt x="2100" y="516"/>
                  </a:lnTo>
                  <a:lnTo>
                    <a:pt x="2040" y="288"/>
                  </a:lnTo>
                  <a:lnTo>
                    <a:pt x="1968" y="144"/>
                  </a:lnTo>
                  <a:lnTo>
                    <a:pt x="1836" y="36"/>
                  </a:lnTo>
                  <a:lnTo>
                    <a:pt x="1920" y="0"/>
                  </a:lnTo>
                  <a:lnTo>
                    <a:pt x="2052" y="0"/>
                  </a:lnTo>
                  <a:lnTo>
                    <a:pt x="2184" y="24"/>
                  </a:lnTo>
                  <a:lnTo>
                    <a:pt x="2316" y="60"/>
                  </a:lnTo>
                  <a:lnTo>
                    <a:pt x="2448" y="144"/>
                  </a:lnTo>
                  <a:lnTo>
                    <a:pt x="2568" y="216"/>
                  </a:lnTo>
                  <a:lnTo>
                    <a:pt x="2664" y="300"/>
                  </a:lnTo>
                  <a:lnTo>
                    <a:pt x="2760" y="420"/>
                  </a:lnTo>
                  <a:lnTo>
                    <a:pt x="2832" y="528"/>
                  </a:lnTo>
                  <a:lnTo>
                    <a:pt x="2916" y="684"/>
                  </a:lnTo>
                  <a:lnTo>
                    <a:pt x="2964" y="780"/>
                  </a:lnTo>
                  <a:lnTo>
                    <a:pt x="3024" y="960"/>
                  </a:lnTo>
                  <a:lnTo>
                    <a:pt x="3048" y="1128"/>
                  </a:lnTo>
                  <a:lnTo>
                    <a:pt x="3048" y="1284"/>
                  </a:lnTo>
                  <a:lnTo>
                    <a:pt x="3012" y="1452"/>
                  </a:lnTo>
                  <a:lnTo>
                    <a:pt x="2964" y="1596"/>
                  </a:lnTo>
                  <a:lnTo>
                    <a:pt x="2892" y="1680"/>
                  </a:lnTo>
                  <a:lnTo>
                    <a:pt x="2100" y="2160"/>
                  </a:lnTo>
                  <a:lnTo>
                    <a:pt x="936" y="2832"/>
                  </a:lnTo>
                  <a:lnTo>
                    <a:pt x="1056" y="2652"/>
                  </a:lnTo>
                  <a:lnTo>
                    <a:pt x="1164" y="2472"/>
                  </a:lnTo>
                  <a:lnTo>
                    <a:pt x="1188" y="2196"/>
                  </a:lnTo>
                  <a:lnTo>
                    <a:pt x="1116" y="1944"/>
                  </a:lnTo>
                  <a:lnTo>
                    <a:pt x="1008" y="1692"/>
                  </a:lnTo>
                  <a:lnTo>
                    <a:pt x="924" y="1548"/>
                  </a:lnTo>
                  <a:lnTo>
                    <a:pt x="780" y="1404"/>
                  </a:lnTo>
                  <a:lnTo>
                    <a:pt x="612" y="1248"/>
                  </a:lnTo>
                  <a:lnTo>
                    <a:pt x="348" y="1116"/>
                  </a:lnTo>
                  <a:lnTo>
                    <a:pt x="168" y="1080"/>
                  </a:lnTo>
                  <a:lnTo>
                    <a:pt x="0" y="1092"/>
                  </a:lnTo>
                  <a:close/>
                </a:path>
              </a:pathLst>
            </a:custGeom>
            <a:gradFill rotWithShape="0">
              <a:gsLst>
                <a:gs pos="0">
                  <a:srgbClr val="008000">
                    <a:gamma/>
                    <a:shade val="63529"/>
                    <a:invGamma/>
                  </a:srgbClr>
                </a:gs>
                <a:gs pos="50000">
                  <a:srgbClr val="008000"/>
                </a:gs>
                <a:gs pos="100000">
                  <a:srgbClr val="008000">
                    <a:gamma/>
                    <a:shade val="63529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48499" name="Oval 19"/>
            <p:cNvSpPr>
              <a:spLocks noChangeArrowheads="1"/>
            </p:cNvSpPr>
            <p:nvPr/>
          </p:nvSpPr>
          <p:spPr bwMode="auto">
            <a:xfrm rot="-1801384">
              <a:off x="3976" y="1149"/>
              <a:ext cx="546" cy="863"/>
            </a:xfrm>
            <a:prstGeom prst="ellipse">
              <a:avLst/>
            </a:prstGeom>
            <a:solidFill>
              <a:srgbClr val="3399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48500" name="Freeform 20"/>
            <p:cNvSpPr>
              <a:spLocks/>
            </p:cNvSpPr>
            <p:nvPr/>
          </p:nvSpPr>
          <p:spPr bwMode="auto">
            <a:xfrm>
              <a:off x="4338" y="852"/>
              <a:ext cx="620" cy="468"/>
            </a:xfrm>
            <a:custGeom>
              <a:avLst/>
              <a:gdLst>
                <a:gd name="T0" fmla="*/ 0 w 1416"/>
                <a:gd name="T1" fmla="*/ 36 h 1068"/>
                <a:gd name="T2" fmla="*/ 0 w 1416"/>
                <a:gd name="T3" fmla="*/ 408 h 1068"/>
                <a:gd name="T4" fmla="*/ 168 w 1416"/>
                <a:gd name="T5" fmla="*/ 552 h 1068"/>
                <a:gd name="T6" fmla="*/ 300 w 1416"/>
                <a:gd name="T7" fmla="*/ 684 h 1068"/>
                <a:gd name="T8" fmla="*/ 420 w 1416"/>
                <a:gd name="T9" fmla="*/ 792 h 1068"/>
                <a:gd name="T10" fmla="*/ 552 w 1416"/>
                <a:gd name="T11" fmla="*/ 900 h 1068"/>
                <a:gd name="T12" fmla="*/ 672 w 1416"/>
                <a:gd name="T13" fmla="*/ 984 h 1068"/>
                <a:gd name="T14" fmla="*/ 804 w 1416"/>
                <a:gd name="T15" fmla="*/ 1044 h 1068"/>
                <a:gd name="T16" fmla="*/ 924 w 1416"/>
                <a:gd name="T17" fmla="*/ 1068 h 1068"/>
                <a:gd name="T18" fmla="*/ 1044 w 1416"/>
                <a:gd name="T19" fmla="*/ 1056 h 1068"/>
                <a:gd name="T20" fmla="*/ 1128 w 1416"/>
                <a:gd name="T21" fmla="*/ 1032 h 1068"/>
                <a:gd name="T22" fmla="*/ 1248 w 1416"/>
                <a:gd name="T23" fmla="*/ 972 h 1068"/>
                <a:gd name="T24" fmla="*/ 1332 w 1416"/>
                <a:gd name="T25" fmla="*/ 852 h 1068"/>
                <a:gd name="T26" fmla="*/ 1380 w 1416"/>
                <a:gd name="T27" fmla="*/ 744 h 1068"/>
                <a:gd name="T28" fmla="*/ 1404 w 1416"/>
                <a:gd name="T29" fmla="*/ 576 h 1068"/>
                <a:gd name="T30" fmla="*/ 1416 w 1416"/>
                <a:gd name="T31" fmla="*/ 492 h 1068"/>
                <a:gd name="T32" fmla="*/ 1416 w 1416"/>
                <a:gd name="T33" fmla="*/ 0 h 1068"/>
                <a:gd name="T34" fmla="*/ 1332 w 1416"/>
                <a:gd name="T35" fmla="*/ 168 h 1068"/>
                <a:gd name="T36" fmla="*/ 1272 w 1416"/>
                <a:gd name="T37" fmla="*/ 276 h 1068"/>
                <a:gd name="T38" fmla="*/ 1164 w 1416"/>
                <a:gd name="T39" fmla="*/ 348 h 1068"/>
                <a:gd name="T40" fmla="*/ 1032 w 1416"/>
                <a:gd name="T41" fmla="*/ 396 h 1068"/>
                <a:gd name="T42" fmla="*/ 936 w 1416"/>
                <a:gd name="T43" fmla="*/ 408 h 1068"/>
                <a:gd name="T44" fmla="*/ 768 w 1416"/>
                <a:gd name="T45" fmla="*/ 444 h 1068"/>
                <a:gd name="T46" fmla="*/ 660 w 1416"/>
                <a:gd name="T47" fmla="*/ 456 h 1068"/>
                <a:gd name="T48" fmla="*/ 468 w 1416"/>
                <a:gd name="T49" fmla="*/ 432 h 1068"/>
                <a:gd name="T50" fmla="*/ 372 w 1416"/>
                <a:gd name="T51" fmla="*/ 372 h 1068"/>
                <a:gd name="T52" fmla="*/ 240 w 1416"/>
                <a:gd name="T53" fmla="*/ 336 h 1068"/>
                <a:gd name="T54" fmla="*/ 132 w 1416"/>
                <a:gd name="T55" fmla="*/ 240 h 1068"/>
                <a:gd name="T56" fmla="*/ 72 w 1416"/>
                <a:gd name="T57" fmla="*/ 180 h 1068"/>
                <a:gd name="T58" fmla="*/ 0 w 1416"/>
                <a:gd name="T59" fmla="*/ 36 h 10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416" h="1068">
                  <a:moveTo>
                    <a:pt x="0" y="36"/>
                  </a:moveTo>
                  <a:lnTo>
                    <a:pt x="0" y="408"/>
                  </a:lnTo>
                  <a:lnTo>
                    <a:pt x="168" y="552"/>
                  </a:lnTo>
                  <a:lnTo>
                    <a:pt x="300" y="684"/>
                  </a:lnTo>
                  <a:lnTo>
                    <a:pt x="420" y="792"/>
                  </a:lnTo>
                  <a:lnTo>
                    <a:pt x="552" y="900"/>
                  </a:lnTo>
                  <a:lnTo>
                    <a:pt x="672" y="984"/>
                  </a:lnTo>
                  <a:lnTo>
                    <a:pt x="804" y="1044"/>
                  </a:lnTo>
                  <a:lnTo>
                    <a:pt x="924" y="1068"/>
                  </a:lnTo>
                  <a:lnTo>
                    <a:pt x="1044" y="1056"/>
                  </a:lnTo>
                  <a:lnTo>
                    <a:pt x="1128" y="1032"/>
                  </a:lnTo>
                  <a:lnTo>
                    <a:pt x="1248" y="972"/>
                  </a:lnTo>
                  <a:lnTo>
                    <a:pt x="1332" y="852"/>
                  </a:lnTo>
                  <a:lnTo>
                    <a:pt x="1380" y="744"/>
                  </a:lnTo>
                  <a:lnTo>
                    <a:pt x="1404" y="576"/>
                  </a:lnTo>
                  <a:lnTo>
                    <a:pt x="1416" y="492"/>
                  </a:lnTo>
                  <a:lnTo>
                    <a:pt x="1416" y="0"/>
                  </a:lnTo>
                  <a:lnTo>
                    <a:pt x="1332" y="168"/>
                  </a:lnTo>
                  <a:lnTo>
                    <a:pt x="1272" y="276"/>
                  </a:lnTo>
                  <a:lnTo>
                    <a:pt x="1164" y="348"/>
                  </a:lnTo>
                  <a:lnTo>
                    <a:pt x="1032" y="396"/>
                  </a:lnTo>
                  <a:lnTo>
                    <a:pt x="936" y="408"/>
                  </a:lnTo>
                  <a:lnTo>
                    <a:pt x="768" y="444"/>
                  </a:lnTo>
                  <a:lnTo>
                    <a:pt x="660" y="456"/>
                  </a:lnTo>
                  <a:lnTo>
                    <a:pt x="468" y="432"/>
                  </a:lnTo>
                  <a:lnTo>
                    <a:pt x="372" y="372"/>
                  </a:lnTo>
                  <a:lnTo>
                    <a:pt x="240" y="336"/>
                  </a:lnTo>
                  <a:lnTo>
                    <a:pt x="132" y="240"/>
                  </a:lnTo>
                  <a:lnTo>
                    <a:pt x="72" y="180"/>
                  </a:lnTo>
                  <a:lnTo>
                    <a:pt x="0" y="36"/>
                  </a:lnTo>
                  <a:close/>
                </a:path>
              </a:pathLst>
            </a:custGeom>
            <a:gradFill rotWithShape="0">
              <a:gsLst>
                <a:gs pos="0">
                  <a:srgbClr val="FF6600">
                    <a:gamma/>
                    <a:shade val="60784"/>
                    <a:invGamma/>
                  </a:srgbClr>
                </a:gs>
                <a:gs pos="50000">
                  <a:srgbClr val="FF6600"/>
                </a:gs>
                <a:gs pos="100000">
                  <a:srgbClr val="FF6600">
                    <a:gamma/>
                    <a:shade val="60784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48501" name="Oval 21"/>
            <p:cNvSpPr>
              <a:spLocks noChangeArrowheads="1"/>
            </p:cNvSpPr>
            <p:nvPr/>
          </p:nvSpPr>
          <p:spPr bwMode="auto">
            <a:xfrm>
              <a:off x="4344" y="684"/>
              <a:ext cx="609" cy="388"/>
            </a:xfrm>
            <a:prstGeom prst="ellipse">
              <a:avLst/>
            </a:prstGeom>
            <a:solidFill>
              <a:srgbClr val="FF66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48502" name="Freeform 22"/>
            <p:cNvSpPr>
              <a:spLocks/>
            </p:cNvSpPr>
            <p:nvPr/>
          </p:nvSpPr>
          <p:spPr bwMode="auto">
            <a:xfrm>
              <a:off x="4454" y="1667"/>
              <a:ext cx="510" cy="341"/>
            </a:xfrm>
            <a:custGeom>
              <a:avLst/>
              <a:gdLst>
                <a:gd name="T0" fmla="*/ 0 w 1164"/>
                <a:gd name="T1" fmla="*/ 660 h 780"/>
                <a:gd name="T2" fmla="*/ 660 w 1164"/>
                <a:gd name="T3" fmla="*/ 264 h 780"/>
                <a:gd name="T4" fmla="*/ 732 w 1164"/>
                <a:gd name="T5" fmla="*/ 204 h 780"/>
                <a:gd name="T6" fmla="*/ 804 w 1164"/>
                <a:gd name="T7" fmla="*/ 132 h 780"/>
                <a:gd name="T8" fmla="*/ 888 w 1164"/>
                <a:gd name="T9" fmla="*/ 60 h 780"/>
                <a:gd name="T10" fmla="*/ 984 w 1164"/>
                <a:gd name="T11" fmla="*/ 12 h 780"/>
                <a:gd name="T12" fmla="*/ 1080 w 1164"/>
                <a:gd name="T13" fmla="*/ 0 h 780"/>
                <a:gd name="T14" fmla="*/ 1164 w 1164"/>
                <a:gd name="T15" fmla="*/ 0 h 780"/>
                <a:gd name="T16" fmla="*/ 1164 w 1164"/>
                <a:gd name="T17" fmla="*/ 336 h 780"/>
                <a:gd name="T18" fmla="*/ 1116 w 1164"/>
                <a:gd name="T19" fmla="*/ 456 h 780"/>
                <a:gd name="T20" fmla="*/ 1056 w 1164"/>
                <a:gd name="T21" fmla="*/ 552 h 780"/>
                <a:gd name="T22" fmla="*/ 936 w 1164"/>
                <a:gd name="T23" fmla="*/ 648 h 780"/>
                <a:gd name="T24" fmla="*/ 816 w 1164"/>
                <a:gd name="T25" fmla="*/ 720 h 780"/>
                <a:gd name="T26" fmla="*/ 708 w 1164"/>
                <a:gd name="T27" fmla="*/ 756 h 780"/>
                <a:gd name="T28" fmla="*/ 600 w 1164"/>
                <a:gd name="T29" fmla="*/ 780 h 780"/>
                <a:gd name="T30" fmla="*/ 468 w 1164"/>
                <a:gd name="T31" fmla="*/ 780 h 780"/>
                <a:gd name="T32" fmla="*/ 312 w 1164"/>
                <a:gd name="T33" fmla="*/ 768 h 780"/>
                <a:gd name="T34" fmla="*/ 228 w 1164"/>
                <a:gd name="T35" fmla="*/ 756 h 780"/>
                <a:gd name="T36" fmla="*/ 144 w 1164"/>
                <a:gd name="T37" fmla="*/ 708 h 780"/>
                <a:gd name="T38" fmla="*/ 0 w 1164"/>
                <a:gd name="T39" fmla="*/ 660 h 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64" h="780">
                  <a:moveTo>
                    <a:pt x="0" y="660"/>
                  </a:moveTo>
                  <a:lnTo>
                    <a:pt x="660" y="264"/>
                  </a:lnTo>
                  <a:lnTo>
                    <a:pt x="732" y="204"/>
                  </a:lnTo>
                  <a:lnTo>
                    <a:pt x="804" y="132"/>
                  </a:lnTo>
                  <a:lnTo>
                    <a:pt x="888" y="60"/>
                  </a:lnTo>
                  <a:lnTo>
                    <a:pt x="984" y="12"/>
                  </a:lnTo>
                  <a:lnTo>
                    <a:pt x="1080" y="0"/>
                  </a:lnTo>
                  <a:lnTo>
                    <a:pt x="1164" y="0"/>
                  </a:lnTo>
                  <a:lnTo>
                    <a:pt x="1164" y="336"/>
                  </a:lnTo>
                  <a:lnTo>
                    <a:pt x="1116" y="456"/>
                  </a:lnTo>
                  <a:lnTo>
                    <a:pt x="1056" y="552"/>
                  </a:lnTo>
                  <a:lnTo>
                    <a:pt x="936" y="648"/>
                  </a:lnTo>
                  <a:lnTo>
                    <a:pt x="816" y="720"/>
                  </a:lnTo>
                  <a:lnTo>
                    <a:pt x="708" y="756"/>
                  </a:lnTo>
                  <a:lnTo>
                    <a:pt x="600" y="780"/>
                  </a:lnTo>
                  <a:lnTo>
                    <a:pt x="468" y="780"/>
                  </a:lnTo>
                  <a:lnTo>
                    <a:pt x="312" y="768"/>
                  </a:lnTo>
                  <a:lnTo>
                    <a:pt x="228" y="756"/>
                  </a:lnTo>
                  <a:lnTo>
                    <a:pt x="144" y="708"/>
                  </a:lnTo>
                  <a:lnTo>
                    <a:pt x="0" y="660"/>
                  </a:lnTo>
                  <a:close/>
                </a:path>
              </a:pathLst>
            </a:custGeom>
            <a:gradFill rotWithShape="0">
              <a:gsLst>
                <a:gs pos="0">
                  <a:srgbClr val="FF6600"/>
                </a:gs>
                <a:gs pos="100000">
                  <a:srgbClr val="FF6600">
                    <a:gamma/>
                    <a:shade val="74510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2" name="右大括号 1">
            <a:extLst>
              <a:ext uri="{FF2B5EF4-FFF2-40B4-BE49-F238E27FC236}">
                <a16:creationId xmlns:a16="http://schemas.microsoft.com/office/drawing/2014/main" id="{6FA441C7-DA45-422E-B0E2-541D1B5AE28D}"/>
              </a:ext>
            </a:extLst>
          </p:cNvPr>
          <p:cNvSpPr/>
          <p:nvPr/>
        </p:nvSpPr>
        <p:spPr>
          <a:xfrm>
            <a:off x="4140789" y="3166238"/>
            <a:ext cx="227803" cy="840331"/>
          </a:xfrm>
          <a:prstGeom prst="rightBrace">
            <a:avLst>
              <a:gd name="adj1" fmla="val 60987"/>
              <a:gd name="adj2" fmla="val 51589"/>
            </a:avLst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9C01CC9-0BE9-4ABA-8AE8-2C1977A7B111}"/>
              </a:ext>
            </a:extLst>
          </p:cNvPr>
          <p:cNvSpPr/>
          <p:nvPr/>
        </p:nvSpPr>
        <p:spPr>
          <a:xfrm>
            <a:off x="4460013" y="3343519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accent5">
                    <a:lumMod val="50000"/>
                  </a:schemeClr>
                </a:solidFill>
                <a:latin typeface="DengXian" charset="-122"/>
                <a:ea typeface="DengXian" charset="-122"/>
                <a:cs typeface="DengXian" charset="-122"/>
                <a:sym typeface="Symbol" panose="05050102010706020507" pitchFamily="18" charset="2"/>
              </a:rPr>
              <a:t>辅助面法</a:t>
            </a:r>
            <a:endParaRPr lang="zh-CN" altLang="en-US" sz="24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387D782-539C-43D5-B8FE-6787E7A00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5.3 </a:t>
            </a:r>
            <a:r>
              <a:rPr lang="zh-CN" altLang="en-US" dirty="0"/>
              <a:t>回转体与回转体相贯</a:t>
            </a:r>
            <a:r>
              <a:rPr lang="en-US" altLang="zh-CN" dirty="0"/>
              <a:t>(P131)</a:t>
            </a:r>
            <a:endParaRPr 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450A6F-2868-4217-B52E-897EEFAD1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857BA-5F32-0B4D-B32A-6C7088B7F3D6}" type="datetime1">
              <a:rPr lang="en-US" smtClean="0"/>
              <a:t>11/11/25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AA5F75-6ECE-49B0-9A87-F5BA495EC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14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D7E2A81-DD6F-4836-AB0A-2B3594D62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4B43E3-24CA-ECB3-0FF9-4B236908C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0006599" y="2675837"/>
            <a:ext cx="1307960" cy="3024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289443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48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8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8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48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484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484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8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84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48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8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8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84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8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1484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48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82" grpId="0" autoUpdateAnimBg="0"/>
      <p:bldP spid="148484" grpId="0" autoUpdateAnimBg="0"/>
      <p:bldP spid="148487" grpId="0" autoUpdateAnimBg="0"/>
      <p:bldP spid="148488" grpId="0" autoUpdateAnimBg="0"/>
      <p:bldP spid="148489" grpId="0" autoUpdateAnimBg="0"/>
      <p:bldP spid="148490" grpId="0" animBg="1" autoUpdateAnimBg="0"/>
      <p:bldP spid="148491" grpId="0" animBg="1" autoUpdateAnimBg="0"/>
      <p:bldP spid="2" grpId="0" animBg="1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Text Box 2"/>
          <p:cNvSpPr txBox="1">
            <a:spLocks noChangeArrowheads="1"/>
          </p:cNvSpPr>
          <p:nvPr/>
        </p:nvSpPr>
        <p:spPr bwMode="auto">
          <a:xfrm>
            <a:off x="2726435" y="3421919"/>
            <a:ext cx="598664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包括：最上点、最下点、最左点、最右点、最前点、最后点、轮廓线上的点等。</a:t>
            </a:r>
          </a:p>
        </p:txBody>
      </p:sp>
      <p:sp>
        <p:nvSpPr>
          <p:cNvPr id="167939" name="Text Box 3"/>
          <p:cNvSpPr txBox="1">
            <a:spLocks noChangeArrowheads="1"/>
          </p:cNvSpPr>
          <p:nvPr/>
        </p:nvSpPr>
        <p:spPr bwMode="auto">
          <a:xfrm>
            <a:off x="838200" y="865912"/>
            <a:ext cx="32560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defPPr>
              <a:defRPr lang="en-US"/>
            </a:defPPr>
            <a:lvl1pPr>
              <a:defRPr sz="3200" b="1">
                <a:solidFill>
                  <a:srgbClr val="C00000"/>
                </a:solidFill>
                <a:latin typeface="DengXian" charset="-122"/>
                <a:ea typeface="DengXian" charset="-122"/>
                <a:cs typeface="DengXian" charset="-122"/>
              </a:defRPr>
            </a:lvl1pPr>
          </a:lstStyle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方法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：表面取点法</a:t>
            </a:r>
          </a:p>
        </p:txBody>
      </p:sp>
      <p:sp>
        <p:nvSpPr>
          <p:cNvPr id="167940" name="Text Box 4"/>
          <p:cNvSpPr txBox="1">
            <a:spLocks noChangeArrowheads="1"/>
          </p:cNvSpPr>
          <p:nvPr/>
        </p:nvSpPr>
        <p:spPr bwMode="auto">
          <a:xfrm>
            <a:off x="1386706" y="2745414"/>
            <a:ext cx="162095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defPPr>
              <a:defRPr lang="en-US"/>
            </a:defPPr>
            <a:lvl1pPr>
              <a:defRPr sz="280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en-US" altLang="zh-CN" dirty="0">
                <a:latin typeface="黑体" panose="02010609060101010101" pitchFamily="49" charset="-122"/>
              </a:rPr>
              <a:t>☆</a:t>
            </a:r>
            <a:r>
              <a:rPr lang="zh-CN" altLang="en-US" dirty="0">
                <a:latin typeface="黑体" panose="02010609060101010101" pitchFamily="49" charset="-122"/>
              </a:rPr>
              <a:t>找点：</a:t>
            </a:r>
          </a:p>
        </p:txBody>
      </p:sp>
      <p:sp>
        <p:nvSpPr>
          <p:cNvPr id="167941" name="Text Box 5"/>
          <p:cNvSpPr txBox="1">
            <a:spLocks noChangeArrowheads="1"/>
          </p:cNvSpPr>
          <p:nvPr/>
        </p:nvSpPr>
        <p:spPr bwMode="auto">
          <a:xfrm>
            <a:off x="1386706" y="4829876"/>
            <a:ext cx="126188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defPPr>
              <a:defRPr lang="en-US"/>
            </a:defPPr>
            <a:lvl1pPr>
              <a:defRPr sz="280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en-US" altLang="zh-CN" dirty="0">
                <a:latin typeface="黑体" panose="02010609060101010101" pitchFamily="49" charset="-122"/>
              </a:rPr>
              <a:t>☆</a:t>
            </a:r>
            <a:r>
              <a:rPr lang="zh-CN" altLang="en-US" dirty="0">
                <a:latin typeface="黑体" panose="02010609060101010101" pitchFamily="49" charset="-122"/>
              </a:rPr>
              <a:t>连线</a:t>
            </a:r>
          </a:p>
        </p:txBody>
      </p:sp>
      <p:sp>
        <p:nvSpPr>
          <p:cNvPr id="167942" name="Text Box 6"/>
          <p:cNvSpPr txBox="1">
            <a:spLocks noChangeArrowheads="1"/>
          </p:cNvSpPr>
          <p:nvPr/>
        </p:nvSpPr>
        <p:spPr bwMode="auto">
          <a:xfrm>
            <a:off x="1390180" y="5438010"/>
            <a:ext cx="233910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defPPr>
              <a:defRPr lang="en-US"/>
            </a:defPPr>
            <a:lvl1pPr>
              <a:defRPr sz="280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en-US" altLang="zh-CN" dirty="0">
                <a:latin typeface="黑体" panose="02010609060101010101" pitchFamily="49" charset="-122"/>
              </a:rPr>
              <a:t>☆</a:t>
            </a:r>
            <a:r>
              <a:rPr lang="zh-CN" altLang="en-US" dirty="0">
                <a:latin typeface="黑体" panose="02010609060101010101" pitchFamily="49" charset="-122"/>
              </a:rPr>
              <a:t>检查、加深</a:t>
            </a:r>
          </a:p>
        </p:txBody>
      </p:sp>
      <p:sp>
        <p:nvSpPr>
          <p:cNvPr id="167943" name="Text Box 7"/>
          <p:cNvSpPr txBox="1">
            <a:spLocks noChangeArrowheads="1"/>
          </p:cNvSpPr>
          <p:nvPr/>
        </p:nvSpPr>
        <p:spPr bwMode="auto">
          <a:xfrm>
            <a:off x="3953323" y="5478785"/>
            <a:ext cx="541686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尤其注意检查回转体轮廓素线的投影。</a:t>
            </a:r>
          </a:p>
        </p:txBody>
      </p:sp>
      <p:sp>
        <p:nvSpPr>
          <p:cNvPr id="167944" name="Text Box 8"/>
          <p:cNvSpPr txBox="1">
            <a:spLocks noChangeArrowheads="1"/>
          </p:cNvSpPr>
          <p:nvPr/>
        </p:nvSpPr>
        <p:spPr bwMode="auto">
          <a:xfrm>
            <a:off x="838200" y="1396837"/>
            <a:ext cx="1014511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先确定共有点的某个已知投影，直接利用回转体表面上取点的方法，求出共有点的未知投影，从而画出两个回转体相交的相贯线。要利用回转体的积聚性投影。</a:t>
            </a:r>
          </a:p>
        </p:txBody>
      </p:sp>
      <p:sp>
        <p:nvSpPr>
          <p:cNvPr id="167945" name="Text Box 9"/>
          <p:cNvSpPr txBox="1">
            <a:spLocks noChangeArrowheads="1"/>
          </p:cNvSpPr>
          <p:nvPr/>
        </p:nvSpPr>
        <p:spPr bwMode="auto">
          <a:xfrm>
            <a:off x="2559730" y="2837144"/>
            <a:ext cx="361719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 a)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先找特殊点</a:t>
            </a:r>
          </a:p>
        </p:txBody>
      </p:sp>
      <p:sp>
        <p:nvSpPr>
          <p:cNvPr id="167946" name="Text Box 10"/>
          <p:cNvSpPr txBox="1">
            <a:spLocks noChangeArrowheads="1"/>
          </p:cNvSpPr>
          <p:nvPr/>
        </p:nvSpPr>
        <p:spPr bwMode="auto">
          <a:xfrm>
            <a:off x="2726435" y="4221344"/>
            <a:ext cx="35272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b) 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补充若干中间点</a:t>
            </a:r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88464A26-3C9C-4610-ACC5-B1A350700D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2295" y="4860654"/>
            <a:ext cx="233910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光滑连接各点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3B42391-E68C-4D93-B78B-FDFE47818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5.3 </a:t>
            </a:r>
            <a:r>
              <a:rPr lang="zh-CN" altLang="en-US" dirty="0"/>
              <a:t>回转体与回转体相贯</a:t>
            </a:r>
            <a:endParaRPr lang="en-CN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D0CAB3B-D1B0-4E6E-B709-0DE5E9ADC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D6A33-0E04-514D-ABA5-0187E8FF6F1C}" type="datetime1">
              <a:rPr lang="en-US" smtClean="0"/>
              <a:t>11/11/25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410C1D8-2A71-4D43-9E00-95EDAA876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14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FD39D0-2EEC-4449-B88A-9E50F2C28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7CE5ED-4FD6-7BCB-8F3E-73BFFC93E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9594233" y="2809448"/>
            <a:ext cx="1533038" cy="306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312796"/>
      </p:ext>
    </p:extLst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79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79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79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79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67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4" dur="500"/>
                                        <p:tgtEl>
                                          <p:spTgt spid="167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67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79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79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79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79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1" dur="500"/>
                                        <p:tgtEl>
                                          <p:spTgt spid="167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7938" grpId="0" autoUpdateAnimBg="0"/>
      <p:bldP spid="167940" grpId="0" autoUpdateAnimBg="0"/>
      <p:bldP spid="167941" grpId="0" autoUpdateAnimBg="0"/>
      <p:bldP spid="167942" grpId="0" autoUpdateAnimBg="0"/>
      <p:bldP spid="167943" grpId="0" autoUpdateAnimBg="0"/>
      <p:bldP spid="167944" grpId="0" autoUpdateAnimBg="0"/>
      <p:bldP spid="167945" grpId="0" autoUpdateAnimBg="0"/>
      <p:bldP spid="167946" grpId="0" autoUpdateAnimBg="0"/>
      <p:bldP spid="11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46324B-93C6-F4B7-DFB2-47661EB6E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2870A-87F9-C34B-AC17-6A861AE45ED5}" type="datetime1">
              <a:rPr lang="en-US" altLang="zh-CN" smtClean="0"/>
              <a:t>11/11/25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1D21F1-5E0C-E157-1403-B647C6A5B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14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B8A15D-A785-028E-28F7-31259B72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15</a:t>
            </a:fld>
            <a:endParaRPr lang="en-US"/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F44E1FE6-9CEB-CFE2-A6B1-5C1D7759E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9976293" y="2788659"/>
            <a:ext cx="1540336" cy="2933973"/>
          </a:xfrm>
          <a:prstGeom prst="rect">
            <a:avLst/>
          </a:prstGeom>
        </p:spPr>
      </p:pic>
      <p:sp>
        <p:nvSpPr>
          <p:cNvPr id="2" name="Line 2">
            <a:extLst>
              <a:ext uri="{FF2B5EF4-FFF2-40B4-BE49-F238E27FC236}">
                <a16:creationId xmlns:a16="http://schemas.microsoft.com/office/drawing/2014/main" id="{1A1A3555-4DAB-053F-B093-F07AB4A83CC0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9200" y="850900"/>
            <a:ext cx="0" cy="110490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5" name="Line 3">
            <a:extLst>
              <a:ext uri="{FF2B5EF4-FFF2-40B4-BE49-F238E27FC236}">
                <a16:creationId xmlns:a16="http://schemas.microsoft.com/office/drawing/2014/main" id="{D7A92F88-5A36-1B6F-F0FE-798CF90E871D}"/>
              </a:ext>
            </a:extLst>
          </p:cNvPr>
          <p:cNvSpPr>
            <a:spLocks noChangeShapeType="1"/>
          </p:cNvSpPr>
          <p:nvPr/>
        </p:nvSpPr>
        <p:spPr bwMode="auto">
          <a:xfrm>
            <a:off x="1171575" y="2330450"/>
            <a:ext cx="27305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6" name="Oval 4">
            <a:extLst>
              <a:ext uri="{FF2B5EF4-FFF2-40B4-BE49-F238E27FC236}">
                <a16:creationId xmlns:a16="http://schemas.microsoft.com/office/drawing/2014/main" id="{406C4139-0F0E-36FB-2220-970BBF315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0" y="1409700"/>
            <a:ext cx="2001838" cy="1833563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7" name="Oval 5">
            <a:extLst>
              <a:ext uri="{FF2B5EF4-FFF2-40B4-BE49-F238E27FC236}">
                <a16:creationId xmlns:a16="http://schemas.microsoft.com/office/drawing/2014/main" id="{6421404A-0EAF-88C9-CAEC-515DB63EA0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7200" y="3902075"/>
            <a:ext cx="1577975" cy="1419225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8" name="Freeform 6">
            <a:extLst>
              <a:ext uri="{FF2B5EF4-FFF2-40B4-BE49-F238E27FC236}">
                <a16:creationId xmlns:a16="http://schemas.microsoft.com/office/drawing/2014/main" id="{FBC14A71-441C-16CF-2AE8-6F2A5625CE0E}"/>
              </a:ext>
            </a:extLst>
          </p:cNvPr>
          <p:cNvSpPr>
            <a:spLocks/>
          </p:cNvSpPr>
          <p:nvPr/>
        </p:nvSpPr>
        <p:spPr bwMode="auto">
          <a:xfrm>
            <a:off x="1717675" y="1052513"/>
            <a:ext cx="1554163" cy="1587"/>
          </a:xfrm>
          <a:custGeom>
            <a:avLst/>
            <a:gdLst>
              <a:gd name="T0" fmla="*/ 0 w 979"/>
              <a:gd name="T1" fmla="*/ 1 h 1"/>
              <a:gd name="T2" fmla="*/ 979 w 979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979" h="1">
                <a:moveTo>
                  <a:pt x="0" y="1"/>
                </a:moveTo>
                <a:lnTo>
                  <a:pt x="979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9" name="Freeform 7">
            <a:extLst>
              <a:ext uri="{FF2B5EF4-FFF2-40B4-BE49-F238E27FC236}">
                <a16:creationId xmlns:a16="http://schemas.microsoft.com/office/drawing/2014/main" id="{C7EC618F-B4D3-328D-96C2-368BE6DFF200}"/>
              </a:ext>
            </a:extLst>
          </p:cNvPr>
          <p:cNvSpPr>
            <a:spLocks/>
          </p:cNvSpPr>
          <p:nvPr/>
        </p:nvSpPr>
        <p:spPr bwMode="auto">
          <a:xfrm>
            <a:off x="1300163" y="1411288"/>
            <a:ext cx="430212" cy="9525"/>
          </a:xfrm>
          <a:custGeom>
            <a:avLst/>
            <a:gdLst>
              <a:gd name="T0" fmla="*/ 271 w 271"/>
              <a:gd name="T1" fmla="*/ 6 h 6"/>
              <a:gd name="T2" fmla="*/ 0 w 271"/>
              <a:gd name="T3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71" h="6">
                <a:moveTo>
                  <a:pt x="271" y="6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0" name="Freeform 8">
            <a:extLst>
              <a:ext uri="{FF2B5EF4-FFF2-40B4-BE49-F238E27FC236}">
                <a16:creationId xmlns:a16="http://schemas.microsoft.com/office/drawing/2014/main" id="{38A3AB27-7C4A-F7E0-1B20-F34A64E587F1}"/>
              </a:ext>
            </a:extLst>
          </p:cNvPr>
          <p:cNvSpPr>
            <a:spLocks/>
          </p:cNvSpPr>
          <p:nvPr/>
        </p:nvSpPr>
        <p:spPr bwMode="auto">
          <a:xfrm>
            <a:off x="1296988" y="1420813"/>
            <a:ext cx="1587" cy="1874837"/>
          </a:xfrm>
          <a:custGeom>
            <a:avLst/>
            <a:gdLst>
              <a:gd name="T0" fmla="*/ 0 w 1"/>
              <a:gd name="T1" fmla="*/ 0 h 1181"/>
              <a:gd name="T2" fmla="*/ 0 w 1"/>
              <a:gd name="T3" fmla="*/ 1181 h 118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1181">
                <a:moveTo>
                  <a:pt x="0" y="0"/>
                </a:moveTo>
                <a:lnTo>
                  <a:pt x="0" y="1181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1" name="Freeform 9">
            <a:extLst>
              <a:ext uri="{FF2B5EF4-FFF2-40B4-BE49-F238E27FC236}">
                <a16:creationId xmlns:a16="http://schemas.microsoft.com/office/drawing/2014/main" id="{55308323-68CC-8525-7933-67557D290785}"/>
              </a:ext>
            </a:extLst>
          </p:cNvPr>
          <p:cNvSpPr>
            <a:spLocks/>
          </p:cNvSpPr>
          <p:nvPr/>
        </p:nvSpPr>
        <p:spPr bwMode="auto">
          <a:xfrm>
            <a:off x="1287463" y="3276600"/>
            <a:ext cx="2455862" cy="3175"/>
          </a:xfrm>
          <a:custGeom>
            <a:avLst/>
            <a:gdLst>
              <a:gd name="T0" fmla="*/ 0 w 1547"/>
              <a:gd name="T1" fmla="*/ 0 h 2"/>
              <a:gd name="T2" fmla="*/ 1547 w 1547"/>
              <a:gd name="T3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547" h="2">
                <a:moveTo>
                  <a:pt x="0" y="0"/>
                </a:moveTo>
                <a:lnTo>
                  <a:pt x="1547" y="2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2" name="Freeform 10">
            <a:extLst>
              <a:ext uri="{FF2B5EF4-FFF2-40B4-BE49-F238E27FC236}">
                <a16:creationId xmlns:a16="http://schemas.microsoft.com/office/drawing/2014/main" id="{9EF4065B-1B80-B3D0-60B1-B4C5FC6B39D9}"/>
              </a:ext>
            </a:extLst>
          </p:cNvPr>
          <p:cNvSpPr>
            <a:spLocks/>
          </p:cNvSpPr>
          <p:nvPr/>
        </p:nvSpPr>
        <p:spPr bwMode="auto">
          <a:xfrm>
            <a:off x="3721100" y="1411288"/>
            <a:ext cx="1588" cy="1860550"/>
          </a:xfrm>
          <a:custGeom>
            <a:avLst/>
            <a:gdLst>
              <a:gd name="T0" fmla="*/ 0 w 1"/>
              <a:gd name="T1" fmla="*/ 1172 h 1172"/>
              <a:gd name="T2" fmla="*/ 0 w 1"/>
              <a:gd name="T3" fmla="*/ 0 h 117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1172">
                <a:moveTo>
                  <a:pt x="0" y="1172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3" name="Freeform 11">
            <a:extLst>
              <a:ext uri="{FF2B5EF4-FFF2-40B4-BE49-F238E27FC236}">
                <a16:creationId xmlns:a16="http://schemas.microsoft.com/office/drawing/2014/main" id="{25C55D7D-5BB0-787B-C644-9808120F263B}"/>
              </a:ext>
            </a:extLst>
          </p:cNvPr>
          <p:cNvSpPr>
            <a:spLocks/>
          </p:cNvSpPr>
          <p:nvPr/>
        </p:nvSpPr>
        <p:spPr bwMode="auto">
          <a:xfrm>
            <a:off x="3271838" y="1411288"/>
            <a:ext cx="449262" cy="1587"/>
          </a:xfrm>
          <a:custGeom>
            <a:avLst/>
            <a:gdLst>
              <a:gd name="T0" fmla="*/ 0 w 283"/>
              <a:gd name="T1" fmla="*/ 0 h 1"/>
              <a:gd name="T2" fmla="*/ 283 w 283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83" h="1">
                <a:moveTo>
                  <a:pt x="0" y="0"/>
                </a:moveTo>
                <a:lnTo>
                  <a:pt x="283" y="0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4" name="Freeform 12">
            <a:extLst>
              <a:ext uri="{FF2B5EF4-FFF2-40B4-BE49-F238E27FC236}">
                <a16:creationId xmlns:a16="http://schemas.microsoft.com/office/drawing/2014/main" id="{6AB70B5D-76DC-C565-69D0-22D7ADEFCB21}"/>
              </a:ext>
            </a:extLst>
          </p:cNvPr>
          <p:cNvSpPr>
            <a:spLocks/>
          </p:cNvSpPr>
          <p:nvPr/>
        </p:nvSpPr>
        <p:spPr bwMode="auto">
          <a:xfrm>
            <a:off x="1722438" y="1047750"/>
            <a:ext cx="7937" cy="393700"/>
          </a:xfrm>
          <a:custGeom>
            <a:avLst/>
            <a:gdLst>
              <a:gd name="T0" fmla="*/ 0 w 5"/>
              <a:gd name="T1" fmla="*/ 0 h 248"/>
              <a:gd name="T2" fmla="*/ 5 w 5"/>
              <a:gd name="T3" fmla="*/ 248 h 24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5" h="248">
                <a:moveTo>
                  <a:pt x="0" y="0"/>
                </a:moveTo>
                <a:lnTo>
                  <a:pt x="5" y="248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5" name="Freeform 13">
            <a:extLst>
              <a:ext uri="{FF2B5EF4-FFF2-40B4-BE49-F238E27FC236}">
                <a16:creationId xmlns:a16="http://schemas.microsoft.com/office/drawing/2014/main" id="{A48BA2D0-29BA-F1D4-754B-C8D94B116E4B}"/>
              </a:ext>
            </a:extLst>
          </p:cNvPr>
          <p:cNvSpPr>
            <a:spLocks/>
          </p:cNvSpPr>
          <p:nvPr/>
        </p:nvSpPr>
        <p:spPr bwMode="auto">
          <a:xfrm>
            <a:off x="1731963" y="1042988"/>
            <a:ext cx="1539875" cy="9525"/>
          </a:xfrm>
          <a:custGeom>
            <a:avLst/>
            <a:gdLst>
              <a:gd name="T0" fmla="*/ 0 w 970"/>
              <a:gd name="T1" fmla="*/ 0 h 6"/>
              <a:gd name="T2" fmla="*/ 970 w 970"/>
              <a:gd name="T3" fmla="*/ 6 h 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970" h="6">
                <a:moveTo>
                  <a:pt x="0" y="0"/>
                </a:moveTo>
                <a:lnTo>
                  <a:pt x="970" y="6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6" name="Line 14">
            <a:extLst>
              <a:ext uri="{FF2B5EF4-FFF2-40B4-BE49-F238E27FC236}">
                <a16:creationId xmlns:a16="http://schemas.microsoft.com/office/drawing/2014/main" id="{2BDF52D8-FC24-D4FD-7D8C-C7908DBCBDF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97488" y="935038"/>
            <a:ext cx="0" cy="242570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7" name="Text Box 15">
            <a:extLst>
              <a:ext uri="{FF2B5EF4-FFF2-40B4-BE49-F238E27FC236}">
                <a16:creationId xmlns:a16="http://schemas.microsoft.com/office/drawing/2014/main" id="{84DF3579-2729-0C8F-B457-4308A51B12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213" y="211465"/>
            <a:ext cx="7620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C00000"/>
                </a:solidFill>
              </a:rPr>
              <a:t>例</a:t>
            </a:r>
            <a:r>
              <a:rPr lang="en-US" altLang="zh-CN" sz="2400" b="1" dirty="0">
                <a:solidFill>
                  <a:srgbClr val="C00000"/>
                </a:solidFill>
              </a:rPr>
              <a:t>14.4</a:t>
            </a:r>
            <a:r>
              <a:rPr lang="zh-CN" altLang="en-US" sz="2400" b="1" dirty="0">
                <a:solidFill>
                  <a:srgbClr val="C00000"/>
                </a:solidFill>
              </a:rPr>
              <a:t>：圆柱与圆柱相贯，求其相贯线。</a:t>
            </a:r>
          </a:p>
        </p:txBody>
      </p:sp>
      <p:sp>
        <p:nvSpPr>
          <p:cNvPr id="78" name="Line 16">
            <a:extLst>
              <a:ext uri="{FF2B5EF4-FFF2-40B4-BE49-F238E27FC236}">
                <a16:creationId xmlns:a16="http://schemas.microsoft.com/office/drawing/2014/main" id="{8672BB05-7C1A-5D78-C7C8-A54F2D15F6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71575" y="4602163"/>
            <a:ext cx="27305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9" name="Rectangle 17">
            <a:extLst>
              <a:ext uri="{FF2B5EF4-FFF2-40B4-BE49-F238E27FC236}">
                <a16:creationId xmlns:a16="http://schemas.microsoft.com/office/drawing/2014/main" id="{69B36256-D953-FA32-CC33-2F9EF9840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3813" y="3656013"/>
            <a:ext cx="2425700" cy="1892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80" name="Line 18">
            <a:extLst>
              <a:ext uri="{FF2B5EF4-FFF2-40B4-BE49-F238E27FC236}">
                <a16:creationId xmlns:a16="http://schemas.microsoft.com/office/drawing/2014/main" id="{A680D8F8-C865-318C-06ED-5FBE799395E6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9200" y="3814763"/>
            <a:ext cx="0" cy="1598612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81" name="Freeform 19">
            <a:extLst>
              <a:ext uri="{FF2B5EF4-FFF2-40B4-BE49-F238E27FC236}">
                <a16:creationId xmlns:a16="http://schemas.microsoft.com/office/drawing/2014/main" id="{586DD1C4-75C8-39FF-B7CA-82530160FCD0}"/>
              </a:ext>
            </a:extLst>
          </p:cNvPr>
          <p:cNvSpPr>
            <a:spLocks/>
          </p:cNvSpPr>
          <p:nvPr/>
        </p:nvSpPr>
        <p:spPr bwMode="auto">
          <a:xfrm>
            <a:off x="1711325" y="1044575"/>
            <a:ext cx="1588" cy="374650"/>
          </a:xfrm>
          <a:custGeom>
            <a:avLst/>
            <a:gdLst>
              <a:gd name="T0" fmla="*/ 0 w 1"/>
              <a:gd name="T1" fmla="*/ 269 h 269"/>
              <a:gd name="T2" fmla="*/ 0 w 1"/>
              <a:gd name="T3" fmla="*/ 0 h 26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269">
                <a:moveTo>
                  <a:pt x="0" y="269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82" name="Line 20">
            <a:extLst>
              <a:ext uri="{FF2B5EF4-FFF2-40B4-BE49-F238E27FC236}">
                <a16:creationId xmlns:a16="http://schemas.microsoft.com/office/drawing/2014/main" id="{11EF3E30-6623-9860-C5D8-84CDB545B3A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8500" y="1054100"/>
            <a:ext cx="15779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83" name="Line 21">
            <a:extLst>
              <a:ext uri="{FF2B5EF4-FFF2-40B4-BE49-F238E27FC236}">
                <a16:creationId xmlns:a16="http://schemas.microsoft.com/office/drawing/2014/main" id="{03766E3B-AC9A-3D43-3046-A9DDA265A08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8500" y="1054100"/>
            <a:ext cx="0" cy="7096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84" name="Line 22">
            <a:extLst>
              <a:ext uri="{FF2B5EF4-FFF2-40B4-BE49-F238E27FC236}">
                <a16:creationId xmlns:a16="http://schemas.microsoft.com/office/drawing/2014/main" id="{F37BFE6D-FC4F-E2C6-9F53-7AEEE4CE8469}"/>
              </a:ext>
            </a:extLst>
          </p:cNvPr>
          <p:cNvSpPr>
            <a:spLocks noChangeShapeType="1"/>
          </p:cNvSpPr>
          <p:nvPr/>
        </p:nvSpPr>
        <p:spPr bwMode="auto">
          <a:xfrm>
            <a:off x="6086475" y="1054100"/>
            <a:ext cx="0" cy="7096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85" name="Freeform 23">
            <a:extLst>
              <a:ext uri="{FF2B5EF4-FFF2-40B4-BE49-F238E27FC236}">
                <a16:creationId xmlns:a16="http://schemas.microsoft.com/office/drawing/2014/main" id="{0A362EBB-E283-9A5E-D022-2FB981840421}"/>
              </a:ext>
            </a:extLst>
          </p:cNvPr>
          <p:cNvSpPr>
            <a:spLocks/>
          </p:cNvSpPr>
          <p:nvPr/>
        </p:nvSpPr>
        <p:spPr bwMode="auto">
          <a:xfrm>
            <a:off x="2398713" y="1725613"/>
            <a:ext cx="3698875" cy="1587"/>
          </a:xfrm>
          <a:custGeom>
            <a:avLst/>
            <a:gdLst>
              <a:gd name="T0" fmla="*/ 2330 w 2330"/>
              <a:gd name="T1" fmla="*/ 0 h 1"/>
              <a:gd name="T2" fmla="*/ 0 w 2330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330" h="1">
                <a:moveTo>
                  <a:pt x="2330" y="0"/>
                </a:moveTo>
                <a:lnTo>
                  <a:pt x="0" y="0"/>
                </a:lnTo>
              </a:path>
            </a:pathLst>
          </a:custGeom>
          <a:noFill/>
          <a:ln w="12700" cap="flat" cmpd="sng">
            <a:solidFill>
              <a:srgbClr val="003399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86" name="Text Box 24">
            <a:extLst>
              <a:ext uri="{FF2B5EF4-FFF2-40B4-BE49-F238E27FC236}">
                <a16:creationId xmlns:a16="http://schemas.microsoft.com/office/drawing/2014/main" id="{36D32781-0132-3AAF-6DB5-763826C134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9501" y="1606552"/>
            <a:ext cx="401638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</a:rPr>
              <a:t>●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87" name="Freeform 25">
            <a:extLst>
              <a:ext uri="{FF2B5EF4-FFF2-40B4-BE49-F238E27FC236}">
                <a16:creationId xmlns:a16="http://schemas.microsoft.com/office/drawing/2014/main" id="{8B534F0A-2755-355A-DF76-7728ACA97C4F}"/>
              </a:ext>
            </a:extLst>
          </p:cNvPr>
          <p:cNvSpPr>
            <a:spLocks/>
          </p:cNvSpPr>
          <p:nvPr/>
        </p:nvSpPr>
        <p:spPr bwMode="auto">
          <a:xfrm>
            <a:off x="1590675" y="1612900"/>
            <a:ext cx="4730750" cy="1588"/>
          </a:xfrm>
          <a:custGeom>
            <a:avLst/>
            <a:gdLst>
              <a:gd name="T0" fmla="*/ 0 w 2980"/>
              <a:gd name="T1" fmla="*/ 0 h 1"/>
              <a:gd name="T2" fmla="*/ 2980 w 2980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980" h="1">
                <a:moveTo>
                  <a:pt x="0" y="0"/>
                </a:moveTo>
                <a:lnTo>
                  <a:pt x="2980" y="0"/>
                </a:lnTo>
              </a:path>
            </a:pathLst>
          </a:custGeom>
          <a:noFill/>
          <a:ln w="12700" cmpd="sng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88" name="Group 26">
            <a:extLst>
              <a:ext uri="{FF2B5EF4-FFF2-40B4-BE49-F238E27FC236}">
                <a16:creationId xmlns:a16="http://schemas.microsoft.com/office/drawing/2014/main" id="{098622CF-8194-5495-FEA2-5F7838BBF05A}"/>
              </a:ext>
            </a:extLst>
          </p:cNvPr>
          <p:cNvGrpSpPr>
            <a:grpSpLocks/>
          </p:cNvGrpSpPr>
          <p:nvPr/>
        </p:nvGrpSpPr>
        <p:grpSpPr bwMode="auto">
          <a:xfrm>
            <a:off x="2500313" y="1614488"/>
            <a:ext cx="3455987" cy="3646487"/>
            <a:chOff x="1900" y="1017"/>
            <a:chExt cx="2177" cy="2297"/>
          </a:xfrm>
        </p:grpSpPr>
        <p:sp>
          <p:nvSpPr>
            <p:cNvPr id="89" name="Line 27">
              <a:extLst>
                <a:ext uri="{FF2B5EF4-FFF2-40B4-BE49-F238E27FC236}">
                  <a16:creationId xmlns:a16="http://schemas.microsoft.com/office/drawing/2014/main" id="{3809C561-D3A1-687D-C95D-66AC63A327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5" y="1017"/>
              <a:ext cx="422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90" name="Freeform 28">
              <a:extLst>
                <a:ext uri="{FF2B5EF4-FFF2-40B4-BE49-F238E27FC236}">
                  <a16:creationId xmlns:a16="http://schemas.microsoft.com/office/drawing/2014/main" id="{B5524058-CDE3-F141-AAA8-BC3C3C9D8D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0" y="2894"/>
              <a:ext cx="1" cy="420"/>
            </a:xfrm>
            <a:custGeom>
              <a:avLst/>
              <a:gdLst>
                <a:gd name="T0" fmla="*/ 0 w 1"/>
                <a:gd name="T1" fmla="*/ 480 h 480"/>
                <a:gd name="T2" fmla="*/ 0 w 1"/>
                <a:gd name="T3" fmla="*/ 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480">
                  <a:moveTo>
                    <a:pt x="0" y="480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91" name="Freeform 29">
            <a:extLst>
              <a:ext uri="{FF2B5EF4-FFF2-40B4-BE49-F238E27FC236}">
                <a16:creationId xmlns:a16="http://schemas.microsoft.com/office/drawing/2014/main" id="{B6A4E15D-3660-8F21-D34E-6C098E29F03C}"/>
              </a:ext>
            </a:extLst>
          </p:cNvPr>
          <p:cNvSpPr>
            <a:spLocks/>
          </p:cNvSpPr>
          <p:nvPr/>
        </p:nvSpPr>
        <p:spPr bwMode="auto">
          <a:xfrm>
            <a:off x="1860550" y="5243513"/>
            <a:ext cx="1231900" cy="1587"/>
          </a:xfrm>
          <a:custGeom>
            <a:avLst/>
            <a:gdLst>
              <a:gd name="T0" fmla="*/ 0 w 776"/>
              <a:gd name="T1" fmla="*/ 0 h 1"/>
              <a:gd name="T2" fmla="*/ 776 w 776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76" h="1">
                <a:moveTo>
                  <a:pt x="0" y="0"/>
                </a:moveTo>
                <a:lnTo>
                  <a:pt x="776" y="0"/>
                </a:lnTo>
              </a:path>
            </a:pathLst>
          </a:custGeom>
          <a:noFill/>
          <a:ln w="12700" cap="flat" cmpd="sng">
            <a:solidFill>
              <a:srgbClr val="003399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92" name="Group 30">
            <a:extLst>
              <a:ext uri="{FF2B5EF4-FFF2-40B4-BE49-F238E27FC236}">
                <a16:creationId xmlns:a16="http://schemas.microsoft.com/office/drawing/2014/main" id="{D40F1E5A-3988-7D46-F661-53B9B9F3CC52}"/>
              </a:ext>
            </a:extLst>
          </p:cNvPr>
          <p:cNvGrpSpPr>
            <a:grpSpLocks/>
          </p:cNvGrpSpPr>
          <p:nvPr/>
        </p:nvGrpSpPr>
        <p:grpSpPr bwMode="auto">
          <a:xfrm>
            <a:off x="2151063" y="1546225"/>
            <a:ext cx="698500" cy="3757613"/>
            <a:chOff x="1680" y="974"/>
            <a:chExt cx="440" cy="2367"/>
          </a:xfrm>
        </p:grpSpPr>
        <p:sp>
          <p:nvSpPr>
            <p:cNvPr id="93" name="Freeform 31">
              <a:extLst>
                <a:ext uri="{FF2B5EF4-FFF2-40B4-BE49-F238E27FC236}">
                  <a16:creationId xmlns:a16="http://schemas.microsoft.com/office/drawing/2014/main" id="{D20ECACD-6AA9-2B97-D4A4-21B84ED3C3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9" y="974"/>
              <a:ext cx="1" cy="2357"/>
            </a:xfrm>
            <a:custGeom>
              <a:avLst/>
              <a:gdLst>
                <a:gd name="T0" fmla="*/ 0 w 1"/>
                <a:gd name="T1" fmla="*/ 2357 h 2357"/>
                <a:gd name="T2" fmla="*/ 0 w 1"/>
                <a:gd name="T3" fmla="*/ 0 h 23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357">
                  <a:moveTo>
                    <a:pt x="0" y="2357"/>
                  </a:moveTo>
                  <a:lnTo>
                    <a:pt x="0" y="0"/>
                  </a:lnTo>
                </a:path>
              </a:pathLst>
            </a:custGeom>
            <a:noFill/>
            <a:ln w="12700" cmpd="sng">
              <a:solidFill>
                <a:srgbClr val="00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94" name="Freeform 32">
              <a:extLst>
                <a:ext uri="{FF2B5EF4-FFF2-40B4-BE49-F238E27FC236}">
                  <a16:creationId xmlns:a16="http://schemas.microsoft.com/office/drawing/2014/main" id="{D747ADB0-2794-04CA-E30F-75E78A4987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0" y="979"/>
              <a:ext cx="1" cy="2362"/>
            </a:xfrm>
            <a:custGeom>
              <a:avLst/>
              <a:gdLst>
                <a:gd name="T0" fmla="*/ 0 w 1"/>
                <a:gd name="T1" fmla="*/ 2362 h 2362"/>
                <a:gd name="T2" fmla="*/ 0 w 1"/>
                <a:gd name="T3" fmla="*/ 0 h 2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362">
                  <a:moveTo>
                    <a:pt x="0" y="2362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95" name="Text Box 33">
            <a:extLst>
              <a:ext uri="{FF2B5EF4-FFF2-40B4-BE49-F238E27FC236}">
                <a16:creationId xmlns:a16="http://schemas.microsoft.com/office/drawing/2014/main" id="{949C1A3B-7EBD-C383-39D8-C70F0FF2F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7213" y="1304925"/>
            <a:ext cx="3111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</a:rPr>
              <a:t>●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96" name="Text Box 34">
            <a:extLst>
              <a:ext uri="{FF2B5EF4-FFF2-40B4-BE49-F238E27FC236}">
                <a16:creationId xmlns:a16="http://schemas.microsoft.com/office/drawing/2014/main" id="{A0AFCAE7-835F-C5A7-254C-F81DF5E4FD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3213" y="1295400"/>
            <a:ext cx="3048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US" altLang="zh-CN" sz="900" dirty="0">
                <a:latin typeface="Times New Roman" panose="02020603050405020304" pitchFamily="18" charset="0"/>
              </a:rPr>
              <a:t>●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grpSp>
        <p:nvGrpSpPr>
          <p:cNvPr id="97" name="Group 35">
            <a:extLst>
              <a:ext uri="{FF2B5EF4-FFF2-40B4-BE49-F238E27FC236}">
                <a16:creationId xmlns:a16="http://schemas.microsoft.com/office/drawing/2014/main" id="{822874FB-F7EB-C230-A997-3405F5326193}"/>
              </a:ext>
            </a:extLst>
          </p:cNvPr>
          <p:cNvGrpSpPr>
            <a:grpSpLocks/>
          </p:cNvGrpSpPr>
          <p:nvPr/>
        </p:nvGrpSpPr>
        <p:grpSpPr bwMode="auto">
          <a:xfrm>
            <a:off x="1998661" y="1501775"/>
            <a:ext cx="1176338" cy="228600"/>
            <a:chOff x="1584" y="946"/>
            <a:chExt cx="741" cy="144"/>
          </a:xfrm>
        </p:grpSpPr>
        <p:sp>
          <p:nvSpPr>
            <p:cNvPr id="98" name="Text Box 36">
              <a:extLst>
                <a:ext uri="{FF2B5EF4-FFF2-40B4-BE49-F238E27FC236}">
                  <a16:creationId xmlns:a16="http://schemas.microsoft.com/office/drawing/2014/main" id="{67361F2C-9B73-2398-CBE3-80A29339DA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946"/>
              <a:ext cx="253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lang="en-US" altLang="zh-CN" sz="900" dirty="0">
                  <a:latin typeface="Times New Roman" panose="02020603050405020304" pitchFamily="18" charset="0"/>
                </a:rPr>
                <a:t>●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99" name="Text Box 37">
              <a:extLst>
                <a:ext uri="{FF2B5EF4-FFF2-40B4-BE49-F238E27FC236}">
                  <a16:creationId xmlns:a16="http://schemas.microsoft.com/office/drawing/2014/main" id="{84FE25F7-7B9D-0980-0527-FE30321F5A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0" y="946"/>
              <a:ext cx="295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lang="en-US" altLang="zh-CN" sz="900" dirty="0">
                  <a:latin typeface="Times New Roman" panose="02020603050405020304" pitchFamily="18" charset="0"/>
                </a:rPr>
                <a:t>●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00" name="Oval 38">
            <a:extLst>
              <a:ext uri="{FF2B5EF4-FFF2-40B4-BE49-F238E27FC236}">
                <a16:creationId xmlns:a16="http://schemas.microsoft.com/office/drawing/2014/main" id="{A95CE5D4-2461-7D8B-3F2A-939696185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2438" y="3902075"/>
            <a:ext cx="1582737" cy="1409700"/>
          </a:xfrm>
          <a:prstGeom prst="ellips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1" name="Freeform 39">
            <a:extLst>
              <a:ext uri="{FF2B5EF4-FFF2-40B4-BE49-F238E27FC236}">
                <a16:creationId xmlns:a16="http://schemas.microsoft.com/office/drawing/2014/main" id="{71D5EE8B-A7EA-3138-996D-BDEA57534D10}"/>
              </a:ext>
            </a:extLst>
          </p:cNvPr>
          <p:cNvSpPr>
            <a:spLocks/>
          </p:cNvSpPr>
          <p:nvPr/>
        </p:nvSpPr>
        <p:spPr bwMode="auto">
          <a:xfrm>
            <a:off x="4532313" y="1401763"/>
            <a:ext cx="1554162" cy="344487"/>
          </a:xfrm>
          <a:custGeom>
            <a:avLst/>
            <a:gdLst>
              <a:gd name="T0" fmla="*/ 0 w 979"/>
              <a:gd name="T1" fmla="*/ 182 h 217"/>
              <a:gd name="T2" fmla="*/ 151 w 979"/>
              <a:gd name="T3" fmla="*/ 77 h 217"/>
              <a:gd name="T4" fmla="*/ 315 w 979"/>
              <a:gd name="T5" fmla="*/ 17 h 217"/>
              <a:gd name="T6" fmla="*/ 497 w 979"/>
              <a:gd name="T7" fmla="*/ 0 h 217"/>
              <a:gd name="T8" fmla="*/ 641 w 979"/>
              <a:gd name="T9" fmla="*/ 19 h 217"/>
              <a:gd name="T10" fmla="*/ 814 w 979"/>
              <a:gd name="T11" fmla="*/ 87 h 217"/>
              <a:gd name="T12" fmla="*/ 979 w 979"/>
              <a:gd name="T13" fmla="*/ 217 h 2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79" h="217">
                <a:moveTo>
                  <a:pt x="0" y="182"/>
                </a:moveTo>
                <a:cubicBezTo>
                  <a:pt x="25" y="165"/>
                  <a:pt x="99" y="104"/>
                  <a:pt x="151" y="77"/>
                </a:cubicBezTo>
                <a:cubicBezTo>
                  <a:pt x="203" y="50"/>
                  <a:pt x="257" y="30"/>
                  <a:pt x="315" y="17"/>
                </a:cubicBezTo>
                <a:cubicBezTo>
                  <a:pt x="373" y="4"/>
                  <a:pt x="443" y="0"/>
                  <a:pt x="497" y="0"/>
                </a:cubicBezTo>
                <a:cubicBezTo>
                  <a:pt x="551" y="0"/>
                  <a:pt x="588" y="5"/>
                  <a:pt x="641" y="19"/>
                </a:cubicBezTo>
                <a:cubicBezTo>
                  <a:pt x="694" y="33"/>
                  <a:pt x="758" y="54"/>
                  <a:pt x="814" y="87"/>
                </a:cubicBezTo>
                <a:cubicBezTo>
                  <a:pt x="870" y="120"/>
                  <a:pt x="945" y="190"/>
                  <a:pt x="979" y="217"/>
                </a:cubicBezTo>
              </a:path>
            </a:pathLst>
          </a:custGeom>
          <a:noFill/>
          <a:ln w="38100" cap="flat" cmpd="sng">
            <a:solidFill>
              <a:srgbClr val="FF0066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102" name="Group 40">
            <a:extLst>
              <a:ext uri="{FF2B5EF4-FFF2-40B4-BE49-F238E27FC236}">
                <a16:creationId xmlns:a16="http://schemas.microsoft.com/office/drawing/2014/main" id="{CFD74D2F-DD2F-FD2A-9AF4-205405C11A0C}"/>
              </a:ext>
            </a:extLst>
          </p:cNvPr>
          <p:cNvGrpSpPr>
            <a:grpSpLocks/>
          </p:cNvGrpSpPr>
          <p:nvPr/>
        </p:nvGrpSpPr>
        <p:grpSpPr bwMode="auto">
          <a:xfrm>
            <a:off x="4503740" y="1490674"/>
            <a:ext cx="1576388" cy="247651"/>
            <a:chOff x="3162" y="939"/>
            <a:chExt cx="993" cy="156"/>
          </a:xfrm>
        </p:grpSpPr>
        <p:sp>
          <p:nvSpPr>
            <p:cNvPr id="103" name="Text Box 41">
              <a:extLst>
                <a:ext uri="{FF2B5EF4-FFF2-40B4-BE49-F238E27FC236}">
                  <a16:creationId xmlns:a16="http://schemas.microsoft.com/office/drawing/2014/main" id="{3763C8A0-6D9F-5752-CCB3-1E2A4CBD2A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2" y="939"/>
              <a:ext cx="1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000" b="0" dirty="0">
                  <a:latin typeface="Times New Roman" panose="02020603050405020304" pitchFamily="18" charset="0"/>
                </a:rPr>
                <a:t>●</a:t>
              </a:r>
            </a:p>
          </p:txBody>
        </p:sp>
        <p:sp>
          <p:nvSpPr>
            <p:cNvPr id="104" name="Text Box 42">
              <a:extLst>
                <a:ext uri="{FF2B5EF4-FFF2-40B4-BE49-F238E27FC236}">
                  <a16:creationId xmlns:a16="http://schemas.microsoft.com/office/drawing/2014/main" id="{8F32F19B-FC70-8AC8-6A5A-1BF399B06B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9" y="941"/>
              <a:ext cx="1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000" b="0" dirty="0">
                  <a:latin typeface="Times New Roman" panose="02020603050405020304" pitchFamily="18" charset="0"/>
                </a:rPr>
                <a:t>●</a:t>
              </a:r>
            </a:p>
          </p:txBody>
        </p:sp>
      </p:grpSp>
      <p:grpSp>
        <p:nvGrpSpPr>
          <p:cNvPr id="105" name="Group 43">
            <a:extLst>
              <a:ext uri="{FF2B5EF4-FFF2-40B4-BE49-F238E27FC236}">
                <a16:creationId xmlns:a16="http://schemas.microsoft.com/office/drawing/2014/main" id="{FDE0C70F-CAF9-47A9-A0F3-780B3D3B9E03}"/>
              </a:ext>
            </a:extLst>
          </p:cNvPr>
          <p:cNvGrpSpPr>
            <a:grpSpLocks/>
          </p:cNvGrpSpPr>
          <p:nvPr/>
        </p:nvGrpSpPr>
        <p:grpSpPr bwMode="auto">
          <a:xfrm>
            <a:off x="2003425" y="5121275"/>
            <a:ext cx="1001713" cy="246063"/>
            <a:chOff x="1587" y="3226"/>
            <a:chExt cx="631" cy="155"/>
          </a:xfrm>
        </p:grpSpPr>
        <p:sp>
          <p:nvSpPr>
            <p:cNvPr id="106" name="Text Box 44">
              <a:extLst>
                <a:ext uri="{FF2B5EF4-FFF2-40B4-BE49-F238E27FC236}">
                  <a16:creationId xmlns:a16="http://schemas.microsoft.com/office/drawing/2014/main" id="{BBC99534-2384-EE51-37D3-817663A770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3227"/>
              <a:ext cx="1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000" b="0" dirty="0">
                  <a:latin typeface="Times New Roman" panose="02020603050405020304" pitchFamily="18" charset="0"/>
                </a:rPr>
                <a:t>●</a:t>
              </a:r>
            </a:p>
          </p:txBody>
        </p:sp>
        <p:sp>
          <p:nvSpPr>
            <p:cNvPr id="107" name="Text Box 45">
              <a:extLst>
                <a:ext uri="{FF2B5EF4-FFF2-40B4-BE49-F238E27FC236}">
                  <a16:creationId xmlns:a16="http://schemas.microsoft.com/office/drawing/2014/main" id="{51CFF53E-31E4-F9B3-7116-2B046AE050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2" y="3226"/>
              <a:ext cx="19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000" b="0" dirty="0">
                  <a:latin typeface="Times New Roman" panose="02020603050405020304" pitchFamily="18" charset="0"/>
                </a:rPr>
                <a:t>●</a:t>
              </a:r>
            </a:p>
          </p:txBody>
        </p:sp>
      </p:grpSp>
      <p:sp>
        <p:nvSpPr>
          <p:cNvPr id="108" name="Freeform 46">
            <a:extLst>
              <a:ext uri="{FF2B5EF4-FFF2-40B4-BE49-F238E27FC236}">
                <a16:creationId xmlns:a16="http://schemas.microsoft.com/office/drawing/2014/main" id="{A1885654-AFBC-2955-C326-3B667B31F43C}"/>
              </a:ext>
            </a:extLst>
          </p:cNvPr>
          <p:cNvSpPr>
            <a:spLocks/>
          </p:cNvSpPr>
          <p:nvPr/>
        </p:nvSpPr>
        <p:spPr bwMode="auto">
          <a:xfrm>
            <a:off x="1735138" y="1414463"/>
            <a:ext cx="1514475" cy="300037"/>
          </a:xfrm>
          <a:custGeom>
            <a:avLst/>
            <a:gdLst>
              <a:gd name="T0" fmla="*/ 0 w 954"/>
              <a:gd name="T1" fmla="*/ 0 h 189"/>
              <a:gd name="T2" fmla="*/ 109 w 954"/>
              <a:gd name="T3" fmla="*/ 76 h 189"/>
              <a:gd name="T4" fmla="*/ 259 w 954"/>
              <a:gd name="T5" fmla="*/ 138 h 189"/>
              <a:gd name="T6" fmla="*/ 246 w 954"/>
              <a:gd name="T7" fmla="*/ 138 h 189"/>
              <a:gd name="T8" fmla="*/ 370 w 954"/>
              <a:gd name="T9" fmla="*/ 175 h 189"/>
              <a:gd name="T10" fmla="*/ 482 w 954"/>
              <a:gd name="T11" fmla="*/ 187 h 189"/>
              <a:gd name="T12" fmla="*/ 594 w 954"/>
              <a:gd name="T13" fmla="*/ 163 h 189"/>
              <a:gd name="T14" fmla="*/ 700 w 954"/>
              <a:gd name="T15" fmla="*/ 139 h 189"/>
              <a:gd name="T16" fmla="*/ 785 w 954"/>
              <a:gd name="T17" fmla="*/ 97 h 189"/>
              <a:gd name="T18" fmla="*/ 870 w 954"/>
              <a:gd name="T19" fmla="*/ 55 h 189"/>
              <a:gd name="T20" fmla="*/ 954 w 954"/>
              <a:gd name="T21" fmla="*/ 12 h 1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954" h="189">
                <a:moveTo>
                  <a:pt x="0" y="0"/>
                </a:moveTo>
                <a:cubicBezTo>
                  <a:pt x="18" y="12"/>
                  <a:pt x="66" y="53"/>
                  <a:pt x="109" y="76"/>
                </a:cubicBezTo>
                <a:cubicBezTo>
                  <a:pt x="152" y="99"/>
                  <a:pt x="236" y="128"/>
                  <a:pt x="259" y="138"/>
                </a:cubicBezTo>
                <a:cubicBezTo>
                  <a:pt x="281" y="149"/>
                  <a:pt x="228" y="132"/>
                  <a:pt x="246" y="138"/>
                </a:cubicBezTo>
                <a:cubicBezTo>
                  <a:pt x="265" y="144"/>
                  <a:pt x="331" y="167"/>
                  <a:pt x="370" y="175"/>
                </a:cubicBezTo>
                <a:cubicBezTo>
                  <a:pt x="410" y="183"/>
                  <a:pt x="445" y="189"/>
                  <a:pt x="482" y="187"/>
                </a:cubicBezTo>
                <a:cubicBezTo>
                  <a:pt x="519" y="186"/>
                  <a:pt x="558" y="171"/>
                  <a:pt x="594" y="163"/>
                </a:cubicBezTo>
                <a:cubicBezTo>
                  <a:pt x="630" y="155"/>
                  <a:pt x="668" y="150"/>
                  <a:pt x="700" y="139"/>
                </a:cubicBezTo>
                <a:cubicBezTo>
                  <a:pt x="732" y="128"/>
                  <a:pt x="757" y="111"/>
                  <a:pt x="785" y="97"/>
                </a:cubicBezTo>
                <a:cubicBezTo>
                  <a:pt x="813" y="83"/>
                  <a:pt x="842" y="69"/>
                  <a:pt x="870" y="55"/>
                </a:cubicBezTo>
                <a:cubicBezTo>
                  <a:pt x="898" y="41"/>
                  <a:pt x="937" y="21"/>
                  <a:pt x="954" y="12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9" name="Text Box 47">
            <a:extLst>
              <a:ext uri="{FF2B5EF4-FFF2-40B4-BE49-F238E27FC236}">
                <a16:creationId xmlns:a16="http://schemas.microsoft.com/office/drawing/2014/main" id="{33073E37-75A7-6BD3-D140-35D8C4BBF6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8724" y="4197896"/>
            <a:ext cx="4879975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    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</a:rPr>
              <a:t>空间及投影分析：</a:t>
            </a:r>
            <a:endParaRPr lang="zh-CN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algn="l"/>
            <a:r>
              <a:rPr lang="zh-CN" altLang="en-US" sz="1600">
                <a:solidFill>
                  <a:schemeClr val="tx1"/>
                </a:solidFill>
              </a:rPr>
              <a:t>    </a:t>
            </a:r>
            <a:r>
              <a:rPr lang="zh-CN" altLang="en-US" sz="1600">
                <a:solidFill>
                  <a:schemeClr val="tx1"/>
                </a:solidFill>
                <a:latin typeface="Times New Roman" panose="02020603050405020304" pitchFamily="18" charset="0"/>
              </a:rPr>
              <a:t>小圆柱轴线垂直于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rPr>
              <a:t>H</a:t>
            </a:r>
            <a:r>
              <a:rPr lang="zh-CN" altLang="en-US" sz="1600">
                <a:solidFill>
                  <a:schemeClr val="tx1"/>
                </a:solidFill>
                <a:latin typeface="Times New Roman" panose="02020603050405020304" pitchFamily="18" charset="0"/>
              </a:rPr>
              <a:t>面，水平投影积聚为圆，根据相贯线的共有性，相贯线的水平投影积聚在该圆上。大圆柱轴线垂直于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</a:rPr>
              <a:t>W</a:t>
            </a:r>
            <a:r>
              <a:rPr lang="zh-CN" altLang="en-US" sz="1600">
                <a:solidFill>
                  <a:schemeClr val="tx1"/>
                </a:solidFill>
                <a:latin typeface="Times New Roman" panose="02020603050405020304" pitchFamily="18" charset="0"/>
              </a:rPr>
              <a:t>面，侧面投影积聚为圆，相贯线的侧面投影应积聚在该圆上，为两圆柱面共有的一段圆弧。</a:t>
            </a:r>
          </a:p>
        </p:txBody>
      </p:sp>
      <p:sp>
        <p:nvSpPr>
          <p:cNvPr id="110" name="Rectangle 48">
            <a:extLst>
              <a:ext uri="{FF2B5EF4-FFF2-40B4-BE49-F238E27FC236}">
                <a16:creationId xmlns:a16="http://schemas.microsoft.com/office/drawing/2014/main" id="{C35AD1E3-D0E2-9D77-B92E-8F39F9C8E5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8562" y="3586163"/>
            <a:ext cx="4775200" cy="304958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altLang="en-US" sz="16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" name="Text Box 49">
            <a:extLst>
              <a:ext uri="{FF2B5EF4-FFF2-40B4-BE49-F238E27FC236}">
                <a16:creationId xmlns:a16="http://schemas.microsoft.com/office/drawing/2014/main" id="{44EBCB26-EB5A-038D-7C13-A758260BE4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5949" y="3800624"/>
            <a:ext cx="26468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>
                <a:solidFill>
                  <a:srgbClr val="FF0000"/>
                </a:solidFill>
              </a:rPr>
              <a:t>求相贯线的投影：</a:t>
            </a:r>
          </a:p>
        </p:txBody>
      </p:sp>
      <p:sp>
        <p:nvSpPr>
          <p:cNvPr id="112" name="Text Box 50">
            <a:extLst>
              <a:ext uri="{FF2B5EF4-FFF2-40B4-BE49-F238E27FC236}">
                <a16:creationId xmlns:a16="http://schemas.microsoft.com/office/drawing/2014/main" id="{EB41B7F9-907C-1AF0-E53E-E1B1D9DA97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537" y="4326785"/>
            <a:ext cx="4086225" cy="7571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altLang="zh-CN" sz="2400" dirty="0">
                <a:solidFill>
                  <a:schemeClr val="tx1"/>
                </a:solidFill>
              </a:rPr>
              <a:t>    </a:t>
            </a:r>
            <a:r>
              <a:rPr lang="zh-CN" altLang="en-US" sz="2400" dirty="0">
                <a:solidFill>
                  <a:schemeClr val="tx1"/>
                </a:solidFill>
              </a:rPr>
              <a:t>利用积聚性，采用</a:t>
            </a:r>
            <a:r>
              <a:rPr lang="zh-CN" altLang="en-US" sz="2400" dirty="0">
                <a:solidFill>
                  <a:srgbClr val="C00000"/>
                </a:solidFill>
              </a:rPr>
              <a:t>表面取点法</a:t>
            </a:r>
            <a:r>
              <a:rPr lang="zh-CN" altLang="en-US" sz="2400" dirty="0"/>
              <a:t>。</a:t>
            </a:r>
          </a:p>
        </p:txBody>
      </p:sp>
      <p:sp>
        <p:nvSpPr>
          <p:cNvPr id="113" name="Text Box 51">
            <a:extLst>
              <a:ext uri="{FF2B5EF4-FFF2-40B4-BE49-F238E27FC236}">
                <a16:creationId xmlns:a16="http://schemas.microsoft.com/office/drawing/2014/main" id="{FF1A631A-2742-6F5D-B588-65DFEBDE39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9762" y="5140474"/>
            <a:ext cx="17924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/>
            <a:r>
              <a:rPr lang="en-US" altLang="zh-CN" sz="2400" dirty="0">
                <a:solidFill>
                  <a:srgbClr val="003399"/>
                </a:solidFill>
              </a:rPr>
              <a:t>☆ </a:t>
            </a:r>
            <a:r>
              <a:rPr lang="zh-CN" altLang="en-US" sz="2400">
                <a:solidFill>
                  <a:srgbClr val="003399"/>
                </a:solidFill>
              </a:rPr>
              <a:t>找特殊点</a:t>
            </a:r>
          </a:p>
        </p:txBody>
      </p:sp>
      <p:sp>
        <p:nvSpPr>
          <p:cNvPr id="114" name="Text Box 52">
            <a:extLst>
              <a:ext uri="{FF2B5EF4-FFF2-40B4-BE49-F238E27FC236}">
                <a16:creationId xmlns:a16="http://schemas.microsoft.com/office/drawing/2014/main" id="{FDC7CC2D-3ABB-A855-D120-49F5EC2FAF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1824" y="5510361"/>
            <a:ext cx="210025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400" dirty="0">
                <a:solidFill>
                  <a:srgbClr val="003399"/>
                </a:solidFill>
              </a:rPr>
              <a:t>☆ </a:t>
            </a:r>
            <a:r>
              <a:rPr lang="zh-CN" altLang="en-US" sz="2400">
                <a:solidFill>
                  <a:srgbClr val="003399"/>
                </a:solidFill>
              </a:rPr>
              <a:t>补充中间点</a:t>
            </a:r>
          </a:p>
        </p:txBody>
      </p:sp>
      <p:sp>
        <p:nvSpPr>
          <p:cNvPr id="115" name="Text Box 53">
            <a:extLst>
              <a:ext uri="{FF2B5EF4-FFF2-40B4-BE49-F238E27FC236}">
                <a16:creationId xmlns:a16="http://schemas.microsoft.com/office/drawing/2014/main" id="{FBD29D7C-6BB5-F14E-ADDE-643F643E59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9762" y="5883424"/>
            <a:ext cx="17924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400" dirty="0">
                <a:solidFill>
                  <a:srgbClr val="003399"/>
                </a:solidFill>
              </a:rPr>
              <a:t>☆ </a:t>
            </a:r>
            <a:r>
              <a:rPr lang="zh-CN" altLang="en-US" sz="2400">
                <a:solidFill>
                  <a:srgbClr val="003399"/>
                </a:solidFill>
              </a:rPr>
              <a:t>光滑连接</a:t>
            </a:r>
          </a:p>
        </p:txBody>
      </p:sp>
      <p:grpSp>
        <p:nvGrpSpPr>
          <p:cNvPr id="116" name="Group 54">
            <a:extLst>
              <a:ext uri="{FF2B5EF4-FFF2-40B4-BE49-F238E27FC236}">
                <a16:creationId xmlns:a16="http://schemas.microsoft.com/office/drawing/2014/main" id="{2A3211E0-8ABE-F0E5-363F-7F3B499A6FFA}"/>
              </a:ext>
            </a:extLst>
          </p:cNvPr>
          <p:cNvGrpSpPr>
            <a:grpSpLocks/>
          </p:cNvGrpSpPr>
          <p:nvPr/>
        </p:nvGrpSpPr>
        <p:grpSpPr bwMode="auto">
          <a:xfrm>
            <a:off x="6810375" y="1054100"/>
            <a:ext cx="1971675" cy="1881188"/>
            <a:chOff x="4290" y="664"/>
            <a:chExt cx="1242" cy="1185"/>
          </a:xfrm>
        </p:grpSpPr>
        <p:sp>
          <p:nvSpPr>
            <p:cNvPr id="117" name="Freeform 55">
              <a:extLst>
                <a:ext uri="{FF2B5EF4-FFF2-40B4-BE49-F238E27FC236}">
                  <a16:creationId xmlns:a16="http://schemas.microsoft.com/office/drawing/2014/main" id="{BEC14862-4B0D-C712-7213-8E5F75E6F5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2" y="701"/>
              <a:ext cx="1190" cy="1107"/>
            </a:xfrm>
            <a:custGeom>
              <a:avLst/>
              <a:gdLst>
                <a:gd name="T0" fmla="*/ 0 w 1334"/>
                <a:gd name="T1" fmla="*/ 478 h 1240"/>
                <a:gd name="T2" fmla="*/ 300 w 1334"/>
                <a:gd name="T3" fmla="*/ 305 h 1240"/>
                <a:gd name="T4" fmla="*/ 374 w 1334"/>
                <a:gd name="T5" fmla="*/ 341 h 1240"/>
                <a:gd name="T6" fmla="*/ 437 w 1334"/>
                <a:gd name="T7" fmla="*/ 371 h 1240"/>
                <a:gd name="T8" fmla="*/ 466 w 1334"/>
                <a:gd name="T9" fmla="*/ 408 h 1240"/>
                <a:gd name="T10" fmla="*/ 509 w 1334"/>
                <a:gd name="T11" fmla="*/ 478 h 1240"/>
                <a:gd name="T12" fmla="*/ 620 w 1334"/>
                <a:gd name="T13" fmla="*/ 536 h 1240"/>
                <a:gd name="T14" fmla="*/ 741 w 1334"/>
                <a:gd name="T15" fmla="*/ 557 h 1240"/>
                <a:gd name="T16" fmla="*/ 846 w 1334"/>
                <a:gd name="T17" fmla="*/ 546 h 1240"/>
                <a:gd name="T18" fmla="*/ 872 w 1334"/>
                <a:gd name="T19" fmla="*/ 489 h 1240"/>
                <a:gd name="T20" fmla="*/ 898 w 1334"/>
                <a:gd name="T21" fmla="*/ 399 h 1240"/>
                <a:gd name="T22" fmla="*/ 909 w 1334"/>
                <a:gd name="T23" fmla="*/ 315 h 1240"/>
                <a:gd name="T24" fmla="*/ 919 w 1334"/>
                <a:gd name="T25" fmla="*/ 226 h 1240"/>
                <a:gd name="T26" fmla="*/ 893 w 1334"/>
                <a:gd name="T27" fmla="*/ 126 h 1240"/>
                <a:gd name="T28" fmla="*/ 861 w 1334"/>
                <a:gd name="T29" fmla="*/ 63 h 1240"/>
                <a:gd name="T30" fmla="*/ 804 w 1334"/>
                <a:gd name="T31" fmla="*/ 16 h 1240"/>
                <a:gd name="T32" fmla="*/ 840 w 1334"/>
                <a:gd name="T33" fmla="*/ 0 h 1240"/>
                <a:gd name="T34" fmla="*/ 898 w 1334"/>
                <a:gd name="T35" fmla="*/ 0 h 1240"/>
                <a:gd name="T36" fmla="*/ 956 w 1334"/>
                <a:gd name="T37" fmla="*/ 11 h 1240"/>
                <a:gd name="T38" fmla="*/ 1014 w 1334"/>
                <a:gd name="T39" fmla="*/ 26 h 1240"/>
                <a:gd name="T40" fmla="*/ 1071 w 1334"/>
                <a:gd name="T41" fmla="*/ 63 h 1240"/>
                <a:gd name="T42" fmla="*/ 1124 w 1334"/>
                <a:gd name="T43" fmla="*/ 95 h 1240"/>
                <a:gd name="T44" fmla="*/ 1166 w 1334"/>
                <a:gd name="T45" fmla="*/ 131 h 1240"/>
                <a:gd name="T46" fmla="*/ 1208 w 1334"/>
                <a:gd name="T47" fmla="*/ 184 h 1240"/>
                <a:gd name="T48" fmla="*/ 1239 w 1334"/>
                <a:gd name="T49" fmla="*/ 231 h 1240"/>
                <a:gd name="T50" fmla="*/ 1276 w 1334"/>
                <a:gd name="T51" fmla="*/ 299 h 1240"/>
                <a:gd name="T52" fmla="*/ 1297 w 1334"/>
                <a:gd name="T53" fmla="*/ 342 h 1240"/>
                <a:gd name="T54" fmla="*/ 1323 w 1334"/>
                <a:gd name="T55" fmla="*/ 420 h 1240"/>
                <a:gd name="T56" fmla="*/ 1334 w 1334"/>
                <a:gd name="T57" fmla="*/ 494 h 1240"/>
                <a:gd name="T58" fmla="*/ 1334 w 1334"/>
                <a:gd name="T59" fmla="*/ 562 h 1240"/>
                <a:gd name="T60" fmla="*/ 1318 w 1334"/>
                <a:gd name="T61" fmla="*/ 636 h 1240"/>
                <a:gd name="T62" fmla="*/ 1297 w 1334"/>
                <a:gd name="T63" fmla="*/ 699 h 1240"/>
                <a:gd name="T64" fmla="*/ 1266 w 1334"/>
                <a:gd name="T65" fmla="*/ 736 h 1240"/>
                <a:gd name="T66" fmla="*/ 919 w 1334"/>
                <a:gd name="T67" fmla="*/ 946 h 1240"/>
                <a:gd name="T68" fmla="*/ 410 w 1334"/>
                <a:gd name="T69" fmla="*/ 1240 h 1240"/>
                <a:gd name="T70" fmla="*/ 462 w 1334"/>
                <a:gd name="T71" fmla="*/ 1161 h 1240"/>
                <a:gd name="T72" fmla="*/ 509 w 1334"/>
                <a:gd name="T73" fmla="*/ 1082 h 1240"/>
                <a:gd name="T74" fmla="*/ 520 w 1334"/>
                <a:gd name="T75" fmla="*/ 962 h 1240"/>
                <a:gd name="T76" fmla="*/ 488 w 1334"/>
                <a:gd name="T77" fmla="*/ 851 h 1240"/>
                <a:gd name="T78" fmla="*/ 441 w 1334"/>
                <a:gd name="T79" fmla="*/ 741 h 1240"/>
                <a:gd name="T80" fmla="*/ 404 w 1334"/>
                <a:gd name="T81" fmla="*/ 678 h 1240"/>
                <a:gd name="T82" fmla="*/ 341 w 1334"/>
                <a:gd name="T83" fmla="*/ 615 h 1240"/>
                <a:gd name="T84" fmla="*/ 268 w 1334"/>
                <a:gd name="T85" fmla="*/ 546 h 1240"/>
                <a:gd name="T86" fmla="*/ 152 w 1334"/>
                <a:gd name="T87" fmla="*/ 489 h 1240"/>
                <a:gd name="T88" fmla="*/ 74 w 1334"/>
                <a:gd name="T89" fmla="*/ 473 h 1240"/>
                <a:gd name="T90" fmla="*/ 0 w 1334"/>
                <a:gd name="T91" fmla="*/ 478 h 1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334" h="1240">
                  <a:moveTo>
                    <a:pt x="0" y="478"/>
                  </a:moveTo>
                  <a:lnTo>
                    <a:pt x="300" y="305"/>
                  </a:lnTo>
                  <a:lnTo>
                    <a:pt x="374" y="341"/>
                  </a:lnTo>
                  <a:lnTo>
                    <a:pt x="437" y="371"/>
                  </a:lnTo>
                  <a:lnTo>
                    <a:pt x="466" y="408"/>
                  </a:lnTo>
                  <a:lnTo>
                    <a:pt x="509" y="478"/>
                  </a:lnTo>
                  <a:lnTo>
                    <a:pt x="620" y="536"/>
                  </a:lnTo>
                  <a:lnTo>
                    <a:pt x="741" y="557"/>
                  </a:lnTo>
                  <a:lnTo>
                    <a:pt x="846" y="546"/>
                  </a:lnTo>
                  <a:lnTo>
                    <a:pt x="872" y="489"/>
                  </a:lnTo>
                  <a:lnTo>
                    <a:pt x="898" y="399"/>
                  </a:lnTo>
                  <a:lnTo>
                    <a:pt x="909" y="315"/>
                  </a:lnTo>
                  <a:lnTo>
                    <a:pt x="919" y="226"/>
                  </a:lnTo>
                  <a:lnTo>
                    <a:pt x="893" y="126"/>
                  </a:lnTo>
                  <a:lnTo>
                    <a:pt x="861" y="63"/>
                  </a:lnTo>
                  <a:lnTo>
                    <a:pt x="804" y="16"/>
                  </a:lnTo>
                  <a:lnTo>
                    <a:pt x="840" y="0"/>
                  </a:lnTo>
                  <a:lnTo>
                    <a:pt x="898" y="0"/>
                  </a:lnTo>
                  <a:lnTo>
                    <a:pt x="956" y="11"/>
                  </a:lnTo>
                  <a:lnTo>
                    <a:pt x="1014" y="26"/>
                  </a:lnTo>
                  <a:lnTo>
                    <a:pt x="1071" y="63"/>
                  </a:lnTo>
                  <a:lnTo>
                    <a:pt x="1124" y="95"/>
                  </a:lnTo>
                  <a:lnTo>
                    <a:pt x="1166" y="131"/>
                  </a:lnTo>
                  <a:lnTo>
                    <a:pt x="1208" y="184"/>
                  </a:lnTo>
                  <a:lnTo>
                    <a:pt x="1239" y="231"/>
                  </a:lnTo>
                  <a:lnTo>
                    <a:pt x="1276" y="299"/>
                  </a:lnTo>
                  <a:lnTo>
                    <a:pt x="1297" y="342"/>
                  </a:lnTo>
                  <a:lnTo>
                    <a:pt x="1323" y="420"/>
                  </a:lnTo>
                  <a:lnTo>
                    <a:pt x="1334" y="494"/>
                  </a:lnTo>
                  <a:lnTo>
                    <a:pt x="1334" y="562"/>
                  </a:lnTo>
                  <a:lnTo>
                    <a:pt x="1318" y="636"/>
                  </a:lnTo>
                  <a:lnTo>
                    <a:pt x="1297" y="699"/>
                  </a:lnTo>
                  <a:lnTo>
                    <a:pt x="1266" y="736"/>
                  </a:lnTo>
                  <a:lnTo>
                    <a:pt x="919" y="946"/>
                  </a:lnTo>
                  <a:lnTo>
                    <a:pt x="410" y="1240"/>
                  </a:lnTo>
                  <a:lnTo>
                    <a:pt x="462" y="1161"/>
                  </a:lnTo>
                  <a:lnTo>
                    <a:pt x="509" y="1082"/>
                  </a:lnTo>
                  <a:lnTo>
                    <a:pt x="520" y="962"/>
                  </a:lnTo>
                  <a:lnTo>
                    <a:pt x="488" y="851"/>
                  </a:lnTo>
                  <a:lnTo>
                    <a:pt x="441" y="741"/>
                  </a:lnTo>
                  <a:lnTo>
                    <a:pt x="404" y="678"/>
                  </a:lnTo>
                  <a:lnTo>
                    <a:pt x="341" y="615"/>
                  </a:lnTo>
                  <a:lnTo>
                    <a:pt x="268" y="546"/>
                  </a:lnTo>
                  <a:lnTo>
                    <a:pt x="152" y="489"/>
                  </a:lnTo>
                  <a:lnTo>
                    <a:pt x="74" y="473"/>
                  </a:lnTo>
                  <a:lnTo>
                    <a:pt x="0" y="478"/>
                  </a:lnTo>
                  <a:close/>
                </a:path>
              </a:pathLst>
            </a:custGeom>
            <a:gradFill rotWithShape="0">
              <a:gsLst>
                <a:gs pos="0">
                  <a:srgbClr val="339966">
                    <a:gamma/>
                    <a:shade val="43137"/>
                    <a:invGamma/>
                  </a:srgbClr>
                </a:gs>
                <a:gs pos="50000">
                  <a:srgbClr val="339966"/>
                </a:gs>
                <a:gs pos="100000">
                  <a:srgbClr val="339966">
                    <a:gamma/>
                    <a:shade val="43137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18" name="Oval 56">
              <a:extLst>
                <a:ext uri="{FF2B5EF4-FFF2-40B4-BE49-F238E27FC236}">
                  <a16:creationId xmlns:a16="http://schemas.microsoft.com/office/drawing/2014/main" id="{1D5DFDA2-8E6D-D4C6-9018-D2047234944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801384">
              <a:off x="4290" y="1079"/>
              <a:ext cx="487" cy="77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19" name="Freeform 57">
              <a:extLst>
                <a:ext uri="{FF2B5EF4-FFF2-40B4-BE49-F238E27FC236}">
                  <a16:creationId xmlns:a16="http://schemas.microsoft.com/office/drawing/2014/main" id="{409D5021-9E1D-8521-9040-7B81412F33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3" y="814"/>
              <a:ext cx="553" cy="418"/>
            </a:xfrm>
            <a:custGeom>
              <a:avLst/>
              <a:gdLst>
                <a:gd name="T0" fmla="*/ 0 w 1416"/>
                <a:gd name="T1" fmla="*/ 36 h 1068"/>
                <a:gd name="T2" fmla="*/ 0 w 1416"/>
                <a:gd name="T3" fmla="*/ 408 h 1068"/>
                <a:gd name="T4" fmla="*/ 168 w 1416"/>
                <a:gd name="T5" fmla="*/ 552 h 1068"/>
                <a:gd name="T6" fmla="*/ 300 w 1416"/>
                <a:gd name="T7" fmla="*/ 684 h 1068"/>
                <a:gd name="T8" fmla="*/ 420 w 1416"/>
                <a:gd name="T9" fmla="*/ 792 h 1068"/>
                <a:gd name="T10" fmla="*/ 552 w 1416"/>
                <a:gd name="T11" fmla="*/ 900 h 1068"/>
                <a:gd name="T12" fmla="*/ 672 w 1416"/>
                <a:gd name="T13" fmla="*/ 984 h 1068"/>
                <a:gd name="T14" fmla="*/ 804 w 1416"/>
                <a:gd name="T15" fmla="*/ 1044 h 1068"/>
                <a:gd name="T16" fmla="*/ 924 w 1416"/>
                <a:gd name="T17" fmla="*/ 1068 h 1068"/>
                <a:gd name="T18" fmla="*/ 1044 w 1416"/>
                <a:gd name="T19" fmla="*/ 1056 h 1068"/>
                <a:gd name="T20" fmla="*/ 1128 w 1416"/>
                <a:gd name="T21" fmla="*/ 1032 h 1068"/>
                <a:gd name="T22" fmla="*/ 1248 w 1416"/>
                <a:gd name="T23" fmla="*/ 972 h 1068"/>
                <a:gd name="T24" fmla="*/ 1332 w 1416"/>
                <a:gd name="T25" fmla="*/ 852 h 1068"/>
                <a:gd name="T26" fmla="*/ 1380 w 1416"/>
                <a:gd name="T27" fmla="*/ 744 h 1068"/>
                <a:gd name="T28" fmla="*/ 1404 w 1416"/>
                <a:gd name="T29" fmla="*/ 576 h 1068"/>
                <a:gd name="T30" fmla="*/ 1416 w 1416"/>
                <a:gd name="T31" fmla="*/ 492 h 1068"/>
                <a:gd name="T32" fmla="*/ 1416 w 1416"/>
                <a:gd name="T33" fmla="*/ 0 h 1068"/>
                <a:gd name="T34" fmla="*/ 1332 w 1416"/>
                <a:gd name="T35" fmla="*/ 168 h 1068"/>
                <a:gd name="T36" fmla="*/ 1272 w 1416"/>
                <a:gd name="T37" fmla="*/ 276 h 1068"/>
                <a:gd name="T38" fmla="*/ 1164 w 1416"/>
                <a:gd name="T39" fmla="*/ 348 h 1068"/>
                <a:gd name="T40" fmla="*/ 1032 w 1416"/>
                <a:gd name="T41" fmla="*/ 396 h 1068"/>
                <a:gd name="T42" fmla="*/ 936 w 1416"/>
                <a:gd name="T43" fmla="*/ 408 h 1068"/>
                <a:gd name="T44" fmla="*/ 768 w 1416"/>
                <a:gd name="T45" fmla="*/ 444 h 1068"/>
                <a:gd name="T46" fmla="*/ 660 w 1416"/>
                <a:gd name="T47" fmla="*/ 456 h 1068"/>
                <a:gd name="T48" fmla="*/ 468 w 1416"/>
                <a:gd name="T49" fmla="*/ 432 h 1068"/>
                <a:gd name="T50" fmla="*/ 372 w 1416"/>
                <a:gd name="T51" fmla="*/ 372 h 1068"/>
                <a:gd name="T52" fmla="*/ 240 w 1416"/>
                <a:gd name="T53" fmla="*/ 336 h 1068"/>
                <a:gd name="T54" fmla="*/ 132 w 1416"/>
                <a:gd name="T55" fmla="*/ 240 h 1068"/>
                <a:gd name="T56" fmla="*/ 72 w 1416"/>
                <a:gd name="T57" fmla="*/ 180 h 1068"/>
                <a:gd name="T58" fmla="*/ 0 w 1416"/>
                <a:gd name="T59" fmla="*/ 36 h 10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416" h="1068">
                  <a:moveTo>
                    <a:pt x="0" y="36"/>
                  </a:moveTo>
                  <a:lnTo>
                    <a:pt x="0" y="408"/>
                  </a:lnTo>
                  <a:lnTo>
                    <a:pt x="168" y="552"/>
                  </a:lnTo>
                  <a:lnTo>
                    <a:pt x="300" y="684"/>
                  </a:lnTo>
                  <a:lnTo>
                    <a:pt x="420" y="792"/>
                  </a:lnTo>
                  <a:lnTo>
                    <a:pt x="552" y="900"/>
                  </a:lnTo>
                  <a:lnTo>
                    <a:pt x="672" y="984"/>
                  </a:lnTo>
                  <a:lnTo>
                    <a:pt x="804" y="1044"/>
                  </a:lnTo>
                  <a:lnTo>
                    <a:pt x="924" y="1068"/>
                  </a:lnTo>
                  <a:lnTo>
                    <a:pt x="1044" y="1056"/>
                  </a:lnTo>
                  <a:lnTo>
                    <a:pt x="1128" y="1032"/>
                  </a:lnTo>
                  <a:lnTo>
                    <a:pt x="1248" y="972"/>
                  </a:lnTo>
                  <a:lnTo>
                    <a:pt x="1332" y="852"/>
                  </a:lnTo>
                  <a:lnTo>
                    <a:pt x="1380" y="744"/>
                  </a:lnTo>
                  <a:lnTo>
                    <a:pt x="1404" y="576"/>
                  </a:lnTo>
                  <a:lnTo>
                    <a:pt x="1416" y="492"/>
                  </a:lnTo>
                  <a:lnTo>
                    <a:pt x="1416" y="0"/>
                  </a:lnTo>
                  <a:lnTo>
                    <a:pt x="1332" y="168"/>
                  </a:lnTo>
                  <a:lnTo>
                    <a:pt x="1272" y="276"/>
                  </a:lnTo>
                  <a:lnTo>
                    <a:pt x="1164" y="348"/>
                  </a:lnTo>
                  <a:lnTo>
                    <a:pt x="1032" y="396"/>
                  </a:lnTo>
                  <a:lnTo>
                    <a:pt x="936" y="408"/>
                  </a:lnTo>
                  <a:lnTo>
                    <a:pt x="768" y="444"/>
                  </a:lnTo>
                  <a:lnTo>
                    <a:pt x="660" y="456"/>
                  </a:lnTo>
                  <a:lnTo>
                    <a:pt x="468" y="432"/>
                  </a:lnTo>
                  <a:lnTo>
                    <a:pt x="372" y="372"/>
                  </a:lnTo>
                  <a:lnTo>
                    <a:pt x="240" y="336"/>
                  </a:lnTo>
                  <a:lnTo>
                    <a:pt x="132" y="240"/>
                  </a:lnTo>
                  <a:lnTo>
                    <a:pt x="72" y="180"/>
                  </a:lnTo>
                  <a:lnTo>
                    <a:pt x="0" y="36"/>
                  </a:lnTo>
                  <a:close/>
                </a:path>
              </a:pathLst>
            </a:custGeom>
            <a:gradFill rotWithShape="0">
              <a:gsLst>
                <a:gs pos="0">
                  <a:srgbClr val="FF6600">
                    <a:gamma/>
                    <a:shade val="60784"/>
                    <a:invGamma/>
                  </a:srgbClr>
                </a:gs>
                <a:gs pos="50000">
                  <a:srgbClr val="FF6600"/>
                </a:gs>
                <a:gs pos="100000">
                  <a:srgbClr val="FF6600">
                    <a:gamma/>
                    <a:shade val="60784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20" name="Oval 58">
              <a:extLst>
                <a:ext uri="{FF2B5EF4-FFF2-40B4-BE49-F238E27FC236}">
                  <a16:creationId xmlns:a16="http://schemas.microsoft.com/office/drawing/2014/main" id="{512B1BC2-2B6B-FBA5-B8B1-BCB977630F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8" y="664"/>
              <a:ext cx="544" cy="346"/>
            </a:xfrm>
            <a:prstGeom prst="ellipse">
              <a:avLst/>
            </a:prstGeom>
            <a:solidFill>
              <a:srgbClr val="FF66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121" name="Line 59">
            <a:extLst>
              <a:ext uri="{FF2B5EF4-FFF2-40B4-BE49-F238E27FC236}">
                <a16:creationId xmlns:a16="http://schemas.microsoft.com/office/drawing/2014/main" id="{696F1151-1B94-0279-C219-B1453D5D09F4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3213" y="2330450"/>
            <a:ext cx="231775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2" name="Line 60">
            <a:extLst>
              <a:ext uri="{FF2B5EF4-FFF2-40B4-BE49-F238E27FC236}">
                <a16:creationId xmlns:a16="http://schemas.microsoft.com/office/drawing/2014/main" id="{A020E302-7F58-F3B3-6967-74A307D299F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49613" y="1054100"/>
            <a:ext cx="0" cy="3667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4474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 autoUpdateAnimBg="0"/>
      <p:bldP spid="95" grpId="0" autoUpdateAnimBg="0"/>
      <p:bldP spid="96" grpId="0" autoUpdateAnimBg="0"/>
      <p:bldP spid="109" grpId="0" autoUpdateAnimBg="0"/>
      <p:bldP spid="110" grpId="0" animBg="1" autoUpdateAnimBg="0"/>
      <p:bldP spid="111" grpId="0" autoUpdateAnimBg="0"/>
      <p:bldP spid="112" grpId="0" autoUpdateAnimBg="0"/>
      <p:bldP spid="113" grpId="0" autoUpdateAnimBg="0"/>
      <p:bldP spid="114" grpId="0" autoUpdateAnimBg="0"/>
      <p:bldP spid="115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DFB55C-7781-C018-7B91-7046F129C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F245B-61DB-9842-A5DA-DA0FE803DD35}" type="datetime1">
              <a:rPr lang="en-US" altLang="zh-CN" smtClean="0"/>
              <a:t>11/11/25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F61AEA-1E4F-7947-8037-6D9978B78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14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4CD9CD-D496-D45D-3D10-AE00280A7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16</a:t>
            </a:fld>
            <a:endParaRPr lang="en-US"/>
          </a:p>
        </p:txBody>
      </p:sp>
      <p:sp>
        <p:nvSpPr>
          <p:cNvPr id="5" name="Line 2">
            <a:extLst>
              <a:ext uri="{FF2B5EF4-FFF2-40B4-BE49-F238E27FC236}">
                <a16:creationId xmlns:a16="http://schemas.microsoft.com/office/drawing/2014/main" id="{7798F320-F557-49E5-1F14-59C93655512A}"/>
              </a:ext>
            </a:extLst>
          </p:cNvPr>
          <p:cNvSpPr>
            <a:spLocks noChangeShapeType="1"/>
          </p:cNvSpPr>
          <p:nvPr/>
        </p:nvSpPr>
        <p:spPr bwMode="auto">
          <a:xfrm>
            <a:off x="2074129" y="2735485"/>
            <a:ext cx="2732087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" name="Line 3">
            <a:extLst>
              <a:ext uri="{FF2B5EF4-FFF2-40B4-BE49-F238E27FC236}">
                <a16:creationId xmlns:a16="http://schemas.microsoft.com/office/drawing/2014/main" id="{A768256F-C7B8-F6A9-D4AC-1344ACD01179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1479" y="2735485"/>
            <a:ext cx="2471737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" name="Oval 4">
            <a:extLst>
              <a:ext uri="{FF2B5EF4-FFF2-40B4-BE49-F238E27FC236}">
                <a16:creationId xmlns:a16="http://schemas.microsoft.com/office/drawing/2014/main" id="{6B653450-CBC6-B325-2E27-A7598C847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5154" y="4307110"/>
            <a:ext cx="1577975" cy="1419225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7A9FE734-A614-9804-159E-D912A827F296}"/>
              </a:ext>
            </a:extLst>
          </p:cNvPr>
          <p:cNvSpPr>
            <a:spLocks/>
          </p:cNvSpPr>
          <p:nvPr/>
        </p:nvSpPr>
        <p:spPr bwMode="auto">
          <a:xfrm>
            <a:off x="2645629" y="1457548"/>
            <a:ext cx="1554162" cy="1587"/>
          </a:xfrm>
          <a:custGeom>
            <a:avLst/>
            <a:gdLst>
              <a:gd name="T0" fmla="*/ 0 w 979"/>
              <a:gd name="T1" fmla="*/ 1 h 1"/>
              <a:gd name="T2" fmla="*/ 979 w 979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979" h="1">
                <a:moveTo>
                  <a:pt x="0" y="1"/>
                </a:moveTo>
                <a:lnTo>
                  <a:pt x="979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DA1E2F87-1F28-8238-4801-A8D99C407EB4}"/>
              </a:ext>
            </a:extLst>
          </p:cNvPr>
          <p:cNvSpPr>
            <a:spLocks/>
          </p:cNvSpPr>
          <p:nvPr/>
        </p:nvSpPr>
        <p:spPr bwMode="auto">
          <a:xfrm>
            <a:off x="2224941" y="1813148"/>
            <a:ext cx="1588" cy="1893887"/>
          </a:xfrm>
          <a:custGeom>
            <a:avLst/>
            <a:gdLst>
              <a:gd name="T0" fmla="*/ 0 w 1"/>
              <a:gd name="T1" fmla="*/ 0 h 1193"/>
              <a:gd name="T2" fmla="*/ 0 w 1"/>
              <a:gd name="T3" fmla="*/ 1193 h 119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1193">
                <a:moveTo>
                  <a:pt x="0" y="0"/>
                </a:moveTo>
                <a:lnTo>
                  <a:pt x="0" y="1193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168A8936-4092-4792-BB86-BE1B8236C84F}"/>
              </a:ext>
            </a:extLst>
          </p:cNvPr>
          <p:cNvSpPr>
            <a:spLocks/>
          </p:cNvSpPr>
          <p:nvPr/>
        </p:nvSpPr>
        <p:spPr bwMode="auto">
          <a:xfrm>
            <a:off x="2215416" y="3681635"/>
            <a:ext cx="2444750" cy="3175"/>
          </a:xfrm>
          <a:custGeom>
            <a:avLst/>
            <a:gdLst>
              <a:gd name="T0" fmla="*/ 0 w 1540"/>
              <a:gd name="T1" fmla="*/ 0 h 2"/>
              <a:gd name="T2" fmla="*/ 1540 w 1540"/>
              <a:gd name="T3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540" h="2">
                <a:moveTo>
                  <a:pt x="0" y="0"/>
                </a:moveTo>
                <a:lnTo>
                  <a:pt x="1540" y="2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2731E869-DDE3-65D8-8C40-17C4C946D50E}"/>
              </a:ext>
            </a:extLst>
          </p:cNvPr>
          <p:cNvSpPr>
            <a:spLocks/>
          </p:cNvSpPr>
          <p:nvPr/>
        </p:nvSpPr>
        <p:spPr bwMode="auto">
          <a:xfrm>
            <a:off x="4649054" y="1805210"/>
            <a:ext cx="1587" cy="1901825"/>
          </a:xfrm>
          <a:custGeom>
            <a:avLst/>
            <a:gdLst>
              <a:gd name="T0" fmla="*/ 0 w 1"/>
              <a:gd name="T1" fmla="*/ 1198 h 1198"/>
              <a:gd name="T2" fmla="*/ 0 w 1"/>
              <a:gd name="T3" fmla="*/ 0 h 119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1198">
                <a:moveTo>
                  <a:pt x="0" y="1198"/>
                </a:moveTo>
                <a:lnTo>
                  <a:pt x="0" y="0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" name="Freeform 9">
            <a:extLst>
              <a:ext uri="{FF2B5EF4-FFF2-40B4-BE49-F238E27FC236}">
                <a16:creationId xmlns:a16="http://schemas.microsoft.com/office/drawing/2014/main" id="{5EBBF1DA-BFF5-E730-45F8-976DA6552466}"/>
              </a:ext>
            </a:extLst>
          </p:cNvPr>
          <p:cNvSpPr>
            <a:spLocks/>
          </p:cNvSpPr>
          <p:nvPr/>
        </p:nvSpPr>
        <p:spPr bwMode="auto">
          <a:xfrm>
            <a:off x="4199791" y="1816323"/>
            <a:ext cx="449263" cy="1587"/>
          </a:xfrm>
          <a:custGeom>
            <a:avLst/>
            <a:gdLst>
              <a:gd name="T0" fmla="*/ 0 w 283"/>
              <a:gd name="T1" fmla="*/ 0 h 1"/>
              <a:gd name="T2" fmla="*/ 283 w 283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83" h="1">
                <a:moveTo>
                  <a:pt x="0" y="0"/>
                </a:moveTo>
                <a:lnTo>
                  <a:pt x="283" y="0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3" name="Freeform 10">
            <a:extLst>
              <a:ext uri="{FF2B5EF4-FFF2-40B4-BE49-F238E27FC236}">
                <a16:creationId xmlns:a16="http://schemas.microsoft.com/office/drawing/2014/main" id="{E464550C-647E-2A85-1629-53F7E40F23BF}"/>
              </a:ext>
            </a:extLst>
          </p:cNvPr>
          <p:cNvSpPr>
            <a:spLocks/>
          </p:cNvSpPr>
          <p:nvPr/>
        </p:nvSpPr>
        <p:spPr bwMode="auto">
          <a:xfrm>
            <a:off x="2650391" y="1452785"/>
            <a:ext cx="1588" cy="357188"/>
          </a:xfrm>
          <a:custGeom>
            <a:avLst/>
            <a:gdLst>
              <a:gd name="T0" fmla="*/ 0 w 1"/>
              <a:gd name="T1" fmla="*/ 0 h 225"/>
              <a:gd name="T2" fmla="*/ 0 w 1"/>
              <a:gd name="T3" fmla="*/ 225 h 22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225">
                <a:moveTo>
                  <a:pt x="0" y="0"/>
                </a:moveTo>
                <a:lnTo>
                  <a:pt x="0" y="225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9A94B79A-60C0-24C8-65A1-05DC78F6FE97}"/>
              </a:ext>
            </a:extLst>
          </p:cNvPr>
          <p:cNvSpPr>
            <a:spLocks/>
          </p:cNvSpPr>
          <p:nvPr/>
        </p:nvSpPr>
        <p:spPr bwMode="auto">
          <a:xfrm>
            <a:off x="2659916" y="1448023"/>
            <a:ext cx="1539875" cy="9525"/>
          </a:xfrm>
          <a:custGeom>
            <a:avLst/>
            <a:gdLst>
              <a:gd name="T0" fmla="*/ 0 w 970"/>
              <a:gd name="T1" fmla="*/ 0 h 6"/>
              <a:gd name="T2" fmla="*/ 970 w 970"/>
              <a:gd name="T3" fmla="*/ 6 h 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970" h="6">
                <a:moveTo>
                  <a:pt x="0" y="0"/>
                </a:moveTo>
                <a:lnTo>
                  <a:pt x="970" y="6"/>
                </a:ln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5" name="Line 12">
            <a:extLst>
              <a:ext uri="{FF2B5EF4-FFF2-40B4-BE49-F238E27FC236}">
                <a16:creationId xmlns:a16="http://schemas.microsoft.com/office/drawing/2014/main" id="{CFF20617-9E73-2DFC-A448-306023425AD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25441" y="1340073"/>
            <a:ext cx="0" cy="242570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6" name="Text Box 13">
            <a:extLst>
              <a:ext uri="{FF2B5EF4-FFF2-40B4-BE49-F238E27FC236}">
                <a16:creationId xmlns:a16="http://schemas.microsoft.com/office/drawing/2014/main" id="{86375EF2-C5C5-2BC5-DBCC-DBCB9FF4D8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6216" y="679862"/>
            <a:ext cx="76200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C00000"/>
                </a:solidFill>
              </a:rPr>
              <a:t>例</a:t>
            </a:r>
            <a:r>
              <a:rPr lang="en-US" altLang="zh-CN" sz="2400" b="1" dirty="0">
                <a:solidFill>
                  <a:srgbClr val="C00000"/>
                </a:solidFill>
              </a:rPr>
              <a:t>14.4</a:t>
            </a:r>
            <a:r>
              <a:rPr lang="zh-CN" altLang="en-US" sz="2400" b="1" dirty="0">
                <a:solidFill>
                  <a:srgbClr val="C00000"/>
                </a:solidFill>
              </a:rPr>
              <a:t>：圆柱与圆柱相贯，求其相贯线。</a:t>
            </a:r>
          </a:p>
        </p:txBody>
      </p:sp>
      <p:sp>
        <p:nvSpPr>
          <p:cNvPr id="17" name="Line 14">
            <a:extLst>
              <a:ext uri="{FF2B5EF4-FFF2-40B4-BE49-F238E27FC236}">
                <a16:creationId xmlns:a16="http://schemas.microsoft.com/office/drawing/2014/main" id="{06A28667-EAC6-2AED-F61A-13A38D7C500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99529" y="5007198"/>
            <a:ext cx="27305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8" name="Oval 15">
            <a:extLst>
              <a:ext uri="{FF2B5EF4-FFF2-40B4-BE49-F238E27FC236}">
                <a16:creationId xmlns:a16="http://schemas.microsoft.com/office/drawing/2014/main" id="{AE48A59A-9049-F847-1246-A6481E02F4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3566" y="1814735"/>
            <a:ext cx="2063750" cy="1833563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9" name="Rectangle 16">
            <a:extLst>
              <a:ext uri="{FF2B5EF4-FFF2-40B4-BE49-F238E27FC236}">
                <a16:creationId xmlns:a16="http://schemas.microsoft.com/office/drawing/2014/main" id="{8C69FC8B-1342-4774-EFB4-111079D56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1766" y="4061048"/>
            <a:ext cx="2425700" cy="1892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0" name="Line 17">
            <a:extLst>
              <a:ext uri="{FF2B5EF4-FFF2-40B4-BE49-F238E27FC236}">
                <a16:creationId xmlns:a16="http://schemas.microsoft.com/office/drawing/2014/main" id="{004376AE-6465-E521-740D-4F56C0C45767}"/>
              </a:ext>
            </a:extLst>
          </p:cNvPr>
          <p:cNvSpPr>
            <a:spLocks noChangeShapeType="1"/>
          </p:cNvSpPr>
          <p:nvPr/>
        </p:nvSpPr>
        <p:spPr bwMode="auto">
          <a:xfrm>
            <a:off x="3434616" y="4237260"/>
            <a:ext cx="0" cy="1598613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1" name="Freeform 18">
            <a:extLst>
              <a:ext uri="{FF2B5EF4-FFF2-40B4-BE49-F238E27FC236}">
                <a16:creationId xmlns:a16="http://schemas.microsoft.com/office/drawing/2014/main" id="{73DFBC93-F7CD-556D-F163-E23F95AE5AD7}"/>
              </a:ext>
            </a:extLst>
          </p:cNvPr>
          <p:cNvSpPr>
            <a:spLocks/>
          </p:cNvSpPr>
          <p:nvPr/>
        </p:nvSpPr>
        <p:spPr bwMode="auto">
          <a:xfrm>
            <a:off x="2639279" y="1449610"/>
            <a:ext cx="1587" cy="374650"/>
          </a:xfrm>
          <a:custGeom>
            <a:avLst/>
            <a:gdLst>
              <a:gd name="T0" fmla="*/ 0 w 1"/>
              <a:gd name="T1" fmla="*/ 269 h 269"/>
              <a:gd name="T2" fmla="*/ 0 w 1"/>
              <a:gd name="T3" fmla="*/ 0 h 26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269">
                <a:moveTo>
                  <a:pt x="0" y="269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2" name="Line 19">
            <a:extLst>
              <a:ext uri="{FF2B5EF4-FFF2-40B4-BE49-F238E27FC236}">
                <a16:creationId xmlns:a16="http://schemas.microsoft.com/office/drawing/2014/main" id="{6AEBB948-3969-152F-11DE-03193C83021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36454" y="1459135"/>
            <a:ext cx="15779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3" name="Line 20">
            <a:extLst>
              <a:ext uri="{FF2B5EF4-FFF2-40B4-BE49-F238E27FC236}">
                <a16:creationId xmlns:a16="http://schemas.microsoft.com/office/drawing/2014/main" id="{1CA326B0-DD0E-7D50-693C-B924B21A50D2}"/>
              </a:ext>
            </a:extLst>
          </p:cNvPr>
          <p:cNvSpPr>
            <a:spLocks noChangeShapeType="1"/>
          </p:cNvSpPr>
          <p:nvPr/>
        </p:nvSpPr>
        <p:spPr bwMode="auto">
          <a:xfrm>
            <a:off x="5436454" y="1459135"/>
            <a:ext cx="0" cy="7096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4" name="Line 21">
            <a:extLst>
              <a:ext uri="{FF2B5EF4-FFF2-40B4-BE49-F238E27FC236}">
                <a16:creationId xmlns:a16="http://schemas.microsoft.com/office/drawing/2014/main" id="{2657679D-F19E-0016-5D4A-589C89404D32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4429" y="1459135"/>
            <a:ext cx="0" cy="7096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5" name="Freeform 22">
            <a:extLst>
              <a:ext uri="{FF2B5EF4-FFF2-40B4-BE49-F238E27FC236}">
                <a16:creationId xmlns:a16="http://schemas.microsoft.com/office/drawing/2014/main" id="{5B951B1E-D82E-FDF9-ADB8-22906E8EF695}"/>
              </a:ext>
            </a:extLst>
          </p:cNvPr>
          <p:cNvSpPr>
            <a:spLocks/>
          </p:cNvSpPr>
          <p:nvPr/>
        </p:nvSpPr>
        <p:spPr bwMode="auto">
          <a:xfrm>
            <a:off x="2634516" y="1798860"/>
            <a:ext cx="1563688" cy="317500"/>
          </a:xfrm>
          <a:custGeom>
            <a:avLst/>
            <a:gdLst>
              <a:gd name="T0" fmla="*/ 0 w 985"/>
              <a:gd name="T1" fmla="*/ 0 h 200"/>
              <a:gd name="T2" fmla="*/ 127 w 985"/>
              <a:gd name="T3" fmla="*/ 89 h 200"/>
              <a:gd name="T4" fmla="*/ 214 w 985"/>
              <a:gd name="T5" fmla="*/ 133 h 200"/>
              <a:gd name="T6" fmla="*/ 287 w 985"/>
              <a:gd name="T7" fmla="*/ 169 h 200"/>
              <a:gd name="T8" fmla="*/ 374 w 985"/>
              <a:gd name="T9" fmla="*/ 191 h 200"/>
              <a:gd name="T10" fmla="*/ 500 w 985"/>
              <a:gd name="T11" fmla="*/ 200 h 200"/>
              <a:gd name="T12" fmla="*/ 607 w 985"/>
              <a:gd name="T13" fmla="*/ 191 h 200"/>
              <a:gd name="T14" fmla="*/ 738 w 985"/>
              <a:gd name="T15" fmla="*/ 162 h 200"/>
              <a:gd name="T16" fmla="*/ 832 w 985"/>
              <a:gd name="T17" fmla="*/ 118 h 200"/>
              <a:gd name="T18" fmla="*/ 912 w 985"/>
              <a:gd name="T19" fmla="*/ 68 h 200"/>
              <a:gd name="T20" fmla="*/ 985 w 985"/>
              <a:gd name="T21" fmla="*/ 2 h 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985" h="200">
                <a:moveTo>
                  <a:pt x="0" y="0"/>
                </a:moveTo>
                <a:cubicBezTo>
                  <a:pt x="21" y="13"/>
                  <a:pt x="91" y="67"/>
                  <a:pt x="127" y="89"/>
                </a:cubicBezTo>
                <a:cubicBezTo>
                  <a:pt x="163" y="111"/>
                  <a:pt x="187" y="120"/>
                  <a:pt x="214" y="133"/>
                </a:cubicBezTo>
                <a:cubicBezTo>
                  <a:pt x="241" y="146"/>
                  <a:pt x="260" y="159"/>
                  <a:pt x="287" y="169"/>
                </a:cubicBezTo>
                <a:cubicBezTo>
                  <a:pt x="314" y="179"/>
                  <a:pt x="339" y="186"/>
                  <a:pt x="374" y="191"/>
                </a:cubicBezTo>
                <a:cubicBezTo>
                  <a:pt x="409" y="196"/>
                  <a:pt x="461" y="200"/>
                  <a:pt x="500" y="200"/>
                </a:cubicBezTo>
                <a:cubicBezTo>
                  <a:pt x="539" y="200"/>
                  <a:pt x="567" y="197"/>
                  <a:pt x="607" y="191"/>
                </a:cubicBezTo>
                <a:cubicBezTo>
                  <a:pt x="647" y="185"/>
                  <a:pt x="700" y="174"/>
                  <a:pt x="738" y="162"/>
                </a:cubicBezTo>
                <a:cubicBezTo>
                  <a:pt x="776" y="150"/>
                  <a:pt x="803" y="134"/>
                  <a:pt x="832" y="118"/>
                </a:cubicBezTo>
                <a:cubicBezTo>
                  <a:pt x="861" y="102"/>
                  <a:pt x="887" y="87"/>
                  <a:pt x="912" y="68"/>
                </a:cubicBezTo>
                <a:cubicBezTo>
                  <a:pt x="937" y="49"/>
                  <a:pt x="970" y="16"/>
                  <a:pt x="985" y="2"/>
                </a:cubicBezTo>
              </a:path>
            </a:pathLst>
          </a:custGeom>
          <a:noFill/>
          <a:ln w="3810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26" name="Group 23">
            <a:extLst>
              <a:ext uri="{FF2B5EF4-FFF2-40B4-BE49-F238E27FC236}">
                <a16:creationId xmlns:a16="http://schemas.microsoft.com/office/drawing/2014/main" id="{D3AAD7FB-A2F2-11C5-7F6B-CDE4EC2823D6}"/>
              </a:ext>
            </a:extLst>
          </p:cNvPr>
          <p:cNvGrpSpPr>
            <a:grpSpLocks/>
          </p:cNvGrpSpPr>
          <p:nvPr/>
        </p:nvGrpSpPr>
        <p:grpSpPr bwMode="auto">
          <a:xfrm>
            <a:off x="6225441" y="4072160"/>
            <a:ext cx="1971675" cy="1881188"/>
            <a:chOff x="4290" y="664"/>
            <a:chExt cx="1242" cy="1185"/>
          </a:xfrm>
        </p:grpSpPr>
        <p:sp>
          <p:nvSpPr>
            <p:cNvPr id="27" name="Freeform 24">
              <a:extLst>
                <a:ext uri="{FF2B5EF4-FFF2-40B4-BE49-F238E27FC236}">
                  <a16:creationId xmlns:a16="http://schemas.microsoft.com/office/drawing/2014/main" id="{B6AE3C9C-435F-E064-06CB-A3957D45D2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2" y="701"/>
              <a:ext cx="1190" cy="1107"/>
            </a:xfrm>
            <a:custGeom>
              <a:avLst/>
              <a:gdLst>
                <a:gd name="T0" fmla="*/ 0 w 1334"/>
                <a:gd name="T1" fmla="*/ 478 h 1240"/>
                <a:gd name="T2" fmla="*/ 300 w 1334"/>
                <a:gd name="T3" fmla="*/ 305 h 1240"/>
                <a:gd name="T4" fmla="*/ 374 w 1334"/>
                <a:gd name="T5" fmla="*/ 341 h 1240"/>
                <a:gd name="T6" fmla="*/ 437 w 1334"/>
                <a:gd name="T7" fmla="*/ 371 h 1240"/>
                <a:gd name="T8" fmla="*/ 466 w 1334"/>
                <a:gd name="T9" fmla="*/ 408 h 1240"/>
                <a:gd name="T10" fmla="*/ 509 w 1334"/>
                <a:gd name="T11" fmla="*/ 478 h 1240"/>
                <a:gd name="T12" fmla="*/ 620 w 1334"/>
                <a:gd name="T13" fmla="*/ 536 h 1240"/>
                <a:gd name="T14" fmla="*/ 741 w 1334"/>
                <a:gd name="T15" fmla="*/ 557 h 1240"/>
                <a:gd name="T16" fmla="*/ 846 w 1334"/>
                <a:gd name="T17" fmla="*/ 546 h 1240"/>
                <a:gd name="T18" fmla="*/ 872 w 1334"/>
                <a:gd name="T19" fmla="*/ 489 h 1240"/>
                <a:gd name="T20" fmla="*/ 898 w 1334"/>
                <a:gd name="T21" fmla="*/ 399 h 1240"/>
                <a:gd name="T22" fmla="*/ 909 w 1334"/>
                <a:gd name="T23" fmla="*/ 315 h 1240"/>
                <a:gd name="T24" fmla="*/ 919 w 1334"/>
                <a:gd name="T25" fmla="*/ 226 h 1240"/>
                <a:gd name="T26" fmla="*/ 893 w 1334"/>
                <a:gd name="T27" fmla="*/ 126 h 1240"/>
                <a:gd name="T28" fmla="*/ 861 w 1334"/>
                <a:gd name="T29" fmla="*/ 63 h 1240"/>
                <a:gd name="T30" fmla="*/ 804 w 1334"/>
                <a:gd name="T31" fmla="*/ 16 h 1240"/>
                <a:gd name="T32" fmla="*/ 840 w 1334"/>
                <a:gd name="T33" fmla="*/ 0 h 1240"/>
                <a:gd name="T34" fmla="*/ 898 w 1334"/>
                <a:gd name="T35" fmla="*/ 0 h 1240"/>
                <a:gd name="T36" fmla="*/ 956 w 1334"/>
                <a:gd name="T37" fmla="*/ 11 h 1240"/>
                <a:gd name="T38" fmla="*/ 1014 w 1334"/>
                <a:gd name="T39" fmla="*/ 26 h 1240"/>
                <a:gd name="T40" fmla="*/ 1071 w 1334"/>
                <a:gd name="T41" fmla="*/ 63 h 1240"/>
                <a:gd name="T42" fmla="*/ 1124 w 1334"/>
                <a:gd name="T43" fmla="*/ 95 h 1240"/>
                <a:gd name="T44" fmla="*/ 1166 w 1334"/>
                <a:gd name="T45" fmla="*/ 131 h 1240"/>
                <a:gd name="T46" fmla="*/ 1208 w 1334"/>
                <a:gd name="T47" fmla="*/ 184 h 1240"/>
                <a:gd name="T48" fmla="*/ 1239 w 1334"/>
                <a:gd name="T49" fmla="*/ 231 h 1240"/>
                <a:gd name="T50" fmla="*/ 1276 w 1334"/>
                <a:gd name="T51" fmla="*/ 299 h 1240"/>
                <a:gd name="T52" fmla="*/ 1297 w 1334"/>
                <a:gd name="T53" fmla="*/ 342 h 1240"/>
                <a:gd name="T54" fmla="*/ 1323 w 1334"/>
                <a:gd name="T55" fmla="*/ 420 h 1240"/>
                <a:gd name="T56" fmla="*/ 1334 w 1334"/>
                <a:gd name="T57" fmla="*/ 494 h 1240"/>
                <a:gd name="T58" fmla="*/ 1334 w 1334"/>
                <a:gd name="T59" fmla="*/ 562 h 1240"/>
                <a:gd name="T60" fmla="*/ 1318 w 1334"/>
                <a:gd name="T61" fmla="*/ 636 h 1240"/>
                <a:gd name="T62" fmla="*/ 1297 w 1334"/>
                <a:gd name="T63" fmla="*/ 699 h 1240"/>
                <a:gd name="T64" fmla="*/ 1266 w 1334"/>
                <a:gd name="T65" fmla="*/ 736 h 1240"/>
                <a:gd name="T66" fmla="*/ 919 w 1334"/>
                <a:gd name="T67" fmla="*/ 946 h 1240"/>
                <a:gd name="T68" fmla="*/ 410 w 1334"/>
                <a:gd name="T69" fmla="*/ 1240 h 1240"/>
                <a:gd name="T70" fmla="*/ 462 w 1334"/>
                <a:gd name="T71" fmla="*/ 1161 h 1240"/>
                <a:gd name="T72" fmla="*/ 509 w 1334"/>
                <a:gd name="T73" fmla="*/ 1082 h 1240"/>
                <a:gd name="T74" fmla="*/ 520 w 1334"/>
                <a:gd name="T75" fmla="*/ 962 h 1240"/>
                <a:gd name="T76" fmla="*/ 488 w 1334"/>
                <a:gd name="T77" fmla="*/ 851 h 1240"/>
                <a:gd name="T78" fmla="*/ 441 w 1334"/>
                <a:gd name="T79" fmla="*/ 741 h 1240"/>
                <a:gd name="T80" fmla="*/ 404 w 1334"/>
                <a:gd name="T81" fmla="*/ 678 h 1240"/>
                <a:gd name="T82" fmla="*/ 341 w 1334"/>
                <a:gd name="T83" fmla="*/ 615 h 1240"/>
                <a:gd name="T84" fmla="*/ 268 w 1334"/>
                <a:gd name="T85" fmla="*/ 546 h 1240"/>
                <a:gd name="T86" fmla="*/ 152 w 1334"/>
                <a:gd name="T87" fmla="*/ 489 h 1240"/>
                <a:gd name="T88" fmla="*/ 74 w 1334"/>
                <a:gd name="T89" fmla="*/ 473 h 1240"/>
                <a:gd name="T90" fmla="*/ 0 w 1334"/>
                <a:gd name="T91" fmla="*/ 478 h 1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334" h="1240">
                  <a:moveTo>
                    <a:pt x="0" y="478"/>
                  </a:moveTo>
                  <a:lnTo>
                    <a:pt x="300" y="305"/>
                  </a:lnTo>
                  <a:lnTo>
                    <a:pt x="374" y="341"/>
                  </a:lnTo>
                  <a:lnTo>
                    <a:pt x="437" y="371"/>
                  </a:lnTo>
                  <a:lnTo>
                    <a:pt x="466" y="408"/>
                  </a:lnTo>
                  <a:lnTo>
                    <a:pt x="509" y="478"/>
                  </a:lnTo>
                  <a:lnTo>
                    <a:pt x="620" y="536"/>
                  </a:lnTo>
                  <a:lnTo>
                    <a:pt x="741" y="557"/>
                  </a:lnTo>
                  <a:lnTo>
                    <a:pt x="846" y="546"/>
                  </a:lnTo>
                  <a:lnTo>
                    <a:pt x="872" y="489"/>
                  </a:lnTo>
                  <a:lnTo>
                    <a:pt x="898" y="399"/>
                  </a:lnTo>
                  <a:lnTo>
                    <a:pt x="909" y="315"/>
                  </a:lnTo>
                  <a:lnTo>
                    <a:pt x="919" y="226"/>
                  </a:lnTo>
                  <a:lnTo>
                    <a:pt x="893" y="126"/>
                  </a:lnTo>
                  <a:lnTo>
                    <a:pt x="861" y="63"/>
                  </a:lnTo>
                  <a:lnTo>
                    <a:pt x="804" y="16"/>
                  </a:lnTo>
                  <a:lnTo>
                    <a:pt x="840" y="0"/>
                  </a:lnTo>
                  <a:lnTo>
                    <a:pt x="898" y="0"/>
                  </a:lnTo>
                  <a:lnTo>
                    <a:pt x="956" y="11"/>
                  </a:lnTo>
                  <a:lnTo>
                    <a:pt x="1014" y="26"/>
                  </a:lnTo>
                  <a:lnTo>
                    <a:pt x="1071" y="63"/>
                  </a:lnTo>
                  <a:lnTo>
                    <a:pt x="1124" y="95"/>
                  </a:lnTo>
                  <a:lnTo>
                    <a:pt x="1166" y="131"/>
                  </a:lnTo>
                  <a:lnTo>
                    <a:pt x="1208" y="184"/>
                  </a:lnTo>
                  <a:lnTo>
                    <a:pt x="1239" y="231"/>
                  </a:lnTo>
                  <a:lnTo>
                    <a:pt x="1276" y="299"/>
                  </a:lnTo>
                  <a:lnTo>
                    <a:pt x="1297" y="342"/>
                  </a:lnTo>
                  <a:lnTo>
                    <a:pt x="1323" y="420"/>
                  </a:lnTo>
                  <a:lnTo>
                    <a:pt x="1334" y="494"/>
                  </a:lnTo>
                  <a:lnTo>
                    <a:pt x="1334" y="562"/>
                  </a:lnTo>
                  <a:lnTo>
                    <a:pt x="1318" y="636"/>
                  </a:lnTo>
                  <a:lnTo>
                    <a:pt x="1297" y="699"/>
                  </a:lnTo>
                  <a:lnTo>
                    <a:pt x="1266" y="736"/>
                  </a:lnTo>
                  <a:lnTo>
                    <a:pt x="919" y="946"/>
                  </a:lnTo>
                  <a:lnTo>
                    <a:pt x="410" y="1240"/>
                  </a:lnTo>
                  <a:lnTo>
                    <a:pt x="462" y="1161"/>
                  </a:lnTo>
                  <a:lnTo>
                    <a:pt x="509" y="1082"/>
                  </a:lnTo>
                  <a:lnTo>
                    <a:pt x="520" y="962"/>
                  </a:lnTo>
                  <a:lnTo>
                    <a:pt x="488" y="851"/>
                  </a:lnTo>
                  <a:lnTo>
                    <a:pt x="441" y="741"/>
                  </a:lnTo>
                  <a:lnTo>
                    <a:pt x="404" y="678"/>
                  </a:lnTo>
                  <a:lnTo>
                    <a:pt x="341" y="615"/>
                  </a:lnTo>
                  <a:lnTo>
                    <a:pt x="268" y="546"/>
                  </a:lnTo>
                  <a:lnTo>
                    <a:pt x="152" y="489"/>
                  </a:lnTo>
                  <a:lnTo>
                    <a:pt x="74" y="473"/>
                  </a:lnTo>
                  <a:lnTo>
                    <a:pt x="0" y="478"/>
                  </a:lnTo>
                  <a:close/>
                </a:path>
              </a:pathLst>
            </a:custGeom>
            <a:gradFill rotWithShape="0">
              <a:gsLst>
                <a:gs pos="0">
                  <a:srgbClr val="339966">
                    <a:gamma/>
                    <a:shade val="43137"/>
                    <a:invGamma/>
                  </a:srgbClr>
                </a:gs>
                <a:gs pos="50000">
                  <a:srgbClr val="339966"/>
                </a:gs>
                <a:gs pos="100000">
                  <a:srgbClr val="339966">
                    <a:gamma/>
                    <a:shade val="43137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8" name="Oval 25">
              <a:extLst>
                <a:ext uri="{FF2B5EF4-FFF2-40B4-BE49-F238E27FC236}">
                  <a16:creationId xmlns:a16="http://schemas.microsoft.com/office/drawing/2014/main" id="{A569E5CF-260E-A2A6-103D-B0A6325E6BE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801384">
              <a:off x="4290" y="1079"/>
              <a:ext cx="487" cy="77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9" name="Freeform 26">
              <a:extLst>
                <a:ext uri="{FF2B5EF4-FFF2-40B4-BE49-F238E27FC236}">
                  <a16:creationId xmlns:a16="http://schemas.microsoft.com/office/drawing/2014/main" id="{2747C636-FA2F-2B60-4F45-985D1068D4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3" y="814"/>
              <a:ext cx="553" cy="418"/>
            </a:xfrm>
            <a:custGeom>
              <a:avLst/>
              <a:gdLst>
                <a:gd name="T0" fmla="*/ 0 w 1416"/>
                <a:gd name="T1" fmla="*/ 36 h 1068"/>
                <a:gd name="T2" fmla="*/ 0 w 1416"/>
                <a:gd name="T3" fmla="*/ 408 h 1068"/>
                <a:gd name="T4" fmla="*/ 168 w 1416"/>
                <a:gd name="T5" fmla="*/ 552 h 1068"/>
                <a:gd name="T6" fmla="*/ 300 w 1416"/>
                <a:gd name="T7" fmla="*/ 684 h 1068"/>
                <a:gd name="T8" fmla="*/ 420 w 1416"/>
                <a:gd name="T9" fmla="*/ 792 h 1068"/>
                <a:gd name="T10" fmla="*/ 552 w 1416"/>
                <a:gd name="T11" fmla="*/ 900 h 1068"/>
                <a:gd name="T12" fmla="*/ 672 w 1416"/>
                <a:gd name="T13" fmla="*/ 984 h 1068"/>
                <a:gd name="T14" fmla="*/ 804 w 1416"/>
                <a:gd name="T15" fmla="*/ 1044 h 1068"/>
                <a:gd name="T16" fmla="*/ 924 w 1416"/>
                <a:gd name="T17" fmla="*/ 1068 h 1068"/>
                <a:gd name="T18" fmla="*/ 1044 w 1416"/>
                <a:gd name="T19" fmla="*/ 1056 h 1068"/>
                <a:gd name="T20" fmla="*/ 1128 w 1416"/>
                <a:gd name="T21" fmla="*/ 1032 h 1068"/>
                <a:gd name="T22" fmla="*/ 1248 w 1416"/>
                <a:gd name="T23" fmla="*/ 972 h 1068"/>
                <a:gd name="T24" fmla="*/ 1332 w 1416"/>
                <a:gd name="T25" fmla="*/ 852 h 1068"/>
                <a:gd name="T26" fmla="*/ 1380 w 1416"/>
                <a:gd name="T27" fmla="*/ 744 h 1068"/>
                <a:gd name="T28" fmla="*/ 1404 w 1416"/>
                <a:gd name="T29" fmla="*/ 576 h 1068"/>
                <a:gd name="T30" fmla="*/ 1416 w 1416"/>
                <a:gd name="T31" fmla="*/ 492 h 1068"/>
                <a:gd name="T32" fmla="*/ 1416 w 1416"/>
                <a:gd name="T33" fmla="*/ 0 h 1068"/>
                <a:gd name="T34" fmla="*/ 1332 w 1416"/>
                <a:gd name="T35" fmla="*/ 168 h 1068"/>
                <a:gd name="T36" fmla="*/ 1272 w 1416"/>
                <a:gd name="T37" fmla="*/ 276 h 1068"/>
                <a:gd name="T38" fmla="*/ 1164 w 1416"/>
                <a:gd name="T39" fmla="*/ 348 h 1068"/>
                <a:gd name="T40" fmla="*/ 1032 w 1416"/>
                <a:gd name="T41" fmla="*/ 396 h 1068"/>
                <a:gd name="T42" fmla="*/ 936 w 1416"/>
                <a:gd name="T43" fmla="*/ 408 h 1068"/>
                <a:gd name="T44" fmla="*/ 768 w 1416"/>
                <a:gd name="T45" fmla="*/ 444 h 1068"/>
                <a:gd name="T46" fmla="*/ 660 w 1416"/>
                <a:gd name="T47" fmla="*/ 456 h 1068"/>
                <a:gd name="T48" fmla="*/ 468 w 1416"/>
                <a:gd name="T49" fmla="*/ 432 h 1068"/>
                <a:gd name="T50" fmla="*/ 372 w 1416"/>
                <a:gd name="T51" fmla="*/ 372 h 1068"/>
                <a:gd name="T52" fmla="*/ 240 w 1416"/>
                <a:gd name="T53" fmla="*/ 336 h 1068"/>
                <a:gd name="T54" fmla="*/ 132 w 1416"/>
                <a:gd name="T55" fmla="*/ 240 h 1068"/>
                <a:gd name="T56" fmla="*/ 72 w 1416"/>
                <a:gd name="T57" fmla="*/ 180 h 1068"/>
                <a:gd name="T58" fmla="*/ 0 w 1416"/>
                <a:gd name="T59" fmla="*/ 36 h 10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416" h="1068">
                  <a:moveTo>
                    <a:pt x="0" y="36"/>
                  </a:moveTo>
                  <a:lnTo>
                    <a:pt x="0" y="408"/>
                  </a:lnTo>
                  <a:lnTo>
                    <a:pt x="168" y="552"/>
                  </a:lnTo>
                  <a:lnTo>
                    <a:pt x="300" y="684"/>
                  </a:lnTo>
                  <a:lnTo>
                    <a:pt x="420" y="792"/>
                  </a:lnTo>
                  <a:lnTo>
                    <a:pt x="552" y="900"/>
                  </a:lnTo>
                  <a:lnTo>
                    <a:pt x="672" y="984"/>
                  </a:lnTo>
                  <a:lnTo>
                    <a:pt x="804" y="1044"/>
                  </a:lnTo>
                  <a:lnTo>
                    <a:pt x="924" y="1068"/>
                  </a:lnTo>
                  <a:lnTo>
                    <a:pt x="1044" y="1056"/>
                  </a:lnTo>
                  <a:lnTo>
                    <a:pt x="1128" y="1032"/>
                  </a:lnTo>
                  <a:lnTo>
                    <a:pt x="1248" y="972"/>
                  </a:lnTo>
                  <a:lnTo>
                    <a:pt x="1332" y="852"/>
                  </a:lnTo>
                  <a:lnTo>
                    <a:pt x="1380" y="744"/>
                  </a:lnTo>
                  <a:lnTo>
                    <a:pt x="1404" y="576"/>
                  </a:lnTo>
                  <a:lnTo>
                    <a:pt x="1416" y="492"/>
                  </a:lnTo>
                  <a:lnTo>
                    <a:pt x="1416" y="0"/>
                  </a:lnTo>
                  <a:lnTo>
                    <a:pt x="1332" y="168"/>
                  </a:lnTo>
                  <a:lnTo>
                    <a:pt x="1272" y="276"/>
                  </a:lnTo>
                  <a:lnTo>
                    <a:pt x="1164" y="348"/>
                  </a:lnTo>
                  <a:lnTo>
                    <a:pt x="1032" y="396"/>
                  </a:lnTo>
                  <a:lnTo>
                    <a:pt x="936" y="408"/>
                  </a:lnTo>
                  <a:lnTo>
                    <a:pt x="768" y="444"/>
                  </a:lnTo>
                  <a:lnTo>
                    <a:pt x="660" y="456"/>
                  </a:lnTo>
                  <a:lnTo>
                    <a:pt x="468" y="432"/>
                  </a:lnTo>
                  <a:lnTo>
                    <a:pt x="372" y="372"/>
                  </a:lnTo>
                  <a:lnTo>
                    <a:pt x="240" y="336"/>
                  </a:lnTo>
                  <a:lnTo>
                    <a:pt x="132" y="240"/>
                  </a:lnTo>
                  <a:lnTo>
                    <a:pt x="72" y="180"/>
                  </a:lnTo>
                  <a:lnTo>
                    <a:pt x="0" y="36"/>
                  </a:lnTo>
                  <a:close/>
                </a:path>
              </a:pathLst>
            </a:custGeom>
            <a:gradFill rotWithShape="0">
              <a:gsLst>
                <a:gs pos="0">
                  <a:srgbClr val="FF6600">
                    <a:gamma/>
                    <a:shade val="60784"/>
                    <a:invGamma/>
                  </a:srgbClr>
                </a:gs>
                <a:gs pos="50000">
                  <a:srgbClr val="FF6600"/>
                </a:gs>
                <a:gs pos="100000">
                  <a:srgbClr val="FF6600">
                    <a:gamma/>
                    <a:shade val="60784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0" name="Oval 27">
              <a:extLst>
                <a:ext uri="{FF2B5EF4-FFF2-40B4-BE49-F238E27FC236}">
                  <a16:creationId xmlns:a16="http://schemas.microsoft.com/office/drawing/2014/main" id="{0B1AFD0A-5294-E448-322A-6FAF62F096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8" y="664"/>
              <a:ext cx="544" cy="346"/>
            </a:xfrm>
            <a:prstGeom prst="ellipse">
              <a:avLst/>
            </a:prstGeom>
            <a:solidFill>
              <a:srgbClr val="FF66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31" name="Line 28">
            <a:extLst>
              <a:ext uri="{FF2B5EF4-FFF2-40B4-BE49-F238E27FC236}">
                <a16:creationId xmlns:a16="http://schemas.microsoft.com/office/drawing/2014/main" id="{4EC92B66-DFB5-03A7-5AE7-69432227877B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8204" y="1448023"/>
            <a:ext cx="0" cy="3540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2" name="Line 29">
            <a:extLst>
              <a:ext uri="{FF2B5EF4-FFF2-40B4-BE49-F238E27FC236}">
                <a16:creationId xmlns:a16="http://schemas.microsoft.com/office/drawing/2014/main" id="{341901B9-9DE4-118E-A5DD-06B44EC2190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15416" y="1798860"/>
            <a:ext cx="42386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3" name="Line 30">
            <a:extLst>
              <a:ext uri="{FF2B5EF4-FFF2-40B4-BE49-F238E27FC236}">
                <a16:creationId xmlns:a16="http://schemas.microsoft.com/office/drawing/2014/main" id="{92D14C33-21A7-4D17-EC1D-CFD33A0249A1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5566" y="1290860"/>
            <a:ext cx="0" cy="982663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0A8DE612-C862-430F-7108-C69813F3E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8327" y="2638096"/>
            <a:ext cx="1077457" cy="3315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5950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139A7-8913-4C5A-006D-C3816F27B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5C74A-F020-3B4A-A07D-31227A4635B8}" type="datetime1">
              <a:rPr lang="en-US" altLang="zh-CN" smtClean="0"/>
              <a:t>11/11/25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BB7BD5-B833-B9DF-E685-15E661412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14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93C009-5DAC-5E73-7B75-C8EA73C39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17</a:t>
            </a:fld>
            <a:endParaRPr lang="en-US"/>
          </a:p>
        </p:txBody>
      </p:sp>
      <p:sp>
        <p:nvSpPr>
          <p:cNvPr id="5" name="AutoShape 92">
            <a:extLst>
              <a:ext uri="{FF2B5EF4-FFF2-40B4-BE49-F238E27FC236}">
                <a16:creationId xmlns:a16="http://schemas.microsoft.com/office/drawing/2014/main" id="{1710853A-5797-FEAD-C9C2-F5E6D6EFA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4973" y="500516"/>
            <a:ext cx="1200150" cy="600075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7C80"/>
              </a:gs>
              <a:gs pos="100000">
                <a:srgbClr val="FF7C80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9C501DA8-5BD8-9A80-389A-9CA8BE8493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8806" y="543872"/>
            <a:ext cx="377539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latin typeface="DengXian" charset="-122"/>
                <a:ea typeface="DengXian" charset="-122"/>
                <a:cs typeface="DengXian" charset="-122"/>
              </a:rPr>
              <a:t>二圆柱进行“差”运算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D6133652-A67E-A918-DB9C-40F420397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0467" y="504017"/>
            <a:ext cx="90281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zh-CN" altLang="en-US" sz="2800" b="1">
                <a:solidFill>
                  <a:srgbClr val="FFFF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DengXian" charset="-122"/>
                <a:ea typeface="DengXian" charset="-122"/>
                <a:cs typeface="DengXian" charset="-122"/>
              </a:rPr>
              <a:t>讨论</a:t>
            </a:r>
          </a:p>
        </p:txBody>
      </p:sp>
      <p:sp>
        <p:nvSpPr>
          <p:cNvPr id="8" name="Text Box 5" descr="紫色网格">
            <a:extLst>
              <a:ext uri="{FF2B5EF4-FFF2-40B4-BE49-F238E27FC236}">
                <a16:creationId xmlns:a16="http://schemas.microsoft.com/office/drawing/2014/main" id="{CE704C14-4633-1589-8A24-302CCF48D5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6712" y="5455431"/>
            <a:ext cx="761747" cy="52322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DengXian" charset="-122"/>
                <a:ea typeface="DengXian" charset="-122"/>
                <a:cs typeface="DengXian" charset="-122"/>
              </a:rPr>
              <a:t>1-2</a:t>
            </a:r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28299BEA-D0C7-3F0C-69FD-D8D72C55A490}"/>
              </a:ext>
            </a:extLst>
          </p:cNvPr>
          <p:cNvSpPr>
            <a:spLocks noChangeShapeType="1"/>
          </p:cNvSpPr>
          <p:nvPr/>
        </p:nvSpPr>
        <p:spPr bwMode="auto">
          <a:xfrm>
            <a:off x="985610" y="2965903"/>
            <a:ext cx="2452688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/>
          </a:ln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grpSp>
        <p:nvGrpSpPr>
          <p:cNvPr id="10" name="Group 7">
            <a:extLst>
              <a:ext uri="{FF2B5EF4-FFF2-40B4-BE49-F238E27FC236}">
                <a16:creationId xmlns:a16="http://schemas.microsoft.com/office/drawing/2014/main" id="{4DB99840-9E14-BF77-9B9F-1C51667D409B}"/>
              </a:ext>
            </a:extLst>
          </p:cNvPr>
          <p:cNvGrpSpPr>
            <a:grpSpLocks/>
          </p:cNvGrpSpPr>
          <p:nvPr/>
        </p:nvGrpSpPr>
        <p:grpSpPr bwMode="auto">
          <a:xfrm>
            <a:off x="985610" y="1756228"/>
            <a:ext cx="4281488" cy="4175125"/>
            <a:chOff x="148" y="1158"/>
            <a:chExt cx="2697" cy="2630"/>
          </a:xfrm>
        </p:grpSpPr>
        <p:grpSp>
          <p:nvGrpSpPr>
            <p:cNvPr id="11" name="Group 8">
              <a:extLst>
                <a:ext uri="{FF2B5EF4-FFF2-40B4-BE49-F238E27FC236}">
                  <a16:creationId xmlns:a16="http://schemas.microsoft.com/office/drawing/2014/main" id="{92324EAB-9FE3-F85C-82B3-719C792D30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1" y="2772"/>
              <a:ext cx="1481" cy="1016"/>
              <a:chOff x="191" y="2772"/>
              <a:chExt cx="1481" cy="1016"/>
            </a:xfrm>
          </p:grpSpPr>
          <p:sp>
            <p:nvSpPr>
              <p:cNvPr id="32" name="Rectangle 9">
                <a:extLst>
                  <a:ext uri="{FF2B5EF4-FFF2-40B4-BE49-F238E27FC236}">
                    <a16:creationId xmlns:a16="http://schemas.microsoft.com/office/drawing/2014/main" id="{A4BC6859-01C3-C35B-49CF-D7EDEE3241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" y="2841"/>
                <a:ext cx="1253" cy="877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33" name="Oval 10">
                <a:extLst>
                  <a:ext uri="{FF2B5EF4-FFF2-40B4-BE49-F238E27FC236}">
                    <a16:creationId xmlns:a16="http://schemas.microsoft.com/office/drawing/2014/main" id="{270CF0E5-5E4B-3A7C-2A80-954325A058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5" y="2953"/>
                <a:ext cx="668" cy="668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34" name="Line 11">
                <a:extLst>
                  <a:ext uri="{FF2B5EF4-FFF2-40B4-BE49-F238E27FC236}">
                    <a16:creationId xmlns:a16="http://schemas.microsoft.com/office/drawing/2014/main" id="{23FCCB4E-3A5C-9B06-BE3A-5BBCD48064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1" y="3287"/>
                <a:ext cx="148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35" name="Line 12">
                <a:extLst>
                  <a:ext uri="{FF2B5EF4-FFF2-40B4-BE49-F238E27FC236}">
                    <a16:creationId xmlns:a16="http://schemas.microsoft.com/office/drawing/2014/main" id="{E6605BB0-F9F3-0FEE-8C29-528CED4754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29" y="2772"/>
                <a:ext cx="0" cy="10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</p:grpSp>
        <p:grpSp>
          <p:nvGrpSpPr>
            <p:cNvPr id="12" name="Group 13">
              <a:extLst>
                <a:ext uri="{FF2B5EF4-FFF2-40B4-BE49-F238E27FC236}">
                  <a16:creationId xmlns:a16="http://schemas.microsoft.com/office/drawing/2014/main" id="{FDAE59C7-2265-BBD7-87FA-45B5FC71E7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9" y="1158"/>
              <a:ext cx="1116" cy="1522"/>
              <a:chOff x="1729" y="1158"/>
              <a:chExt cx="1116" cy="1522"/>
            </a:xfrm>
          </p:grpSpPr>
          <p:grpSp>
            <p:nvGrpSpPr>
              <p:cNvPr id="24" name="Group 14">
                <a:extLst>
                  <a:ext uri="{FF2B5EF4-FFF2-40B4-BE49-F238E27FC236}">
                    <a16:creationId xmlns:a16="http://schemas.microsoft.com/office/drawing/2014/main" id="{3005AEE5-5F97-D242-14B0-A61CFC62ADC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47" y="1158"/>
                <a:ext cx="877" cy="1522"/>
                <a:chOff x="1847" y="1158"/>
                <a:chExt cx="877" cy="1522"/>
              </a:xfrm>
            </p:grpSpPr>
            <p:sp>
              <p:nvSpPr>
                <p:cNvPr id="26" name="Rectangle 15">
                  <a:extLst>
                    <a:ext uri="{FF2B5EF4-FFF2-40B4-BE49-F238E27FC236}">
                      <a16:creationId xmlns:a16="http://schemas.microsoft.com/office/drawing/2014/main" id="{98E773FF-A8E7-A9C2-EF1E-D57470285B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59" y="1255"/>
                  <a:ext cx="668" cy="474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1400">
                    <a:latin typeface="DengXian" charset="-122"/>
                    <a:ea typeface="DengXian" charset="-122"/>
                    <a:cs typeface="DengXian" charset="-122"/>
                  </a:endParaRPr>
                </a:p>
              </p:txBody>
            </p:sp>
            <p:sp>
              <p:nvSpPr>
                <p:cNvPr id="27" name="Oval 16">
                  <a:extLst>
                    <a:ext uri="{FF2B5EF4-FFF2-40B4-BE49-F238E27FC236}">
                      <a16:creationId xmlns:a16="http://schemas.microsoft.com/office/drawing/2014/main" id="{498C222D-C604-8938-F236-EEA680486D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47" y="1486"/>
                  <a:ext cx="877" cy="87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1400">
                    <a:latin typeface="DengXian" charset="-122"/>
                    <a:ea typeface="DengXian" charset="-122"/>
                    <a:cs typeface="DengXian" charset="-122"/>
                  </a:endParaRPr>
                </a:p>
              </p:txBody>
            </p:sp>
            <p:sp>
              <p:nvSpPr>
                <p:cNvPr id="28" name="Line 17">
                  <a:extLst>
                    <a:ext uri="{FF2B5EF4-FFF2-40B4-BE49-F238E27FC236}">
                      <a16:creationId xmlns:a16="http://schemas.microsoft.com/office/drawing/2014/main" id="{35D3E44A-4844-B653-BC55-7FA0201018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93" y="1158"/>
                  <a:ext cx="0" cy="15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Dot"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1400">
                    <a:latin typeface="DengXian" charset="-122"/>
                    <a:ea typeface="DengXian" charset="-122"/>
                    <a:cs typeface="DengXian" charset="-122"/>
                  </a:endParaRPr>
                </a:p>
              </p:txBody>
            </p:sp>
            <p:sp>
              <p:nvSpPr>
                <p:cNvPr id="29" name="Line 18">
                  <a:extLst>
                    <a:ext uri="{FF2B5EF4-FFF2-40B4-BE49-F238E27FC236}">
                      <a16:creationId xmlns:a16="http://schemas.microsoft.com/office/drawing/2014/main" id="{348C11EC-273C-A360-B5F7-D0A28FB8EA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52" y="2600"/>
                  <a:ext cx="688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400">
                    <a:latin typeface="DengXian" charset="-122"/>
                    <a:ea typeface="DengXian" charset="-122"/>
                    <a:cs typeface="DengXian" charset="-122"/>
                  </a:endParaRPr>
                </a:p>
              </p:txBody>
            </p:sp>
            <p:sp>
              <p:nvSpPr>
                <p:cNvPr id="30" name="Line 19">
                  <a:extLst>
                    <a:ext uri="{FF2B5EF4-FFF2-40B4-BE49-F238E27FC236}">
                      <a16:creationId xmlns:a16="http://schemas.microsoft.com/office/drawing/2014/main" id="{2B7122A4-79F4-5B5C-3BB5-AD588AA031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60" y="2216"/>
                  <a:ext cx="0" cy="38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400">
                    <a:latin typeface="DengXian" charset="-122"/>
                    <a:ea typeface="DengXian" charset="-122"/>
                    <a:cs typeface="DengXian" charset="-122"/>
                  </a:endParaRPr>
                </a:p>
              </p:txBody>
            </p:sp>
            <p:sp>
              <p:nvSpPr>
                <p:cNvPr id="31" name="Line 20">
                  <a:extLst>
                    <a:ext uri="{FF2B5EF4-FFF2-40B4-BE49-F238E27FC236}">
                      <a16:creationId xmlns:a16="http://schemas.microsoft.com/office/drawing/2014/main" id="{A6D9808F-98FF-19CC-6BF2-1902750EC0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24" y="2208"/>
                  <a:ext cx="0" cy="40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400">
                    <a:latin typeface="DengXian" charset="-122"/>
                    <a:ea typeface="DengXian" charset="-122"/>
                    <a:cs typeface="DengXian" charset="-122"/>
                  </a:endParaRPr>
                </a:p>
              </p:txBody>
            </p:sp>
          </p:grpSp>
          <p:sp>
            <p:nvSpPr>
              <p:cNvPr id="25" name="Line 21">
                <a:extLst>
                  <a:ext uri="{FF2B5EF4-FFF2-40B4-BE49-F238E27FC236}">
                    <a16:creationId xmlns:a16="http://schemas.microsoft.com/office/drawing/2014/main" id="{43AF2AD6-0E74-63FF-0BAE-3D256BAD0C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9" y="1920"/>
                <a:ext cx="11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</p:grpSp>
        <p:grpSp>
          <p:nvGrpSpPr>
            <p:cNvPr id="13" name="Group 22">
              <a:extLst>
                <a:ext uri="{FF2B5EF4-FFF2-40B4-BE49-F238E27FC236}">
                  <a16:creationId xmlns:a16="http://schemas.microsoft.com/office/drawing/2014/main" id="{3DB036BD-331F-7C58-38FE-22D20F2ACE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" y="1158"/>
              <a:ext cx="1545" cy="1512"/>
              <a:chOff x="148" y="1158"/>
              <a:chExt cx="1545" cy="1512"/>
            </a:xfrm>
          </p:grpSpPr>
          <p:grpSp>
            <p:nvGrpSpPr>
              <p:cNvPr id="14" name="Group 23">
                <a:extLst>
                  <a:ext uri="{FF2B5EF4-FFF2-40B4-BE49-F238E27FC236}">
                    <a16:creationId xmlns:a16="http://schemas.microsoft.com/office/drawing/2014/main" id="{6466AE97-B50E-49FD-88C4-8EF23BBD484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5" y="1158"/>
                <a:ext cx="1253" cy="1512"/>
                <a:chOff x="315" y="1158"/>
                <a:chExt cx="1253" cy="1512"/>
              </a:xfrm>
            </p:grpSpPr>
            <p:sp>
              <p:nvSpPr>
                <p:cNvPr id="16" name="Rectangle 24">
                  <a:extLst>
                    <a:ext uri="{FF2B5EF4-FFF2-40B4-BE49-F238E27FC236}">
                      <a16:creationId xmlns:a16="http://schemas.microsoft.com/office/drawing/2014/main" id="{6B880C61-0D16-8A8D-08B7-B1D25738EF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93" y="1255"/>
                  <a:ext cx="669" cy="474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1400">
                    <a:latin typeface="DengXian" charset="-122"/>
                    <a:ea typeface="DengXian" charset="-122"/>
                    <a:cs typeface="DengXian" charset="-122"/>
                  </a:endParaRPr>
                </a:p>
              </p:txBody>
            </p:sp>
            <p:sp>
              <p:nvSpPr>
                <p:cNvPr id="17" name="Rectangle 25">
                  <a:extLst>
                    <a:ext uri="{FF2B5EF4-FFF2-40B4-BE49-F238E27FC236}">
                      <a16:creationId xmlns:a16="http://schemas.microsoft.com/office/drawing/2014/main" id="{22130A6B-53CC-FF63-6FCF-994EA178EF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" y="1480"/>
                  <a:ext cx="1253" cy="877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1400">
                    <a:latin typeface="DengXian" charset="-122"/>
                    <a:ea typeface="DengXian" charset="-122"/>
                    <a:cs typeface="DengXian" charset="-122"/>
                  </a:endParaRPr>
                </a:p>
              </p:txBody>
            </p:sp>
            <p:sp>
              <p:nvSpPr>
                <p:cNvPr id="18" name="Line 26">
                  <a:extLst>
                    <a:ext uri="{FF2B5EF4-FFF2-40B4-BE49-F238E27FC236}">
                      <a16:creationId xmlns:a16="http://schemas.microsoft.com/office/drawing/2014/main" id="{99E1CE7E-09BE-BC67-687C-E0ACC74A35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92" y="2364"/>
                  <a:ext cx="0" cy="231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400">
                    <a:latin typeface="DengXian" charset="-122"/>
                    <a:ea typeface="DengXian" charset="-122"/>
                    <a:cs typeface="DengXian" charset="-122"/>
                  </a:endParaRPr>
                </a:p>
              </p:txBody>
            </p:sp>
            <p:sp>
              <p:nvSpPr>
                <p:cNvPr id="19" name="Line 27">
                  <a:extLst>
                    <a:ext uri="{FF2B5EF4-FFF2-40B4-BE49-F238E27FC236}">
                      <a16:creationId xmlns:a16="http://schemas.microsoft.com/office/drawing/2014/main" id="{21ADDEC9-6917-70C0-5409-4A96DB9507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84" y="2592"/>
                  <a:ext cx="688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400">
                    <a:latin typeface="DengXian" charset="-122"/>
                    <a:ea typeface="DengXian" charset="-122"/>
                    <a:cs typeface="DengXian" charset="-122"/>
                  </a:endParaRPr>
                </a:p>
              </p:txBody>
            </p:sp>
            <p:sp>
              <p:nvSpPr>
                <p:cNvPr id="20" name="Line 28">
                  <a:extLst>
                    <a:ext uri="{FF2B5EF4-FFF2-40B4-BE49-F238E27FC236}">
                      <a16:creationId xmlns:a16="http://schemas.microsoft.com/office/drawing/2014/main" id="{248FA7FE-525B-ED3B-22B4-5143C24A52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264" y="2368"/>
                  <a:ext cx="0" cy="23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400">
                    <a:latin typeface="DengXian" charset="-122"/>
                    <a:ea typeface="DengXian" charset="-122"/>
                    <a:cs typeface="DengXian" charset="-122"/>
                  </a:endParaRPr>
                </a:p>
              </p:txBody>
            </p:sp>
            <p:sp>
              <p:nvSpPr>
                <p:cNvPr id="21" name="Line 29">
                  <a:extLst>
                    <a:ext uri="{FF2B5EF4-FFF2-40B4-BE49-F238E27FC236}">
                      <a16:creationId xmlns:a16="http://schemas.microsoft.com/office/drawing/2014/main" id="{111FD7F6-4138-1C99-216F-906C670ABF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27" y="1158"/>
                  <a:ext cx="0" cy="151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Dot"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1400">
                    <a:latin typeface="DengXian" charset="-122"/>
                    <a:ea typeface="DengXian" charset="-122"/>
                    <a:cs typeface="DengXian" charset="-122"/>
                  </a:endParaRPr>
                </a:p>
              </p:txBody>
            </p:sp>
            <p:sp>
              <p:nvSpPr>
                <p:cNvPr id="22" name="Line 30">
                  <a:extLst>
                    <a:ext uri="{FF2B5EF4-FFF2-40B4-BE49-F238E27FC236}">
                      <a16:creationId xmlns:a16="http://schemas.microsoft.com/office/drawing/2014/main" id="{DD53F130-F4A4-DC9E-0C28-E7DDAE2BB4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10" y="1479"/>
                  <a:ext cx="648" cy="0"/>
                </a:xfrm>
                <a:prstGeom prst="line">
                  <a:avLst/>
                </a:prstGeom>
                <a:noFill/>
                <a:ln w="76200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400">
                    <a:latin typeface="DengXian" charset="-122"/>
                    <a:ea typeface="DengXian" charset="-122"/>
                    <a:cs typeface="DengXian" charset="-122"/>
                  </a:endParaRPr>
                </a:p>
              </p:txBody>
            </p:sp>
            <p:sp>
              <p:nvSpPr>
                <p:cNvPr id="23" name="Line 31">
                  <a:extLst>
                    <a:ext uri="{FF2B5EF4-FFF2-40B4-BE49-F238E27FC236}">
                      <a16:creationId xmlns:a16="http://schemas.microsoft.com/office/drawing/2014/main" id="{613B70BB-3607-B616-9061-71AF67C118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10" y="2355"/>
                  <a:ext cx="648" cy="0"/>
                </a:xfrm>
                <a:prstGeom prst="line">
                  <a:avLst/>
                </a:prstGeom>
                <a:noFill/>
                <a:ln w="76200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400">
                    <a:latin typeface="DengXian" charset="-122"/>
                    <a:ea typeface="DengXian" charset="-122"/>
                    <a:cs typeface="DengXian" charset="-122"/>
                  </a:endParaRPr>
                </a:p>
              </p:txBody>
            </p:sp>
          </p:grpSp>
          <p:sp>
            <p:nvSpPr>
              <p:cNvPr id="15" name="Line 32">
                <a:extLst>
                  <a:ext uri="{FF2B5EF4-FFF2-40B4-BE49-F238E27FC236}">
                    <a16:creationId xmlns:a16="http://schemas.microsoft.com/office/drawing/2014/main" id="{2657F9DA-6957-8564-26E6-533524AB13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" y="1920"/>
                <a:ext cx="154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</p:grpSp>
      </p:grpSp>
      <p:grpSp>
        <p:nvGrpSpPr>
          <p:cNvPr id="36" name="Group 33">
            <a:extLst>
              <a:ext uri="{FF2B5EF4-FFF2-40B4-BE49-F238E27FC236}">
                <a16:creationId xmlns:a16="http://schemas.microsoft.com/office/drawing/2014/main" id="{090E32CD-53D7-7609-8452-311C5339BA02}"/>
              </a:ext>
            </a:extLst>
          </p:cNvPr>
          <p:cNvGrpSpPr>
            <a:grpSpLocks/>
          </p:cNvGrpSpPr>
          <p:nvPr/>
        </p:nvGrpSpPr>
        <p:grpSpPr bwMode="auto">
          <a:xfrm>
            <a:off x="1398361" y="1186317"/>
            <a:ext cx="561975" cy="947738"/>
            <a:chOff x="498" y="727"/>
            <a:chExt cx="354" cy="597"/>
          </a:xfrm>
        </p:grpSpPr>
        <p:sp>
          <p:nvSpPr>
            <p:cNvPr id="37" name="Text Box 34">
              <a:extLst>
                <a:ext uri="{FF2B5EF4-FFF2-40B4-BE49-F238E27FC236}">
                  <a16:creationId xmlns:a16="http://schemas.microsoft.com/office/drawing/2014/main" id="{4D7EDF80-5E6B-DE34-CF70-A2263BEDD9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8" y="727"/>
              <a:ext cx="24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800" b="1">
                  <a:latin typeface="DengXian" charset="-122"/>
                  <a:ea typeface="DengXian" charset="-122"/>
                  <a:cs typeface="DengXian" charset="-122"/>
                </a:rPr>
                <a:t>2</a:t>
              </a:r>
            </a:p>
          </p:txBody>
        </p:sp>
        <p:sp>
          <p:nvSpPr>
            <p:cNvPr id="38" name="Line 35">
              <a:extLst>
                <a:ext uri="{FF2B5EF4-FFF2-40B4-BE49-F238E27FC236}">
                  <a16:creationId xmlns:a16="http://schemas.microsoft.com/office/drawing/2014/main" id="{95E3D7ED-979A-FF73-F4B3-15D192F6E7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39" y="939"/>
              <a:ext cx="113" cy="385"/>
            </a:xfrm>
            <a:prstGeom prst="line">
              <a:avLst/>
            </a:prstGeom>
            <a:noFill/>
            <a:ln w="1270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</p:grpSp>
      <p:grpSp>
        <p:nvGrpSpPr>
          <p:cNvPr id="39" name="Group 36">
            <a:extLst>
              <a:ext uri="{FF2B5EF4-FFF2-40B4-BE49-F238E27FC236}">
                <a16:creationId xmlns:a16="http://schemas.microsoft.com/office/drawing/2014/main" id="{E5226EAA-98FB-A6D1-FCA1-1EFDA8D082D0}"/>
              </a:ext>
            </a:extLst>
          </p:cNvPr>
          <p:cNvGrpSpPr>
            <a:grpSpLocks/>
          </p:cNvGrpSpPr>
          <p:nvPr/>
        </p:nvGrpSpPr>
        <p:grpSpPr bwMode="auto">
          <a:xfrm>
            <a:off x="2868385" y="1340304"/>
            <a:ext cx="498475" cy="1125538"/>
            <a:chOff x="1334" y="896"/>
            <a:chExt cx="314" cy="709"/>
          </a:xfrm>
        </p:grpSpPr>
        <p:sp>
          <p:nvSpPr>
            <p:cNvPr id="40" name="Text Box 37">
              <a:extLst>
                <a:ext uri="{FF2B5EF4-FFF2-40B4-BE49-F238E27FC236}">
                  <a16:creationId xmlns:a16="http://schemas.microsoft.com/office/drawing/2014/main" id="{E64598AA-B96D-3A7D-4209-38C7E26EBF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8" y="896"/>
              <a:ext cx="26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/>
              <a:r>
                <a:rPr lang="en-US" altLang="zh-CN" sz="2800" b="1">
                  <a:latin typeface="DengXian" charset="-122"/>
                  <a:ea typeface="DengXian" charset="-122"/>
                  <a:cs typeface="DengXian" charset="-122"/>
                </a:rPr>
                <a:t>1</a:t>
              </a:r>
            </a:p>
          </p:txBody>
        </p:sp>
        <p:sp>
          <p:nvSpPr>
            <p:cNvPr id="41" name="Line 38">
              <a:extLst>
                <a:ext uri="{FF2B5EF4-FFF2-40B4-BE49-F238E27FC236}">
                  <a16:creationId xmlns:a16="http://schemas.microsoft.com/office/drawing/2014/main" id="{838D1C18-E365-7335-E25F-35943F86F7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34" y="1225"/>
              <a:ext cx="154" cy="380"/>
            </a:xfrm>
            <a:prstGeom prst="line">
              <a:avLst/>
            </a:prstGeom>
            <a:noFill/>
            <a:ln w="1270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</p:grpSp>
      <p:sp>
        <p:nvSpPr>
          <p:cNvPr id="42" name="Freeform 39">
            <a:extLst>
              <a:ext uri="{FF2B5EF4-FFF2-40B4-BE49-F238E27FC236}">
                <a16:creationId xmlns:a16="http://schemas.microsoft.com/office/drawing/2014/main" id="{04CC03B3-B844-BF5C-3EA2-2AC3C292AA28}"/>
              </a:ext>
            </a:extLst>
          </p:cNvPr>
          <p:cNvSpPr>
            <a:spLocks/>
          </p:cNvSpPr>
          <p:nvPr/>
        </p:nvSpPr>
        <p:spPr bwMode="auto">
          <a:xfrm>
            <a:off x="1576160" y="1711016"/>
            <a:ext cx="1308100" cy="523435"/>
          </a:xfrm>
          <a:custGeom>
            <a:avLst/>
            <a:gdLst>
              <a:gd name="T0" fmla="*/ 0 w 824"/>
              <a:gd name="T1" fmla="*/ 0 h 344"/>
              <a:gd name="T2" fmla="*/ 0 w 824"/>
              <a:gd name="T3" fmla="*/ 344 h 344"/>
              <a:gd name="T4" fmla="*/ 360 w 824"/>
              <a:gd name="T5" fmla="*/ 344 h 344"/>
              <a:gd name="T6" fmla="*/ 360 w 824"/>
              <a:gd name="T7" fmla="*/ 208 h 344"/>
              <a:gd name="T8" fmla="*/ 488 w 824"/>
              <a:gd name="T9" fmla="*/ 208 h 344"/>
              <a:gd name="T10" fmla="*/ 488 w 824"/>
              <a:gd name="T11" fmla="*/ 344 h 344"/>
              <a:gd name="T12" fmla="*/ 824 w 824"/>
              <a:gd name="T13" fmla="*/ 344 h 344"/>
              <a:gd name="T14" fmla="*/ 824 w 824"/>
              <a:gd name="T15" fmla="*/ 0 h 344"/>
              <a:gd name="T16" fmla="*/ 0 w 824"/>
              <a:gd name="T17" fmla="*/ 0 h 3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24" h="344">
                <a:moveTo>
                  <a:pt x="0" y="0"/>
                </a:moveTo>
                <a:lnTo>
                  <a:pt x="0" y="344"/>
                </a:lnTo>
                <a:lnTo>
                  <a:pt x="360" y="344"/>
                </a:lnTo>
                <a:lnTo>
                  <a:pt x="360" y="208"/>
                </a:lnTo>
                <a:lnTo>
                  <a:pt x="488" y="208"/>
                </a:lnTo>
                <a:lnTo>
                  <a:pt x="488" y="344"/>
                </a:lnTo>
                <a:lnTo>
                  <a:pt x="824" y="344"/>
                </a:lnTo>
                <a:lnTo>
                  <a:pt x="824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43" name="Freeform 40">
            <a:extLst>
              <a:ext uri="{FF2B5EF4-FFF2-40B4-BE49-F238E27FC236}">
                <a16:creationId xmlns:a16="http://schemas.microsoft.com/office/drawing/2014/main" id="{82C3FDC2-B29B-2570-223B-4F283DF4B328}"/>
              </a:ext>
            </a:extLst>
          </p:cNvPr>
          <p:cNvSpPr>
            <a:spLocks/>
          </p:cNvSpPr>
          <p:nvPr/>
        </p:nvSpPr>
        <p:spPr bwMode="auto">
          <a:xfrm flipV="1">
            <a:off x="1525360" y="3677103"/>
            <a:ext cx="1308100" cy="546100"/>
          </a:xfrm>
          <a:custGeom>
            <a:avLst/>
            <a:gdLst>
              <a:gd name="T0" fmla="*/ 0 w 824"/>
              <a:gd name="T1" fmla="*/ 0 h 344"/>
              <a:gd name="T2" fmla="*/ 0 w 824"/>
              <a:gd name="T3" fmla="*/ 344 h 344"/>
              <a:gd name="T4" fmla="*/ 360 w 824"/>
              <a:gd name="T5" fmla="*/ 344 h 344"/>
              <a:gd name="T6" fmla="*/ 360 w 824"/>
              <a:gd name="T7" fmla="*/ 208 h 344"/>
              <a:gd name="T8" fmla="*/ 488 w 824"/>
              <a:gd name="T9" fmla="*/ 208 h 344"/>
              <a:gd name="T10" fmla="*/ 488 w 824"/>
              <a:gd name="T11" fmla="*/ 344 h 344"/>
              <a:gd name="T12" fmla="*/ 824 w 824"/>
              <a:gd name="T13" fmla="*/ 344 h 344"/>
              <a:gd name="T14" fmla="*/ 824 w 824"/>
              <a:gd name="T15" fmla="*/ 0 h 344"/>
              <a:gd name="T16" fmla="*/ 0 w 824"/>
              <a:gd name="T17" fmla="*/ 0 h 3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24" h="344">
                <a:moveTo>
                  <a:pt x="0" y="0"/>
                </a:moveTo>
                <a:lnTo>
                  <a:pt x="0" y="344"/>
                </a:lnTo>
                <a:lnTo>
                  <a:pt x="360" y="344"/>
                </a:lnTo>
                <a:lnTo>
                  <a:pt x="360" y="208"/>
                </a:lnTo>
                <a:lnTo>
                  <a:pt x="488" y="208"/>
                </a:lnTo>
                <a:lnTo>
                  <a:pt x="488" y="344"/>
                </a:lnTo>
                <a:lnTo>
                  <a:pt x="824" y="344"/>
                </a:lnTo>
                <a:lnTo>
                  <a:pt x="824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44" name="Line 41">
            <a:extLst>
              <a:ext uri="{FF2B5EF4-FFF2-40B4-BE49-F238E27FC236}">
                <a16:creationId xmlns:a16="http://schemas.microsoft.com/office/drawing/2014/main" id="{E692C5DE-5834-1965-BC14-24BDE633C6F2}"/>
              </a:ext>
            </a:extLst>
          </p:cNvPr>
          <p:cNvSpPr>
            <a:spLocks noChangeShapeType="1"/>
          </p:cNvSpPr>
          <p:nvPr/>
        </p:nvSpPr>
        <p:spPr bwMode="auto">
          <a:xfrm>
            <a:off x="1696810" y="2254703"/>
            <a:ext cx="0" cy="140970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45" name="Line 42">
            <a:extLst>
              <a:ext uri="{FF2B5EF4-FFF2-40B4-BE49-F238E27FC236}">
                <a16:creationId xmlns:a16="http://schemas.microsoft.com/office/drawing/2014/main" id="{0C8518CE-A2D1-4077-01DB-C40CAB39A990}"/>
              </a:ext>
            </a:extLst>
          </p:cNvPr>
          <p:cNvSpPr>
            <a:spLocks noChangeShapeType="1"/>
          </p:cNvSpPr>
          <p:nvPr/>
        </p:nvSpPr>
        <p:spPr bwMode="auto">
          <a:xfrm>
            <a:off x="2757260" y="2254703"/>
            <a:ext cx="0" cy="140970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46" name="Arc 43">
            <a:extLst>
              <a:ext uri="{FF2B5EF4-FFF2-40B4-BE49-F238E27FC236}">
                <a16:creationId xmlns:a16="http://schemas.microsoft.com/office/drawing/2014/main" id="{611BED20-9DFF-74E0-E4B9-BC3C7D77857E}"/>
              </a:ext>
            </a:extLst>
          </p:cNvPr>
          <p:cNvSpPr>
            <a:spLocks/>
          </p:cNvSpPr>
          <p:nvPr/>
        </p:nvSpPr>
        <p:spPr bwMode="auto">
          <a:xfrm rot="10882886" flipH="1">
            <a:off x="1693635" y="2059441"/>
            <a:ext cx="1065213" cy="463550"/>
          </a:xfrm>
          <a:custGeom>
            <a:avLst/>
            <a:gdLst>
              <a:gd name="G0" fmla="+- 18909 0 0"/>
              <a:gd name="G1" fmla="+- 21600 0 0"/>
              <a:gd name="G2" fmla="+- 21600 0 0"/>
              <a:gd name="T0" fmla="*/ 0 w 38851"/>
              <a:gd name="T1" fmla="*/ 11160 h 21600"/>
              <a:gd name="T2" fmla="*/ 38851 w 38851"/>
              <a:gd name="T3" fmla="*/ 13301 h 21600"/>
              <a:gd name="T4" fmla="*/ 18909 w 38851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8851" h="21600" fill="none" extrusionOk="0">
                <a:moveTo>
                  <a:pt x="-1" y="11159"/>
                </a:moveTo>
                <a:cubicBezTo>
                  <a:pt x="3801" y="4274"/>
                  <a:pt x="11044" y="-1"/>
                  <a:pt x="18909" y="-1"/>
                </a:cubicBezTo>
                <a:cubicBezTo>
                  <a:pt x="27632" y="-1"/>
                  <a:pt x="35499" y="5247"/>
                  <a:pt x="38851" y="13300"/>
                </a:cubicBezTo>
              </a:path>
              <a:path w="38851" h="21600" stroke="0" extrusionOk="0">
                <a:moveTo>
                  <a:pt x="-1" y="11159"/>
                </a:moveTo>
                <a:cubicBezTo>
                  <a:pt x="3801" y="4274"/>
                  <a:pt x="11044" y="-1"/>
                  <a:pt x="18909" y="-1"/>
                </a:cubicBezTo>
                <a:cubicBezTo>
                  <a:pt x="27632" y="-1"/>
                  <a:pt x="35499" y="5247"/>
                  <a:pt x="38851" y="13300"/>
                </a:cubicBezTo>
                <a:lnTo>
                  <a:pt x="18909" y="21600"/>
                </a:lnTo>
                <a:close/>
              </a:path>
            </a:pathLst>
          </a:custGeom>
          <a:noFill/>
          <a:ln w="381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47" name="Arc 44">
            <a:extLst>
              <a:ext uri="{FF2B5EF4-FFF2-40B4-BE49-F238E27FC236}">
                <a16:creationId xmlns:a16="http://schemas.microsoft.com/office/drawing/2014/main" id="{84135A25-5DD7-AC58-D546-BF886D764191}"/>
              </a:ext>
            </a:extLst>
          </p:cNvPr>
          <p:cNvSpPr>
            <a:spLocks/>
          </p:cNvSpPr>
          <p:nvPr/>
        </p:nvSpPr>
        <p:spPr bwMode="auto">
          <a:xfrm rot="10717114" flipH="1" flipV="1">
            <a:off x="1693635" y="3419928"/>
            <a:ext cx="1065213" cy="438150"/>
          </a:xfrm>
          <a:custGeom>
            <a:avLst/>
            <a:gdLst>
              <a:gd name="G0" fmla="+- 18909 0 0"/>
              <a:gd name="G1" fmla="+- 21600 0 0"/>
              <a:gd name="G2" fmla="+- 21600 0 0"/>
              <a:gd name="T0" fmla="*/ 0 w 38851"/>
              <a:gd name="T1" fmla="*/ 11160 h 21600"/>
              <a:gd name="T2" fmla="*/ 38851 w 38851"/>
              <a:gd name="T3" fmla="*/ 13301 h 21600"/>
              <a:gd name="T4" fmla="*/ 18909 w 38851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8851" h="21600" fill="none" extrusionOk="0">
                <a:moveTo>
                  <a:pt x="-1" y="11159"/>
                </a:moveTo>
                <a:cubicBezTo>
                  <a:pt x="3801" y="4274"/>
                  <a:pt x="11044" y="-1"/>
                  <a:pt x="18909" y="-1"/>
                </a:cubicBezTo>
                <a:cubicBezTo>
                  <a:pt x="27632" y="-1"/>
                  <a:pt x="35499" y="5247"/>
                  <a:pt x="38851" y="13300"/>
                </a:cubicBezTo>
              </a:path>
              <a:path w="38851" h="21600" stroke="0" extrusionOk="0">
                <a:moveTo>
                  <a:pt x="-1" y="11159"/>
                </a:moveTo>
                <a:cubicBezTo>
                  <a:pt x="3801" y="4274"/>
                  <a:pt x="11044" y="-1"/>
                  <a:pt x="18909" y="-1"/>
                </a:cubicBezTo>
                <a:cubicBezTo>
                  <a:pt x="27632" y="-1"/>
                  <a:pt x="35499" y="5247"/>
                  <a:pt x="38851" y="13300"/>
                </a:cubicBezTo>
                <a:lnTo>
                  <a:pt x="18909" y="21600"/>
                </a:lnTo>
                <a:close/>
              </a:path>
            </a:pathLst>
          </a:custGeom>
          <a:noFill/>
          <a:ln w="381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48" name="Freeform 45">
            <a:extLst>
              <a:ext uri="{FF2B5EF4-FFF2-40B4-BE49-F238E27FC236}">
                <a16:creationId xmlns:a16="http://schemas.microsoft.com/office/drawing/2014/main" id="{DD8ECE85-B310-4339-0F04-F0EB72C70F64}"/>
              </a:ext>
            </a:extLst>
          </p:cNvPr>
          <p:cNvSpPr>
            <a:spLocks/>
          </p:cNvSpPr>
          <p:nvPr/>
        </p:nvSpPr>
        <p:spPr bwMode="auto">
          <a:xfrm>
            <a:off x="3658960" y="1708603"/>
            <a:ext cx="1562100" cy="838200"/>
          </a:xfrm>
          <a:custGeom>
            <a:avLst/>
            <a:gdLst>
              <a:gd name="T0" fmla="*/ 0 w 984"/>
              <a:gd name="T1" fmla="*/ 504 h 528"/>
              <a:gd name="T2" fmla="*/ 112 w 984"/>
              <a:gd name="T3" fmla="*/ 504 h 528"/>
              <a:gd name="T4" fmla="*/ 152 w 984"/>
              <a:gd name="T5" fmla="*/ 456 h 528"/>
              <a:gd name="T6" fmla="*/ 152 w 984"/>
              <a:gd name="T7" fmla="*/ 244 h 528"/>
              <a:gd name="T8" fmla="*/ 752 w 984"/>
              <a:gd name="T9" fmla="*/ 244 h 528"/>
              <a:gd name="T10" fmla="*/ 768 w 984"/>
              <a:gd name="T11" fmla="*/ 476 h 528"/>
              <a:gd name="T12" fmla="*/ 796 w 984"/>
              <a:gd name="T13" fmla="*/ 508 h 528"/>
              <a:gd name="T14" fmla="*/ 824 w 984"/>
              <a:gd name="T15" fmla="*/ 528 h 528"/>
              <a:gd name="T16" fmla="*/ 984 w 984"/>
              <a:gd name="T17" fmla="*/ 516 h 528"/>
              <a:gd name="T18" fmla="*/ 984 w 984"/>
              <a:gd name="T19" fmla="*/ 0 h 528"/>
              <a:gd name="T20" fmla="*/ 0 w 984"/>
              <a:gd name="T21" fmla="*/ 0 h 528"/>
              <a:gd name="T22" fmla="*/ 0 w 984"/>
              <a:gd name="T23" fmla="*/ 504 h 5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984" h="528">
                <a:moveTo>
                  <a:pt x="0" y="504"/>
                </a:moveTo>
                <a:lnTo>
                  <a:pt x="112" y="504"/>
                </a:lnTo>
                <a:lnTo>
                  <a:pt x="152" y="456"/>
                </a:lnTo>
                <a:lnTo>
                  <a:pt x="152" y="244"/>
                </a:lnTo>
                <a:lnTo>
                  <a:pt x="752" y="244"/>
                </a:lnTo>
                <a:lnTo>
                  <a:pt x="768" y="476"/>
                </a:lnTo>
                <a:lnTo>
                  <a:pt x="796" y="508"/>
                </a:lnTo>
                <a:lnTo>
                  <a:pt x="824" y="528"/>
                </a:lnTo>
                <a:lnTo>
                  <a:pt x="984" y="516"/>
                </a:lnTo>
                <a:lnTo>
                  <a:pt x="984" y="0"/>
                </a:lnTo>
                <a:lnTo>
                  <a:pt x="0" y="0"/>
                </a:lnTo>
                <a:lnTo>
                  <a:pt x="0" y="504"/>
                </a:lnTo>
                <a:close/>
              </a:path>
            </a:pathLst>
          </a:custGeom>
          <a:solidFill>
            <a:schemeClr val="bg1"/>
          </a:solidFill>
          <a:ln w="9525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49" name="Freeform 46">
            <a:extLst>
              <a:ext uri="{FF2B5EF4-FFF2-40B4-BE49-F238E27FC236}">
                <a16:creationId xmlns:a16="http://schemas.microsoft.com/office/drawing/2014/main" id="{46121842-E550-63EB-4291-9BCFAE094E82}"/>
              </a:ext>
            </a:extLst>
          </p:cNvPr>
          <p:cNvSpPr>
            <a:spLocks/>
          </p:cNvSpPr>
          <p:nvPr/>
        </p:nvSpPr>
        <p:spPr bwMode="auto">
          <a:xfrm flipV="1">
            <a:off x="3647821" y="3404875"/>
            <a:ext cx="1562100" cy="838200"/>
          </a:xfrm>
          <a:custGeom>
            <a:avLst/>
            <a:gdLst>
              <a:gd name="T0" fmla="*/ 0 w 984"/>
              <a:gd name="T1" fmla="*/ 504 h 528"/>
              <a:gd name="T2" fmla="*/ 112 w 984"/>
              <a:gd name="T3" fmla="*/ 504 h 528"/>
              <a:gd name="T4" fmla="*/ 152 w 984"/>
              <a:gd name="T5" fmla="*/ 456 h 528"/>
              <a:gd name="T6" fmla="*/ 152 w 984"/>
              <a:gd name="T7" fmla="*/ 244 h 528"/>
              <a:gd name="T8" fmla="*/ 752 w 984"/>
              <a:gd name="T9" fmla="*/ 244 h 528"/>
              <a:gd name="T10" fmla="*/ 768 w 984"/>
              <a:gd name="T11" fmla="*/ 476 h 528"/>
              <a:gd name="T12" fmla="*/ 796 w 984"/>
              <a:gd name="T13" fmla="*/ 508 h 528"/>
              <a:gd name="T14" fmla="*/ 824 w 984"/>
              <a:gd name="T15" fmla="*/ 528 h 528"/>
              <a:gd name="T16" fmla="*/ 984 w 984"/>
              <a:gd name="T17" fmla="*/ 516 h 528"/>
              <a:gd name="T18" fmla="*/ 984 w 984"/>
              <a:gd name="T19" fmla="*/ 0 h 528"/>
              <a:gd name="T20" fmla="*/ 0 w 984"/>
              <a:gd name="T21" fmla="*/ 0 h 528"/>
              <a:gd name="T22" fmla="*/ 0 w 984"/>
              <a:gd name="T23" fmla="*/ 504 h 5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984" h="528">
                <a:moveTo>
                  <a:pt x="0" y="504"/>
                </a:moveTo>
                <a:lnTo>
                  <a:pt x="112" y="504"/>
                </a:lnTo>
                <a:lnTo>
                  <a:pt x="152" y="456"/>
                </a:lnTo>
                <a:lnTo>
                  <a:pt x="152" y="244"/>
                </a:lnTo>
                <a:lnTo>
                  <a:pt x="752" y="244"/>
                </a:lnTo>
                <a:lnTo>
                  <a:pt x="768" y="476"/>
                </a:lnTo>
                <a:lnTo>
                  <a:pt x="796" y="508"/>
                </a:lnTo>
                <a:lnTo>
                  <a:pt x="824" y="528"/>
                </a:lnTo>
                <a:lnTo>
                  <a:pt x="984" y="516"/>
                </a:lnTo>
                <a:lnTo>
                  <a:pt x="984" y="0"/>
                </a:lnTo>
                <a:lnTo>
                  <a:pt x="0" y="0"/>
                </a:lnTo>
                <a:lnTo>
                  <a:pt x="0" y="504"/>
                </a:lnTo>
                <a:close/>
              </a:path>
            </a:pathLst>
          </a:custGeom>
          <a:solidFill>
            <a:schemeClr val="bg1"/>
          </a:solidFill>
          <a:ln w="9525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50" name="Line 47">
            <a:extLst>
              <a:ext uri="{FF2B5EF4-FFF2-40B4-BE49-F238E27FC236}">
                <a16:creationId xmlns:a16="http://schemas.microsoft.com/office/drawing/2014/main" id="{7C408A2D-9D0A-861E-0E61-F7BB1D9CFC4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68510" y="2486478"/>
            <a:ext cx="0" cy="962025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51" name="Line 48">
            <a:extLst>
              <a:ext uri="{FF2B5EF4-FFF2-40B4-BE49-F238E27FC236}">
                <a16:creationId xmlns:a16="http://schemas.microsoft.com/office/drawing/2014/main" id="{49770A1F-4C1D-3C09-9BFF-23194C267350}"/>
              </a:ext>
            </a:extLst>
          </p:cNvPr>
          <p:cNvSpPr>
            <a:spLocks noChangeShapeType="1"/>
          </p:cNvSpPr>
          <p:nvPr/>
        </p:nvSpPr>
        <p:spPr bwMode="auto">
          <a:xfrm>
            <a:off x="4897210" y="2496003"/>
            <a:ext cx="0" cy="962025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grpSp>
        <p:nvGrpSpPr>
          <p:cNvPr id="52" name="Group 49">
            <a:extLst>
              <a:ext uri="{FF2B5EF4-FFF2-40B4-BE49-F238E27FC236}">
                <a16:creationId xmlns:a16="http://schemas.microsoft.com/office/drawing/2014/main" id="{FBDA89DD-8671-142B-74FE-22862BC23EC9}"/>
              </a:ext>
            </a:extLst>
          </p:cNvPr>
          <p:cNvGrpSpPr>
            <a:grpSpLocks/>
          </p:cNvGrpSpPr>
          <p:nvPr/>
        </p:nvGrpSpPr>
        <p:grpSpPr bwMode="auto">
          <a:xfrm>
            <a:off x="5168673" y="1765753"/>
            <a:ext cx="4281487" cy="4175125"/>
            <a:chOff x="148" y="1158"/>
            <a:chExt cx="2697" cy="2630"/>
          </a:xfrm>
        </p:grpSpPr>
        <p:grpSp>
          <p:nvGrpSpPr>
            <p:cNvPr id="53" name="Group 50">
              <a:extLst>
                <a:ext uri="{FF2B5EF4-FFF2-40B4-BE49-F238E27FC236}">
                  <a16:creationId xmlns:a16="http://schemas.microsoft.com/office/drawing/2014/main" id="{886EB0C0-2E16-B6FF-C147-6CD8ACD250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1" y="2772"/>
              <a:ext cx="1481" cy="1016"/>
              <a:chOff x="191" y="2772"/>
              <a:chExt cx="1481" cy="1016"/>
            </a:xfrm>
          </p:grpSpPr>
          <p:sp>
            <p:nvSpPr>
              <p:cNvPr id="74" name="Rectangle 51">
                <a:extLst>
                  <a:ext uri="{FF2B5EF4-FFF2-40B4-BE49-F238E27FC236}">
                    <a16:creationId xmlns:a16="http://schemas.microsoft.com/office/drawing/2014/main" id="{381B57A6-6C29-EF45-FD77-BB29B8597C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" y="2841"/>
                <a:ext cx="1253" cy="877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75" name="Oval 52">
                <a:extLst>
                  <a:ext uri="{FF2B5EF4-FFF2-40B4-BE49-F238E27FC236}">
                    <a16:creationId xmlns:a16="http://schemas.microsoft.com/office/drawing/2014/main" id="{C571A653-FB41-B86D-7A3A-4D0B22912A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5" y="2953"/>
                <a:ext cx="668" cy="668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76" name="Line 53">
                <a:extLst>
                  <a:ext uri="{FF2B5EF4-FFF2-40B4-BE49-F238E27FC236}">
                    <a16:creationId xmlns:a16="http://schemas.microsoft.com/office/drawing/2014/main" id="{D68471CD-EE13-22AE-99BA-078CB5EB9D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1" y="3287"/>
                <a:ext cx="148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77" name="Line 54">
                <a:extLst>
                  <a:ext uri="{FF2B5EF4-FFF2-40B4-BE49-F238E27FC236}">
                    <a16:creationId xmlns:a16="http://schemas.microsoft.com/office/drawing/2014/main" id="{1BE7C69E-4529-CF94-8B27-E7CE54AC7A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29" y="2772"/>
                <a:ext cx="0" cy="10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</p:grpSp>
        <p:grpSp>
          <p:nvGrpSpPr>
            <p:cNvPr id="54" name="Group 55">
              <a:extLst>
                <a:ext uri="{FF2B5EF4-FFF2-40B4-BE49-F238E27FC236}">
                  <a16:creationId xmlns:a16="http://schemas.microsoft.com/office/drawing/2014/main" id="{A2559E51-022F-2235-5CAC-C2A9262BDB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9" y="1158"/>
              <a:ext cx="1116" cy="1522"/>
              <a:chOff x="1729" y="1158"/>
              <a:chExt cx="1116" cy="1522"/>
            </a:xfrm>
          </p:grpSpPr>
          <p:grpSp>
            <p:nvGrpSpPr>
              <p:cNvPr id="66" name="Group 56">
                <a:extLst>
                  <a:ext uri="{FF2B5EF4-FFF2-40B4-BE49-F238E27FC236}">
                    <a16:creationId xmlns:a16="http://schemas.microsoft.com/office/drawing/2014/main" id="{5BD955D3-E467-7ADD-26EB-6FF57EF9041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47" y="1158"/>
                <a:ext cx="877" cy="1522"/>
                <a:chOff x="1847" y="1158"/>
                <a:chExt cx="877" cy="1522"/>
              </a:xfrm>
            </p:grpSpPr>
            <p:sp>
              <p:nvSpPr>
                <p:cNvPr id="68" name="Rectangle 57">
                  <a:extLst>
                    <a:ext uri="{FF2B5EF4-FFF2-40B4-BE49-F238E27FC236}">
                      <a16:creationId xmlns:a16="http://schemas.microsoft.com/office/drawing/2014/main" id="{79216985-5FBD-6AD4-D5EA-8300B10DB9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59" y="1255"/>
                  <a:ext cx="668" cy="474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1400">
                    <a:latin typeface="DengXian" charset="-122"/>
                    <a:ea typeface="DengXian" charset="-122"/>
                    <a:cs typeface="DengXian" charset="-122"/>
                  </a:endParaRPr>
                </a:p>
              </p:txBody>
            </p:sp>
            <p:sp>
              <p:nvSpPr>
                <p:cNvPr id="69" name="Oval 58">
                  <a:extLst>
                    <a:ext uri="{FF2B5EF4-FFF2-40B4-BE49-F238E27FC236}">
                      <a16:creationId xmlns:a16="http://schemas.microsoft.com/office/drawing/2014/main" id="{B06BB086-4498-3D0F-41AD-2E42AC4AF3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47" y="1486"/>
                  <a:ext cx="877" cy="87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1400">
                    <a:latin typeface="DengXian" charset="-122"/>
                    <a:ea typeface="DengXian" charset="-122"/>
                    <a:cs typeface="DengXian" charset="-122"/>
                  </a:endParaRPr>
                </a:p>
              </p:txBody>
            </p:sp>
            <p:sp>
              <p:nvSpPr>
                <p:cNvPr id="70" name="Line 59">
                  <a:extLst>
                    <a:ext uri="{FF2B5EF4-FFF2-40B4-BE49-F238E27FC236}">
                      <a16:creationId xmlns:a16="http://schemas.microsoft.com/office/drawing/2014/main" id="{81F6D538-2D65-F8EE-B0F6-296EC4ADFF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93" y="1158"/>
                  <a:ext cx="0" cy="15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Dot"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1400">
                    <a:latin typeface="DengXian" charset="-122"/>
                    <a:ea typeface="DengXian" charset="-122"/>
                    <a:cs typeface="DengXian" charset="-122"/>
                  </a:endParaRPr>
                </a:p>
              </p:txBody>
            </p:sp>
            <p:sp>
              <p:nvSpPr>
                <p:cNvPr id="71" name="Line 60">
                  <a:extLst>
                    <a:ext uri="{FF2B5EF4-FFF2-40B4-BE49-F238E27FC236}">
                      <a16:creationId xmlns:a16="http://schemas.microsoft.com/office/drawing/2014/main" id="{31183A2F-9301-5D73-4BC1-9D3E1D8D52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52" y="2600"/>
                  <a:ext cx="688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400">
                    <a:latin typeface="DengXian" charset="-122"/>
                    <a:ea typeface="DengXian" charset="-122"/>
                    <a:cs typeface="DengXian" charset="-122"/>
                  </a:endParaRPr>
                </a:p>
              </p:txBody>
            </p:sp>
            <p:sp>
              <p:nvSpPr>
                <p:cNvPr id="72" name="Line 61">
                  <a:extLst>
                    <a:ext uri="{FF2B5EF4-FFF2-40B4-BE49-F238E27FC236}">
                      <a16:creationId xmlns:a16="http://schemas.microsoft.com/office/drawing/2014/main" id="{A2D74BBE-372A-03D0-FD89-B1048237CBD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60" y="2216"/>
                  <a:ext cx="0" cy="38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400">
                    <a:latin typeface="DengXian" charset="-122"/>
                    <a:ea typeface="DengXian" charset="-122"/>
                    <a:cs typeface="DengXian" charset="-122"/>
                  </a:endParaRPr>
                </a:p>
              </p:txBody>
            </p:sp>
            <p:sp>
              <p:nvSpPr>
                <p:cNvPr id="73" name="Line 62">
                  <a:extLst>
                    <a:ext uri="{FF2B5EF4-FFF2-40B4-BE49-F238E27FC236}">
                      <a16:creationId xmlns:a16="http://schemas.microsoft.com/office/drawing/2014/main" id="{B5341BC0-274C-9BDA-8EFF-8E6FEB1A1B1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24" y="2208"/>
                  <a:ext cx="0" cy="40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400">
                    <a:latin typeface="DengXian" charset="-122"/>
                    <a:ea typeface="DengXian" charset="-122"/>
                    <a:cs typeface="DengXian" charset="-122"/>
                  </a:endParaRPr>
                </a:p>
              </p:txBody>
            </p:sp>
          </p:grpSp>
          <p:sp>
            <p:nvSpPr>
              <p:cNvPr id="67" name="Line 63">
                <a:extLst>
                  <a:ext uri="{FF2B5EF4-FFF2-40B4-BE49-F238E27FC236}">
                    <a16:creationId xmlns:a16="http://schemas.microsoft.com/office/drawing/2014/main" id="{E9A47CD2-72CF-8770-A292-C1C0245A87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9" y="1920"/>
                <a:ext cx="11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</p:grpSp>
        <p:grpSp>
          <p:nvGrpSpPr>
            <p:cNvPr id="55" name="Group 64">
              <a:extLst>
                <a:ext uri="{FF2B5EF4-FFF2-40B4-BE49-F238E27FC236}">
                  <a16:creationId xmlns:a16="http://schemas.microsoft.com/office/drawing/2014/main" id="{783E26CD-3304-6545-C471-351A15484B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" y="1158"/>
              <a:ext cx="1545" cy="1512"/>
              <a:chOff x="148" y="1158"/>
              <a:chExt cx="1545" cy="1512"/>
            </a:xfrm>
          </p:grpSpPr>
          <p:grpSp>
            <p:nvGrpSpPr>
              <p:cNvPr id="56" name="Group 65">
                <a:extLst>
                  <a:ext uri="{FF2B5EF4-FFF2-40B4-BE49-F238E27FC236}">
                    <a16:creationId xmlns:a16="http://schemas.microsoft.com/office/drawing/2014/main" id="{5C327AAD-4B8B-98FD-BCCD-F11FAF53B1E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5" y="1158"/>
                <a:ext cx="1253" cy="1512"/>
                <a:chOff x="315" y="1158"/>
                <a:chExt cx="1253" cy="1512"/>
              </a:xfrm>
            </p:grpSpPr>
            <p:sp>
              <p:nvSpPr>
                <p:cNvPr id="58" name="Rectangle 66">
                  <a:extLst>
                    <a:ext uri="{FF2B5EF4-FFF2-40B4-BE49-F238E27FC236}">
                      <a16:creationId xmlns:a16="http://schemas.microsoft.com/office/drawing/2014/main" id="{3E904547-2144-7973-8FD7-F0BC280B97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93" y="1255"/>
                  <a:ext cx="669" cy="474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1400">
                    <a:latin typeface="DengXian" charset="-122"/>
                    <a:ea typeface="DengXian" charset="-122"/>
                    <a:cs typeface="DengXian" charset="-122"/>
                  </a:endParaRPr>
                </a:p>
              </p:txBody>
            </p:sp>
            <p:sp>
              <p:nvSpPr>
                <p:cNvPr id="59" name="Rectangle 67">
                  <a:extLst>
                    <a:ext uri="{FF2B5EF4-FFF2-40B4-BE49-F238E27FC236}">
                      <a16:creationId xmlns:a16="http://schemas.microsoft.com/office/drawing/2014/main" id="{713CAD3E-7711-6C28-577A-78B22C6B94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" y="1480"/>
                  <a:ext cx="1253" cy="877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1400">
                    <a:latin typeface="DengXian" charset="-122"/>
                    <a:ea typeface="DengXian" charset="-122"/>
                    <a:cs typeface="DengXian" charset="-122"/>
                  </a:endParaRPr>
                </a:p>
              </p:txBody>
            </p:sp>
            <p:sp>
              <p:nvSpPr>
                <p:cNvPr id="60" name="Line 68">
                  <a:extLst>
                    <a:ext uri="{FF2B5EF4-FFF2-40B4-BE49-F238E27FC236}">
                      <a16:creationId xmlns:a16="http://schemas.microsoft.com/office/drawing/2014/main" id="{A34DF679-22A1-59F8-0431-0E05B3EBF7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92" y="2364"/>
                  <a:ext cx="0" cy="231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400">
                    <a:latin typeface="DengXian" charset="-122"/>
                    <a:ea typeface="DengXian" charset="-122"/>
                    <a:cs typeface="DengXian" charset="-122"/>
                  </a:endParaRPr>
                </a:p>
              </p:txBody>
            </p:sp>
            <p:sp>
              <p:nvSpPr>
                <p:cNvPr id="61" name="Line 69">
                  <a:extLst>
                    <a:ext uri="{FF2B5EF4-FFF2-40B4-BE49-F238E27FC236}">
                      <a16:creationId xmlns:a16="http://schemas.microsoft.com/office/drawing/2014/main" id="{F53A898F-E0A3-5661-C2BE-7C328BFDEE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84" y="2592"/>
                  <a:ext cx="688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400">
                    <a:latin typeface="DengXian" charset="-122"/>
                    <a:ea typeface="DengXian" charset="-122"/>
                    <a:cs typeface="DengXian" charset="-122"/>
                  </a:endParaRPr>
                </a:p>
              </p:txBody>
            </p:sp>
            <p:sp>
              <p:nvSpPr>
                <p:cNvPr id="62" name="Line 70">
                  <a:extLst>
                    <a:ext uri="{FF2B5EF4-FFF2-40B4-BE49-F238E27FC236}">
                      <a16:creationId xmlns:a16="http://schemas.microsoft.com/office/drawing/2014/main" id="{54DBB7F7-7216-59D9-80D3-C0C6C11D51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264" y="2368"/>
                  <a:ext cx="0" cy="23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400">
                    <a:latin typeface="DengXian" charset="-122"/>
                    <a:ea typeface="DengXian" charset="-122"/>
                    <a:cs typeface="DengXian" charset="-122"/>
                  </a:endParaRPr>
                </a:p>
              </p:txBody>
            </p:sp>
            <p:sp>
              <p:nvSpPr>
                <p:cNvPr id="63" name="Line 71">
                  <a:extLst>
                    <a:ext uri="{FF2B5EF4-FFF2-40B4-BE49-F238E27FC236}">
                      <a16:creationId xmlns:a16="http://schemas.microsoft.com/office/drawing/2014/main" id="{A824F40A-9C47-075E-2D8C-DD5A900615E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27" y="1158"/>
                  <a:ext cx="0" cy="151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Dot"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1400">
                    <a:latin typeface="DengXian" charset="-122"/>
                    <a:ea typeface="DengXian" charset="-122"/>
                    <a:cs typeface="DengXian" charset="-122"/>
                  </a:endParaRPr>
                </a:p>
              </p:txBody>
            </p:sp>
            <p:sp>
              <p:nvSpPr>
                <p:cNvPr id="64" name="Line 72">
                  <a:extLst>
                    <a:ext uri="{FF2B5EF4-FFF2-40B4-BE49-F238E27FC236}">
                      <a16:creationId xmlns:a16="http://schemas.microsoft.com/office/drawing/2014/main" id="{D5985297-5209-88B1-B726-90A8D64659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10" y="1479"/>
                  <a:ext cx="648" cy="0"/>
                </a:xfrm>
                <a:prstGeom prst="line">
                  <a:avLst/>
                </a:prstGeom>
                <a:noFill/>
                <a:ln w="76200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400">
                    <a:latin typeface="DengXian" charset="-122"/>
                    <a:ea typeface="DengXian" charset="-122"/>
                    <a:cs typeface="DengXian" charset="-122"/>
                  </a:endParaRPr>
                </a:p>
              </p:txBody>
            </p:sp>
            <p:sp>
              <p:nvSpPr>
                <p:cNvPr id="65" name="Line 73">
                  <a:extLst>
                    <a:ext uri="{FF2B5EF4-FFF2-40B4-BE49-F238E27FC236}">
                      <a16:creationId xmlns:a16="http://schemas.microsoft.com/office/drawing/2014/main" id="{21B883A0-24CA-24DF-14D5-D919D6F37F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10" y="2355"/>
                  <a:ext cx="648" cy="0"/>
                </a:xfrm>
                <a:prstGeom prst="line">
                  <a:avLst/>
                </a:prstGeom>
                <a:noFill/>
                <a:ln w="76200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400">
                    <a:latin typeface="DengXian" charset="-122"/>
                    <a:ea typeface="DengXian" charset="-122"/>
                    <a:cs typeface="DengXian" charset="-122"/>
                  </a:endParaRPr>
                </a:p>
              </p:txBody>
            </p:sp>
          </p:grpSp>
          <p:sp>
            <p:nvSpPr>
              <p:cNvPr id="57" name="Line 74">
                <a:extLst>
                  <a:ext uri="{FF2B5EF4-FFF2-40B4-BE49-F238E27FC236}">
                    <a16:creationId xmlns:a16="http://schemas.microsoft.com/office/drawing/2014/main" id="{D519842B-EE4A-8A31-D7A9-6ABB6267F3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" y="1920"/>
                <a:ext cx="154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</p:grpSp>
      </p:grpSp>
      <p:sp>
        <p:nvSpPr>
          <p:cNvPr id="78" name="Text Box 75" descr="紫色网格">
            <a:extLst>
              <a:ext uri="{FF2B5EF4-FFF2-40B4-BE49-F238E27FC236}">
                <a16:creationId xmlns:a16="http://schemas.microsoft.com/office/drawing/2014/main" id="{1A3CE5BF-6447-07C7-248F-CCC562C530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6775" y="5439556"/>
            <a:ext cx="761747" cy="52322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altLang="zh-CN" sz="2800" b="1">
                <a:solidFill>
                  <a:schemeClr val="bg1"/>
                </a:solidFill>
                <a:latin typeface="DengXian" charset="-122"/>
                <a:ea typeface="DengXian" charset="-122"/>
                <a:cs typeface="DengXian" charset="-122"/>
              </a:rPr>
              <a:t>2-1</a:t>
            </a:r>
          </a:p>
        </p:txBody>
      </p:sp>
      <p:sp>
        <p:nvSpPr>
          <p:cNvPr id="79" name="Arc 76">
            <a:extLst>
              <a:ext uri="{FF2B5EF4-FFF2-40B4-BE49-F238E27FC236}">
                <a16:creationId xmlns:a16="http://schemas.microsoft.com/office/drawing/2014/main" id="{865BDD29-0ADF-9EF2-EC93-2E496A107614}"/>
              </a:ext>
            </a:extLst>
          </p:cNvPr>
          <p:cNvSpPr>
            <a:spLocks/>
          </p:cNvSpPr>
          <p:nvPr/>
        </p:nvSpPr>
        <p:spPr bwMode="auto">
          <a:xfrm rot="10882886" flipH="1">
            <a:off x="5863998" y="2067378"/>
            <a:ext cx="1065212" cy="463550"/>
          </a:xfrm>
          <a:custGeom>
            <a:avLst/>
            <a:gdLst>
              <a:gd name="G0" fmla="+- 18909 0 0"/>
              <a:gd name="G1" fmla="+- 21600 0 0"/>
              <a:gd name="G2" fmla="+- 21600 0 0"/>
              <a:gd name="T0" fmla="*/ 0 w 38851"/>
              <a:gd name="T1" fmla="*/ 11160 h 21600"/>
              <a:gd name="T2" fmla="*/ 38851 w 38851"/>
              <a:gd name="T3" fmla="*/ 13301 h 21600"/>
              <a:gd name="T4" fmla="*/ 18909 w 38851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8851" h="21600" fill="none" extrusionOk="0">
                <a:moveTo>
                  <a:pt x="-1" y="11159"/>
                </a:moveTo>
                <a:cubicBezTo>
                  <a:pt x="3801" y="4274"/>
                  <a:pt x="11044" y="-1"/>
                  <a:pt x="18909" y="-1"/>
                </a:cubicBezTo>
                <a:cubicBezTo>
                  <a:pt x="27632" y="-1"/>
                  <a:pt x="35499" y="5247"/>
                  <a:pt x="38851" y="13300"/>
                </a:cubicBezTo>
              </a:path>
              <a:path w="38851" h="21600" stroke="0" extrusionOk="0">
                <a:moveTo>
                  <a:pt x="-1" y="11159"/>
                </a:moveTo>
                <a:cubicBezTo>
                  <a:pt x="3801" y="4274"/>
                  <a:pt x="11044" y="-1"/>
                  <a:pt x="18909" y="-1"/>
                </a:cubicBezTo>
                <a:cubicBezTo>
                  <a:pt x="27632" y="-1"/>
                  <a:pt x="35499" y="5247"/>
                  <a:pt x="38851" y="13300"/>
                </a:cubicBezTo>
                <a:lnTo>
                  <a:pt x="18909" y="21600"/>
                </a:lnTo>
                <a:close/>
              </a:path>
            </a:pathLst>
          </a:custGeom>
          <a:noFill/>
          <a:ln w="381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80" name="Arc 77">
            <a:extLst>
              <a:ext uri="{FF2B5EF4-FFF2-40B4-BE49-F238E27FC236}">
                <a16:creationId xmlns:a16="http://schemas.microsoft.com/office/drawing/2014/main" id="{9AD8A1A4-CE00-A9CC-607A-E7D21FFF5359}"/>
              </a:ext>
            </a:extLst>
          </p:cNvPr>
          <p:cNvSpPr>
            <a:spLocks/>
          </p:cNvSpPr>
          <p:nvPr/>
        </p:nvSpPr>
        <p:spPr bwMode="auto">
          <a:xfrm rot="10717114" flipH="1" flipV="1">
            <a:off x="5873523" y="3427866"/>
            <a:ext cx="1065212" cy="438150"/>
          </a:xfrm>
          <a:custGeom>
            <a:avLst/>
            <a:gdLst>
              <a:gd name="G0" fmla="+- 18909 0 0"/>
              <a:gd name="G1" fmla="+- 21600 0 0"/>
              <a:gd name="G2" fmla="+- 21600 0 0"/>
              <a:gd name="T0" fmla="*/ 0 w 38851"/>
              <a:gd name="T1" fmla="*/ 11160 h 21600"/>
              <a:gd name="T2" fmla="*/ 38851 w 38851"/>
              <a:gd name="T3" fmla="*/ 13301 h 21600"/>
              <a:gd name="T4" fmla="*/ 18909 w 38851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8851" h="21600" fill="none" extrusionOk="0">
                <a:moveTo>
                  <a:pt x="-1" y="11159"/>
                </a:moveTo>
                <a:cubicBezTo>
                  <a:pt x="3801" y="4274"/>
                  <a:pt x="11044" y="-1"/>
                  <a:pt x="18909" y="-1"/>
                </a:cubicBezTo>
                <a:cubicBezTo>
                  <a:pt x="27632" y="-1"/>
                  <a:pt x="35499" y="5247"/>
                  <a:pt x="38851" y="13300"/>
                </a:cubicBezTo>
              </a:path>
              <a:path w="38851" h="21600" stroke="0" extrusionOk="0">
                <a:moveTo>
                  <a:pt x="-1" y="11159"/>
                </a:moveTo>
                <a:cubicBezTo>
                  <a:pt x="3801" y="4274"/>
                  <a:pt x="11044" y="-1"/>
                  <a:pt x="18909" y="-1"/>
                </a:cubicBezTo>
                <a:cubicBezTo>
                  <a:pt x="27632" y="-1"/>
                  <a:pt x="35499" y="5247"/>
                  <a:pt x="38851" y="13300"/>
                </a:cubicBezTo>
                <a:lnTo>
                  <a:pt x="18909" y="21600"/>
                </a:lnTo>
                <a:close/>
              </a:path>
            </a:pathLst>
          </a:custGeom>
          <a:noFill/>
          <a:ln w="381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81" name="Rectangle 78">
            <a:extLst>
              <a:ext uri="{FF2B5EF4-FFF2-40B4-BE49-F238E27FC236}">
                <a16:creationId xmlns:a16="http://schemas.microsoft.com/office/drawing/2014/main" id="{79D71B7C-8FCA-B7DD-ECF2-03F0C2C500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3585" y="2184853"/>
            <a:ext cx="733425" cy="152717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82" name="Rectangle 79">
            <a:extLst>
              <a:ext uri="{FF2B5EF4-FFF2-40B4-BE49-F238E27FC236}">
                <a16:creationId xmlns:a16="http://schemas.microsoft.com/office/drawing/2014/main" id="{698D0417-2C3B-7A9B-E95E-76F7A913F9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7310" y="2165803"/>
            <a:ext cx="733425" cy="155257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83" name="Rectangle 80">
            <a:extLst>
              <a:ext uri="{FF2B5EF4-FFF2-40B4-BE49-F238E27FC236}">
                <a16:creationId xmlns:a16="http://schemas.microsoft.com/office/drawing/2014/main" id="{BC19DD97-EF3D-FFDB-B8AD-61174E7AA1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0885" y="2537278"/>
            <a:ext cx="457200" cy="89535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84" name="Rectangle 81">
            <a:extLst>
              <a:ext uri="{FF2B5EF4-FFF2-40B4-BE49-F238E27FC236}">
                <a16:creationId xmlns:a16="http://schemas.microsoft.com/office/drawing/2014/main" id="{66361B6B-9067-13F7-E0A5-C850527495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8210" y="2546803"/>
            <a:ext cx="361950" cy="88582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85" name="Line 82">
            <a:extLst>
              <a:ext uri="{FF2B5EF4-FFF2-40B4-BE49-F238E27FC236}">
                <a16:creationId xmlns:a16="http://schemas.microsoft.com/office/drawing/2014/main" id="{DFBE3852-F12E-17B2-1988-65BA86A4B92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06985" y="2280103"/>
            <a:ext cx="1666875" cy="0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86" name="Line 83">
            <a:extLst>
              <a:ext uri="{FF2B5EF4-FFF2-40B4-BE49-F238E27FC236}">
                <a16:creationId xmlns:a16="http://schemas.microsoft.com/office/drawing/2014/main" id="{C3EF6053-E822-F151-FFE4-CF515A6755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59235" y="2260232"/>
            <a:ext cx="1047750" cy="0"/>
          </a:xfrm>
          <a:prstGeom prst="line">
            <a:avLst/>
          </a:prstGeom>
          <a:noFill/>
          <a:ln w="12700">
            <a:solidFill>
              <a:srgbClr val="990033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87" name="Line 84">
            <a:extLst>
              <a:ext uri="{FF2B5EF4-FFF2-40B4-BE49-F238E27FC236}">
                <a16:creationId xmlns:a16="http://schemas.microsoft.com/office/drawing/2014/main" id="{8C0DC764-39A4-946E-C857-77E4B476BC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16510" y="3689803"/>
            <a:ext cx="1666875" cy="0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88" name="Line 85">
            <a:extLst>
              <a:ext uri="{FF2B5EF4-FFF2-40B4-BE49-F238E27FC236}">
                <a16:creationId xmlns:a16="http://schemas.microsoft.com/office/drawing/2014/main" id="{66156E3B-4457-FF2D-8E68-DE6D5188F39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89397" y="3686628"/>
            <a:ext cx="1047750" cy="0"/>
          </a:xfrm>
          <a:prstGeom prst="line">
            <a:avLst/>
          </a:prstGeom>
          <a:noFill/>
          <a:ln w="12700">
            <a:solidFill>
              <a:srgbClr val="990033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89" name="Rectangle 86">
            <a:extLst>
              <a:ext uri="{FF2B5EF4-FFF2-40B4-BE49-F238E27FC236}">
                <a16:creationId xmlns:a16="http://schemas.microsoft.com/office/drawing/2014/main" id="{5A8A1582-587A-64A7-D445-BEDF4734A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7885" y="4302578"/>
            <a:ext cx="2514600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90" name="Rectangle 87">
            <a:extLst>
              <a:ext uri="{FF2B5EF4-FFF2-40B4-BE49-F238E27FC236}">
                <a16:creationId xmlns:a16="http://schemas.microsoft.com/office/drawing/2014/main" id="{9003B5B3-FA57-3367-E95B-01620A8A7A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4385" y="5763078"/>
            <a:ext cx="2514600" cy="2286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91" name="Rectangle 88">
            <a:extLst>
              <a:ext uri="{FF2B5EF4-FFF2-40B4-BE49-F238E27FC236}">
                <a16:creationId xmlns:a16="http://schemas.microsoft.com/office/drawing/2014/main" id="{70C19A96-CDF5-7EDC-BF2C-55E0CDA72A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9785" y="4429578"/>
            <a:ext cx="393700" cy="13970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92" name="Rectangle 89">
            <a:extLst>
              <a:ext uri="{FF2B5EF4-FFF2-40B4-BE49-F238E27FC236}">
                <a16:creationId xmlns:a16="http://schemas.microsoft.com/office/drawing/2014/main" id="{123E5844-49F6-7D8D-9851-812AF4B3A6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2585" y="4467678"/>
            <a:ext cx="393700" cy="13970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E23C13D6-8F1C-1602-1076-6ED2BD55BE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9610" y="2618695"/>
            <a:ext cx="1783333" cy="3022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093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75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000"/>
                            </p:stCondLst>
                            <p:childTnLst>
                              <p:par>
                                <p:cTn id="1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000"/>
                            </p:stCondLst>
                            <p:childTnLst>
                              <p:par>
                                <p:cTn id="13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/>
      <p:bldP spid="8" grpId="0" animBg="1" autoUpdateAnimBg="0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78" grpId="0" animBg="1" autoUpdateAnimBg="0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69CBAC-EA74-0DC8-57A6-92C2A66E9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CA0B4-0F72-CF44-B129-61EA31AA4916}" type="datetime1">
              <a:rPr lang="en-US" altLang="zh-CN" smtClean="0"/>
              <a:t>11/11/25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A81F05-DE3D-F052-C939-75047087E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14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52DB89-4CF9-3897-3F20-F76127836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18</a:t>
            </a:fld>
            <a:endParaRPr lang="en-US"/>
          </a:p>
        </p:txBody>
      </p:sp>
      <p:sp>
        <p:nvSpPr>
          <p:cNvPr id="5" name="AutoShape 59">
            <a:extLst>
              <a:ext uri="{FF2B5EF4-FFF2-40B4-BE49-F238E27FC236}">
                <a16:creationId xmlns:a16="http://schemas.microsoft.com/office/drawing/2014/main" id="{6F37D5C0-DB19-EF0E-6DA8-82AD3580E4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2945" y="435203"/>
            <a:ext cx="1200150" cy="600075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7C80"/>
              </a:gs>
              <a:gs pos="100000">
                <a:srgbClr val="FF7C80">
                  <a:gamma/>
                  <a:shade val="46275"/>
                  <a:invGamma/>
                </a:srgbClr>
              </a:gs>
            </a:gsLst>
            <a:path path="shape">
              <a:fillToRect l="50000" t="50000" r="50000" b="50000"/>
            </a:path>
          </a:gradFill>
          <a:ln w="19050">
            <a:solidFill>
              <a:schemeClr val="tx1"/>
            </a:solidFill>
            <a:round/>
            <a:headEnd/>
            <a:tailEnd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EF02E644-B6C7-9BD2-F67D-220F30F23A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5551" y="486976"/>
            <a:ext cx="377539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DengXian" charset="-122"/>
                <a:ea typeface="DengXian" charset="-122"/>
                <a:cs typeface="DengXian" charset="-122"/>
              </a:rPr>
              <a:t>二圆柱进行“交”运算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F055EDF0-DFB8-6BA9-3D31-F3ECD1A374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0976" y="441879"/>
            <a:ext cx="90281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zh-CN" altLang="en-US" sz="2800" b="1">
                <a:solidFill>
                  <a:srgbClr val="FFFFCC"/>
                </a:solidFill>
                <a:latin typeface="DengXian" charset="-122"/>
                <a:ea typeface="DengXian" charset="-122"/>
                <a:cs typeface="DengXian" charset="-122"/>
              </a:rPr>
              <a:t>讨论</a:t>
            </a:r>
          </a:p>
        </p:txBody>
      </p:sp>
      <p:grpSp>
        <p:nvGrpSpPr>
          <p:cNvPr id="8" name="Group 5">
            <a:extLst>
              <a:ext uri="{FF2B5EF4-FFF2-40B4-BE49-F238E27FC236}">
                <a16:creationId xmlns:a16="http://schemas.microsoft.com/office/drawing/2014/main" id="{C318579E-EE2F-D97E-617C-EB11EB875037}"/>
              </a:ext>
            </a:extLst>
          </p:cNvPr>
          <p:cNvGrpSpPr>
            <a:grpSpLocks/>
          </p:cNvGrpSpPr>
          <p:nvPr/>
        </p:nvGrpSpPr>
        <p:grpSpPr bwMode="auto">
          <a:xfrm>
            <a:off x="1837645" y="1587728"/>
            <a:ext cx="4281487" cy="4175125"/>
            <a:chOff x="148" y="1158"/>
            <a:chExt cx="2697" cy="2630"/>
          </a:xfrm>
        </p:grpSpPr>
        <p:grpSp>
          <p:nvGrpSpPr>
            <p:cNvPr id="9" name="Group 6">
              <a:extLst>
                <a:ext uri="{FF2B5EF4-FFF2-40B4-BE49-F238E27FC236}">
                  <a16:creationId xmlns:a16="http://schemas.microsoft.com/office/drawing/2014/main" id="{A827ABDE-1B2F-7260-C5CA-21C81C9571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1" y="2772"/>
              <a:ext cx="1481" cy="1016"/>
              <a:chOff x="191" y="2772"/>
              <a:chExt cx="1481" cy="1016"/>
            </a:xfrm>
          </p:grpSpPr>
          <p:sp>
            <p:nvSpPr>
              <p:cNvPr id="30" name="Rectangle 7">
                <a:extLst>
                  <a:ext uri="{FF2B5EF4-FFF2-40B4-BE49-F238E27FC236}">
                    <a16:creationId xmlns:a16="http://schemas.microsoft.com/office/drawing/2014/main" id="{52B84157-1786-484C-5994-C5990551BA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" y="2841"/>
                <a:ext cx="1253" cy="877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31" name="Oval 8">
                <a:extLst>
                  <a:ext uri="{FF2B5EF4-FFF2-40B4-BE49-F238E27FC236}">
                    <a16:creationId xmlns:a16="http://schemas.microsoft.com/office/drawing/2014/main" id="{CE156F74-0CAB-CDEB-6867-F71BB4E14A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5" y="2953"/>
                <a:ext cx="668" cy="668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32" name="Line 9">
                <a:extLst>
                  <a:ext uri="{FF2B5EF4-FFF2-40B4-BE49-F238E27FC236}">
                    <a16:creationId xmlns:a16="http://schemas.microsoft.com/office/drawing/2014/main" id="{83E4C166-8CFC-D294-67D6-C1FA2609B1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1" y="3287"/>
                <a:ext cx="148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33" name="Line 10">
                <a:extLst>
                  <a:ext uri="{FF2B5EF4-FFF2-40B4-BE49-F238E27FC236}">
                    <a16:creationId xmlns:a16="http://schemas.microsoft.com/office/drawing/2014/main" id="{CD0928C4-80EE-F33A-4F99-7F7B809557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29" y="2772"/>
                <a:ext cx="0" cy="10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</p:grpSp>
        <p:grpSp>
          <p:nvGrpSpPr>
            <p:cNvPr id="10" name="Group 11">
              <a:extLst>
                <a:ext uri="{FF2B5EF4-FFF2-40B4-BE49-F238E27FC236}">
                  <a16:creationId xmlns:a16="http://schemas.microsoft.com/office/drawing/2014/main" id="{3BFFAAA2-A260-B7D1-FA02-181B674D7A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9" y="1158"/>
              <a:ext cx="1116" cy="1522"/>
              <a:chOff x="1729" y="1158"/>
              <a:chExt cx="1116" cy="1522"/>
            </a:xfrm>
          </p:grpSpPr>
          <p:grpSp>
            <p:nvGrpSpPr>
              <p:cNvPr id="22" name="Group 12">
                <a:extLst>
                  <a:ext uri="{FF2B5EF4-FFF2-40B4-BE49-F238E27FC236}">
                    <a16:creationId xmlns:a16="http://schemas.microsoft.com/office/drawing/2014/main" id="{D8DD3CE8-BE1D-4E43-A332-EFAF8EF12BC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47" y="1158"/>
                <a:ext cx="877" cy="1522"/>
                <a:chOff x="1847" y="1158"/>
                <a:chExt cx="877" cy="1522"/>
              </a:xfrm>
            </p:grpSpPr>
            <p:sp>
              <p:nvSpPr>
                <p:cNvPr id="24" name="Rectangle 13">
                  <a:extLst>
                    <a:ext uri="{FF2B5EF4-FFF2-40B4-BE49-F238E27FC236}">
                      <a16:creationId xmlns:a16="http://schemas.microsoft.com/office/drawing/2014/main" id="{E55A48F7-1176-5770-5E82-868D94F583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59" y="1255"/>
                  <a:ext cx="668" cy="474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1400">
                    <a:latin typeface="DengXian" charset="-122"/>
                    <a:ea typeface="DengXian" charset="-122"/>
                    <a:cs typeface="DengXian" charset="-122"/>
                  </a:endParaRPr>
                </a:p>
              </p:txBody>
            </p:sp>
            <p:sp>
              <p:nvSpPr>
                <p:cNvPr id="25" name="Oval 14">
                  <a:extLst>
                    <a:ext uri="{FF2B5EF4-FFF2-40B4-BE49-F238E27FC236}">
                      <a16:creationId xmlns:a16="http://schemas.microsoft.com/office/drawing/2014/main" id="{D09F563D-6FF1-02D2-CFFE-28DE8C1192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47" y="1486"/>
                  <a:ext cx="877" cy="877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1400">
                    <a:latin typeface="DengXian" charset="-122"/>
                    <a:ea typeface="DengXian" charset="-122"/>
                    <a:cs typeface="DengXian" charset="-122"/>
                  </a:endParaRPr>
                </a:p>
              </p:txBody>
            </p:sp>
            <p:sp>
              <p:nvSpPr>
                <p:cNvPr id="26" name="Line 15">
                  <a:extLst>
                    <a:ext uri="{FF2B5EF4-FFF2-40B4-BE49-F238E27FC236}">
                      <a16:creationId xmlns:a16="http://schemas.microsoft.com/office/drawing/2014/main" id="{7DA51E52-3FB7-EB31-6046-0A4A09BF11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93" y="1158"/>
                  <a:ext cx="0" cy="15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Dot"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1400">
                    <a:latin typeface="DengXian" charset="-122"/>
                    <a:ea typeface="DengXian" charset="-122"/>
                    <a:cs typeface="DengXian" charset="-122"/>
                  </a:endParaRPr>
                </a:p>
              </p:txBody>
            </p:sp>
            <p:sp>
              <p:nvSpPr>
                <p:cNvPr id="27" name="Line 16">
                  <a:extLst>
                    <a:ext uri="{FF2B5EF4-FFF2-40B4-BE49-F238E27FC236}">
                      <a16:creationId xmlns:a16="http://schemas.microsoft.com/office/drawing/2014/main" id="{0D642C40-0A05-3EA3-F144-6C3B3B1063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52" y="2600"/>
                  <a:ext cx="688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400">
                    <a:latin typeface="DengXian" charset="-122"/>
                    <a:ea typeface="DengXian" charset="-122"/>
                    <a:cs typeface="DengXian" charset="-122"/>
                  </a:endParaRPr>
                </a:p>
              </p:txBody>
            </p:sp>
            <p:sp>
              <p:nvSpPr>
                <p:cNvPr id="28" name="Line 17">
                  <a:extLst>
                    <a:ext uri="{FF2B5EF4-FFF2-40B4-BE49-F238E27FC236}">
                      <a16:creationId xmlns:a16="http://schemas.microsoft.com/office/drawing/2014/main" id="{3E5D3769-D40F-A256-5FC9-B18571C4F08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60" y="2216"/>
                  <a:ext cx="0" cy="38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400">
                    <a:latin typeface="DengXian" charset="-122"/>
                    <a:ea typeface="DengXian" charset="-122"/>
                    <a:cs typeface="DengXian" charset="-122"/>
                  </a:endParaRPr>
                </a:p>
              </p:txBody>
            </p:sp>
            <p:sp>
              <p:nvSpPr>
                <p:cNvPr id="29" name="Line 18">
                  <a:extLst>
                    <a:ext uri="{FF2B5EF4-FFF2-40B4-BE49-F238E27FC236}">
                      <a16:creationId xmlns:a16="http://schemas.microsoft.com/office/drawing/2014/main" id="{1EC7450F-C9C5-FD83-2ECE-1EA68C7AAE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24" y="2208"/>
                  <a:ext cx="0" cy="40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400">
                    <a:latin typeface="DengXian" charset="-122"/>
                    <a:ea typeface="DengXian" charset="-122"/>
                    <a:cs typeface="DengXian" charset="-122"/>
                  </a:endParaRPr>
                </a:p>
              </p:txBody>
            </p:sp>
          </p:grpSp>
          <p:sp>
            <p:nvSpPr>
              <p:cNvPr id="23" name="Line 19">
                <a:extLst>
                  <a:ext uri="{FF2B5EF4-FFF2-40B4-BE49-F238E27FC236}">
                    <a16:creationId xmlns:a16="http://schemas.microsoft.com/office/drawing/2014/main" id="{63609686-D361-5E72-F8A5-ECE51EA0BB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9" y="1920"/>
                <a:ext cx="11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</p:grpSp>
        <p:grpSp>
          <p:nvGrpSpPr>
            <p:cNvPr id="11" name="Group 20">
              <a:extLst>
                <a:ext uri="{FF2B5EF4-FFF2-40B4-BE49-F238E27FC236}">
                  <a16:creationId xmlns:a16="http://schemas.microsoft.com/office/drawing/2014/main" id="{9CC17532-95F3-5804-C1EC-F0D260A762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" y="1158"/>
              <a:ext cx="1545" cy="1512"/>
              <a:chOff x="148" y="1158"/>
              <a:chExt cx="1545" cy="1512"/>
            </a:xfrm>
          </p:grpSpPr>
          <p:grpSp>
            <p:nvGrpSpPr>
              <p:cNvPr id="12" name="Group 21">
                <a:extLst>
                  <a:ext uri="{FF2B5EF4-FFF2-40B4-BE49-F238E27FC236}">
                    <a16:creationId xmlns:a16="http://schemas.microsoft.com/office/drawing/2014/main" id="{CEB11B0F-F514-D7E0-D59C-C44256B0CB4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5" y="1158"/>
                <a:ext cx="1253" cy="1512"/>
                <a:chOff x="315" y="1158"/>
                <a:chExt cx="1253" cy="1512"/>
              </a:xfrm>
            </p:grpSpPr>
            <p:sp>
              <p:nvSpPr>
                <p:cNvPr id="14" name="Rectangle 22">
                  <a:extLst>
                    <a:ext uri="{FF2B5EF4-FFF2-40B4-BE49-F238E27FC236}">
                      <a16:creationId xmlns:a16="http://schemas.microsoft.com/office/drawing/2014/main" id="{50F54858-B974-F24F-8D3F-6007F1D211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93" y="1255"/>
                  <a:ext cx="669" cy="474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1400">
                    <a:latin typeface="DengXian" charset="-122"/>
                    <a:ea typeface="DengXian" charset="-122"/>
                    <a:cs typeface="DengXian" charset="-122"/>
                  </a:endParaRPr>
                </a:p>
              </p:txBody>
            </p:sp>
            <p:sp>
              <p:nvSpPr>
                <p:cNvPr id="15" name="Rectangle 23">
                  <a:extLst>
                    <a:ext uri="{FF2B5EF4-FFF2-40B4-BE49-F238E27FC236}">
                      <a16:creationId xmlns:a16="http://schemas.microsoft.com/office/drawing/2014/main" id="{5A561D51-36CF-4FB6-6BD8-BEBD51036E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5" y="1480"/>
                  <a:ext cx="1253" cy="877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1400">
                    <a:latin typeface="DengXian" charset="-122"/>
                    <a:ea typeface="DengXian" charset="-122"/>
                    <a:cs typeface="DengXian" charset="-122"/>
                  </a:endParaRPr>
                </a:p>
              </p:txBody>
            </p:sp>
            <p:sp>
              <p:nvSpPr>
                <p:cNvPr id="16" name="Line 24">
                  <a:extLst>
                    <a:ext uri="{FF2B5EF4-FFF2-40B4-BE49-F238E27FC236}">
                      <a16:creationId xmlns:a16="http://schemas.microsoft.com/office/drawing/2014/main" id="{B3482E5C-84B6-4FEF-C446-C3A76593B0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92" y="2364"/>
                  <a:ext cx="0" cy="231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400">
                    <a:latin typeface="DengXian" charset="-122"/>
                    <a:ea typeface="DengXian" charset="-122"/>
                    <a:cs typeface="DengXian" charset="-122"/>
                  </a:endParaRPr>
                </a:p>
              </p:txBody>
            </p:sp>
            <p:sp>
              <p:nvSpPr>
                <p:cNvPr id="17" name="Line 25">
                  <a:extLst>
                    <a:ext uri="{FF2B5EF4-FFF2-40B4-BE49-F238E27FC236}">
                      <a16:creationId xmlns:a16="http://schemas.microsoft.com/office/drawing/2014/main" id="{7AF1E669-93F6-0C29-B9D6-C31CA1E5B6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84" y="2592"/>
                  <a:ext cx="688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400">
                    <a:latin typeface="DengXian" charset="-122"/>
                    <a:ea typeface="DengXian" charset="-122"/>
                    <a:cs typeface="DengXian" charset="-122"/>
                  </a:endParaRPr>
                </a:p>
              </p:txBody>
            </p:sp>
            <p:sp>
              <p:nvSpPr>
                <p:cNvPr id="18" name="Line 26">
                  <a:extLst>
                    <a:ext uri="{FF2B5EF4-FFF2-40B4-BE49-F238E27FC236}">
                      <a16:creationId xmlns:a16="http://schemas.microsoft.com/office/drawing/2014/main" id="{0072F99B-8F77-A405-C221-B5D796BC8C6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264" y="2368"/>
                  <a:ext cx="0" cy="23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rgbClr val="000000">
                            <a:alpha val="74998"/>
                          </a:srgb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 sz="1400">
                    <a:latin typeface="DengXian" charset="-122"/>
                    <a:ea typeface="DengXian" charset="-122"/>
                    <a:cs typeface="DengXian" charset="-122"/>
                  </a:endParaRPr>
                </a:p>
              </p:txBody>
            </p:sp>
            <p:sp>
              <p:nvSpPr>
                <p:cNvPr id="19" name="Line 27">
                  <a:extLst>
                    <a:ext uri="{FF2B5EF4-FFF2-40B4-BE49-F238E27FC236}">
                      <a16:creationId xmlns:a16="http://schemas.microsoft.com/office/drawing/2014/main" id="{A30BD738-0111-BBFE-267F-6A081BA4AA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27" y="1158"/>
                  <a:ext cx="0" cy="151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Dot"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 sz="1400">
                    <a:latin typeface="DengXian" charset="-122"/>
                    <a:ea typeface="DengXian" charset="-122"/>
                    <a:cs typeface="DengXian" charset="-122"/>
                  </a:endParaRPr>
                </a:p>
              </p:txBody>
            </p:sp>
            <p:sp>
              <p:nvSpPr>
                <p:cNvPr id="20" name="Line 28">
                  <a:extLst>
                    <a:ext uri="{FF2B5EF4-FFF2-40B4-BE49-F238E27FC236}">
                      <a16:creationId xmlns:a16="http://schemas.microsoft.com/office/drawing/2014/main" id="{ADEA2B94-DB8E-3B55-497D-40F7A59882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10" y="1479"/>
                  <a:ext cx="648" cy="0"/>
                </a:xfrm>
                <a:prstGeom prst="line">
                  <a:avLst/>
                </a:prstGeom>
                <a:noFill/>
                <a:ln w="76200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400">
                    <a:latin typeface="DengXian" charset="-122"/>
                    <a:ea typeface="DengXian" charset="-122"/>
                    <a:cs typeface="DengXian" charset="-122"/>
                  </a:endParaRPr>
                </a:p>
              </p:txBody>
            </p:sp>
            <p:sp>
              <p:nvSpPr>
                <p:cNvPr id="21" name="Line 29">
                  <a:extLst>
                    <a:ext uri="{FF2B5EF4-FFF2-40B4-BE49-F238E27FC236}">
                      <a16:creationId xmlns:a16="http://schemas.microsoft.com/office/drawing/2014/main" id="{4429D675-A578-3B54-5391-D2F2E383B0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10" y="2355"/>
                  <a:ext cx="648" cy="0"/>
                </a:xfrm>
                <a:prstGeom prst="line">
                  <a:avLst/>
                </a:prstGeom>
                <a:noFill/>
                <a:ln w="76200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sz="1400">
                    <a:latin typeface="DengXian" charset="-122"/>
                    <a:ea typeface="DengXian" charset="-122"/>
                    <a:cs typeface="DengXian" charset="-122"/>
                  </a:endParaRPr>
                </a:p>
              </p:txBody>
            </p:sp>
          </p:grpSp>
          <p:sp>
            <p:nvSpPr>
              <p:cNvPr id="13" name="Line 30">
                <a:extLst>
                  <a:ext uri="{FF2B5EF4-FFF2-40B4-BE49-F238E27FC236}">
                    <a16:creationId xmlns:a16="http://schemas.microsoft.com/office/drawing/2014/main" id="{EF9336DF-B354-DC86-E128-7042FEF3E3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" y="1920"/>
                <a:ext cx="154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Dot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</p:grpSp>
      </p:grpSp>
      <p:sp>
        <p:nvSpPr>
          <p:cNvPr id="34" name="Text Box 31">
            <a:extLst>
              <a:ext uri="{FF2B5EF4-FFF2-40B4-BE49-F238E27FC236}">
                <a16:creationId xmlns:a16="http://schemas.microsoft.com/office/drawing/2014/main" id="{71E3EFD1-4D06-C68D-BC28-F58F22012B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7831" y="1612968"/>
            <a:ext cx="2117638" cy="101566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r>
              <a:rPr lang="zh-CN" altLang="en-US" sz="2000" b="1" dirty="0">
                <a:solidFill>
                  <a:srgbClr val="000066"/>
                </a:solidFill>
                <a:latin typeface="DengXian" charset="-122"/>
                <a:ea typeface="DengXian" charset="-122"/>
                <a:cs typeface="DengXian" charset="-122"/>
              </a:rPr>
              <a:t>       只用二实体相交部分来定义一实体为“交”</a:t>
            </a:r>
            <a:endParaRPr lang="zh-CN" altLang="en-US" sz="2000" b="1" dirty="0">
              <a:solidFill>
                <a:srgbClr val="000066"/>
              </a:solidFill>
              <a:latin typeface="DengXian" charset="-122"/>
              <a:ea typeface="DengXian" charset="-122"/>
              <a:cs typeface="DengXian" charset="-122"/>
              <a:sym typeface="Symbol" charset="2"/>
            </a:endParaRPr>
          </a:p>
        </p:txBody>
      </p:sp>
      <p:sp>
        <p:nvSpPr>
          <p:cNvPr id="35" name="Line 32">
            <a:extLst>
              <a:ext uri="{FF2B5EF4-FFF2-40B4-BE49-F238E27FC236}">
                <a16:creationId xmlns:a16="http://schemas.microsoft.com/office/drawing/2014/main" id="{61E0DA7A-9F4C-2F44-509B-DE3C6B1EFA7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7370" y="2316390"/>
            <a:ext cx="0" cy="9810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36" name="Line 33">
            <a:extLst>
              <a:ext uri="{FF2B5EF4-FFF2-40B4-BE49-F238E27FC236}">
                <a16:creationId xmlns:a16="http://schemas.microsoft.com/office/drawing/2014/main" id="{B8A75A52-B0E1-F134-BB9B-2DF16048808B}"/>
              </a:ext>
            </a:extLst>
          </p:cNvPr>
          <p:cNvSpPr>
            <a:spLocks noChangeShapeType="1"/>
          </p:cNvSpPr>
          <p:nvPr/>
        </p:nvSpPr>
        <p:spPr bwMode="auto">
          <a:xfrm>
            <a:off x="5773057" y="2381478"/>
            <a:ext cx="0" cy="9810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37" name="Arc 34">
            <a:extLst>
              <a:ext uri="{FF2B5EF4-FFF2-40B4-BE49-F238E27FC236}">
                <a16:creationId xmlns:a16="http://schemas.microsoft.com/office/drawing/2014/main" id="{212298A0-26D1-C39B-5639-D345386EC4DE}"/>
              </a:ext>
            </a:extLst>
          </p:cNvPr>
          <p:cNvSpPr>
            <a:spLocks/>
          </p:cNvSpPr>
          <p:nvPr/>
        </p:nvSpPr>
        <p:spPr bwMode="auto">
          <a:xfrm rot="10882886" flipH="1">
            <a:off x="2532970" y="1897290"/>
            <a:ext cx="1065212" cy="463550"/>
          </a:xfrm>
          <a:custGeom>
            <a:avLst/>
            <a:gdLst>
              <a:gd name="G0" fmla="+- 18909 0 0"/>
              <a:gd name="G1" fmla="+- 21600 0 0"/>
              <a:gd name="G2" fmla="+- 21600 0 0"/>
              <a:gd name="T0" fmla="*/ 0 w 38851"/>
              <a:gd name="T1" fmla="*/ 11160 h 21600"/>
              <a:gd name="T2" fmla="*/ 38851 w 38851"/>
              <a:gd name="T3" fmla="*/ 13301 h 21600"/>
              <a:gd name="T4" fmla="*/ 18909 w 38851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8851" h="21600" fill="none" extrusionOk="0">
                <a:moveTo>
                  <a:pt x="-1" y="11159"/>
                </a:moveTo>
                <a:cubicBezTo>
                  <a:pt x="3801" y="4274"/>
                  <a:pt x="11044" y="-1"/>
                  <a:pt x="18909" y="-1"/>
                </a:cubicBezTo>
                <a:cubicBezTo>
                  <a:pt x="27632" y="-1"/>
                  <a:pt x="35499" y="5247"/>
                  <a:pt x="38851" y="13300"/>
                </a:cubicBezTo>
              </a:path>
              <a:path w="38851" h="21600" stroke="0" extrusionOk="0">
                <a:moveTo>
                  <a:pt x="-1" y="11159"/>
                </a:moveTo>
                <a:cubicBezTo>
                  <a:pt x="3801" y="4274"/>
                  <a:pt x="11044" y="-1"/>
                  <a:pt x="18909" y="-1"/>
                </a:cubicBezTo>
                <a:cubicBezTo>
                  <a:pt x="27632" y="-1"/>
                  <a:pt x="35499" y="5247"/>
                  <a:pt x="38851" y="13300"/>
                </a:cubicBezTo>
                <a:lnTo>
                  <a:pt x="18909" y="21600"/>
                </a:lnTo>
                <a:close/>
              </a:path>
            </a:pathLst>
          </a:custGeom>
          <a:noFill/>
          <a:ln w="381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38" name="Arc 35">
            <a:extLst>
              <a:ext uri="{FF2B5EF4-FFF2-40B4-BE49-F238E27FC236}">
                <a16:creationId xmlns:a16="http://schemas.microsoft.com/office/drawing/2014/main" id="{3041AED8-8E5A-3B3D-36C0-FA6991D6D6EF}"/>
              </a:ext>
            </a:extLst>
          </p:cNvPr>
          <p:cNvSpPr>
            <a:spLocks/>
          </p:cNvSpPr>
          <p:nvPr/>
        </p:nvSpPr>
        <p:spPr bwMode="auto">
          <a:xfrm rot="10717114" flipH="1" flipV="1">
            <a:off x="2547257" y="3238728"/>
            <a:ext cx="1065213" cy="438150"/>
          </a:xfrm>
          <a:custGeom>
            <a:avLst/>
            <a:gdLst>
              <a:gd name="G0" fmla="+- 18909 0 0"/>
              <a:gd name="G1" fmla="+- 21600 0 0"/>
              <a:gd name="G2" fmla="+- 21600 0 0"/>
              <a:gd name="T0" fmla="*/ 0 w 38851"/>
              <a:gd name="T1" fmla="*/ 11160 h 21600"/>
              <a:gd name="T2" fmla="*/ 38851 w 38851"/>
              <a:gd name="T3" fmla="*/ 13301 h 21600"/>
              <a:gd name="T4" fmla="*/ 18909 w 38851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8851" h="21600" fill="none" extrusionOk="0">
                <a:moveTo>
                  <a:pt x="-1" y="11159"/>
                </a:moveTo>
                <a:cubicBezTo>
                  <a:pt x="3801" y="4274"/>
                  <a:pt x="11044" y="-1"/>
                  <a:pt x="18909" y="-1"/>
                </a:cubicBezTo>
                <a:cubicBezTo>
                  <a:pt x="27632" y="-1"/>
                  <a:pt x="35499" y="5247"/>
                  <a:pt x="38851" y="13300"/>
                </a:cubicBezTo>
              </a:path>
              <a:path w="38851" h="21600" stroke="0" extrusionOk="0">
                <a:moveTo>
                  <a:pt x="-1" y="11159"/>
                </a:moveTo>
                <a:cubicBezTo>
                  <a:pt x="3801" y="4274"/>
                  <a:pt x="11044" y="-1"/>
                  <a:pt x="18909" y="-1"/>
                </a:cubicBezTo>
                <a:cubicBezTo>
                  <a:pt x="27632" y="-1"/>
                  <a:pt x="35499" y="5247"/>
                  <a:pt x="38851" y="13300"/>
                </a:cubicBezTo>
                <a:lnTo>
                  <a:pt x="18909" y="21600"/>
                </a:lnTo>
                <a:close/>
              </a:path>
            </a:pathLst>
          </a:custGeom>
          <a:noFill/>
          <a:ln w="381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39" name="Freeform 36">
            <a:extLst>
              <a:ext uri="{FF2B5EF4-FFF2-40B4-BE49-F238E27FC236}">
                <a16:creationId xmlns:a16="http://schemas.microsoft.com/office/drawing/2014/main" id="{96259C3E-E18B-7E03-1A59-8839232A11B8}"/>
              </a:ext>
            </a:extLst>
          </p:cNvPr>
          <p:cNvSpPr>
            <a:spLocks/>
          </p:cNvSpPr>
          <p:nvPr/>
        </p:nvSpPr>
        <p:spPr bwMode="auto">
          <a:xfrm>
            <a:off x="4312557" y="2287815"/>
            <a:ext cx="374650" cy="1082675"/>
          </a:xfrm>
          <a:custGeom>
            <a:avLst/>
            <a:gdLst>
              <a:gd name="T0" fmla="*/ 236 w 236"/>
              <a:gd name="T1" fmla="*/ 0 h 682"/>
              <a:gd name="T2" fmla="*/ 236 w 236"/>
              <a:gd name="T3" fmla="*/ 291 h 682"/>
              <a:gd name="T4" fmla="*/ 164 w 236"/>
              <a:gd name="T5" fmla="*/ 291 h 682"/>
              <a:gd name="T6" fmla="*/ 164 w 236"/>
              <a:gd name="T7" fmla="*/ 355 h 682"/>
              <a:gd name="T8" fmla="*/ 236 w 236"/>
              <a:gd name="T9" fmla="*/ 355 h 682"/>
              <a:gd name="T10" fmla="*/ 236 w 236"/>
              <a:gd name="T11" fmla="*/ 682 h 682"/>
              <a:gd name="T12" fmla="*/ 0 w 236"/>
              <a:gd name="T13" fmla="*/ 682 h 682"/>
              <a:gd name="T14" fmla="*/ 0 w 236"/>
              <a:gd name="T15" fmla="*/ 0 h 682"/>
              <a:gd name="T16" fmla="*/ 236 w 236"/>
              <a:gd name="T17" fmla="*/ 0 h 6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36" h="682">
                <a:moveTo>
                  <a:pt x="236" y="0"/>
                </a:moveTo>
                <a:lnTo>
                  <a:pt x="236" y="291"/>
                </a:lnTo>
                <a:lnTo>
                  <a:pt x="164" y="291"/>
                </a:lnTo>
                <a:lnTo>
                  <a:pt x="164" y="355"/>
                </a:lnTo>
                <a:lnTo>
                  <a:pt x="236" y="355"/>
                </a:lnTo>
                <a:lnTo>
                  <a:pt x="236" y="682"/>
                </a:lnTo>
                <a:lnTo>
                  <a:pt x="0" y="682"/>
                </a:lnTo>
                <a:lnTo>
                  <a:pt x="0" y="0"/>
                </a:lnTo>
                <a:lnTo>
                  <a:pt x="236" y="0"/>
                </a:lnTo>
                <a:close/>
              </a:path>
            </a:pathLst>
          </a:custGeom>
          <a:solidFill>
            <a:schemeClr val="bg1"/>
          </a:solidFill>
          <a:ln w="9525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40" name="Freeform 37">
            <a:extLst>
              <a:ext uri="{FF2B5EF4-FFF2-40B4-BE49-F238E27FC236}">
                <a16:creationId xmlns:a16="http://schemas.microsoft.com/office/drawing/2014/main" id="{D9178651-E45E-DF79-9DDD-1DE41F3F796C}"/>
              </a:ext>
            </a:extLst>
          </p:cNvPr>
          <p:cNvSpPr>
            <a:spLocks/>
          </p:cNvSpPr>
          <p:nvPr/>
        </p:nvSpPr>
        <p:spPr bwMode="auto">
          <a:xfrm flipH="1">
            <a:off x="5792107" y="2267178"/>
            <a:ext cx="374650" cy="1082675"/>
          </a:xfrm>
          <a:custGeom>
            <a:avLst/>
            <a:gdLst>
              <a:gd name="T0" fmla="*/ 236 w 236"/>
              <a:gd name="T1" fmla="*/ 0 h 682"/>
              <a:gd name="T2" fmla="*/ 236 w 236"/>
              <a:gd name="T3" fmla="*/ 291 h 682"/>
              <a:gd name="T4" fmla="*/ 164 w 236"/>
              <a:gd name="T5" fmla="*/ 291 h 682"/>
              <a:gd name="T6" fmla="*/ 164 w 236"/>
              <a:gd name="T7" fmla="*/ 355 h 682"/>
              <a:gd name="T8" fmla="*/ 236 w 236"/>
              <a:gd name="T9" fmla="*/ 355 h 682"/>
              <a:gd name="T10" fmla="*/ 236 w 236"/>
              <a:gd name="T11" fmla="*/ 682 h 682"/>
              <a:gd name="T12" fmla="*/ 0 w 236"/>
              <a:gd name="T13" fmla="*/ 682 h 682"/>
              <a:gd name="T14" fmla="*/ 0 w 236"/>
              <a:gd name="T15" fmla="*/ 0 h 682"/>
              <a:gd name="T16" fmla="*/ 236 w 236"/>
              <a:gd name="T17" fmla="*/ 0 h 6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36" h="682">
                <a:moveTo>
                  <a:pt x="236" y="0"/>
                </a:moveTo>
                <a:lnTo>
                  <a:pt x="236" y="291"/>
                </a:lnTo>
                <a:lnTo>
                  <a:pt x="164" y="291"/>
                </a:lnTo>
                <a:lnTo>
                  <a:pt x="164" y="355"/>
                </a:lnTo>
                <a:lnTo>
                  <a:pt x="236" y="355"/>
                </a:lnTo>
                <a:lnTo>
                  <a:pt x="236" y="682"/>
                </a:lnTo>
                <a:lnTo>
                  <a:pt x="0" y="682"/>
                </a:lnTo>
                <a:lnTo>
                  <a:pt x="0" y="0"/>
                </a:lnTo>
                <a:lnTo>
                  <a:pt x="236" y="0"/>
                </a:lnTo>
                <a:close/>
              </a:path>
            </a:pathLst>
          </a:custGeom>
          <a:solidFill>
            <a:schemeClr val="bg1"/>
          </a:solidFill>
          <a:ln w="9525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41" name="Freeform 38">
            <a:extLst>
              <a:ext uri="{FF2B5EF4-FFF2-40B4-BE49-F238E27FC236}">
                <a16:creationId xmlns:a16="http://schemas.microsoft.com/office/drawing/2014/main" id="{52694D16-88F6-AC33-A2AE-0076AC7EA4E4}"/>
              </a:ext>
            </a:extLst>
          </p:cNvPr>
          <p:cNvSpPr>
            <a:spLocks/>
          </p:cNvSpPr>
          <p:nvPr/>
        </p:nvSpPr>
        <p:spPr bwMode="auto">
          <a:xfrm>
            <a:off x="4615770" y="1535340"/>
            <a:ext cx="1241425" cy="909638"/>
          </a:xfrm>
          <a:custGeom>
            <a:avLst/>
            <a:gdLst>
              <a:gd name="T0" fmla="*/ 0 w 782"/>
              <a:gd name="T1" fmla="*/ 537 h 573"/>
              <a:gd name="T2" fmla="*/ 121 w 782"/>
              <a:gd name="T3" fmla="*/ 430 h 573"/>
              <a:gd name="T4" fmla="*/ 127 w 782"/>
              <a:gd name="T5" fmla="*/ 264 h 573"/>
              <a:gd name="T6" fmla="*/ 664 w 782"/>
              <a:gd name="T7" fmla="*/ 264 h 573"/>
              <a:gd name="T8" fmla="*/ 682 w 782"/>
              <a:gd name="T9" fmla="*/ 455 h 573"/>
              <a:gd name="T10" fmla="*/ 782 w 782"/>
              <a:gd name="T11" fmla="*/ 573 h 573"/>
              <a:gd name="T12" fmla="*/ 782 w 782"/>
              <a:gd name="T13" fmla="*/ 0 h 573"/>
              <a:gd name="T14" fmla="*/ 9 w 782"/>
              <a:gd name="T15" fmla="*/ 2 h 573"/>
              <a:gd name="T16" fmla="*/ 0 w 782"/>
              <a:gd name="T17" fmla="*/ 537 h 5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82" h="573">
                <a:moveTo>
                  <a:pt x="0" y="537"/>
                </a:moveTo>
                <a:lnTo>
                  <a:pt x="121" y="430"/>
                </a:lnTo>
                <a:lnTo>
                  <a:pt x="127" y="264"/>
                </a:lnTo>
                <a:lnTo>
                  <a:pt x="664" y="264"/>
                </a:lnTo>
                <a:lnTo>
                  <a:pt x="682" y="455"/>
                </a:lnTo>
                <a:lnTo>
                  <a:pt x="782" y="573"/>
                </a:lnTo>
                <a:lnTo>
                  <a:pt x="782" y="0"/>
                </a:lnTo>
                <a:lnTo>
                  <a:pt x="9" y="2"/>
                </a:lnTo>
                <a:lnTo>
                  <a:pt x="0" y="537"/>
                </a:lnTo>
                <a:close/>
              </a:path>
            </a:pathLst>
          </a:custGeom>
          <a:solidFill>
            <a:schemeClr val="bg1"/>
          </a:solidFill>
          <a:ln w="9525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42" name="Freeform 39">
            <a:extLst>
              <a:ext uri="{FF2B5EF4-FFF2-40B4-BE49-F238E27FC236}">
                <a16:creationId xmlns:a16="http://schemas.microsoft.com/office/drawing/2014/main" id="{60E0AF39-7952-3501-38E7-846704F8A451}"/>
              </a:ext>
            </a:extLst>
          </p:cNvPr>
          <p:cNvSpPr>
            <a:spLocks/>
          </p:cNvSpPr>
          <p:nvPr/>
        </p:nvSpPr>
        <p:spPr bwMode="auto">
          <a:xfrm flipV="1">
            <a:off x="4615770" y="3167290"/>
            <a:ext cx="1241425" cy="909638"/>
          </a:xfrm>
          <a:custGeom>
            <a:avLst/>
            <a:gdLst>
              <a:gd name="T0" fmla="*/ 0 w 782"/>
              <a:gd name="T1" fmla="*/ 537 h 573"/>
              <a:gd name="T2" fmla="*/ 121 w 782"/>
              <a:gd name="T3" fmla="*/ 430 h 573"/>
              <a:gd name="T4" fmla="*/ 127 w 782"/>
              <a:gd name="T5" fmla="*/ 264 h 573"/>
              <a:gd name="T6" fmla="*/ 664 w 782"/>
              <a:gd name="T7" fmla="*/ 264 h 573"/>
              <a:gd name="T8" fmla="*/ 682 w 782"/>
              <a:gd name="T9" fmla="*/ 455 h 573"/>
              <a:gd name="T10" fmla="*/ 782 w 782"/>
              <a:gd name="T11" fmla="*/ 573 h 573"/>
              <a:gd name="T12" fmla="*/ 782 w 782"/>
              <a:gd name="T13" fmla="*/ 0 h 573"/>
              <a:gd name="T14" fmla="*/ 9 w 782"/>
              <a:gd name="T15" fmla="*/ 2 h 573"/>
              <a:gd name="T16" fmla="*/ 0 w 782"/>
              <a:gd name="T17" fmla="*/ 537 h 5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82" h="573">
                <a:moveTo>
                  <a:pt x="0" y="537"/>
                </a:moveTo>
                <a:lnTo>
                  <a:pt x="121" y="430"/>
                </a:lnTo>
                <a:lnTo>
                  <a:pt x="127" y="264"/>
                </a:lnTo>
                <a:lnTo>
                  <a:pt x="664" y="264"/>
                </a:lnTo>
                <a:lnTo>
                  <a:pt x="682" y="455"/>
                </a:lnTo>
                <a:lnTo>
                  <a:pt x="782" y="573"/>
                </a:lnTo>
                <a:lnTo>
                  <a:pt x="782" y="0"/>
                </a:lnTo>
                <a:lnTo>
                  <a:pt x="9" y="2"/>
                </a:lnTo>
                <a:lnTo>
                  <a:pt x="0" y="537"/>
                </a:lnTo>
                <a:close/>
              </a:path>
            </a:pathLst>
          </a:custGeom>
          <a:solidFill>
            <a:schemeClr val="bg1"/>
          </a:solidFill>
          <a:ln w="9525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43" name="Freeform 40">
            <a:extLst>
              <a:ext uri="{FF2B5EF4-FFF2-40B4-BE49-F238E27FC236}">
                <a16:creationId xmlns:a16="http://schemas.microsoft.com/office/drawing/2014/main" id="{CA6BA571-00D9-0912-8C55-43A704015316}"/>
              </a:ext>
            </a:extLst>
          </p:cNvPr>
          <p:cNvSpPr>
            <a:spLocks/>
          </p:cNvSpPr>
          <p:nvPr/>
        </p:nvSpPr>
        <p:spPr bwMode="auto">
          <a:xfrm>
            <a:off x="1748745" y="2052865"/>
            <a:ext cx="765175" cy="1558925"/>
          </a:xfrm>
          <a:custGeom>
            <a:avLst/>
            <a:gdLst>
              <a:gd name="T0" fmla="*/ 236 w 236"/>
              <a:gd name="T1" fmla="*/ 0 h 682"/>
              <a:gd name="T2" fmla="*/ 236 w 236"/>
              <a:gd name="T3" fmla="*/ 291 h 682"/>
              <a:gd name="T4" fmla="*/ 164 w 236"/>
              <a:gd name="T5" fmla="*/ 291 h 682"/>
              <a:gd name="T6" fmla="*/ 164 w 236"/>
              <a:gd name="T7" fmla="*/ 355 h 682"/>
              <a:gd name="T8" fmla="*/ 236 w 236"/>
              <a:gd name="T9" fmla="*/ 355 h 682"/>
              <a:gd name="T10" fmla="*/ 236 w 236"/>
              <a:gd name="T11" fmla="*/ 682 h 682"/>
              <a:gd name="T12" fmla="*/ 0 w 236"/>
              <a:gd name="T13" fmla="*/ 682 h 682"/>
              <a:gd name="T14" fmla="*/ 0 w 236"/>
              <a:gd name="T15" fmla="*/ 0 h 682"/>
              <a:gd name="T16" fmla="*/ 236 w 236"/>
              <a:gd name="T17" fmla="*/ 0 h 6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36" h="682">
                <a:moveTo>
                  <a:pt x="236" y="0"/>
                </a:moveTo>
                <a:lnTo>
                  <a:pt x="236" y="291"/>
                </a:lnTo>
                <a:lnTo>
                  <a:pt x="164" y="291"/>
                </a:lnTo>
                <a:lnTo>
                  <a:pt x="164" y="355"/>
                </a:lnTo>
                <a:lnTo>
                  <a:pt x="236" y="355"/>
                </a:lnTo>
                <a:lnTo>
                  <a:pt x="236" y="682"/>
                </a:lnTo>
                <a:lnTo>
                  <a:pt x="0" y="682"/>
                </a:lnTo>
                <a:lnTo>
                  <a:pt x="0" y="0"/>
                </a:lnTo>
                <a:lnTo>
                  <a:pt x="236" y="0"/>
                </a:lnTo>
                <a:close/>
              </a:path>
            </a:pathLst>
          </a:custGeom>
          <a:solidFill>
            <a:schemeClr val="bg1"/>
          </a:solidFill>
          <a:ln w="9525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44" name="Line 41">
            <a:extLst>
              <a:ext uri="{FF2B5EF4-FFF2-40B4-BE49-F238E27FC236}">
                <a16:creationId xmlns:a16="http://schemas.microsoft.com/office/drawing/2014/main" id="{EB3C19C1-7A0A-1397-595E-A43EC2FD3941}"/>
              </a:ext>
            </a:extLst>
          </p:cNvPr>
          <p:cNvSpPr>
            <a:spLocks noChangeShapeType="1"/>
          </p:cNvSpPr>
          <p:nvPr/>
        </p:nvSpPr>
        <p:spPr bwMode="auto">
          <a:xfrm>
            <a:off x="2540907" y="2105253"/>
            <a:ext cx="0" cy="13906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45" name="Line 42">
            <a:extLst>
              <a:ext uri="{FF2B5EF4-FFF2-40B4-BE49-F238E27FC236}">
                <a16:creationId xmlns:a16="http://schemas.microsoft.com/office/drawing/2014/main" id="{E0091079-8686-4F39-8372-01C829100E9C}"/>
              </a:ext>
            </a:extLst>
          </p:cNvPr>
          <p:cNvSpPr>
            <a:spLocks noChangeShapeType="1"/>
          </p:cNvSpPr>
          <p:nvPr/>
        </p:nvSpPr>
        <p:spPr bwMode="auto">
          <a:xfrm>
            <a:off x="3610882" y="2105253"/>
            <a:ext cx="0" cy="13906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46" name="Freeform 43">
            <a:extLst>
              <a:ext uri="{FF2B5EF4-FFF2-40B4-BE49-F238E27FC236}">
                <a16:creationId xmlns:a16="http://schemas.microsoft.com/office/drawing/2014/main" id="{0955D139-89A2-ABBD-C730-2BC61E6278E3}"/>
              </a:ext>
            </a:extLst>
          </p:cNvPr>
          <p:cNvSpPr>
            <a:spLocks/>
          </p:cNvSpPr>
          <p:nvPr/>
        </p:nvSpPr>
        <p:spPr bwMode="auto">
          <a:xfrm flipH="1">
            <a:off x="3634695" y="2033815"/>
            <a:ext cx="765175" cy="1558925"/>
          </a:xfrm>
          <a:custGeom>
            <a:avLst/>
            <a:gdLst>
              <a:gd name="T0" fmla="*/ 236 w 236"/>
              <a:gd name="T1" fmla="*/ 0 h 682"/>
              <a:gd name="T2" fmla="*/ 236 w 236"/>
              <a:gd name="T3" fmla="*/ 291 h 682"/>
              <a:gd name="T4" fmla="*/ 164 w 236"/>
              <a:gd name="T5" fmla="*/ 291 h 682"/>
              <a:gd name="T6" fmla="*/ 164 w 236"/>
              <a:gd name="T7" fmla="*/ 355 h 682"/>
              <a:gd name="T8" fmla="*/ 236 w 236"/>
              <a:gd name="T9" fmla="*/ 355 h 682"/>
              <a:gd name="T10" fmla="*/ 236 w 236"/>
              <a:gd name="T11" fmla="*/ 682 h 682"/>
              <a:gd name="T12" fmla="*/ 0 w 236"/>
              <a:gd name="T13" fmla="*/ 682 h 682"/>
              <a:gd name="T14" fmla="*/ 0 w 236"/>
              <a:gd name="T15" fmla="*/ 0 h 682"/>
              <a:gd name="T16" fmla="*/ 236 w 236"/>
              <a:gd name="T17" fmla="*/ 0 h 6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36" h="682">
                <a:moveTo>
                  <a:pt x="236" y="0"/>
                </a:moveTo>
                <a:lnTo>
                  <a:pt x="236" y="291"/>
                </a:lnTo>
                <a:lnTo>
                  <a:pt x="164" y="291"/>
                </a:lnTo>
                <a:lnTo>
                  <a:pt x="164" y="355"/>
                </a:lnTo>
                <a:lnTo>
                  <a:pt x="236" y="355"/>
                </a:lnTo>
                <a:lnTo>
                  <a:pt x="236" y="682"/>
                </a:lnTo>
                <a:lnTo>
                  <a:pt x="0" y="682"/>
                </a:lnTo>
                <a:lnTo>
                  <a:pt x="0" y="0"/>
                </a:lnTo>
                <a:lnTo>
                  <a:pt x="236" y="0"/>
                </a:lnTo>
                <a:close/>
              </a:path>
            </a:pathLst>
          </a:custGeom>
          <a:solidFill>
            <a:schemeClr val="bg1"/>
          </a:solidFill>
          <a:ln w="9525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47" name="Line 44">
            <a:extLst>
              <a:ext uri="{FF2B5EF4-FFF2-40B4-BE49-F238E27FC236}">
                <a16:creationId xmlns:a16="http://schemas.microsoft.com/office/drawing/2014/main" id="{3BF0FB9B-98DF-5C3D-C369-86DF2FD3C5B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95007" y="2103665"/>
            <a:ext cx="1657350" cy="0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48" name="Line 45">
            <a:extLst>
              <a:ext uri="{FF2B5EF4-FFF2-40B4-BE49-F238E27FC236}">
                <a16:creationId xmlns:a16="http://schemas.microsoft.com/office/drawing/2014/main" id="{7EDC9A10-2B02-E279-171E-E2E4115518B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30177" y="2117953"/>
            <a:ext cx="10858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49" name="Line 46">
            <a:extLst>
              <a:ext uri="{FF2B5EF4-FFF2-40B4-BE49-F238E27FC236}">
                <a16:creationId xmlns:a16="http://schemas.microsoft.com/office/drawing/2014/main" id="{A5B6A481-489A-4969-A9F8-60B0721E5D5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95007" y="3503840"/>
            <a:ext cx="1657350" cy="0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50" name="Line 47">
            <a:extLst>
              <a:ext uri="{FF2B5EF4-FFF2-40B4-BE49-F238E27FC236}">
                <a16:creationId xmlns:a16="http://schemas.microsoft.com/office/drawing/2014/main" id="{13D648A2-D074-EB50-C330-38C3FA110A2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27537" y="3497820"/>
            <a:ext cx="10858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51" name="Freeform 48">
            <a:extLst>
              <a:ext uri="{FF2B5EF4-FFF2-40B4-BE49-F238E27FC236}">
                <a16:creationId xmlns:a16="http://schemas.microsoft.com/office/drawing/2014/main" id="{55E2382D-B669-D48F-2F87-6A6647B722AD}"/>
              </a:ext>
            </a:extLst>
          </p:cNvPr>
          <p:cNvSpPr>
            <a:spLocks/>
          </p:cNvSpPr>
          <p:nvPr/>
        </p:nvSpPr>
        <p:spPr bwMode="auto">
          <a:xfrm>
            <a:off x="2428195" y="1468665"/>
            <a:ext cx="1243012" cy="611188"/>
          </a:xfrm>
          <a:custGeom>
            <a:avLst/>
            <a:gdLst>
              <a:gd name="T0" fmla="*/ 0 w 783"/>
              <a:gd name="T1" fmla="*/ 382 h 385"/>
              <a:gd name="T2" fmla="*/ 129 w 783"/>
              <a:gd name="T3" fmla="*/ 385 h 385"/>
              <a:gd name="T4" fmla="*/ 128 w 783"/>
              <a:gd name="T5" fmla="*/ 264 h 385"/>
              <a:gd name="T6" fmla="*/ 665 w 783"/>
              <a:gd name="T7" fmla="*/ 264 h 385"/>
              <a:gd name="T8" fmla="*/ 669 w 783"/>
              <a:gd name="T9" fmla="*/ 385 h 385"/>
              <a:gd name="T10" fmla="*/ 780 w 783"/>
              <a:gd name="T11" fmla="*/ 382 h 385"/>
              <a:gd name="T12" fmla="*/ 783 w 783"/>
              <a:gd name="T13" fmla="*/ 0 h 385"/>
              <a:gd name="T14" fmla="*/ 10 w 783"/>
              <a:gd name="T15" fmla="*/ 2 h 385"/>
              <a:gd name="T16" fmla="*/ 0 w 783"/>
              <a:gd name="T17" fmla="*/ 382 h 3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83" h="385">
                <a:moveTo>
                  <a:pt x="0" y="382"/>
                </a:moveTo>
                <a:lnTo>
                  <a:pt x="129" y="385"/>
                </a:lnTo>
                <a:lnTo>
                  <a:pt x="128" y="264"/>
                </a:lnTo>
                <a:lnTo>
                  <a:pt x="665" y="264"/>
                </a:lnTo>
                <a:lnTo>
                  <a:pt x="669" y="385"/>
                </a:lnTo>
                <a:lnTo>
                  <a:pt x="780" y="382"/>
                </a:lnTo>
                <a:lnTo>
                  <a:pt x="783" y="0"/>
                </a:lnTo>
                <a:lnTo>
                  <a:pt x="10" y="2"/>
                </a:lnTo>
                <a:lnTo>
                  <a:pt x="0" y="382"/>
                </a:lnTo>
                <a:close/>
              </a:path>
            </a:pathLst>
          </a:custGeom>
          <a:solidFill>
            <a:schemeClr val="bg1"/>
          </a:solidFill>
          <a:ln w="9525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52" name="Freeform 49">
            <a:extLst>
              <a:ext uri="{FF2B5EF4-FFF2-40B4-BE49-F238E27FC236}">
                <a16:creationId xmlns:a16="http://schemas.microsoft.com/office/drawing/2014/main" id="{3EFA2E46-9582-81DE-3AE4-7C349512D7F9}"/>
              </a:ext>
            </a:extLst>
          </p:cNvPr>
          <p:cNvSpPr>
            <a:spLocks/>
          </p:cNvSpPr>
          <p:nvPr/>
        </p:nvSpPr>
        <p:spPr bwMode="auto">
          <a:xfrm flipV="1">
            <a:off x="2442482" y="3524478"/>
            <a:ext cx="1243013" cy="611187"/>
          </a:xfrm>
          <a:custGeom>
            <a:avLst/>
            <a:gdLst>
              <a:gd name="T0" fmla="*/ 0 w 783"/>
              <a:gd name="T1" fmla="*/ 382 h 385"/>
              <a:gd name="T2" fmla="*/ 129 w 783"/>
              <a:gd name="T3" fmla="*/ 385 h 385"/>
              <a:gd name="T4" fmla="*/ 128 w 783"/>
              <a:gd name="T5" fmla="*/ 264 h 385"/>
              <a:gd name="T6" fmla="*/ 665 w 783"/>
              <a:gd name="T7" fmla="*/ 264 h 385"/>
              <a:gd name="T8" fmla="*/ 669 w 783"/>
              <a:gd name="T9" fmla="*/ 385 h 385"/>
              <a:gd name="T10" fmla="*/ 780 w 783"/>
              <a:gd name="T11" fmla="*/ 382 h 385"/>
              <a:gd name="T12" fmla="*/ 783 w 783"/>
              <a:gd name="T13" fmla="*/ 0 h 385"/>
              <a:gd name="T14" fmla="*/ 10 w 783"/>
              <a:gd name="T15" fmla="*/ 2 h 385"/>
              <a:gd name="T16" fmla="*/ 0 w 783"/>
              <a:gd name="T17" fmla="*/ 382 h 3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83" h="385">
                <a:moveTo>
                  <a:pt x="0" y="382"/>
                </a:moveTo>
                <a:lnTo>
                  <a:pt x="129" y="385"/>
                </a:lnTo>
                <a:lnTo>
                  <a:pt x="128" y="264"/>
                </a:lnTo>
                <a:lnTo>
                  <a:pt x="665" y="264"/>
                </a:lnTo>
                <a:lnTo>
                  <a:pt x="669" y="385"/>
                </a:lnTo>
                <a:lnTo>
                  <a:pt x="780" y="382"/>
                </a:lnTo>
                <a:lnTo>
                  <a:pt x="783" y="0"/>
                </a:lnTo>
                <a:lnTo>
                  <a:pt x="10" y="2"/>
                </a:lnTo>
                <a:lnTo>
                  <a:pt x="0" y="382"/>
                </a:lnTo>
                <a:close/>
              </a:path>
            </a:pathLst>
          </a:custGeom>
          <a:solidFill>
            <a:schemeClr val="bg1"/>
          </a:solidFill>
          <a:ln w="9525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53" name="Rectangle 50">
            <a:extLst>
              <a:ext uri="{FF2B5EF4-FFF2-40B4-BE49-F238E27FC236}">
                <a16:creationId xmlns:a16="http://schemas.microsoft.com/office/drawing/2014/main" id="{04BE3D7C-F852-2DB1-3980-5FDBEE450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5582" y="4076928"/>
            <a:ext cx="2625725" cy="25876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54" name="Rectangle 51">
            <a:extLst>
              <a:ext uri="{FF2B5EF4-FFF2-40B4-BE49-F238E27FC236}">
                <a16:creationId xmlns:a16="http://schemas.microsoft.com/office/drawing/2014/main" id="{1F909485-3AFD-4D5D-7C47-CDB13FA41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6370" y="5585053"/>
            <a:ext cx="2625725" cy="25876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55" name="Rectangle 52">
            <a:extLst>
              <a:ext uri="{FF2B5EF4-FFF2-40B4-BE49-F238E27FC236}">
                <a16:creationId xmlns:a16="http://schemas.microsoft.com/office/drawing/2014/main" id="{E23349B9-36B5-411E-7940-F429DDD802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6357" y="4237265"/>
            <a:ext cx="568325" cy="15033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grpSp>
        <p:nvGrpSpPr>
          <p:cNvPr id="56" name="Group 53">
            <a:extLst>
              <a:ext uri="{FF2B5EF4-FFF2-40B4-BE49-F238E27FC236}">
                <a16:creationId xmlns:a16="http://schemas.microsoft.com/office/drawing/2014/main" id="{4C60A67E-9827-19B7-D35A-C84D0375447B}"/>
              </a:ext>
            </a:extLst>
          </p:cNvPr>
          <p:cNvGrpSpPr>
            <a:grpSpLocks/>
          </p:cNvGrpSpPr>
          <p:nvPr/>
        </p:nvGrpSpPr>
        <p:grpSpPr bwMode="auto">
          <a:xfrm>
            <a:off x="6647770" y="3291115"/>
            <a:ext cx="1350962" cy="2038350"/>
            <a:chOff x="3792" y="2721"/>
            <a:chExt cx="851" cy="1284"/>
          </a:xfrm>
        </p:grpSpPr>
        <p:sp>
          <p:nvSpPr>
            <p:cNvPr id="57" name="Freeform 54">
              <a:extLst>
                <a:ext uri="{FF2B5EF4-FFF2-40B4-BE49-F238E27FC236}">
                  <a16:creationId xmlns:a16="http://schemas.microsoft.com/office/drawing/2014/main" id="{002E6D7B-DFCD-8DE7-1534-8DD00BE832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3" y="3658"/>
              <a:ext cx="621" cy="345"/>
            </a:xfrm>
            <a:custGeom>
              <a:avLst/>
              <a:gdLst>
                <a:gd name="T0" fmla="*/ 621 w 621"/>
                <a:gd name="T1" fmla="*/ 345 h 345"/>
                <a:gd name="T2" fmla="*/ 0 w 621"/>
                <a:gd name="T3" fmla="*/ 123 h 345"/>
                <a:gd name="T4" fmla="*/ 3 w 621"/>
                <a:gd name="T5" fmla="*/ 90 h 345"/>
                <a:gd name="T6" fmla="*/ 21 w 621"/>
                <a:gd name="T7" fmla="*/ 66 h 345"/>
                <a:gd name="T8" fmla="*/ 36 w 621"/>
                <a:gd name="T9" fmla="*/ 48 h 345"/>
                <a:gd name="T10" fmla="*/ 54 w 621"/>
                <a:gd name="T11" fmla="*/ 33 h 345"/>
                <a:gd name="T12" fmla="*/ 69 w 621"/>
                <a:gd name="T13" fmla="*/ 21 h 345"/>
                <a:gd name="T14" fmla="*/ 87 w 621"/>
                <a:gd name="T15" fmla="*/ 12 h 345"/>
                <a:gd name="T16" fmla="*/ 138 w 621"/>
                <a:gd name="T17" fmla="*/ 3 h 345"/>
                <a:gd name="T18" fmla="*/ 165 w 621"/>
                <a:gd name="T19" fmla="*/ 0 h 345"/>
                <a:gd name="T20" fmla="*/ 195 w 621"/>
                <a:gd name="T21" fmla="*/ 3 h 345"/>
                <a:gd name="T22" fmla="*/ 219 w 621"/>
                <a:gd name="T23" fmla="*/ 15 h 345"/>
                <a:gd name="T24" fmla="*/ 237 w 621"/>
                <a:gd name="T25" fmla="*/ 27 h 345"/>
                <a:gd name="T26" fmla="*/ 261 w 621"/>
                <a:gd name="T27" fmla="*/ 42 h 345"/>
                <a:gd name="T28" fmla="*/ 282 w 621"/>
                <a:gd name="T29" fmla="*/ 60 h 345"/>
                <a:gd name="T30" fmla="*/ 303 w 621"/>
                <a:gd name="T31" fmla="*/ 78 h 345"/>
                <a:gd name="T32" fmla="*/ 321 w 621"/>
                <a:gd name="T33" fmla="*/ 99 h 345"/>
                <a:gd name="T34" fmla="*/ 342 w 621"/>
                <a:gd name="T35" fmla="*/ 123 h 345"/>
                <a:gd name="T36" fmla="*/ 360 w 621"/>
                <a:gd name="T37" fmla="*/ 147 h 345"/>
                <a:gd name="T38" fmla="*/ 384 w 621"/>
                <a:gd name="T39" fmla="*/ 168 h 345"/>
                <a:gd name="T40" fmla="*/ 405 w 621"/>
                <a:gd name="T41" fmla="*/ 189 h 345"/>
                <a:gd name="T42" fmla="*/ 432 w 621"/>
                <a:gd name="T43" fmla="*/ 213 h 345"/>
                <a:gd name="T44" fmla="*/ 453 w 621"/>
                <a:gd name="T45" fmla="*/ 228 h 345"/>
                <a:gd name="T46" fmla="*/ 474 w 621"/>
                <a:gd name="T47" fmla="*/ 258 h 345"/>
                <a:gd name="T48" fmla="*/ 498 w 621"/>
                <a:gd name="T49" fmla="*/ 273 h 345"/>
                <a:gd name="T50" fmla="*/ 516 w 621"/>
                <a:gd name="T51" fmla="*/ 288 h 345"/>
                <a:gd name="T52" fmla="*/ 540 w 621"/>
                <a:gd name="T53" fmla="*/ 303 h 345"/>
                <a:gd name="T54" fmla="*/ 564 w 621"/>
                <a:gd name="T55" fmla="*/ 318 h 345"/>
                <a:gd name="T56" fmla="*/ 600 w 621"/>
                <a:gd name="T57" fmla="*/ 336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21" h="345">
                  <a:moveTo>
                    <a:pt x="621" y="345"/>
                  </a:moveTo>
                  <a:lnTo>
                    <a:pt x="0" y="123"/>
                  </a:lnTo>
                  <a:lnTo>
                    <a:pt x="3" y="90"/>
                  </a:lnTo>
                  <a:lnTo>
                    <a:pt x="21" y="66"/>
                  </a:lnTo>
                  <a:lnTo>
                    <a:pt x="36" y="48"/>
                  </a:lnTo>
                  <a:lnTo>
                    <a:pt x="54" y="33"/>
                  </a:lnTo>
                  <a:lnTo>
                    <a:pt x="69" y="21"/>
                  </a:lnTo>
                  <a:lnTo>
                    <a:pt x="87" y="12"/>
                  </a:lnTo>
                  <a:lnTo>
                    <a:pt x="138" y="3"/>
                  </a:lnTo>
                  <a:lnTo>
                    <a:pt x="165" y="0"/>
                  </a:lnTo>
                  <a:lnTo>
                    <a:pt x="195" y="3"/>
                  </a:lnTo>
                  <a:lnTo>
                    <a:pt x="219" y="15"/>
                  </a:lnTo>
                  <a:lnTo>
                    <a:pt x="237" y="27"/>
                  </a:lnTo>
                  <a:lnTo>
                    <a:pt x="261" y="42"/>
                  </a:lnTo>
                  <a:lnTo>
                    <a:pt x="282" y="60"/>
                  </a:lnTo>
                  <a:lnTo>
                    <a:pt x="303" y="78"/>
                  </a:lnTo>
                  <a:lnTo>
                    <a:pt x="321" y="99"/>
                  </a:lnTo>
                  <a:lnTo>
                    <a:pt x="342" y="123"/>
                  </a:lnTo>
                  <a:lnTo>
                    <a:pt x="360" y="147"/>
                  </a:lnTo>
                  <a:lnTo>
                    <a:pt x="384" y="168"/>
                  </a:lnTo>
                  <a:lnTo>
                    <a:pt x="405" y="189"/>
                  </a:lnTo>
                  <a:lnTo>
                    <a:pt x="432" y="213"/>
                  </a:lnTo>
                  <a:lnTo>
                    <a:pt x="453" y="228"/>
                  </a:lnTo>
                  <a:lnTo>
                    <a:pt x="474" y="258"/>
                  </a:lnTo>
                  <a:lnTo>
                    <a:pt x="498" y="273"/>
                  </a:lnTo>
                  <a:lnTo>
                    <a:pt x="516" y="288"/>
                  </a:lnTo>
                  <a:lnTo>
                    <a:pt x="540" y="303"/>
                  </a:lnTo>
                  <a:lnTo>
                    <a:pt x="564" y="318"/>
                  </a:lnTo>
                  <a:lnTo>
                    <a:pt x="600" y="336"/>
                  </a:lnTo>
                </a:path>
              </a:pathLst>
            </a:custGeom>
            <a:gradFill rotWithShape="0">
              <a:gsLst>
                <a:gs pos="0">
                  <a:srgbClr val="FFFFCC">
                    <a:gamma/>
                    <a:shade val="46275"/>
                    <a:invGamma/>
                  </a:srgbClr>
                </a:gs>
                <a:gs pos="100000">
                  <a:srgbClr val="FFFFCC"/>
                </a:gs>
              </a:gsLst>
              <a:lin ang="18900000" scaled="1"/>
            </a:gradFill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58" name="Freeform 55">
              <a:extLst>
                <a:ext uri="{FF2B5EF4-FFF2-40B4-BE49-F238E27FC236}">
                  <a16:creationId xmlns:a16="http://schemas.microsoft.com/office/drawing/2014/main" id="{6FCEB40D-CA24-6C7B-F66E-A664C9F326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2" y="2785"/>
              <a:ext cx="851" cy="1220"/>
            </a:xfrm>
            <a:custGeom>
              <a:avLst/>
              <a:gdLst>
                <a:gd name="T0" fmla="*/ 0 w 851"/>
                <a:gd name="T1" fmla="*/ 999 h 1220"/>
                <a:gd name="T2" fmla="*/ 8 w 851"/>
                <a:gd name="T3" fmla="*/ 951 h 1220"/>
                <a:gd name="T4" fmla="*/ 48 w 851"/>
                <a:gd name="T5" fmla="*/ 915 h 1220"/>
                <a:gd name="T6" fmla="*/ 100 w 851"/>
                <a:gd name="T7" fmla="*/ 887 h 1220"/>
                <a:gd name="T8" fmla="*/ 200 w 851"/>
                <a:gd name="T9" fmla="*/ 883 h 1220"/>
                <a:gd name="T10" fmla="*/ 280 w 851"/>
                <a:gd name="T11" fmla="*/ 939 h 1220"/>
                <a:gd name="T12" fmla="*/ 384 w 851"/>
                <a:gd name="T13" fmla="*/ 1039 h 1220"/>
                <a:gd name="T14" fmla="*/ 452 w 851"/>
                <a:gd name="T15" fmla="*/ 1107 h 1220"/>
                <a:gd name="T16" fmla="*/ 496 w 851"/>
                <a:gd name="T17" fmla="*/ 1155 h 1220"/>
                <a:gd name="T18" fmla="*/ 572 w 851"/>
                <a:gd name="T19" fmla="*/ 1195 h 1220"/>
                <a:gd name="T20" fmla="*/ 628 w 851"/>
                <a:gd name="T21" fmla="*/ 1215 h 1220"/>
                <a:gd name="T22" fmla="*/ 764 w 851"/>
                <a:gd name="T23" fmla="*/ 1207 h 1220"/>
                <a:gd name="T24" fmla="*/ 828 w 851"/>
                <a:gd name="T25" fmla="*/ 1135 h 1220"/>
                <a:gd name="T26" fmla="*/ 848 w 851"/>
                <a:gd name="T27" fmla="*/ 1023 h 1220"/>
                <a:gd name="T28" fmla="*/ 848 w 851"/>
                <a:gd name="T29" fmla="*/ 415 h 1220"/>
                <a:gd name="T30" fmla="*/ 844 w 851"/>
                <a:gd name="T31" fmla="*/ 215 h 1220"/>
                <a:gd name="T32" fmla="*/ 832 w 851"/>
                <a:gd name="T33" fmla="*/ 175 h 1220"/>
                <a:gd name="T34" fmla="*/ 802 w 851"/>
                <a:gd name="T35" fmla="*/ 145 h 1220"/>
                <a:gd name="T36" fmla="*/ 748 w 851"/>
                <a:gd name="T37" fmla="*/ 127 h 1220"/>
                <a:gd name="T38" fmla="*/ 682 w 851"/>
                <a:gd name="T39" fmla="*/ 139 h 1220"/>
                <a:gd name="T40" fmla="*/ 604 w 851"/>
                <a:gd name="T41" fmla="*/ 181 h 1220"/>
                <a:gd name="T42" fmla="*/ 520 w 851"/>
                <a:gd name="T43" fmla="*/ 247 h 1220"/>
                <a:gd name="T44" fmla="*/ 400 w 851"/>
                <a:gd name="T45" fmla="*/ 307 h 1220"/>
                <a:gd name="T46" fmla="*/ 300 w 851"/>
                <a:gd name="T47" fmla="*/ 335 h 1220"/>
                <a:gd name="T48" fmla="*/ 220 w 851"/>
                <a:gd name="T49" fmla="*/ 337 h 1220"/>
                <a:gd name="T50" fmla="*/ 172 w 851"/>
                <a:gd name="T51" fmla="*/ 327 h 1220"/>
                <a:gd name="T52" fmla="*/ 108 w 851"/>
                <a:gd name="T53" fmla="*/ 299 h 1220"/>
                <a:gd name="T54" fmla="*/ 68 w 851"/>
                <a:gd name="T55" fmla="*/ 271 h 1220"/>
                <a:gd name="T56" fmla="*/ 40 w 851"/>
                <a:gd name="T57" fmla="*/ 239 h 1220"/>
                <a:gd name="T58" fmla="*/ 20 w 851"/>
                <a:gd name="T59" fmla="*/ 191 h 1220"/>
                <a:gd name="T60" fmla="*/ 8 w 851"/>
                <a:gd name="T61" fmla="*/ 135 h 1220"/>
                <a:gd name="T62" fmla="*/ 4 w 851"/>
                <a:gd name="T63" fmla="*/ 999 h 1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51" h="1220">
                  <a:moveTo>
                    <a:pt x="0" y="999"/>
                  </a:moveTo>
                  <a:cubicBezTo>
                    <a:pt x="1" y="991"/>
                    <a:pt x="0" y="965"/>
                    <a:pt x="8" y="951"/>
                  </a:cubicBezTo>
                  <a:cubicBezTo>
                    <a:pt x="16" y="937"/>
                    <a:pt x="33" y="926"/>
                    <a:pt x="48" y="915"/>
                  </a:cubicBezTo>
                  <a:cubicBezTo>
                    <a:pt x="63" y="904"/>
                    <a:pt x="75" y="892"/>
                    <a:pt x="100" y="887"/>
                  </a:cubicBezTo>
                  <a:cubicBezTo>
                    <a:pt x="125" y="882"/>
                    <a:pt x="170" y="874"/>
                    <a:pt x="200" y="883"/>
                  </a:cubicBezTo>
                  <a:cubicBezTo>
                    <a:pt x="230" y="892"/>
                    <a:pt x="249" y="913"/>
                    <a:pt x="280" y="939"/>
                  </a:cubicBezTo>
                  <a:cubicBezTo>
                    <a:pt x="311" y="965"/>
                    <a:pt x="355" y="1011"/>
                    <a:pt x="384" y="1039"/>
                  </a:cubicBezTo>
                  <a:cubicBezTo>
                    <a:pt x="413" y="1067"/>
                    <a:pt x="433" y="1088"/>
                    <a:pt x="452" y="1107"/>
                  </a:cubicBezTo>
                  <a:cubicBezTo>
                    <a:pt x="471" y="1126"/>
                    <a:pt x="476" y="1140"/>
                    <a:pt x="496" y="1155"/>
                  </a:cubicBezTo>
                  <a:cubicBezTo>
                    <a:pt x="516" y="1170"/>
                    <a:pt x="550" y="1185"/>
                    <a:pt x="572" y="1195"/>
                  </a:cubicBezTo>
                  <a:cubicBezTo>
                    <a:pt x="594" y="1205"/>
                    <a:pt x="596" y="1213"/>
                    <a:pt x="628" y="1215"/>
                  </a:cubicBezTo>
                  <a:cubicBezTo>
                    <a:pt x="660" y="1217"/>
                    <a:pt x="731" y="1220"/>
                    <a:pt x="764" y="1207"/>
                  </a:cubicBezTo>
                  <a:cubicBezTo>
                    <a:pt x="797" y="1194"/>
                    <a:pt x="814" y="1165"/>
                    <a:pt x="828" y="1135"/>
                  </a:cubicBezTo>
                  <a:cubicBezTo>
                    <a:pt x="842" y="1105"/>
                    <a:pt x="845" y="1143"/>
                    <a:pt x="848" y="1023"/>
                  </a:cubicBezTo>
                  <a:cubicBezTo>
                    <a:pt x="851" y="903"/>
                    <a:pt x="849" y="550"/>
                    <a:pt x="848" y="415"/>
                  </a:cubicBezTo>
                  <a:cubicBezTo>
                    <a:pt x="847" y="280"/>
                    <a:pt x="847" y="255"/>
                    <a:pt x="844" y="215"/>
                  </a:cubicBezTo>
                  <a:cubicBezTo>
                    <a:pt x="841" y="175"/>
                    <a:pt x="839" y="187"/>
                    <a:pt x="832" y="175"/>
                  </a:cubicBezTo>
                  <a:cubicBezTo>
                    <a:pt x="825" y="163"/>
                    <a:pt x="816" y="153"/>
                    <a:pt x="802" y="145"/>
                  </a:cubicBezTo>
                  <a:cubicBezTo>
                    <a:pt x="788" y="137"/>
                    <a:pt x="768" y="128"/>
                    <a:pt x="748" y="127"/>
                  </a:cubicBezTo>
                  <a:cubicBezTo>
                    <a:pt x="728" y="126"/>
                    <a:pt x="706" y="130"/>
                    <a:pt x="682" y="139"/>
                  </a:cubicBezTo>
                  <a:cubicBezTo>
                    <a:pt x="658" y="148"/>
                    <a:pt x="631" y="163"/>
                    <a:pt x="604" y="181"/>
                  </a:cubicBezTo>
                  <a:cubicBezTo>
                    <a:pt x="577" y="199"/>
                    <a:pt x="554" y="226"/>
                    <a:pt x="520" y="247"/>
                  </a:cubicBezTo>
                  <a:cubicBezTo>
                    <a:pt x="486" y="268"/>
                    <a:pt x="437" y="292"/>
                    <a:pt x="400" y="307"/>
                  </a:cubicBezTo>
                  <a:cubicBezTo>
                    <a:pt x="363" y="322"/>
                    <a:pt x="330" y="330"/>
                    <a:pt x="300" y="335"/>
                  </a:cubicBezTo>
                  <a:cubicBezTo>
                    <a:pt x="270" y="340"/>
                    <a:pt x="241" y="338"/>
                    <a:pt x="220" y="337"/>
                  </a:cubicBezTo>
                  <a:cubicBezTo>
                    <a:pt x="199" y="336"/>
                    <a:pt x="191" y="333"/>
                    <a:pt x="172" y="327"/>
                  </a:cubicBezTo>
                  <a:cubicBezTo>
                    <a:pt x="153" y="321"/>
                    <a:pt x="125" y="308"/>
                    <a:pt x="108" y="299"/>
                  </a:cubicBezTo>
                  <a:cubicBezTo>
                    <a:pt x="91" y="290"/>
                    <a:pt x="79" y="281"/>
                    <a:pt x="68" y="271"/>
                  </a:cubicBezTo>
                  <a:cubicBezTo>
                    <a:pt x="57" y="261"/>
                    <a:pt x="48" y="252"/>
                    <a:pt x="40" y="239"/>
                  </a:cubicBezTo>
                  <a:cubicBezTo>
                    <a:pt x="32" y="226"/>
                    <a:pt x="25" y="208"/>
                    <a:pt x="20" y="191"/>
                  </a:cubicBezTo>
                  <a:cubicBezTo>
                    <a:pt x="15" y="174"/>
                    <a:pt x="11" y="0"/>
                    <a:pt x="8" y="135"/>
                  </a:cubicBezTo>
                  <a:cubicBezTo>
                    <a:pt x="5" y="270"/>
                    <a:pt x="5" y="819"/>
                    <a:pt x="4" y="999"/>
                  </a:cubicBezTo>
                </a:path>
              </a:pathLst>
            </a:custGeom>
            <a:gradFill rotWithShape="0">
              <a:gsLst>
                <a:gs pos="0">
                  <a:srgbClr val="99CCFF"/>
                </a:gs>
                <a:gs pos="100000">
                  <a:srgbClr val="99C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59" name="Freeform 56">
              <a:extLst>
                <a:ext uri="{FF2B5EF4-FFF2-40B4-BE49-F238E27FC236}">
                  <a16:creationId xmlns:a16="http://schemas.microsoft.com/office/drawing/2014/main" id="{646F1EE0-74DF-2899-A285-D3D464288D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5" y="2721"/>
              <a:ext cx="759" cy="405"/>
            </a:xfrm>
            <a:custGeom>
              <a:avLst/>
              <a:gdLst>
                <a:gd name="T0" fmla="*/ 759 w 759"/>
                <a:gd name="T1" fmla="*/ 192 h 405"/>
                <a:gd name="T2" fmla="*/ 225 w 759"/>
                <a:gd name="T3" fmla="*/ 6 h 405"/>
                <a:gd name="T4" fmla="*/ 189 w 759"/>
                <a:gd name="T5" fmla="*/ 0 h 405"/>
                <a:gd name="T6" fmla="*/ 153 w 759"/>
                <a:gd name="T7" fmla="*/ 6 h 405"/>
                <a:gd name="T8" fmla="*/ 105 w 759"/>
                <a:gd name="T9" fmla="*/ 30 h 405"/>
                <a:gd name="T10" fmla="*/ 63 w 759"/>
                <a:gd name="T11" fmla="*/ 54 h 405"/>
                <a:gd name="T12" fmla="*/ 27 w 759"/>
                <a:gd name="T13" fmla="*/ 81 h 405"/>
                <a:gd name="T14" fmla="*/ 9 w 759"/>
                <a:gd name="T15" fmla="*/ 126 h 405"/>
                <a:gd name="T16" fmla="*/ 0 w 759"/>
                <a:gd name="T17" fmla="*/ 171 h 405"/>
                <a:gd name="T18" fmla="*/ 12 w 759"/>
                <a:gd name="T19" fmla="*/ 216 h 405"/>
                <a:gd name="T20" fmla="*/ 18 w 759"/>
                <a:gd name="T21" fmla="*/ 252 h 405"/>
                <a:gd name="T22" fmla="*/ 30 w 759"/>
                <a:gd name="T23" fmla="*/ 294 h 405"/>
                <a:gd name="T24" fmla="*/ 60 w 759"/>
                <a:gd name="T25" fmla="*/ 333 h 405"/>
                <a:gd name="T26" fmla="*/ 102 w 759"/>
                <a:gd name="T27" fmla="*/ 366 h 405"/>
                <a:gd name="T28" fmla="*/ 162 w 759"/>
                <a:gd name="T29" fmla="*/ 387 h 405"/>
                <a:gd name="T30" fmla="*/ 210 w 759"/>
                <a:gd name="T31" fmla="*/ 402 h 405"/>
                <a:gd name="T32" fmla="*/ 264 w 759"/>
                <a:gd name="T33" fmla="*/ 405 h 405"/>
                <a:gd name="T34" fmla="*/ 327 w 759"/>
                <a:gd name="T35" fmla="*/ 399 h 405"/>
                <a:gd name="T36" fmla="*/ 393 w 759"/>
                <a:gd name="T37" fmla="*/ 375 h 405"/>
                <a:gd name="T38" fmla="*/ 456 w 759"/>
                <a:gd name="T39" fmla="*/ 345 h 405"/>
                <a:gd name="T40" fmla="*/ 513 w 759"/>
                <a:gd name="T41" fmla="*/ 318 h 405"/>
                <a:gd name="T42" fmla="*/ 570 w 759"/>
                <a:gd name="T43" fmla="*/ 276 h 405"/>
                <a:gd name="T44" fmla="*/ 624 w 759"/>
                <a:gd name="T45" fmla="*/ 240 h 405"/>
                <a:gd name="T46" fmla="*/ 660 w 759"/>
                <a:gd name="T47" fmla="*/ 219 h 405"/>
                <a:gd name="T48" fmla="*/ 711 w 759"/>
                <a:gd name="T49" fmla="*/ 195 h 405"/>
                <a:gd name="T50" fmla="*/ 753 w 759"/>
                <a:gd name="T51" fmla="*/ 189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59" h="405">
                  <a:moveTo>
                    <a:pt x="759" y="192"/>
                  </a:moveTo>
                  <a:lnTo>
                    <a:pt x="225" y="6"/>
                  </a:lnTo>
                  <a:lnTo>
                    <a:pt x="189" y="0"/>
                  </a:lnTo>
                  <a:lnTo>
                    <a:pt x="153" y="6"/>
                  </a:lnTo>
                  <a:lnTo>
                    <a:pt x="105" y="30"/>
                  </a:lnTo>
                  <a:lnTo>
                    <a:pt x="63" y="54"/>
                  </a:lnTo>
                  <a:lnTo>
                    <a:pt x="27" y="81"/>
                  </a:lnTo>
                  <a:lnTo>
                    <a:pt x="9" y="126"/>
                  </a:lnTo>
                  <a:lnTo>
                    <a:pt x="0" y="171"/>
                  </a:lnTo>
                  <a:lnTo>
                    <a:pt x="12" y="216"/>
                  </a:lnTo>
                  <a:lnTo>
                    <a:pt x="18" y="252"/>
                  </a:lnTo>
                  <a:lnTo>
                    <a:pt x="30" y="294"/>
                  </a:lnTo>
                  <a:lnTo>
                    <a:pt x="60" y="333"/>
                  </a:lnTo>
                  <a:lnTo>
                    <a:pt x="102" y="366"/>
                  </a:lnTo>
                  <a:lnTo>
                    <a:pt x="162" y="387"/>
                  </a:lnTo>
                  <a:lnTo>
                    <a:pt x="210" y="402"/>
                  </a:lnTo>
                  <a:lnTo>
                    <a:pt x="264" y="405"/>
                  </a:lnTo>
                  <a:lnTo>
                    <a:pt x="327" y="399"/>
                  </a:lnTo>
                  <a:lnTo>
                    <a:pt x="393" y="375"/>
                  </a:lnTo>
                  <a:lnTo>
                    <a:pt x="456" y="345"/>
                  </a:lnTo>
                  <a:lnTo>
                    <a:pt x="513" y="318"/>
                  </a:lnTo>
                  <a:lnTo>
                    <a:pt x="570" y="276"/>
                  </a:lnTo>
                  <a:lnTo>
                    <a:pt x="624" y="240"/>
                  </a:lnTo>
                  <a:lnTo>
                    <a:pt x="660" y="219"/>
                  </a:lnTo>
                  <a:lnTo>
                    <a:pt x="711" y="195"/>
                  </a:lnTo>
                  <a:lnTo>
                    <a:pt x="753" y="189"/>
                  </a:lnTo>
                </a:path>
              </a:pathLst>
            </a:custGeom>
            <a:gradFill rotWithShape="0">
              <a:gsLst>
                <a:gs pos="0">
                  <a:srgbClr val="FFFFCC">
                    <a:gamma/>
                    <a:shade val="38039"/>
                    <a:invGamma/>
                  </a:srgbClr>
                </a:gs>
                <a:gs pos="50000">
                  <a:srgbClr val="FFFFCC"/>
                </a:gs>
                <a:gs pos="100000">
                  <a:srgbClr val="FFFFCC">
                    <a:gamma/>
                    <a:shade val="38039"/>
                    <a:invGamma/>
                  </a:srgbClr>
                </a:gs>
              </a:gsLst>
              <a:lin ang="18900000" scaled="1"/>
            </a:gradFill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</p:grpSp>
      <p:sp>
        <p:nvSpPr>
          <p:cNvPr id="60" name="Rectangle 57">
            <a:extLst>
              <a:ext uri="{FF2B5EF4-FFF2-40B4-BE49-F238E27FC236}">
                <a16:creationId xmlns:a16="http://schemas.microsoft.com/office/drawing/2014/main" id="{B665979B-A966-17BE-FBCA-632324FE3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7270" y="4302353"/>
            <a:ext cx="374650" cy="150336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61" name="Text Box 58">
            <a:extLst>
              <a:ext uri="{FF2B5EF4-FFF2-40B4-BE49-F238E27FC236}">
                <a16:creationId xmlns:a16="http://schemas.microsoft.com/office/drawing/2014/main" id="{7968DF75-DA33-1925-F9D1-41C0A5C3F6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4695" y="5700294"/>
            <a:ext cx="510909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</a:rPr>
              <a:t>二圆柱并、差、交运算的交线均相同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E61C46C3-5488-A851-4188-1B88E8ABC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2346" y="2494191"/>
            <a:ext cx="1246594" cy="336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357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75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"/>
                            </p:stCondLst>
                            <p:childTnLst>
                              <p:par>
                                <p:cTn id="8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/>
      <p:bldP spid="34" grpId="0" animBg="1" autoUpdateAnimBg="0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60" grpId="0" animBg="1"/>
      <p:bldP spid="61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636D28-82AC-FBB3-B658-3B863053E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AE7EB-11B2-8343-9040-893C02A08B64}" type="datetime1">
              <a:rPr lang="en-US" altLang="zh-CN" smtClean="0"/>
              <a:t>11/11/25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C1D116-7F5A-0BB6-17ED-007977734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14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0071B1-AF24-0182-C916-D5F3664E1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19</a:t>
            </a:fld>
            <a:endParaRPr lang="en-US"/>
          </a:p>
        </p:txBody>
      </p:sp>
      <p:sp>
        <p:nvSpPr>
          <p:cNvPr id="5" name="Line 2">
            <a:extLst>
              <a:ext uri="{FF2B5EF4-FFF2-40B4-BE49-F238E27FC236}">
                <a16:creationId xmlns:a16="http://schemas.microsoft.com/office/drawing/2014/main" id="{60905382-CBF8-8EC6-20F2-B46AD0C07395}"/>
              </a:ext>
            </a:extLst>
          </p:cNvPr>
          <p:cNvSpPr>
            <a:spLocks noChangeShapeType="1"/>
          </p:cNvSpPr>
          <p:nvPr/>
        </p:nvSpPr>
        <p:spPr bwMode="auto">
          <a:xfrm>
            <a:off x="1385434" y="2858442"/>
            <a:ext cx="311626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" name="Line 3">
            <a:extLst>
              <a:ext uri="{FF2B5EF4-FFF2-40B4-BE49-F238E27FC236}">
                <a16:creationId xmlns:a16="http://schemas.microsoft.com/office/drawing/2014/main" id="{2571A147-7C40-9DBB-81A7-E89CB712EEF4}"/>
              </a:ext>
            </a:extLst>
          </p:cNvPr>
          <p:cNvSpPr>
            <a:spLocks noChangeShapeType="1"/>
          </p:cNvSpPr>
          <p:nvPr/>
        </p:nvSpPr>
        <p:spPr bwMode="auto">
          <a:xfrm>
            <a:off x="6270171" y="1304279"/>
            <a:ext cx="0" cy="272415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" name="Line 4">
            <a:extLst>
              <a:ext uri="{FF2B5EF4-FFF2-40B4-BE49-F238E27FC236}">
                <a16:creationId xmlns:a16="http://schemas.microsoft.com/office/drawing/2014/main" id="{7912390E-76F8-E936-83C3-BD19F8EA5C88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5909" y="5174604"/>
            <a:ext cx="3125787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8" name="Line 5">
            <a:extLst>
              <a:ext uri="{FF2B5EF4-FFF2-40B4-BE49-F238E27FC236}">
                <a16:creationId xmlns:a16="http://schemas.microsoft.com/office/drawing/2014/main" id="{50C2203D-8B9C-F3B4-C602-80A8E76C05A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8959" y="1261417"/>
            <a:ext cx="0" cy="255905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B6721D7A-8EFC-9F9B-619B-B3F83B96CE5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8959" y="4050654"/>
            <a:ext cx="0" cy="2230438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" name="Oval 7">
            <a:extLst>
              <a:ext uri="{FF2B5EF4-FFF2-40B4-BE49-F238E27FC236}">
                <a16:creationId xmlns:a16="http://schemas.microsoft.com/office/drawing/2014/main" id="{C45BF5B8-2CAB-C4BC-42A1-DF2D4042F1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0571" y="4214167"/>
            <a:ext cx="2138363" cy="19685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C0A5B2CE-5A7F-434A-54F8-9B34560F32E2}"/>
              </a:ext>
            </a:extLst>
          </p:cNvPr>
          <p:cNvSpPr>
            <a:spLocks noChangeShapeType="1"/>
          </p:cNvSpPr>
          <p:nvPr/>
        </p:nvSpPr>
        <p:spPr bwMode="auto">
          <a:xfrm>
            <a:off x="4990646" y="2858442"/>
            <a:ext cx="26066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" name="Oval 9">
            <a:extLst>
              <a:ext uri="{FF2B5EF4-FFF2-40B4-BE49-F238E27FC236}">
                <a16:creationId xmlns:a16="http://schemas.microsoft.com/office/drawing/2014/main" id="{62211F49-496A-BF96-CA02-C3455B86C5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2259" y="1851967"/>
            <a:ext cx="2138362" cy="19685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8FDF6EBC-1A12-2486-487D-7266C07CE2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7196" y="4214167"/>
            <a:ext cx="2805113" cy="19685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3BC49B1E-56A3-058F-DB40-A427CA36B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7196" y="1831329"/>
            <a:ext cx="2805113" cy="19685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5" name="Rectangle 12">
            <a:extLst>
              <a:ext uri="{FF2B5EF4-FFF2-40B4-BE49-F238E27FC236}">
                <a16:creationId xmlns:a16="http://schemas.microsoft.com/office/drawing/2014/main" id="{5C15E8F8-8FC5-2366-8841-E5B31047E6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3271" y="1450329"/>
            <a:ext cx="2128838" cy="3810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6" name="Line 13">
            <a:extLst>
              <a:ext uri="{FF2B5EF4-FFF2-40B4-BE49-F238E27FC236}">
                <a16:creationId xmlns:a16="http://schemas.microsoft.com/office/drawing/2014/main" id="{C9CEEC5A-B3ED-A32D-3A07-1ECD6CE7D46C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4501696" y="2147242"/>
            <a:ext cx="137795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7" name="Line 14">
            <a:extLst>
              <a:ext uri="{FF2B5EF4-FFF2-40B4-BE49-F238E27FC236}">
                <a16:creationId xmlns:a16="http://schemas.microsoft.com/office/drawing/2014/main" id="{512B4B55-1560-D44A-04BF-8C83053570B7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6641646" y="2147242"/>
            <a:ext cx="137795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8" name="Freeform 15">
            <a:extLst>
              <a:ext uri="{FF2B5EF4-FFF2-40B4-BE49-F238E27FC236}">
                <a16:creationId xmlns:a16="http://schemas.microsoft.com/office/drawing/2014/main" id="{14CA93CF-05C8-232B-3C63-FE5FC71D1422}"/>
              </a:ext>
            </a:extLst>
          </p:cNvPr>
          <p:cNvSpPr>
            <a:spLocks/>
          </p:cNvSpPr>
          <p:nvPr/>
        </p:nvSpPr>
        <p:spPr bwMode="auto">
          <a:xfrm>
            <a:off x="5189084" y="1458267"/>
            <a:ext cx="2162175" cy="1587"/>
          </a:xfrm>
          <a:custGeom>
            <a:avLst/>
            <a:gdLst>
              <a:gd name="T0" fmla="*/ 0 w 1553"/>
              <a:gd name="T1" fmla="*/ 0 h 1"/>
              <a:gd name="T2" fmla="*/ 1553 w 1553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553" h="1">
                <a:moveTo>
                  <a:pt x="0" y="0"/>
                </a:moveTo>
                <a:lnTo>
                  <a:pt x="1553" y="0"/>
                </a:ln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9" name="Oval 16">
            <a:extLst>
              <a:ext uri="{FF2B5EF4-FFF2-40B4-BE49-F238E27FC236}">
                <a16:creationId xmlns:a16="http://schemas.microsoft.com/office/drawing/2014/main" id="{65DAE92F-FE09-22BD-CE1D-3830AB348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0596" y="4411017"/>
            <a:ext cx="1738313" cy="1574800"/>
          </a:xfrm>
          <a:prstGeom prst="ellips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0" name="Oval 17">
            <a:extLst>
              <a:ext uri="{FF2B5EF4-FFF2-40B4-BE49-F238E27FC236}">
                <a16:creationId xmlns:a16="http://schemas.microsoft.com/office/drawing/2014/main" id="{4ACF59DF-E3B9-1AF9-CFA5-D1C8A0D608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5634" y="2191692"/>
            <a:ext cx="1470025" cy="1312862"/>
          </a:xfrm>
          <a:prstGeom prst="ellipse">
            <a:avLst/>
          </a:prstGeom>
          <a:noFill/>
          <a:ln w="3810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1" name="Freeform 18">
            <a:extLst>
              <a:ext uri="{FF2B5EF4-FFF2-40B4-BE49-F238E27FC236}">
                <a16:creationId xmlns:a16="http://schemas.microsoft.com/office/drawing/2014/main" id="{A7FABD7F-10C0-F011-B360-AE23AFA05007}"/>
              </a:ext>
            </a:extLst>
          </p:cNvPr>
          <p:cNvSpPr>
            <a:spLocks/>
          </p:cNvSpPr>
          <p:nvPr/>
        </p:nvSpPr>
        <p:spPr bwMode="auto">
          <a:xfrm>
            <a:off x="1883909" y="1820217"/>
            <a:ext cx="2101850" cy="11112"/>
          </a:xfrm>
          <a:custGeom>
            <a:avLst/>
            <a:gdLst>
              <a:gd name="T0" fmla="*/ 0 w 1324"/>
              <a:gd name="T1" fmla="*/ 0 h 7"/>
              <a:gd name="T2" fmla="*/ 1324 w 1324"/>
              <a:gd name="T3" fmla="*/ 7 h 7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324" h="7">
                <a:moveTo>
                  <a:pt x="0" y="0"/>
                </a:moveTo>
                <a:lnTo>
                  <a:pt x="1324" y="7"/>
                </a:lnTo>
              </a:path>
            </a:pathLst>
          </a:custGeom>
          <a:noFill/>
          <a:ln w="76200" cmpd="sng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2" name="Freeform 19">
            <a:extLst>
              <a:ext uri="{FF2B5EF4-FFF2-40B4-BE49-F238E27FC236}">
                <a16:creationId xmlns:a16="http://schemas.microsoft.com/office/drawing/2014/main" id="{508DCBDC-6664-5022-12F4-8E1C008F4519}"/>
              </a:ext>
            </a:extLst>
          </p:cNvPr>
          <p:cNvSpPr>
            <a:spLocks/>
          </p:cNvSpPr>
          <p:nvPr/>
        </p:nvSpPr>
        <p:spPr bwMode="auto">
          <a:xfrm>
            <a:off x="1872796" y="1831329"/>
            <a:ext cx="1039813" cy="1038225"/>
          </a:xfrm>
          <a:custGeom>
            <a:avLst/>
            <a:gdLst>
              <a:gd name="T0" fmla="*/ 0 w 655"/>
              <a:gd name="T1" fmla="*/ 0 h 654"/>
              <a:gd name="T2" fmla="*/ 655 w 655"/>
              <a:gd name="T3" fmla="*/ 654 h 65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55" h="654">
                <a:moveTo>
                  <a:pt x="0" y="0"/>
                </a:moveTo>
                <a:lnTo>
                  <a:pt x="655" y="654"/>
                </a:ln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3" name="Freeform 20">
            <a:extLst>
              <a:ext uri="{FF2B5EF4-FFF2-40B4-BE49-F238E27FC236}">
                <a16:creationId xmlns:a16="http://schemas.microsoft.com/office/drawing/2014/main" id="{4220B2C5-6374-9EC9-660C-D25B12130750}"/>
              </a:ext>
            </a:extLst>
          </p:cNvPr>
          <p:cNvSpPr>
            <a:spLocks/>
          </p:cNvSpPr>
          <p:nvPr/>
        </p:nvSpPr>
        <p:spPr bwMode="auto">
          <a:xfrm>
            <a:off x="2934834" y="1807517"/>
            <a:ext cx="1062037" cy="1062037"/>
          </a:xfrm>
          <a:custGeom>
            <a:avLst/>
            <a:gdLst>
              <a:gd name="T0" fmla="*/ 669 w 669"/>
              <a:gd name="T1" fmla="*/ 0 h 669"/>
              <a:gd name="T2" fmla="*/ 0 w 669"/>
              <a:gd name="T3" fmla="*/ 669 h 66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69" h="669">
                <a:moveTo>
                  <a:pt x="669" y="0"/>
                </a:moveTo>
                <a:lnTo>
                  <a:pt x="0" y="669"/>
                </a:lnTo>
              </a:path>
            </a:pathLst>
          </a:cu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4" name="Text Box 21">
            <a:extLst>
              <a:ext uri="{FF2B5EF4-FFF2-40B4-BE49-F238E27FC236}">
                <a16:creationId xmlns:a16="http://schemas.microsoft.com/office/drawing/2014/main" id="{329C12CC-0501-3580-E886-012D71D31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1294" y="531248"/>
            <a:ext cx="292740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C00000"/>
                </a:solidFill>
              </a:rPr>
              <a:t>例</a:t>
            </a:r>
            <a:r>
              <a:rPr lang="en-US" altLang="zh-CN" sz="2400" b="1" dirty="0">
                <a:solidFill>
                  <a:srgbClr val="C00000"/>
                </a:solidFill>
              </a:rPr>
              <a:t>14.5</a:t>
            </a:r>
            <a:r>
              <a:rPr lang="zh-CN" altLang="en-US" sz="2400" b="1" dirty="0">
                <a:solidFill>
                  <a:srgbClr val="C00000"/>
                </a:solidFill>
              </a:rPr>
              <a:t>：补全主视图</a:t>
            </a:r>
          </a:p>
        </p:txBody>
      </p:sp>
      <p:sp>
        <p:nvSpPr>
          <p:cNvPr id="25" name="Line 22">
            <a:extLst>
              <a:ext uri="{FF2B5EF4-FFF2-40B4-BE49-F238E27FC236}">
                <a16:creationId xmlns:a16="http://schemas.microsoft.com/office/drawing/2014/main" id="{BA898C8A-A246-8B06-09AC-F78020D8C443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0596" y="3493442"/>
            <a:ext cx="0" cy="327025"/>
          </a:xfrm>
          <a:prstGeom prst="line">
            <a:avLst/>
          </a:prstGeom>
          <a:noFill/>
          <a:ln w="19050">
            <a:solidFill>
              <a:srgbClr val="008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6" name="Line 23">
            <a:extLst>
              <a:ext uri="{FF2B5EF4-FFF2-40B4-BE49-F238E27FC236}">
                <a16:creationId xmlns:a16="http://schemas.microsoft.com/office/drawing/2014/main" id="{F94B69F5-1298-44E4-8061-4CD6E71A216C}"/>
              </a:ext>
            </a:extLst>
          </p:cNvPr>
          <p:cNvSpPr>
            <a:spLocks noChangeShapeType="1"/>
          </p:cNvSpPr>
          <p:nvPr/>
        </p:nvSpPr>
        <p:spPr bwMode="auto">
          <a:xfrm>
            <a:off x="3788909" y="3493442"/>
            <a:ext cx="0" cy="327025"/>
          </a:xfrm>
          <a:prstGeom prst="line">
            <a:avLst/>
          </a:prstGeom>
          <a:noFill/>
          <a:ln w="19050">
            <a:solidFill>
              <a:srgbClr val="008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7" name="Line 24">
            <a:extLst>
              <a:ext uri="{FF2B5EF4-FFF2-40B4-BE49-F238E27FC236}">
                <a16:creationId xmlns:a16="http://schemas.microsoft.com/office/drawing/2014/main" id="{379BF2FE-DBA7-0108-07F8-7ED6B55AF57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7196" y="3493442"/>
            <a:ext cx="533400" cy="0"/>
          </a:xfrm>
          <a:prstGeom prst="line">
            <a:avLst/>
          </a:prstGeom>
          <a:noFill/>
          <a:ln w="19050">
            <a:solidFill>
              <a:srgbClr val="003399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8" name="Line 25">
            <a:extLst>
              <a:ext uri="{FF2B5EF4-FFF2-40B4-BE49-F238E27FC236}">
                <a16:creationId xmlns:a16="http://schemas.microsoft.com/office/drawing/2014/main" id="{67D82972-9AF1-5581-EEE0-72576B84BB44}"/>
              </a:ext>
            </a:extLst>
          </p:cNvPr>
          <p:cNvSpPr>
            <a:spLocks noChangeShapeType="1"/>
          </p:cNvSpPr>
          <p:nvPr/>
        </p:nvSpPr>
        <p:spPr bwMode="auto">
          <a:xfrm>
            <a:off x="3788909" y="3493442"/>
            <a:ext cx="533400" cy="0"/>
          </a:xfrm>
          <a:prstGeom prst="line">
            <a:avLst/>
          </a:prstGeom>
          <a:noFill/>
          <a:ln w="19050">
            <a:solidFill>
              <a:srgbClr val="003399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9" name="Freeform 26">
            <a:extLst>
              <a:ext uri="{FF2B5EF4-FFF2-40B4-BE49-F238E27FC236}">
                <a16:creationId xmlns:a16="http://schemas.microsoft.com/office/drawing/2014/main" id="{94452319-743C-E083-B0C9-29E82C498CD6}"/>
              </a:ext>
            </a:extLst>
          </p:cNvPr>
          <p:cNvSpPr>
            <a:spLocks/>
          </p:cNvSpPr>
          <p:nvPr/>
        </p:nvSpPr>
        <p:spPr bwMode="auto">
          <a:xfrm>
            <a:off x="1517196" y="2177404"/>
            <a:ext cx="539750" cy="3175"/>
          </a:xfrm>
          <a:custGeom>
            <a:avLst/>
            <a:gdLst>
              <a:gd name="T0" fmla="*/ 0 w 340"/>
              <a:gd name="T1" fmla="*/ 2 h 2"/>
              <a:gd name="T2" fmla="*/ 340 w 340"/>
              <a:gd name="T3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40" h="2">
                <a:moveTo>
                  <a:pt x="0" y="2"/>
                </a:moveTo>
                <a:lnTo>
                  <a:pt x="340" y="0"/>
                </a:lnTo>
              </a:path>
            </a:pathLst>
          </a:custGeom>
          <a:noFill/>
          <a:ln w="19050" cap="flat" cmpd="sng">
            <a:solidFill>
              <a:srgbClr val="003399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0" name="Freeform 27">
            <a:extLst>
              <a:ext uri="{FF2B5EF4-FFF2-40B4-BE49-F238E27FC236}">
                <a16:creationId xmlns:a16="http://schemas.microsoft.com/office/drawing/2014/main" id="{245E8628-4C38-87DF-3384-1D5AB86F24AD}"/>
              </a:ext>
            </a:extLst>
          </p:cNvPr>
          <p:cNvSpPr>
            <a:spLocks/>
          </p:cNvSpPr>
          <p:nvPr/>
        </p:nvSpPr>
        <p:spPr bwMode="auto">
          <a:xfrm>
            <a:off x="3777796" y="2182167"/>
            <a:ext cx="544513" cy="6350"/>
          </a:xfrm>
          <a:custGeom>
            <a:avLst/>
            <a:gdLst>
              <a:gd name="T0" fmla="*/ 0 w 343"/>
              <a:gd name="T1" fmla="*/ 4 h 4"/>
              <a:gd name="T2" fmla="*/ 343 w 343"/>
              <a:gd name="T3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43" h="4">
                <a:moveTo>
                  <a:pt x="0" y="4"/>
                </a:moveTo>
                <a:lnTo>
                  <a:pt x="343" y="0"/>
                </a:lnTo>
              </a:path>
            </a:pathLst>
          </a:custGeom>
          <a:noFill/>
          <a:ln w="19050" cap="flat" cmpd="sng">
            <a:solidFill>
              <a:srgbClr val="003399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1" name="Line 28">
            <a:extLst>
              <a:ext uri="{FF2B5EF4-FFF2-40B4-BE49-F238E27FC236}">
                <a16:creationId xmlns:a16="http://schemas.microsoft.com/office/drawing/2014/main" id="{7A7691D4-6A77-52DF-8438-EB1547D6830D}"/>
              </a:ext>
            </a:extLst>
          </p:cNvPr>
          <p:cNvSpPr>
            <a:spLocks noChangeShapeType="1"/>
          </p:cNvSpPr>
          <p:nvPr/>
        </p:nvSpPr>
        <p:spPr bwMode="auto">
          <a:xfrm>
            <a:off x="5392284" y="1458267"/>
            <a:ext cx="0" cy="1968500"/>
          </a:xfrm>
          <a:prstGeom prst="line">
            <a:avLst/>
          </a:prstGeom>
          <a:noFill/>
          <a:ln w="19050">
            <a:solidFill>
              <a:srgbClr val="008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2" name="Line 29">
            <a:extLst>
              <a:ext uri="{FF2B5EF4-FFF2-40B4-BE49-F238E27FC236}">
                <a16:creationId xmlns:a16="http://schemas.microsoft.com/office/drawing/2014/main" id="{552B891D-5098-2319-BBF5-D0AD8C257A29}"/>
              </a:ext>
            </a:extLst>
          </p:cNvPr>
          <p:cNvSpPr>
            <a:spLocks noChangeShapeType="1"/>
          </p:cNvSpPr>
          <p:nvPr/>
        </p:nvSpPr>
        <p:spPr bwMode="auto">
          <a:xfrm>
            <a:off x="7129009" y="1458267"/>
            <a:ext cx="0" cy="1968500"/>
          </a:xfrm>
          <a:prstGeom prst="line">
            <a:avLst/>
          </a:prstGeom>
          <a:noFill/>
          <a:ln w="19050">
            <a:solidFill>
              <a:srgbClr val="008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3" name="Line 30">
            <a:extLst>
              <a:ext uri="{FF2B5EF4-FFF2-40B4-BE49-F238E27FC236}">
                <a16:creationId xmlns:a16="http://schemas.microsoft.com/office/drawing/2014/main" id="{FFDC15F0-8DCE-2DAD-0A59-AB27F410E06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87271" y="4542779"/>
            <a:ext cx="935038" cy="0"/>
          </a:xfrm>
          <a:prstGeom prst="line">
            <a:avLst/>
          </a:prstGeom>
          <a:noFill/>
          <a:ln w="19050">
            <a:solidFill>
              <a:srgbClr val="003399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4" name="Line 31">
            <a:extLst>
              <a:ext uri="{FF2B5EF4-FFF2-40B4-BE49-F238E27FC236}">
                <a16:creationId xmlns:a16="http://schemas.microsoft.com/office/drawing/2014/main" id="{42FB8C72-0FB6-A740-84A6-9EAFD1201B7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87271" y="5855642"/>
            <a:ext cx="935038" cy="0"/>
          </a:xfrm>
          <a:prstGeom prst="line">
            <a:avLst/>
          </a:prstGeom>
          <a:noFill/>
          <a:ln w="19050">
            <a:solidFill>
              <a:srgbClr val="003399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5" name="Line 32">
            <a:extLst>
              <a:ext uri="{FF2B5EF4-FFF2-40B4-BE49-F238E27FC236}">
                <a16:creationId xmlns:a16="http://schemas.microsoft.com/office/drawing/2014/main" id="{8CB87D9E-1342-E4A3-5E67-A0428AAB50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17196" y="4542779"/>
            <a:ext cx="935038" cy="0"/>
          </a:xfrm>
          <a:prstGeom prst="line">
            <a:avLst/>
          </a:prstGeom>
          <a:noFill/>
          <a:ln w="19050">
            <a:solidFill>
              <a:srgbClr val="003399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6" name="Line 33">
            <a:extLst>
              <a:ext uri="{FF2B5EF4-FFF2-40B4-BE49-F238E27FC236}">
                <a16:creationId xmlns:a16="http://schemas.microsoft.com/office/drawing/2014/main" id="{888F1D62-C78A-823C-B4BB-DA53FF5F37B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17196" y="5855642"/>
            <a:ext cx="935038" cy="0"/>
          </a:xfrm>
          <a:prstGeom prst="line">
            <a:avLst/>
          </a:prstGeom>
          <a:noFill/>
          <a:ln w="19050">
            <a:solidFill>
              <a:srgbClr val="003399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7" name="Freeform 34">
            <a:extLst>
              <a:ext uri="{FF2B5EF4-FFF2-40B4-BE49-F238E27FC236}">
                <a16:creationId xmlns:a16="http://schemas.microsoft.com/office/drawing/2014/main" id="{4278B1A0-4D54-2B25-86F8-C38AB98BD4B1}"/>
              </a:ext>
            </a:extLst>
          </p:cNvPr>
          <p:cNvSpPr>
            <a:spLocks/>
          </p:cNvSpPr>
          <p:nvPr/>
        </p:nvSpPr>
        <p:spPr bwMode="auto">
          <a:xfrm>
            <a:off x="2712584" y="3407717"/>
            <a:ext cx="2711450" cy="1587"/>
          </a:xfrm>
          <a:custGeom>
            <a:avLst/>
            <a:gdLst>
              <a:gd name="T0" fmla="*/ 1948 w 1948"/>
              <a:gd name="T1" fmla="*/ 0 h 1"/>
              <a:gd name="T2" fmla="*/ 0 w 1948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948" h="1">
                <a:moveTo>
                  <a:pt x="1948" y="0"/>
                </a:moveTo>
                <a:lnTo>
                  <a:pt x="0" y="0"/>
                </a:lnTo>
              </a:path>
            </a:pathLst>
          </a:custGeom>
          <a:noFill/>
          <a:ln w="12700" cap="flat" cmpd="sng">
            <a:solidFill>
              <a:srgbClr val="9933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8" name="Freeform 35">
            <a:extLst>
              <a:ext uri="{FF2B5EF4-FFF2-40B4-BE49-F238E27FC236}">
                <a16:creationId xmlns:a16="http://schemas.microsoft.com/office/drawing/2014/main" id="{3E7BDA5C-1003-1A97-5778-B44567BBA732}"/>
              </a:ext>
            </a:extLst>
          </p:cNvPr>
          <p:cNvSpPr>
            <a:spLocks/>
          </p:cNvSpPr>
          <p:nvPr/>
        </p:nvSpPr>
        <p:spPr bwMode="auto">
          <a:xfrm>
            <a:off x="1850571" y="3558529"/>
            <a:ext cx="5407025" cy="1588"/>
          </a:xfrm>
          <a:custGeom>
            <a:avLst/>
            <a:gdLst>
              <a:gd name="T0" fmla="*/ 0 w 3406"/>
              <a:gd name="T1" fmla="*/ 0 h 1"/>
              <a:gd name="T2" fmla="*/ 3406 w 3406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406" h="1">
                <a:moveTo>
                  <a:pt x="0" y="0"/>
                </a:moveTo>
                <a:lnTo>
                  <a:pt x="3406" y="0"/>
                </a:lnTo>
              </a:path>
            </a:pathLst>
          </a:custGeom>
          <a:noFill/>
          <a:ln w="12700" cap="flat" cmpd="sng">
            <a:solidFill>
              <a:srgbClr val="9933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39" name="Group 36">
            <a:extLst>
              <a:ext uri="{FF2B5EF4-FFF2-40B4-BE49-F238E27FC236}">
                <a16:creationId xmlns:a16="http://schemas.microsoft.com/office/drawing/2014/main" id="{1B1B8D25-9004-5C82-34B4-FBDA070AA913}"/>
              </a:ext>
            </a:extLst>
          </p:cNvPr>
          <p:cNvGrpSpPr>
            <a:grpSpLocks/>
          </p:cNvGrpSpPr>
          <p:nvPr/>
        </p:nvGrpSpPr>
        <p:grpSpPr bwMode="auto">
          <a:xfrm>
            <a:off x="4322309" y="3558529"/>
            <a:ext cx="2673350" cy="2362200"/>
            <a:chOff x="2641" y="1990"/>
            <a:chExt cx="1684" cy="1488"/>
          </a:xfrm>
        </p:grpSpPr>
        <p:sp>
          <p:nvSpPr>
            <p:cNvPr id="40" name="Line 37">
              <a:extLst>
                <a:ext uri="{FF2B5EF4-FFF2-40B4-BE49-F238E27FC236}">
                  <a16:creationId xmlns:a16="http://schemas.microsoft.com/office/drawing/2014/main" id="{59E74353-DB68-6450-5750-4FFE3A6C64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2" y="1990"/>
              <a:ext cx="463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1" name="Line 38">
              <a:extLst>
                <a:ext uri="{FF2B5EF4-FFF2-40B4-BE49-F238E27FC236}">
                  <a16:creationId xmlns:a16="http://schemas.microsoft.com/office/drawing/2014/main" id="{D5069CF8-955B-9DB6-FF77-7410A60F5A7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413" y="3251"/>
              <a:ext cx="455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42" name="Freeform 39">
            <a:extLst>
              <a:ext uri="{FF2B5EF4-FFF2-40B4-BE49-F238E27FC236}">
                <a16:creationId xmlns:a16="http://schemas.microsoft.com/office/drawing/2014/main" id="{99EC4F25-41C3-0C1C-459E-E3CE715B9002}"/>
              </a:ext>
            </a:extLst>
          </p:cNvPr>
          <p:cNvSpPr>
            <a:spLocks/>
          </p:cNvSpPr>
          <p:nvPr/>
        </p:nvSpPr>
        <p:spPr bwMode="auto">
          <a:xfrm>
            <a:off x="1748971" y="5896917"/>
            <a:ext cx="2554288" cy="1587"/>
          </a:xfrm>
          <a:custGeom>
            <a:avLst/>
            <a:gdLst>
              <a:gd name="T0" fmla="*/ 1835 w 1835"/>
              <a:gd name="T1" fmla="*/ 0 h 1"/>
              <a:gd name="T2" fmla="*/ 0 w 1835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835" h="1">
                <a:moveTo>
                  <a:pt x="1835" y="0"/>
                </a:moveTo>
                <a:lnTo>
                  <a:pt x="0" y="0"/>
                </a:lnTo>
              </a:path>
            </a:pathLst>
          </a:custGeom>
          <a:noFill/>
          <a:ln w="12700" cap="flat" cmpd="sng">
            <a:solidFill>
              <a:srgbClr val="9933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3" name="Freeform 40">
            <a:extLst>
              <a:ext uri="{FF2B5EF4-FFF2-40B4-BE49-F238E27FC236}">
                <a16:creationId xmlns:a16="http://schemas.microsoft.com/office/drawing/2014/main" id="{7FBA6622-891A-3A5C-B247-E30C22106878}"/>
              </a:ext>
            </a:extLst>
          </p:cNvPr>
          <p:cNvSpPr>
            <a:spLocks/>
          </p:cNvSpPr>
          <p:nvPr/>
        </p:nvSpPr>
        <p:spPr bwMode="auto">
          <a:xfrm>
            <a:off x="2049009" y="2188517"/>
            <a:ext cx="393700" cy="1304925"/>
          </a:xfrm>
          <a:custGeom>
            <a:avLst/>
            <a:gdLst>
              <a:gd name="T0" fmla="*/ 13 w 248"/>
              <a:gd name="T1" fmla="*/ 0 h 822"/>
              <a:gd name="T2" fmla="*/ 90 w 248"/>
              <a:gd name="T3" fmla="*/ 73 h 822"/>
              <a:gd name="T4" fmla="*/ 187 w 248"/>
              <a:gd name="T5" fmla="*/ 168 h 822"/>
              <a:gd name="T6" fmla="*/ 238 w 248"/>
              <a:gd name="T7" fmla="*/ 299 h 822"/>
              <a:gd name="T8" fmla="*/ 245 w 248"/>
              <a:gd name="T9" fmla="*/ 412 h 822"/>
              <a:gd name="T10" fmla="*/ 231 w 248"/>
              <a:gd name="T11" fmla="*/ 510 h 822"/>
              <a:gd name="T12" fmla="*/ 217 w 248"/>
              <a:gd name="T13" fmla="*/ 595 h 822"/>
              <a:gd name="T14" fmla="*/ 175 w 248"/>
              <a:gd name="T15" fmla="*/ 666 h 822"/>
              <a:gd name="T16" fmla="*/ 104 w 248"/>
              <a:gd name="T17" fmla="*/ 750 h 822"/>
              <a:gd name="T18" fmla="*/ 0 w 248"/>
              <a:gd name="T19" fmla="*/ 822 h 8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48" h="822">
                <a:moveTo>
                  <a:pt x="13" y="0"/>
                </a:moveTo>
                <a:cubicBezTo>
                  <a:pt x="27" y="12"/>
                  <a:pt x="61" y="45"/>
                  <a:pt x="90" y="73"/>
                </a:cubicBezTo>
                <a:cubicBezTo>
                  <a:pt x="119" y="101"/>
                  <a:pt x="162" y="130"/>
                  <a:pt x="187" y="168"/>
                </a:cubicBezTo>
                <a:cubicBezTo>
                  <a:pt x="212" y="206"/>
                  <a:pt x="228" y="259"/>
                  <a:pt x="238" y="299"/>
                </a:cubicBezTo>
                <a:cubicBezTo>
                  <a:pt x="248" y="339"/>
                  <a:pt x="246" y="377"/>
                  <a:pt x="245" y="412"/>
                </a:cubicBezTo>
                <a:cubicBezTo>
                  <a:pt x="244" y="447"/>
                  <a:pt x="236" y="480"/>
                  <a:pt x="231" y="510"/>
                </a:cubicBezTo>
                <a:cubicBezTo>
                  <a:pt x="226" y="540"/>
                  <a:pt x="226" y="569"/>
                  <a:pt x="217" y="595"/>
                </a:cubicBezTo>
                <a:cubicBezTo>
                  <a:pt x="208" y="621"/>
                  <a:pt x="194" y="640"/>
                  <a:pt x="175" y="666"/>
                </a:cubicBezTo>
                <a:cubicBezTo>
                  <a:pt x="156" y="692"/>
                  <a:pt x="133" y="724"/>
                  <a:pt x="104" y="750"/>
                </a:cubicBezTo>
                <a:cubicBezTo>
                  <a:pt x="75" y="776"/>
                  <a:pt x="22" y="807"/>
                  <a:pt x="0" y="822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4" name="Line 41">
            <a:extLst>
              <a:ext uri="{FF2B5EF4-FFF2-40B4-BE49-F238E27FC236}">
                <a16:creationId xmlns:a16="http://schemas.microsoft.com/office/drawing/2014/main" id="{09A2EE64-D515-152F-807D-DDDF349A3552}"/>
              </a:ext>
            </a:extLst>
          </p:cNvPr>
          <p:cNvSpPr>
            <a:spLocks noChangeShapeType="1"/>
          </p:cNvSpPr>
          <p:nvPr/>
        </p:nvSpPr>
        <p:spPr bwMode="auto">
          <a:xfrm>
            <a:off x="2034721" y="3799829"/>
            <a:ext cx="1738313" cy="0"/>
          </a:xfrm>
          <a:prstGeom prst="line">
            <a:avLst/>
          </a:prstGeom>
          <a:noFill/>
          <a:ln w="5715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45" name="Group 42">
            <a:extLst>
              <a:ext uri="{FF2B5EF4-FFF2-40B4-BE49-F238E27FC236}">
                <a16:creationId xmlns:a16="http://schemas.microsoft.com/office/drawing/2014/main" id="{4C4E3A66-8A30-D3EE-12BB-87CC6AA79E50}"/>
              </a:ext>
            </a:extLst>
          </p:cNvPr>
          <p:cNvGrpSpPr>
            <a:grpSpLocks/>
          </p:cNvGrpSpPr>
          <p:nvPr/>
        </p:nvGrpSpPr>
        <p:grpSpPr bwMode="auto">
          <a:xfrm>
            <a:off x="2506209" y="3402954"/>
            <a:ext cx="830262" cy="2643188"/>
            <a:chOff x="1497" y="1892"/>
            <a:chExt cx="523" cy="1665"/>
          </a:xfrm>
        </p:grpSpPr>
        <p:sp>
          <p:nvSpPr>
            <p:cNvPr id="46" name="Freeform 43">
              <a:extLst>
                <a:ext uri="{FF2B5EF4-FFF2-40B4-BE49-F238E27FC236}">
                  <a16:creationId xmlns:a16="http://schemas.microsoft.com/office/drawing/2014/main" id="{D4EAC83F-00ED-5E0C-8D05-C424E6D69F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7" y="1892"/>
              <a:ext cx="1" cy="1609"/>
            </a:xfrm>
            <a:custGeom>
              <a:avLst/>
              <a:gdLst>
                <a:gd name="T0" fmla="*/ 0 w 1"/>
                <a:gd name="T1" fmla="*/ 1609 h 1609"/>
                <a:gd name="T2" fmla="*/ 0 w 1"/>
                <a:gd name="T3" fmla="*/ 0 h 1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609">
                  <a:moveTo>
                    <a:pt x="0" y="1609"/>
                  </a:moveTo>
                  <a:lnTo>
                    <a:pt x="0" y="0"/>
                  </a:lnTo>
                </a:path>
              </a:pathLst>
            </a:custGeom>
            <a:noFill/>
            <a:ln w="12700" cap="flat" cmpd="sng">
              <a:solidFill>
                <a:srgbClr val="9933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" name="Freeform 44">
              <a:extLst>
                <a:ext uri="{FF2B5EF4-FFF2-40B4-BE49-F238E27FC236}">
                  <a16:creationId xmlns:a16="http://schemas.microsoft.com/office/drawing/2014/main" id="{0B9F303C-B241-2B8E-2B86-E30B13E12C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9" y="1934"/>
              <a:ext cx="1" cy="1623"/>
            </a:xfrm>
            <a:custGeom>
              <a:avLst/>
              <a:gdLst>
                <a:gd name="T0" fmla="*/ 0 w 1"/>
                <a:gd name="T1" fmla="*/ 1623 h 1623"/>
                <a:gd name="T2" fmla="*/ 0 w 1"/>
                <a:gd name="T3" fmla="*/ 0 h 16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623">
                  <a:moveTo>
                    <a:pt x="0" y="1623"/>
                  </a:moveTo>
                  <a:lnTo>
                    <a:pt x="0" y="0"/>
                  </a:lnTo>
                </a:path>
              </a:pathLst>
            </a:custGeom>
            <a:noFill/>
            <a:ln w="12700" cap="flat" cmpd="sng">
              <a:solidFill>
                <a:srgbClr val="9933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48" name="Group 45">
            <a:extLst>
              <a:ext uri="{FF2B5EF4-FFF2-40B4-BE49-F238E27FC236}">
                <a16:creationId xmlns:a16="http://schemas.microsoft.com/office/drawing/2014/main" id="{EAF08D0A-446E-2917-B075-82E743AB5A94}"/>
              </a:ext>
            </a:extLst>
          </p:cNvPr>
          <p:cNvGrpSpPr>
            <a:grpSpLocks/>
          </p:cNvGrpSpPr>
          <p:nvPr/>
        </p:nvGrpSpPr>
        <p:grpSpPr bwMode="auto">
          <a:xfrm>
            <a:off x="2366509" y="5777854"/>
            <a:ext cx="1123950" cy="234950"/>
            <a:chOff x="1409" y="3388"/>
            <a:chExt cx="708" cy="148"/>
          </a:xfrm>
        </p:grpSpPr>
        <p:sp>
          <p:nvSpPr>
            <p:cNvPr id="49" name="Text Box 46">
              <a:extLst>
                <a:ext uri="{FF2B5EF4-FFF2-40B4-BE49-F238E27FC236}">
                  <a16:creationId xmlns:a16="http://schemas.microsoft.com/office/drawing/2014/main" id="{257C1082-1401-9ECD-1253-BB2D3EEDBC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9" y="3392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900" b="0" dirty="0">
                  <a:solidFill>
                    <a:srgbClr val="FF0066"/>
                  </a:solidFill>
                  <a:latin typeface="Times New Roman" panose="02020603050405020304" pitchFamily="18" charset="0"/>
                </a:rPr>
                <a:t>●</a:t>
              </a:r>
            </a:p>
          </p:txBody>
        </p:sp>
        <p:sp>
          <p:nvSpPr>
            <p:cNvPr id="50" name="Text Box 47">
              <a:extLst>
                <a:ext uri="{FF2B5EF4-FFF2-40B4-BE49-F238E27FC236}">
                  <a16:creationId xmlns:a16="http://schemas.microsoft.com/office/drawing/2014/main" id="{54D9B04F-1F86-5148-0982-D2D5697E77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9" y="3388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900" b="0" dirty="0">
                  <a:solidFill>
                    <a:srgbClr val="FF0066"/>
                  </a:solidFill>
                  <a:latin typeface="Times New Roman" panose="02020603050405020304" pitchFamily="18" charset="0"/>
                </a:rPr>
                <a:t>●</a:t>
              </a:r>
            </a:p>
          </p:txBody>
        </p:sp>
      </p:grpSp>
      <p:grpSp>
        <p:nvGrpSpPr>
          <p:cNvPr id="51" name="Group 48">
            <a:extLst>
              <a:ext uri="{FF2B5EF4-FFF2-40B4-BE49-F238E27FC236}">
                <a16:creationId xmlns:a16="http://schemas.microsoft.com/office/drawing/2014/main" id="{45887766-C632-223A-169E-D712334F4493}"/>
              </a:ext>
            </a:extLst>
          </p:cNvPr>
          <p:cNvGrpSpPr>
            <a:grpSpLocks/>
          </p:cNvGrpSpPr>
          <p:nvPr/>
        </p:nvGrpSpPr>
        <p:grpSpPr bwMode="auto">
          <a:xfrm>
            <a:off x="5382759" y="3439467"/>
            <a:ext cx="1752600" cy="233362"/>
            <a:chOff x="3309" y="1915"/>
            <a:chExt cx="1104" cy="147"/>
          </a:xfrm>
        </p:grpSpPr>
        <p:sp>
          <p:nvSpPr>
            <p:cNvPr id="52" name="Text Box 49">
              <a:extLst>
                <a:ext uri="{FF2B5EF4-FFF2-40B4-BE49-F238E27FC236}">
                  <a16:creationId xmlns:a16="http://schemas.microsoft.com/office/drawing/2014/main" id="{B4D4456E-5C7D-E2A6-D4BE-FD887835B7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9" y="1918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900" b="0" dirty="0">
                  <a:solidFill>
                    <a:srgbClr val="FF0066"/>
                  </a:solidFill>
                  <a:latin typeface="Times New Roman" panose="02020603050405020304" pitchFamily="18" charset="0"/>
                </a:rPr>
                <a:t>●</a:t>
              </a:r>
            </a:p>
          </p:txBody>
        </p:sp>
        <p:sp>
          <p:nvSpPr>
            <p:cNvPr id="53" name="Text Box 50">
              <a:extLst>
                <a:ext uri="{FF2B5EF4-FFF2-40B4-BE49-F238E27FC236}">
                  <a16:creationId xmlns:a16="http://schemas.microsoft.com/office/drawing/2014/main" id="{7AA7B468-3B03-27A9-2BD8-E91045D087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5" y="1915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900" b="0" dirty="0">
                  <a:solidFill>
                    <a:srgbClr val="FF0066"/>
                  </a:solidFill>
                  <a:latin typeface="Times New Roman" panose="02020603050405020304" pitchFamily="18" charset="0"/>
                </a:rPr>
                <a:t>●</a:t>
              </a:r>
            </a:p>
          </p:txBody>
        </p:sp>
      </p:grpSp>
      <p:grpSp>
        <p:nvGrpSpPr>
          <p:cNvPr id="54" name="Group 51">
            <a:extLst>
              <a:ext uri="{FF2B5EF4-FFF2-40B4-BE49-F238E27FC236}">
                <a16:creationId xmlns:a16="http://schemas.microsoft.com/office/drawing/2014/main" id="{A9AF8059-65F1-8159-7E91-FDC79502ADD9}"/>
              </a:ext>
            </a:extLst>
          </p:cNvPr>
          <p:cNvGrpSpPr>
            <a:grpSpLocks/>
          </p:cNvGrpSpPr>
          <p:nvPr/>
        </p:nvGrpSpPr>
        <p:grpSpPr bwMode="auto">
          <a:xfrm>
            <a:off x="2355396" y="3441054"/>
            <a:ext cx="1143000" cy="244475"/>
            <a:chOff x="1402" y="1916"/>
            <a:chExt cx="720" cy="154"/>
          </a:xfrm>
        </p:grpSpPr>
        <p:sp>
          <p:nvSpPr>
            <p:cNvPr id="55" name="Text Box 52">
              <a:extLst>
                <a:ext uri="{FF2B5EF4-FFF2-40B4-BE49-F238E27FC236}">
                  <a16:creationId xmlns:a16="http://schemas.microsoft.com/office/drawing/2014/main" id="{DA7C4943-C304-F0F4-292C-EDBD7AF53E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4" y="1926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900" b="0" dirty="0">
                  <a:solidFill>
                    <a:srgbClr val="FF0066"/>
                  </a:solidFill>
                  <a:latin typeface="Times New Roman" panose="02020603050405020304" pitchFamily="18" charset="0"/>
                </a:rPr>
                <a:t>●</a:t>
              </a:r>
            </a:p>
          </p:txBody>
        </p:sp>
        <p:sp>
          <p:nvSpPr>
            <p:cNvPr id="56" name="Text Box 53">
              <a:extLst>
                <a:ext uri="{FF2B5EF4-FFF2-40B4-BE49-F238E27FC236}">
                  <a16:creationId xmlns:a16="http://schemas.microsoft.com/office/drawing/2014/main" id="{83833E46-52E9-5A35-2364-D81E4BF04F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2" y="1916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900" b="0" dirty="0">
                  <a:solidFill>
                    <a:srgbClr val="FF0066"/>
                  </a:solidFill>
                  <a:latin typeface="Times New Roman" panose="02020603050405020304" pitchFamily="18" charset="0"/>
                </a:rPr>
                <a:t>●</a:t>
              </a:r>
            </a:p>
          </p:txBody>
        </p:sp>
      </p:grpSp>
      <p:sp>
        <p:nvSpPr>
          <p:cNvPr id="57" name="Text Box 54">
            <a:extLst>
              <a:ext uri="{FF2B5EF4-FFF2-40B4-BE49-F238E27FC236}">
                <a16:creationId xmlns:a16="http://schemas.microsoft.com/office/drawing/2014/main" id="{AD0C3620-48A6-010A-6CD3-37F430B0C9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9734" y="3285479"/>
            <a:ext cx="2984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prstDash val="lgDashDot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900" b="0" dirty="0">
                <a:solidFill>
                  <a:srgbClr val="FF0066"/>
                </a:solidFill>
                <a:latin typeface="Times New Roman" panose="02020603050405020304" pitchFamily="18" charset="0"/>
              </a:rPr>
              <a:t>●</a:t>
            </a:r>
          </a:p>
        </p:txBody>
      </p:sp>
      <p:grpSp>
        <p:nvGrpSpPr>
          <p:cNvPr id="58" name="Group 55">
            <a:extLst>
              <a:ext uri="{FF2B5EF4-FFF2-40B4-BE49-F238E27FC236}">
                <a16:creationId xmlns:a16="http://schemas.microsoft.com/office/drawing/2014/main" id="{EF2AC098-CEF1-9CE8-5123-D20768107026}"/>
              </a:ext>
            </a:extLst>
          </p:cNvPr>
          <p:cNvGrpSpPr>
            <a:grpSpLocks/>
          </p:cNvGrpSpPr>
          <p:nvPr/>
        </p:nvGrpSpPr>
        <p:grpSpPr bwMode="auto">
          <a:xfrm>
            <a:off x="2290309" y="2736204"/>
            <a:ext cx="298450" cy="3328988"/>
            <a:chOff x="1361" y="1451"/>
            <a:chExt cx="188" cy="2097"/>
          </a:xfrm>
        </p:grpSpPr>
        <p:sp>
          <p:nvSpPr>
            <p:cNvPr id="59" name="Freeform 56">
              <a:extLst>
                <a:ext uri="{FF2B5EF4-FFF2-40B4-BE49-F238E27FC236}">
                  <a16:creationId xmlns:a16="http://schemas.microsoft.com/office/drawing/2014/main" id="{284E621E-A59B-F103-7EFE-D38B8C19E0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3" y="1470"/>
              <a:ext cx="1" cy="2078"/>
            </a:xfrm>
            <a:custGeom>
              <a:avLst/>
              <a:gdLst>
                <a:gd name="T0" fmla="*/ 0 w 1"/>
                <a:gd name="T1" fmla="*/ 2413 h 2413"/>
                <a:gd name="T2" fmla="*/ 0 w 1"/>
                <a:gd name="T3" fmla="*/ 0 h 2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413">
                  <a:moveTo>
                    <a:pt x="0" y="2413"/>
                  </a:moveTo>
                  <a:lnTo>
                    <a:pt x="0" y="0"/>
                  </a:lnTo>
                </a:path>
              </a:pathLst>
            </a:custGeom>
            <a:noFill/>
            <a:ln w="12700" cap="flat" cmpd="sng">
              <a:solidFill>
                <a:srgbClr val="66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0" name="Text Box 57">
              <a:extLst>
                <a:ext uri="{FF2B5EF4-FFF2-40B4-BE49-F238E27FC236}">
                  <a16:creationId xmlns:a16="http://schemas.microsoft.com/office/drawing/2014/main" id="{594E1BC6-D000-0A2D-8B37-0C04897321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1" y="1451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900" b="0" dirty="0">
                  <a:solidFill>
                    <a:srgbClr val="FF0066"/>
                  </a:solidFill>
                  <a:latin typeface="Times New Roman" panose="02020603050405020304" pitchFamily="18" charset="0"/>
                </a:rPr>
                <a:t>●</a:t>
              </a:r>
            </a:p>
          </p:txBody>
        </p:sp>
      </p:grpSp>
      <p:grpSp>
        <p:nvGrpSpPr>
          <p:cNvPr id="61" name="Group 58">
            <a:extLst>
              <a:ext uri="{FF2B5EF4-FFF2-40B4-BE49-F238E27FC236}">
                <a16:creationId xmlns:a16="http://schemas.microsoft.com/office/drawing/2014/main" id="{243445AB-E2C1-9409-16DD-0E932A300F11}"/>
              </a:ext>
            </a:extLst>
          </p:cNvPr>
          <p:cNvGrpSpPr>
            <a:grpSpLocks/>
          </p:cNvGrpSpPr>
          <p:nvPr/>
        </p:nvGrpSpPr>
        <p:grpSpPr bwMode="auto">
          <a:xfrm>
            <a:off x="3271384" y="2733029"/>
            <a:ext cx="298450" cy="3297238"/>
            <a:chOff x="1979" y="1442"/>
            <a:chExt cx="188" cy="2077"/>
          </a:xfrm>
        </p:grpSpPr>
        <p:sp>
          <p:nvSpPr>
            <p:cNvPr id="62" name="Freeform 59">
              <a:extLst>
                <a:ext uri="{FF2B5EF4-FFF2-40B4-BE49-F238E27FC236}">
                  <a16:creationId xmlns:a16="http://schemas.microsoft.com/office/drawing/2014/main" id="{608CD955-C0F6-CE03-6575-3261C1823B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0" y="1442"/>
              <a:ext cx="1" cy="2077"/>
            </a:xfrm>
            <a:custGeom>
              <a:avLst/>
              <a:gdLst>
                <a:gd name="T0" fmla="*/ 0 w 1"/>
                <a:gd name="T1" fmla="*/ 2413 h 2413"/>
                <a:gd name="T2" fmla="*/ 0 w 1"/>
                <a:gd name="T3" fmla="*/ 0 h 2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413">
                  <a:moveTo>
                    <a:pt x="0" y="2413"/>
                  </a:moveTo>
                  <a:lnTo>
                    <a:pt x="0" y="0"/>
                  </a:lnTo>
                </a:path>
              </a:pathLst>
            </a:custGeom>
            <a:noFill/>
            <a:ln w="12700" cap="flat" cmpd="sng">
              <a:solidFill>
                <a:srgbClr val="6633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3" name="Text Box 60">
              <a:extLst>
                <a:ext uri="{FF2B5EF4-FFF2-40B4-BE49-F238E27FC236}">
                  <a16:creationId xmlns:a16="http://schemas.microsoft.com/office/drawing/2014/main" id="{97B6D479-A3F0-C772-9636-EF65F657DC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9" y="1448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900" b="0" dirty="0">
                  <a:solidFill>
                    <a:srgbClr val="FF0066"/>
                  </a:solidFill>
                  <a:latin typeface="Times New Roman" panose="02020603050405020304" pitchFamily="18" charset="0"/>
                </a:rPr>
                <a:t>●</a:t>
              </a:r>
            </a:p>
          </p:txBody>
        </p:sp>
      </p:grpSp>
      <p:grpSp>
        <p:nvGrpSpPr>
          <p:cNvPr id="64" name="Group 61">
            <a:extLst>
              <a:ext uri="{FF2B5EF4-FFF2-40B4-BE49-F238E27FC236}">
                <a16:creationId xmlns:a16="http://schemas.microsoft.com/office/drawing/2014/main" id="{CED29366-E74F-F2F3-1459-334A8403AC3B}"/>
              </a:ext>
            </a:extLst>
          </p:cNvPr>
          <p:cNvGrpSpPr>
            <a:grpSpLocks/>
          </p:cNvGrpSpPr>
          <p:nvPr/>
        </p:nvGrpSpPr>
        <p:grpSpPr bwMode="auto">
          <a:xfrm>
            <a:off x="1385434" y="3112442"/>
            <a:ext cx="5670550" cy="231775"/>
            <a:chOff x="791" y="1709"/>
            <a:chExt cx="3572" cy="146"/>
          </a:xfrm>
        </p:grpSpPr>
        <p:sp>
          <p:nvSpPr>
            <p:cNvPr id="65" name="Text Box 62">
              <a:extLst>
                <a:ext uri="{FF2B5EF4-FFF2-40B4-BE49-F238E27FC236}">
                  <a16:creationId xmlns:a16="http://schemas.microsoft.com/office/drawing/2014/main" id="{9E337680-FB5B-0F6C-2F53-5DE71FD685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0" y="1711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900" b="0" dirty="0">
                  <a:solidFill>
                    <a:srgbClr val="FF0066"/>
                  </a:solidFill>
                  <a:latin typeface="Times New Roman" panose="02020603050405020304" pitchFamily="18" charset="0"/>
                </a:rPr>
                <a:t>●</a:t>
              </a:r>
            </a:p>
          </p:txBody>
        </p:sp>
        <p:sp>
          <p:nvSpPr>
            <p:cNvPr id="66" name="Text Box 63">
              <a:extLst>
                <a:ext uri="{FF2B5EF4-FFF2-40B4-BE49-F238E27FC236}">
                  <a16:creationId xmlns:a16="http://schemas.microsoft.com/office/drawing/2014/main" id="{81476B13-9802-56A0-58B7-F484704DE3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1" y="1709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900" b="0" dirty="0">
                  <a:solidFill>
                    <a:srgbClr val="FF0066"/>
                  </a:solidFill>
                  <a:latin typeface="Times New Roman" panose="02020603050405020304" pitchFamily="18" charset="0"/>
                </a:rPr>
                <a:t>●</a:t>
              </a:r>
            </a:p>
          </p:txBody>
        </p:sp>
        <p:sp>
          <p:nvSpPr>
            <p:cNvPr id="67" name="Line 64">
              <a:extLst>
                <a:ext uri="{FF2B5EF4-FFF2-40B4-BE49-F238E27FC236}">
                  <a16:creationId xmlns:a16="http://schemas.microsoft.com/office/drawing/2014/main" id="{21D4C6A3-901A-2FD4-8CFB-6A8FD12A64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1" y="1779"/>
              <a:ext cx="3572" cy="0"/>
            </a:xfrm>
            <a:prstGeom prst="line">
              <a:avLst/>
            </a:prstGeom>
            <a:noFill/>
            <a:ln w="12700">
              <a:solidFill>
                <a:srgbClr val="9966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68" name="Group 65">
            <a:extLst>
              <a:ext uri="{FF2B5EF4-FFF2-40B4-BE49-F238E27FC236}">
                <a16:creationId xmlns:a16="http://schemas.microsoft.com/office/drawing/2014/main" id="{D7B2E448-300C-CD53-4269-C0442D315913}"/>
              </a:ext>
            </a:extLst>
          </p:cNvPr>
          <p:cNvGrpSpPr>
            <a:grpSpLocks/>
          </p:cNvGrpSpPr>
          <p:nvPr/>
        </p:nvGrpSpPr>
        <p:grpSpPr bwMode="auto">
          <a:xfrm>
            <a:off x="4352471" y="3223567"/>
            <a:ext cx="2479675" cy="2528887"/>
            <a:chOff x="2660" y="1779"/>
            <a:chExt cx="1562" cy="1593"/>
          </a:xfrm>
        </p:grpSpPr>
        <p:sp>
          <p:nvSpPr>
            <p:cNvPr id="69" name="Line 66">
              <a:extLst>
                <a:ext uri="{FF2B5EF4-FFF2-40B4-BE49-F238E27FC236}">
                  <a16:creationId xmlns:a16="http://schemas.microsoft.com/office/drawing/2014/main" id="{EB658AAD-C04D-862D-E0DB-60F8E9405D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9" y="1779"/>
              <a:ext cx="353" cy="0"/>
            </a:xfrm>
            <a:prstGeom prst="line">
              <a:avLst/>
            </a:prstGeom>
            <a:noFill/>
            <a:ln w="38100">
              <a:solidFill>
                <a:srgbClr val="9966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0" name="Line 67">
              <a:extLst>
                <a:ext uri="{FF2B5EF4-FFF2-40B4-BE49-F238E27FC236}">
                  <a16:creationId xmlns:a16="http://schemas.microsoft.com/office/drawing/2014/main" id="{45835382-3A2C-F710-802B-6C121820FB1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483" y="3196"/>
              <a:ext cx="353" cy="0"/>
            </a:xfrm>
            <a:prstGeom prst="line">
              <a:avLst/>
            </a:prstGeom>
            <a:noFill/>
            <a:ln w="38100">
              <a:solidFill>
                <a:srgbClr val="9966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71" name="Line 68">
            <a:extLst>
              <a:ext uri="{FF2B5EF4-FFF2-40B4-BE49-F238E27FC236}">
                <a16:creationId xmlns:a16="http://schemas.microsoft.com/office/drawing/2014/main" id="{E04AD179-6B24-A057-38F0-0FDFD9A194B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21984" y="5777854"/>
            <a:ext cx="2689225" cy="0"/>
          </a:xfrm>
          <a:prstGeom prst="line">
            <a:avLst/>
          </a:prstGeom>
          <a:noFill/>
          <a:ln w="12700">
            <a:solidFill>
              <a:srgbClr val="9966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72" name="Group 69">
            <a:extLst>
              <a:ext uri="{FF2B5EF4-FFF2-40B4-BE49-F238E27FC236}">
                <a16:creationId xmlns:a16="http://schemas.microsoft.com/office/drawing/2014/main" id="{69B6254C-6967-551E-2404-7C7F4CFE18D7}"/>
              </a:ext>
            </a:extLst>
          </p:cNvPr>
          <p:cNvGrpSpPr>
            <a:grpSpLocks/>
          </p:cNvGrpSpPr>
          <p:nvPr/>
        </p:nvGrpSpPr>
        <p:grpSpPr bwMode="auto">
          <a:xfrm>
            <a:off x="1382259" y="2331392"/>
            <a:ext cx="5670550" cy="231775"/>
            <a:chOff x="791" y="1709"/>
            <a:chExt cx="3572" cy="146"/>
          </a:xfrm>
        </p:grpSpPr>
        <p:sp>
          <p:nvSpPr>
            <p:cNvPr id="73" name="Text Box 70">
              <a:extLst>
                <a:ext uri="{FF2B5EF4-FFF2-40B4-BE49-F238E27FC236}">
                  <a16:creationId xmlns:a16="http://schemas.microsoft.com/office/drawing/2014/main" id="{4E882430-CB44-DF40-5A8B-C4DDAE8502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0" y="1711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900" b="0" dirty="0">
                  <a:solidFill>
                    <a:srgbClr val="FF0066"/>
                  </a:solidFill>
                  <a:latin typeface="Times New Roman" panose="02020603050405020304" pitchFamily="18" charset="0"/>
                </a:rPr>
                <a:t>●</a:t>
              </a:r>
            </a:p>
          </p:txBody>
        </p:sp>
        <p:sp>
          <p:nvSpPr>
            <p:cNvPr id="74" name="Text Box 71">
              <a:extLst>
                <a:ext uri="{FF2B5EF4-FFF2-40B4-BE49-F238E27FC236}">
                  <a16:creationId xmlns:a16="http://schemas.microsoft.com/office/drawing/2014/main" id="{5BED6935-8C56-0411-4D80-0E319EDF71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1" y="1709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900" b="0" dirty="0">
                  <a:solidFill>
                    <a:srgbClr val="FF0066"/>
                  </a:solidFill>
                  <a:latin typeface="Times New Roman" panose="02020603050405020304" pitchFamily="18" charset="0"/>
                </a:rPr>
                <a:t>●</a:t>
              </a:r>
            </a:p>
          </p:txBody>
        </p:sp>
        <p:sp>
          <p:nvSpPr>
            <p:cNvPr id="75" name="Line 72">
              <a:extLst>
                <a:ext uri="{FF2B5EF4-FFF2-40B4-BE49-F238E27FC236}">
                  <a16:creationId xmlns:a16="http://schemas.microsoft.com/office/drawing/2014/main" id="{A81906D6-9259-BA12-640C-5EC2ECCA21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1" y="1779"/>
              <a:ext cx="3572" cy="0"/>
            </a:xfrm>
            <a:prstGeom prst="line">
              <a:avLst/>
            </a:prstGeom>
            <a:noFill/>
            <a:ln w="12700">
              <a:solidFill>
                <a:srgbClr val="9966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76" name="Group 73">
            <a:extLst>
              <a:ext uri="{FF2B5EF4-FFF2-40B4-BE49-F238E27FC236}">
                <a16:creationId xmlns:a16="http://schemas.microsoft.com/office/drawing/2014/main" id="{DEDE433D-7051-A781-C835-ECB6C4E9BC44}"/>
              </a:ext>
            </a:extLst>
          </p:cNvPr>
          <p:cNvGrpSpPr>
            <a:grpSpLocks/>
          </p:cNvGrpSpPr>
          <p:nvPr/>
        </p:nvGrpSpPr>
        <p:grpSpPr bwMode="auto">
          <a:xfrm>
            <a:off x="2196646" y="5652442"/>
            <a:ext cx="1458913" cy="233362"/>
            <a:chOff x="1302" y="3309"/>
            <a:chExt cx="919" cy="147"/>
          </a:xfrm>
        </p:grpSpPr>
        <p:sp>
          <p:nvSpPr>
            <p:cNvPr id="77" name="Text Box 74">
              <a:extLst>
                <a:ext uri="{FF2B5EF4-FFF2-40B4-BE49-F238E27FC236}">
                  <a16:creationId xmlns:a16="http://schemas.microsoft.com/office/drawing/2014/main" id="{C682417E-F534-7666-7A3C-A0D13E0EEC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2" y="3312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900" b="0" dirty="0">
                  <a:solidFill>
                    <a:srgbClr val="FF0066"/>
                  </a:solidFill>
                  <a:latin typeface="Times New Roman" panose="02020603050405020304" pitchFamily="18" charset="0"/>
                </a:rPr>
                <a:t>●</a:t>
              </a:r>
            </a:p>
          </p:txBody>
        </p:sp>
        <p:sp>
          <p:nvSpPr>
            <p:cNvPr id="78" name="Text Box 75">
              <a:extLst>
                <a:ext uri="{FF2B5EF4-FFF2-40B4-BE49-F238E27FC236}">
                  <a16:creationId xmlns:a16="http://schemas.microsoft.com/office/drawing/2014/main" id="{D4D49557-C50D-B52F-67B1-824E537C98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3" y="3309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900" b="0" dirty="0">
                  <a:solidFill>
                    <a:srgbClr val="FF0066"/>
                  </a:solidFill>
                  <a:latin typeface="Times New Roman" panose="02020603050405020304" pitchFamily="18" charset="0"/>
                </a:rPr>
                <a:t>●</a:t>
              </a:r>
            </a:p>
          </p:txBody>
        </p:sp>
      </p:grpSp>
      <p:grpSp>
        <p:nvGrpSpPr>
          <p:cNvPr id="79" name="Group 76">
            <a:extLst>
              <a:ext uri="{FF2B5EF4-FFF2-40B4-BE49-F238E27FC236}">
                <a16:creationId xmlns:a16="http://schemas.microsoft.com/office/drawing/2014/main" id="{3911C06A-8A03-21AA-94B5-68AB2F250F26}"/>
              </a:ext>
            </a:extLst>
          </p:cNvPr>
          <p:cNvGrpSpPr>
            <a:grpSpLocks/>
          </p:cNvGrpSpPr>
          <p:nvPr/>
        </p:nvGrpSpPr>
        <p:grpSpPr bwMode="auto">
          <a:xfrm>
            <a:off x="2179184" y="2326629"/>
            <a:ext cx="1473200" cy="3452813"/>
            <a:chOff x="1291" y="1214"/>
            <a:chExt cx="928" cy="2175"/>
          </a:xfrm>
        </p:grpSpPr>
        <p:sp>
          <p:nvSpPr>
            <p:cNvPr id="80" name="Text Box 77">
              <a:extLst>
                <a:ext uri="{FF2B5EF4-FFF2-40B4-BE49-F238E27FC236}">
                  <a16:creationId xmlns:a16="http://schemas.microsoft.com/office/drawing/2014/main" id="{98C91609-488A-348F-6943-4AB1632A2A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7" y="1709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900" b="0" dirty="0">
                  <a:solidFill>
                    <a:srgbClr val="FF0066"/>
                  </a:solidFill>
                  <a:latin typeface="Times New Roman" panose="02020603050405020304" pitchFamily="18" charset="0"/>
                </a:rPr>
                <a:t>●</a:t>
              </a:r>
            </a:p>
          </p:txBody>
        </p:sp>
        <p:sp>
          <p:nvSpPr>
            <p:cNvPr id="81" name="Text Box 78">
              <a:extLst>
                <a:ext uri="{FF2B5EF4-FFF2-40B4-BE49-F238E27FC236}">
                  <a16:creationId xmlns:a16="http://schemas.microsoft.com/office/drawing/2014/main" id="{D4F1CF41-A548-9214-9563-FB896469E0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1" y="1706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900" b="0" dirty="0">
                  <a:solidFill>
                    <a:srgbClr val="FF0066"/>
                  </a:solidFill>
                  <a:latin typeface="Times New Roman" panose="02020603050405020304" pitchFamily="18" charset="0"/>
                </a:rPr>
                <a:t>●</a:t>
              </a:r>
            </a:p>
          </p:txBody>
        </p:sp>
        <p:sp>
          <p:nvSpPr>
            <p:cNvPr id="82" name="Freeform 79">
              <a:extLst>
                <a:ext uri="{FF2B5EF4-FFF2-40B4-BE49-F238E27FC236}">
                  <a16:creationId xmlns:a16="http://schemas.microsoft.com/office/drawing/2014/main" id="{A49AB55A-07FC-F54E-9A29-4992B59384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4" y="1214"/>
              <a:ext cx="1" cy="2175"/>
            </a:xfrm>
            <a:custGeom>
              <a:avLst/>
              <a:gdLst>
                <a:gd name="T0" fmla="*/ 0 w 1"/>
                <a:gd name="T1" fmla="*/ 2175 h 2175"/>
                <a:gd name="T2" fmla="*/ 0 w 1"/>
                <a:gd name="T3" fmla="*/ 0 h 2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175">
                  <a:moveTo>
                    <a:pt x="0" y="2175"/>
                  </a:moveTo>
                  <a:lnTo>
                    <a:pt x="0" y="0"/>
                  </a:lnTo>
                </a:path>
              </a:pathLst>
            </a:custGeom>
            <a:noFill/>
            <a:ln w="12700" cap="flat" cmpd="sng">
              <a:solidFill>
                <a:srgbClr val="996633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83" name="Freeform 80">
              <a:extLst>
                <a:ext uri="{FF2B5EF4-FFF2-40B4-BE49-F238E27FC236}">
                  <a16:creationId xmlns:a16="http://schemas.microsoft.com/office/drawing/2014/main" id="{D2E1C743-B00E-9952-B16A-04AF0BEC41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8" y="1242"/>
              <a:ext cx="1" cy="2146"/>
            </a:xfrm>
            <a:custGeom>
              <a:avLst/>
              <a:gdLst>
                <a:gd name="T0" fmla="*/ 0 w 1"/>
                <a:gd name="T1" fmla="*/ 2146 h 2146"/>
                <a:gd name="T2" fmla="*/ 0 w 1"/>
                <a:gd name="T3" fmla="*/ 0 h 2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2146">
                  <a:moveTo>
                    <a:pt x="0" y="2146"/>
                  </a:moveTo>
                  <a:lnTo>
                    <a:pt x="0" y="0"/>
                  </a:lnTo>
                </a:path>
              </a:pathLst>
            </a:custGeom>
            <a:noFill/>
            <a:ln w="12700" cap="flat" cmpd="sng">
              <a:solidFill>
                <a:srgbClr val="996633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84" name="Text Box 81">
              <a:extLst>
                <a:ext uri="{FF2B5EF4-FFF2-40B4-BE49-F238E27FC236}">
                  <a16:creationId xmlns:a16="http://schemas.microsoft.com/office/drawing/2014/main" id="{E47004B5-C949-3535-84DD-FF7BA81897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3" y="1224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900" b="0" dirty="0">
                  <a:solidFill>
                    <a:srgbClr val="FF0066"/>
                  </a:solidFill>
                  <a:latin typeface="Times New Roman" panose="02020603050405020304" pitchFamily="18" charset="0"/>
                </a:rPr>
                <a:t>●</a:t>
              </a:r>
            </a:p>
          </p:txBody>
        </p:sp>
        <p:sp>
          <p:nvSpPr>
            <p:cNvPr id="85" name="Text Box 82">
              <a:extLst>
                <a:ext uri="{FF2B5EF4-FFF2-40B4-BE49-F238E27FC236}">
                  <a16:creationId xmlns:a16="http://schemas.microsoft.com/office/drawing/2014/main" id="{BBDF0AB3-519F-3C62-114A-3CCC880DAA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1" y="1221"/>
              <a:ext cx="188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lgDash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900" b="0" dirty="0">
                  <a:solidFill>
                    <a:srgbClr val="FF0066"/>
                  </a:solidFill>
                  <a:latin typeface="Times New Roman" panose="02020603050405020304" pitchFamily="18" charset="0"/>
                </a:rPr>
                <a:t>●</a:t>
              </a:r>
            </a:p>
          </p:txBody>
        </p:sp>
      </p:grpSp>
      <p:sp>
        <p:nvSpPr>
          <p:cNvPr id="86" name="Freeform 83">
            <a:extLst>
              <a:ext uri="{FF2B5EF4-FFF2-40B4-BE49-F238E27FC236}">
                <a16:creationId xmlns:a16="http://schemas.microsoft.com/office/drawing/2014/main" id="{C829E167-928B-11F7-9FBE-5BBA31984FD2}"/>
              </a:ext>
            </a:extLst>
          </p:cNvPr>
          <p:cNvSpPr>
            <a:spLocks/>
          </p:cNvSpPr>
          <p:nvPr/>
        </p:nvSpPr>
        <p:spPr bwMode="auto">
          <a:xfrm>
            <a:off x="3401559" y="2199629"/>
            <a:ext cx="390525" cy="1312863"/>
          </a:xfrm>
          <a:custGeom>
            <a:avLst/>
            <a:gdLst>
              <a:gd name="T0" fmla="*/ 246 w 246"/>
              <a:gd name="T1" fmla="*/ 0 h 827"/>
              <a:gd name="T2" fmla="*/ 156 w 246"/>
              <a:gd name="T3" fmla="*/ 78 h 827"/>
              <a:gd name="T4" fmla="*/ 62 w 246"/>
              <a:gd name="T5" fmla="*/ 168 h 827"/>
              <a:gd name="T6" fmla="*/ 19 w 246"/>
              <a:gd name="T7" fmla="*/ 299 h 827"/>
              <a:gd name="T8" fmla="*/ 1 w 246"/>
              <a:gd name="T9" fmla="*/ 417 h 827"/>
              <a:gd name="T10" fmla="*/ 15 w 246"/>
              <a:gd name="T11" fmla="*/ 515 h 827"/>
              <a:gd name="T12" fmla="*/ 29 w 246"/>
              <a:gd name="T13" fmla="*/ 600 h 827"/>
              <a:gd name="T14" fmla="*/ 71 w 246"/>
              <a:gd name="T15" fmla="*/ 671 h 827"/>
              <a:gd name="T16" fmla="*/ 142 w 246"/>
              <a:gd name="T17" fmla="*/ 755 h 827"/>
              <a:gd name="T18" fmla="*/ 246 w 246"/>
              <a:gd name="T19" fmla="*/ 827 h 8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46" h="827">
                <a:moveTo>
                  <a:pt x="246" y="0"/>
                </a:moveTo>
                <a:cubicBezTo>
                  <a:pt x="231" y="13"/>
                  <a:pt x="187" y="50"/>
                  <a:pt x="156" y="78"/>
                </a:cubicBezTo>
                <a:cubicBezTo>
                  <a:pt x="125" y="106"/>
                  <a:pt x="85" y="131"/>
                  <a:pt x="62" y="168"/>
                </a:cubicBezTo>
                <a:cubicBezTo>
                  <a:pt x="39" y="205"/>
                  <a:pt x="29" y="258"/>
                  <a:pt x="19" y="299"/>
                </a:cubicBezTo>
                <a:cubicBezTo>
                  <a:pt x="9" y="340"/>
                  <a:pt x="2" y="381"/>
                  <a:pt x="1" y="417"/>
                </a:cubicBezTo>
                <a:cubicBezTo>
                  <a:pt x="0" y="453"/>
                  <a:pt x="10" y="485"/>
                  <a:pt x="15" y="515"/>
                </a:cubicBezTo>
                <a:cubicBezTo>
                  <a:pt x="20" y="545"/>
                  <a:pt x="20" y="574"/>
                  <a:pt x="29" y="600"/>
                </a:cubicBezTo>
                <a:cubicBezTo>
                  <a:pt x="38" y="626"/>
                  <a:pt x="52" y="645"/>
                  <a:pt x="71" y="671"/>
                </a:cubicBezTo>
                <a:cubicBezTo>
                  <a:pt x="90" y="697"/>
                  <a:pt x="113" y="729"/>
                  <a:pt x="142" y="755"/>
                </a:cubicBezTo>
                <a:cubicBezTo>
                  <a:pt x="171" y="781"/>
                  <a:pt x="224" y="812"/>
                  <a:pt x="246" y="827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87" name="Freeform 84">
            <a:extLst>
              <a:ext uri="{FF2B5EF4-FFF2-40B4-BE49-F238E27FC236}">
                <a16:creationId xmlns:a16="http://schemas.microsoft.com/office/drawing/2014/main" id="{8EBB2FEC-2CC4-F07E-1C42-1E095D15DD90}"/>
              </a:ext>
            </a:extLst>
          </p:cNvPr>
          <p:cNvSpPr>
            <a:spLocks/>
          </p:cNvSpPr>
          <p:nvPr/>
        </p:nvSpPr>
        <p:spPr bwMode="auto">
          <a:xfrm>
            <a:off x="2041071" y="3409304"/>
            <a:ext cx="1743075" cy="400050"/>
          </a:xfrm>
          <a:custGeom>
            <a:avLst/>
            <a:gdLst>
              <a:gd name="T0" fmla="*/ 0 w 1098"/>
              <a:gd name="T1" fmla="*/ 252 h 252"/>
              <a:gd name="T2" fmla="*/ 84 w 1098"/>
              <a:gd name="T3" fmla="*/ 204 h 252"/>
              <a:gd name="T4" fmla="*/ 180 w 1098"/>
              <a:gd name="T5" fmla="*/ 156 h 252"/>
              <a:gd name="T6" fmla="*/ 294 w 1098"/>
              <a:gd name="T7" fmla="*/ 96 h 252"/>
              <a:gd name="T8" fmla="*/ 396 w 1098"/>
              <a:gd name="T9" fmla="*/ 36 h 252"/>
              <a:gd name="T10" fmla="*/ 546 w 1098"/>
              <a:gd name="T11" fmla="*/ 0 h 252"/>
              <a:gd name="T12" fmla="*/ 684 w 1098"/>
              <a:gd name="T13" fmla="*/ 36 h 252"/>
              <a:gd name="T14" fmla="*/ 816 w 1098"/>
              <a:gd name="T15" fmla="*/ 102 h 252"/>
              <a:gd name="T16" fmla="*/ 930 w 1098"/>
              <a:gd name="T17" fmla="*/ 156 h 252"/>
              <a:gd name="T18" fmla="*/ 1025 w 1098"/>
              <a:gd name="T19" fmla="*/ 204 h 252"/>
              <a:gd name="T20" fmla="*/ 1098 w 1098"/>
              <a:gd name="T21" fmla="*/ 246 h 2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098" h="252">
                <a:moveTo>
                  <a:pt x="0" y="252"/>
                </a:moveTo>
                <a:cubicBezTo>
                  <a:pt x="14" y="245"/>
                  <a:pt x="54" y="220"/>
                  <a:pt x="84" y="204"/>
                </a:cubicBezTo>
                <a:cubicBezTo>
                  <a:pt x="114" y="188"/>
                  <a:pt x="145" y="174"/>
                  <a:pt x="180" y="156"/>
                </a:cubicBezTo>
                <a:cubicBezTo>
                  <a:pt x="215" y="138"/>
                  <a:pt x="258" y="116"/>
                  <a:pt x="294" y="96"/>
                </a:cubicBezTo>
                <a:cubicBezTo>
                  <a:pt x="330" y="76"/>
                  <a:pt x="354" y="52"/>
                  <a:pt x="396" y="36"/>
                </a:cubicBezTo>
                <a:cubicBezTo>
                  <a:pt x="438" y="20"/>
                  <a:pt x="498" y="0"/>
                  <a:pt x="546" y="0"/>
                </a:cubicBezTo>
                <a:cubicBezTo>
                  <a:pt x="594" y="0"/>
                  <a:pt x="639" y="19"/>
                  <a:pt x="684" y="36"/>
                </a:cubicBezTo>
                <a:cubicBezTo>
                  <a:pt x="729" y="53"/>
                  <a:pt x="775" y="82"/>
                  <a:pt x="816" y="102"/>
                </a:cubicBezTo>
                <a:cubicBezTo>
                  <a:pt x="857" y="122"/>
                  <a:pt x="895" y="139"/>
                  <a:pt x="930" y="156"/>
                </a:cubicBezTo>
                <a:cubicBezTo>
                  <a:pt x="965" y="173"/>
                  <a:pt x="997" y="189"/>
                  <a:pt x="1025" y="204"/>
                </a:cubicBezTo>
                <a:cubicBezTo>
                  <a:pt x="1053" y="219"/>
                  <a:pt x="1083" y="237"/>
                  <a:pt x="1098" y="246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88" name="Text Box 85">
            <a:extLst>
              <a:ext uri="{FF2B5EF4-FFF2-40B4-BE49-F238E27FC236}">
                <a16:creationId xmlns:a16="http://schemas.microsoft.com/office/drawing/2014/main" id="{01462C69-DDA3-A54E-7315-478CF4600F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7759" y="4074467"/>
            <a:ext cx="20510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/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★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外形交线</a:t>
            </a:r>
          </a:p>
        </p:txBody>
      </p:sp>
      <p:sp>
        <p:nvSpPr>
          <p:cNvPr id="89" name="Text Box 86">
            <a:extLst>
              <a:ext uri="{FF2B5EF4-FFF2-40B4-BE49-F238E27FC236}">
                <a16:creationId xmlns:a16="http://schemas.microsoft.com/office/drawing/2014/main" id="{7AF36573-D2D1-57A5-4543-3C4CD13F69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5084" y="4577060"/>
            <a:ext cx="241604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/>
            <a:r>
              <a:rPr lang="en-US" altLang="zh-CN" sz="2400" b="0" dirty="0">
                <a:latin typeface="Times New Roman" panose="02020603050405020304" pitchFamily="18" charset="0"/>
              </a:rPr>
              <a:t>◆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zh-CN" altLang="en-US" sz="2400">
                <a:latin typeface="Times New Roman" panose="02020603050405020304" pitchFamily="18" charset="0"/>
              </a:rPr>
              <a:t>两外表面相贯</a:t>
            </a:r>
            <a:endParaRPr lang="zh-CN" altLang="en-US" sz="2400" b="0">
              <a:latin typeface="Times New Roman" panose="02020603050405020304" pitchFamily="18" charset="0"/>
            </a:endParaRPr>
          </a:p>
        </p:txBody>
      </p:sp>
      <p:sp>
        <p:nvSpPr>
          <p:cNvPr id="90" name="Text Box 87">
            <a:extLst>
              <a:ext uri="{FF2B5EF4-FFF2-40B4-BE49-F238E27FC236}">
                <a16:creationId xmlns:a16="http://schemas.microsoft.com/office/drawing/2014/main" id="{8E63DE1D-9314-CFD8-238C-9E1BDC707B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5084" y="5021560"/>
            <a:ext cx="43656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/>
            <a:r>
              <a:rPr lang="en-US" altLang="zh-CN" sz="2400" dirty="0">
                <a:latin typeface="Times New Roman" panose="02020603050405020304" pitchFamily="18" charset="0"/>
              </a:rPr>
              <a:t>◆ </a:t>
            </a:r>
            <a:r>
              <a:rPr lang="zh-CN" altLang="en-US" sz="2400">
                <a:latin typeface="Times New Roman" panose="02020603050405020304" pitchFamily="18" charset="0"/>
              </a:rPr>
              <a:t>一内表面和一外表面相贯</a:t>
            </a:r>
          </a:p>
        </p:txBody>
      </p:sp>
      <p:sp>
        <p:nvSpPr>
          <p:cNvPr id="91" name="Text Box 88">
            <a:extLst>
              <a:ext uri="{FF2B5EF4-FFF2-40B4-BE49-F238E27FC236}">
                <a16:creationId xmlns:a16="http://schemas.microsoft.com/office/drawing/2014/main" id="{80C0C2E4-A166-654C-6AEC-C2A160078C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8871" y="5395267"/>
            <a:ext cx="20510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/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★ </a:t>
            </a:r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内形交线</a:t>
            </a:r>
          </a:p>
        </p:txBody>
      </p:sp>
      <p:sp>
        <p:nvSpPr>
          <p:cNvPr id="92" name="Text Box 89">
            <a:extLst>
              <a:ext uri="{FF2B5EF4-FFF2-40B4-BE49-F238E27FC236}">
                <a16:creationId xmlns:a16="http://schemas.microsoft.com/office/drawing/2014/main" id="{5F09811B-7EC6-5F88-58BC-E53E1D0CF1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6196" y="5894685"/>
            <a:ext cx="241604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400" b="0" dirty="0">
                <a:latin typeface="Times New Roman" panose="02020603050405020304" pitchFamily="18" charset="0"/>
              </a:rPr>
              <a:t>◆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zh-CN" altLang="en-US" sz="2400">
                <a:latin typeface="Times New Roman" panose="02020603050405020304" pitchFamily="18" charset="0"/>
              </a:rPr>
              <a:t>两内表面相贯</a:t>
            </a:r>
          </a:p>
        </p:txBody>
      </p:sp>
      <p:sp>
        <p:nvSpPr>
          <p:cNvPr id="93" name="Line 90">
            <a:extLst>
              <a:ext uri="{FF2B5EF4-FFF2-40B4-BE49-F238E27FC236}">
                <a16:creationId xmlns:a16="http://schemas.microsoft.com/office/drawing/2014/main" id="{39DBB817-8B6F-1AB2-5D54-47A2631DCEE1}"/>
              </a:ext>
            </a:extLst>
          </p:cNvPr>
          <p:cNvSpPr>
            <a:spLocks noChangeShapeType="1"/>
          </p:cNvSpPr>
          <p:nvPr/>
        </p:nvSpPr>
        <p:spPr bwMode="auto">
          <a:xfrm>
            <a:off x="2069646" y="1450329"/>
            <a:ext cx="0" cy="730250"/>
          </a:xfrm>
          <a:prstGeom prst="line">
            <a:avLst/>
          </a:prstGeom>
          <a:noFill/>
          <a:ln w="19050">
            <a:solidFill>
              <a:srgbClr val="008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94" name="Line 91">
            <a:extLst>
              <a:ext uri="{FF2B5EF4-FFF2-40B4-BE49-F238E27FC236}">
                <a16:creationId xmlns:a16="http://schemas.microsoft.com/office/drawing/2014/main" id="{4EF885B5-10D9-4414-62F5-31EF105300EE}"/>
              </a:ext>
            </a:extLst>
          </p:cNvPr>
          <p:cNvSpPr>
            <a:spLocks noChangeShapeType="1"/>
          </p:cNvSpPr>
          <p:nvPr/>
        </p:nvSpPr>
        <p:spPr bwMode="auto">
          <a:xfrm>
            <a:off x="3773034" y="1458267"/>
            <a:ext cx="0" cy="741362"/>
          </a:xfrm>
          <a:prstGeom prst="line">
            <a:avLst/>
          </a:prstGeom>
          <a:noFill/>
          <a:ln w="19050">
            <a:solidFill>
              <a:srgbClr val="008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95" name="Group 92">
            <a:extLst>
              <a:ext uri="{FF2B5EF4-FFF2-40B4-BE49-F238E27FC236}">
                <a16:creationId xmlns:a16="http://schemas.microsoft.com/office/drawing/2014/main" id="{08EA0BA7-F956-285D-BF53-1AE52756C6A7}"/>
              </a:ext>
            </a:extLst>
          </p:cNvPr>
          <p:cNvGrpSpPr>
            <a:grpSpLocks/>
          </p:cNvGrpSpPr>
          <p:nvPr/>
        </p:nvGrpSpPr>
        <p:grpSpPr bwMode="auto">
          <a:xfrm>
            <a:off x="7849734" y="1229667"/>
            <a:ext cx="1557337" cy="1566862"/>
            <a:chOff x="4379" y="523"/>
            <a:chExt cx="981" cy="987"/>
          </a:xfrm>
        </p:grpSpPr>
        <p:sp>
          <p:nvSpPr>
            <p:cNvPr id="96" name="Freeform 93">
              <a:extLst>
                <a:ext uri="{FF2B5EF4-FFF2-40B4-BE49-F238E27FC236}">
                  <a16:creationId xmlns:a16="http://schemas.microsoft.com/office/drawing/2014/main" id="{E7E203A5-3B3E-7094-8514-0F23DD6095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9" y="595"/>
              <a:ext cx="911" cy="880"/>
            </a:xfrm>
            <a:custGeom>
              <a:avLst/>
              <a:gdLst>
                <a:gd name="T0" fmla="*/ 0 w 911"/>
                <a:gd name="T1" fmla="*/ 332 h 880"/>
                <a:gd name="T2" fmla="*/ 125 w 911"/>
                <a:gd name="T3" fmla="*/ 259 h 880"/>
                <a:gd name="T4" fmla="*/ 609 w 911"/>
                <a:gd name="T5" fmla="*/ 430 h 880"/>
                <a:gd name="T6" fmla="*/ 689 w 911"/>
                <a:gd name="T7" fmla="*/ 238 h 880"/>
                <a:gd name="T8" fmla="*/ 636 w 911"/>
                <a:gd name="T9" fmla="*/ 0 h 880"/>
                <a:gd name="T10" fmla="*/ 681 w 911"/>
                <a:gd name="T11" fmla="*/ 16 h 880"/>
                <a:gd name="T12" fmla="*/ 716 w 911"/>
                <a:gd name="T13" fmla="*/ 32 h 880"/>
                <a:gd name="T14" fmla="*/ 748 w 911"/>
                <a:gd name="T15" fmla="*/ 54 h 880"/>
                <a:gd name="T16" fmla="*/ 780 w 911"/>
                <a:gd name="T17" fmla="*/ 80 h 880"/>
                <a:gd name="T18" fmla="*/ 807 w 911"/>
                <a:gd name="T19" fmla="*/ 107 h 880"/>
                <a:gd name="T20" fmla="*/ 836 w 911"/>
                <a:gd name="T21" fmla="*/ 147 h 880"/>
                <a:gd name="T22" fmla="*/ 857 w 911"/>
                <a:gd name="T23" fmla="*/ 179 h 880"/>
                <a:gd name="T24" fmla="*/ 877 w 911"/>
                <a:gd name="T25" fmla="*/ 218 h 880"/>
                <a:gd name="T26" fmla="*/ 893 w 911"/>
                <a:gd name="T27" fmla="*/ 261 h 880"/>
                <a:gd name="T28" fmla="*/ 903 w 911"/>
                <a:gd name="T29" fmla="*/ 300 h 880"/>
                <a:gd name="T30" fmla="*/ 911 w 911"/>
                <a:gd name="T31" fmla="*/ 353 h 880"/>
                <a:gd name="T32" fmla="*/ 908 w 911"/>
                <a:gd name="T33" fmla="*/ 401 h 880"/>
                <a:gd name="T34" fmla="*/ 902 w 911"/>
                <a:gd name="T35" fmla="*/ 462 h 880"/>
                <a:gd name="T36" fmla="*/ 880 w 911"/>
                <a:gd name="T37" fmla="*/ 518 h 880"/>
                <a:gd name="T38" fmla="*/ 830 w 911"/>
                <a:gd name="T39" fmla="*/ 562 h 880"/>
                <a:gd name="T40" fmla="*/ 663 w 911"/>
                <a:gd name="T41" fmla="*/ 665 h 880"/>
                <a:gd name="T42" fmla="*/ 591 w 911"/>
                <a:gd name="T43" fmla="*/ 665 h 880"/>
                <a:gd name="T44" fmla="*/ 543 w 911"/>
                <a:gd name="T45" fmla="*/ 695 h 880"/>
                <a:gd name="T46" fmla="*/ 507 w 911"/>
                <a:gd name="T47" fmla="*/ 743 h 880"/>
                <a:gd name="T48" fmla="*/ 290 w 911"/>
                <a:gd name="T49" fmla="*/ 880 h 880"/>
                <a:gd name="T50" fmla="*/ 241 w 911"/>
                <a:gd name="T51" fmla="*/ 433 h 880"/>
                <a:gd name="T52" fmla="*/ 0 w 911"/>
                <a:gd name="T53" fmla="*/ 332 h 8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911" h="880">
                  <a:moveTo>
                    <a:pt x="0" y="332"/>
                  </a:moveTo>
                  <a:lnTo>
                    <a:pt x="125" y="259"/>
                  </a:lnTo>
                  <a:lnTo>
                    <a:pt x="609" y="430"/>
                  </a:lnTo>
                  <a:lnTo>
                    <a:pt x="689" y="238"/>
                  </a:lnTo>
                  <a:lnTo>
                    <a:pt x="636" y="0"/>
                  </a:lnTo>
                  <a:lnTo>
                    <a:pt x="681" y="16"/>
                  </a:lnTo>
                  <a:lnTo>
                    <a:pt x="716" y="32"/>
                  </a:lnTo>
                  <a:lnTo>
                    <a:pt x="748" y="54"/>
                  </a:lnTo>
                  <a:lnTo>
                    <a:pt x="780" y="80"/>
                  </a:lnTo>
                  <a:lnTo>
                    <a:pt x="807" y="107"/>
                  </a:lnTo>
                  <a:lnTo>
                    <a:pt x="836" y="147"/>
                  </a:lnTo>
                  <a:lnTo>
                    <a:pt x="857" y="179"/>
                  </a:lnTo>
                  <a:lnTo>
                    <a:pt x="877" y="218"/>
                  </a:lnTo>
                  <a:lnTo>
                    <a:pt x="893" y="261"/>
                  </a:lnTo>
                  <a:lnTo>
                    <a:pt x="903" y="300"/>
                  </a:lnTo>
                  <a:lnTo>
                    <a:pt x="911" y="353"/>
                  </a:lnTo>
                  <a:lnTo>
                    <a:pt x="908" y="401"/>
                  </a:lnTo>
                  <a:lnTo>
                    <a:pt x="902" y="462"/>
                  </a:lnTo>
                  <a:lnTo>
                    <a:pt x="880" y="518"/>
                  </a:lnTo>
                  <a:lnTo>
                    <a:pt x="830" y="562"/>
                  </a:lnTo>
                  <a:lnTo>
                    <a:pt x="663" y="665"/>
                  </a:lnTo>
                  <a:lnTo>
                    <a:pt x="591" y="665"/>
                  </a:lnTo>
                  <a:lnTo>
                    <a:pt x="543" y="695"/>
                  </a:lnTo>
                  <a:lnTo>
                    <a:pt x="507" y="743"/>
                  </a:lnTo>
                  <a:lnTo>
                    <a:pt x="290" y="880"/>
                  </a:lnTo>
                  <a:lnTo>
                    <a:pt x="241" y="433"/>
                  </a:lnTo>
                  <a:lnTo>
                    <a:pt x="0" y="332"/>
                  </a:lnTo>
                  <a:close/>
                </a:path>
              </a:pathLst>
            </a:custGeom>
            <a:gradFill rotWithShape="0">
              <a:gsLst>
                <a:gs pos="0">
                  <a:srgbClr val="339933">
                    <a:gamma/>
                    <a:shade val="46275"/>
                    <a:invGamma/>
                  </a:srgbClr>
                </a:gs>
                <a:gs pos="50000">
                  <a:srgbClr val="339933"/>
                </a:gs>
                <a:gs pos="100000">
                  <a:srgbClr val="339933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97" name="Freeform 94">
              <a:extLst>
                <a:ext uri="{FF2B5EF4-FFF2-40B4-BE49-F238E27FC236}">
                  <a16:creationId xmlns:a16="http://schemas.microsoft.com/office/drawing/2014/main" id="{F750F989-34E3-E557-59AB-79C5FEFA063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9" y="694"/>
              <a:ext cx="594" cy="451"/>
            </a:xfrm>
            <a:custGeom>
              <a:avLst/>
              <a:gdLst>
                <a:gd name="T0" fmla="*/ 0 w 2664"/>
                <a:gd name="T1" fmla="*/ 0 h 2028"/>
                <a:gd name="T2" fmla="*/ 0 w 2664"/>
                <a:gd name="T3" fmla="*/ 756 h 2028"/>
                <a:gd name="T4" fmla="*/ 204 w 2664"/>
                <a:gd name="T5" fmla="*/ 864 h 2028"/>
                <a:gd name="T6" fmla="*/ 420 w 2664"/>
                <a:gd name="T7" fmla="*/ 960 h 2028"/>
                <a:gd name="T8" fmla="*/ 648 w 2664"/>
                <a:gd name="T9" fmla="*/ 1056 h 2028"/>
                <a:gd name="T10" fmla="*/ 948 w 2664"/>
                <a:gd name="T11" fmla="*/ 1176 h 2028"/>
                <a:gd name="T12" fmla="*/ 1248 w 2664"/>
                <a:gd name="T13" fmla="*/ 1284 h 2028"/>
                <a:gd name="T14" fmla="*/ 1440 w 2664"/>
                <a:gd name="T15" fmla="*/ 1368 h 2028"/>
                <a:gd name="T16" fmla="*/ 1620 w 2664"/>
                <a:gd name="T17" fmla="*/ 1452 h 2028"/>
                <a:gd name="T18" fmla="*/ 1908 w 2664"/>
                <a:gd name="T19" fmla="*/ 1608 h 2028"/>
                <a:gd name="T20" fmla="*/ 2064 w 2664"/>
                <a:gd name="T21" fmla="*/ 1740 h 2028"/>
                <a:gd name="T22" fmla="*/ 2184 w 2664"/>
                <a:gd name="T23" fmla="*/ 1848 h 2028"/>
                <a:gd name="T24" fmla="*/ 2268 w 2664"/>
                <a:gd name="T25" fmla="*/ 1956 h 2028"/>
                <a:gd name="T26" fmla="*/ 2340 w 2664"/>
                <a:gd name="T27" fmla="*/ 2028 h 2028"/>
                <a:gd name="T28" fmla="*/ 2400 w 2664"/>
                <a:gd name="T29" fmla="*/ 1800 h 2028"/>
                <a:gd name="T30" fmla="*/ 2460 w 2664"/>
                <a:gd name="T31" fmla="*/ 1584 h 2028"/>
                <a:gd name="T32" fmla="*/ 2520 w 2664"/>
                <a:gd name="T33" fmla="*/ 1380 h 2028"/>
                <a:gd name="T34" fmla="*/ 2568 w 2664"/>
                <a:gd name="T35" fmla="*/ 1188 h 2028"/>
                <a:gd name="T36" fmla="*/ 2616 w 2664"/>
                <a:gd name="T37" fmla="*/ 936 h 2028"/>
                <a:gd name="T38" fmla="*/ 2628 w 2664"/>
                <a:gd name="T39" fmla="*/ 768 h 2028"/>
                <a:gd name="T40" fmla="*/ 2652 w 2664"/>
                <a:gd name="T41" fmla="*/ 564 h 2028"/>
                <a:gd name="T42" fmla="*/ 2664 w 2664"/>
                <a:gd name="T43" fmla="*/ 468 h 2028"/>
                <a:gd name="T44" fmla="*/ 2664 w 2664"/>
                <a:gd name="T45" fmla="*/ 12 h 2028"/>
                <a:gd name="T46" fmla="*/ 0 w 2664"/>
                <a:gd name="T47" fmla="*/ 0 h 20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664" h="2028">
                  <a:moveTo>
                    <a:pt x="0" y="0"/>
                  </a:moveTo>
                  <a:lnTo>
                    <a:pt x="0" y="756"/>
                  </a:lnTo>
                  <a:lnTo>
                    <a:pt x="204" y="864"/>
                  </a:lnTo>
                  <a:lnTo>
                    <a:pt x="420" y="960"/>
                  </a:lnTo>
                  <a:lnTo>
                    <a:pt x="648" y="1056"/>
                  </a:lnTo>
                  <a:lnTo>
                    <a:pt x="948" y="1176"/>
                  </a:lnTo>
                  <a:lnTo>
                    <a:pt x="1248" y="1284"/>
                  </a:lnTo>
                  <a:lnTo>
                    <a:pt x="1440" y="1368"/>
                  </a:lnTo>
                  <a:lnTo>
                    <a:pt x="1620" y="1452"/>
                  </a:lnTo>
                  <a:lnTo>
                    <a:pt x="1908" y="1608"/>
                  </a:lnTo>
                  <a:lnTo>
                    <a:pt x="2064" y="1740"/>
                  </a:lnTo>
                  <a:lnTo>
                    <a:pt x="2184" y="1848"/>
                  </a:lnTo>
                  <a:lnTo>
                    <a:pt x="2268" y="1956"/>
                  </a:lnTo>
                  <a:lnTo>
                    <a:pt x="2340" y="2028"/>
                  </a:lnTo>
                  <a:lnTo>
                    <a:pt x="2400" y="1800"/>
                  </a:lnTo>
                  <a:lnTo>
                    <a:pt x="2460" y="1584"/>
                  </a:lnTo>
                  <a:lnTo>
                    <a:pt x="2520" y="1380"/>
                  </a:lnTo>
                  <a:lnTo>
                    <a:pt x="2568" y="1188"/>
                  </a:lnTo>
                  <a:lnTo>
                    <a:pt x="2616" y="936"/>
                  </a:lnTo>
                  <a:lnTo>
                    <a:pt x="2628" y="768"/>
                  </a:lnTo>
                  <a:lnTo>
                    <a:pt x="2652" y="564"/>
                  </a:lnTo>
                  <a:lnTo>
                    <a:pt x="2664" y="468"/>
                  </a:lnTo>
                  <a:lnTo>
                    <a:pt x="2664" y="12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CC0000">
                    <a:gamma/>
                    <a:shade val="46275"/>
                    <a:invGamma/>
                  </a:srgbClr>
                </a:gs>
                <a:gs pos="50000">
                  <a:srgbClr val="CC0000"/>
                </a:gs>
                <a:gs pos="100000">
                  <a:srgbClr val="CC0000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98" name="Oval 95">
              <a:extLst>
                <a:ext uri="{FF2B5EF4-FFF2-40B4-BE49-F238E27FC236}">
                  <a16:creationId xmlns:a16="http://schemas.microsoft.com/office/drawing/2014/main" id="{D8775596-47A1-E10B-3C1F-F4E2CD4EAF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9" y="523"/>
              <a:ext cx="594" cy="374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99" name="Oval 96">
              <a:extLst>
                <a:ext uri="{FF2B5EF4-FFF2-40B4-BE49-F238E27FC236}">
                  <a16:creationId xmlns:a16="http://schemas.microsoft.com/office/drawing/2014/main" id="{D0ADA5B9-07FC-0532-3E4F-90A7471D3B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574"/>
              <a:ext cx="414" cy="262"/>
            </a:xfrm>
            <a:prstGeom prst="ellipse">
              <a:avLst/>
            </a:prstGeom>
            <a:gradFill rotWithShape="0">
              <a:gsLst>
                <a:gs pos="0">
                  <a:srgbClr val="FFCC66">
                    <a:gamma/>
                    <a:shade val="41176"/>
                    <a:invGamma/>
                  </a:srgbClr>
                </a:gs>
                <a:gs pos="50000">
                  <a:srgbClr val="FFCC66"/>
                </a:gs>
                <a:gs pos="100000">
                  <a:srgbClr val="FFCC66">
                    <a:gamma/>
                    <a:shade val="41176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00" name="Oval 97">
              <a:extLst>
                <a:ext uri="{FF2B5EF4-FFF2-40B4-BE49-F238E27FC236}">
                  <a16:creationId xmlns:a16="http://schemas.microsoft.com/office/drawing/2014/main" id="{0D915A83-999B-0DA1-652C-3D492AFBF9D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458305">
              <a:off x="4379" y="893"/>
              <a:ext cx="423" cy="61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01" name="Oval 98">
              <a:extLst>
                <a:ext uri="{FF2B5EF4-FFF2-40B4-BE49-F238E27FC236}">
                  <a16:creationId xmlns:a16="http://schemas.microsoft.com/office/drawing/2014/main" id="{62935827-ACE8-B118-8171-82F673D7B37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603964">
              <a:off x="4482" y="1028"/>
              <a:ext cx="218" cy="337"/>
            </a:xfrm>
            <a:prstGeom prst="ellipse">
              <a:avLst/>
            </a:prstGeom>
            <a:gradFill rotWithShape="0">
              <a:gsLst>
                <a:gs pos="0">
                  <a:srgbClr val="00FF00">
                    <a:gamma/>
                    <a:shade val="65882"/>
                    <a:invGamma/>
                  </a:srgbClr>
                </a:gs>
                <a:gs pos="50000">
                  <a:srgbClr val="00FF00"/>
                </a:gs>
                <a:gs pos="100000">
                  <a:srgbClr val="00FF00">
                    <a:gamma/>
                    <a:shade val="65882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102" name="Group 99">
            <a:extLst>
              <a:ext uri="{FF2B5EF4-FFF2-40B4-BE49-F238E27FC236}">
                <a16:creationId xmlns:a16="http://schemas.microsoft.com/office/drawing/2014/main" id="{45876660-40F8-0337-3B46-0B95A660AFF6}"/>
              </a:ext>
            </a:extLst>
          </p:cNvPr>
          <p:cNvGrpSpPr>
            <a:grpSpLocks/>
          </p:cNvGrpSpPr>
          <p:nvPr/>
        </p:nvGrpSpPr>
        <p:grpSpPr bwMode="auto">
          <a:xfrm>
            <a:off x="7740196" y="2963217"/>
            <a:ext cx="1868488" cy="1697037"/>
            <a:chOff x="2917" y="340"/>
            <a:chExt cx="1177" cy="1069"/>
          </a:xfrm>
        </p:grpSpPr>
        <p:sp>
          <p:nvSpPr>
            <p:cNvPr id="103" name="Freeform 100">
              <a:extLst>
                <a:ext uri="{FF2B5EF4-FFF2-40B4-BE49-F238E27FC236}">
                  <a16:creationId xmlns:a16="http://schemas.microsoft.com/office/drawing/2014/main" id="{85A0AAF2-221A-12DF-7578-65031BFCB0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4" y="725"/>
              <a:ext cx="293" cy="154"/>
            </a:xfrm>
            <a:custGeom>
              <a:avLst/>
              <a:gdLst>
                <a:gd name="T0" fmla="*/ 0 w 630"/>
                <a:gd name="T1" fmla="*/ 276 h 330"/>
                <a:gd name="T2" fmla="*/ 450 w 630"/>
                <a:gd name="T3" fmla="*/ 0 h 330"/>
                <a:gd name="T4" fmla="*/ 630 w 630"/>
                <a:gd name="T5" fmla="*/ 132 h 330"/>
                <a:gd name="T6" fmla="*/ 330 w 630"/>
                <a:gd name="T7" fmla="*/ 330 h 330"/>
                <a:gd name="T8" fmla="*/ 0 w 630"/>
                <a:gd name="T9" fmla="*/ 276 h 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0" h="330">
                  <a:moveTo>
                    <a:pt x="0" y="276"/>
                  </a:moveTo>
                  <a:lnTo>
                    <a:pt x="450" y="0"/>
                  </a:lnTo>
                  <a:lnTo>
                    <a:pt x="630" y="132"/>
                  </a:lnTo>
                  <a:lnTo>
                    <a:pt x="330" y="330"/>
                  </a:lnTo>
                  <a:lnTo>
                    <a:pt x="0" y="276"/>
                  </a:lnTo>
                  <a:close/>
                </a:path>
              </a:pathLst>
            </a:custGeom>
            <a:gradFill rotWithShape="0">
              <a:gsLst>
                <a:gs pos="0">
                  <a:srgbClr val="009900">
                    <a:gamma/>
                    <a:shade val="61176"/>
                    <a:invGamma/>
                  </a:srgbClr>
                </a:gs>
                <a:gs pos="100000">
                  <a:srgbClr val="0099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04" name="Freeform 101">
              <a:extLst>
                <a:ext uri="{FF2B5EF4-FFF2-40B4-BE49-F238E27FC236}">
                  <a16:creationId xmlns:a16="http://schemas.microsoft.com/office/drawing/2014/main" id="{B633DE6A-4DFC-C588-4AA0-CEE8409E0A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5" y="530"/>
              <a:ext cx="98" cy="257"/>
            </a:xfrm>
            <a:custGeom>
              <a:avLst/>
              <a:gdLst>
                <a:gd name="T0" fmla="*/ 0 w 210"/>
                <a:gd name="T1" fmla="*/ 0 h 552"/>
                <a:gd name="T2" fmla="*/ 0 w 210"/>
                <a:gd name="T3" fmla="*/ 444 h 552"/>
                <a:gd name="T4" fmla="*/ 42 w 210"/>
                <a:gd name="T5" fmla="*/ 492 h 552"/>
                <a:gd name="T6" fmla="*/ 114 w 210"/>
                <a:gd name="T7" fmla="*/ 534 h 552"/>
                <a:gd name="T8" fmla="*/ 182 w 210"/>
                <a:gd name="T9" fmla="*/ 552 h 552"/>
                <a:gd name="T10" fmla="*/ 210 w 210"/>
                <a:gd name="T11" fmla="*/ 276 h 552"/>
                <a:gd name="T12" fmla="*/ 0 w 210"/>
                <a:gd name="T13" fmla="*/ 0 h 5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0" h="552">
                  <a:moveTo>
                    <a:pt x="0" y="0"/>
                  </a:moveTo>
                  <a:lnTo>
                    <a:pt x="0" y="444"/>
                  </a:lnTo>
                  <a:lnTo>
                    <a:pt x="42" y="492"/>
                  </a:lnTo>
                  <a:lnTo>
                    <a:pt x="114" y="534"/>
                  </a:lnTo>
                  <a:lnTo>
                    <a:pt x="182" y="552"/>
                  </a:lnTo>
                  <a:lnTo>
                    <a:pt x="210" y="276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3300">
                    <a:gamma/>
                    <a:shade val="56471"/>
                    <a:invGamma/>
                  </a:srgbClr>
                </a:gs>
                <a:gs pos="100000">
                  <a:srgbClr val="FF33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05" name="Freeform 102">
              <a:extLst>
                <a:ext uri="{FF2B5EF4-FFF2-40B4-BE49-F238E27FC236}">
                  <a16:creationId xmlns:a16="http://schemas.microsoft.com/office/drawing/2014/main" id="{A2A7A0CE-279D-0BAB-4C52-D8D2034243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1" y="413"/>
              <a:ext cx="423" cy="786"/>
            </a:xfrm>
            <a:custGeom>
              <a:avLst/>
              <a:gdLst>
                <a:gd name="T0" fmla="*/ 92 w 591"/>
                <a:gd name="T1" fmla="*/ 0 h 1100"/>
                <a:gd name="T2" fmla="*/ 156 w 591"/>
                <a:gd name="T3" fmla="*/ 8 h 1100"/>
                <a:gd name="T4" fmla="*/ 216 w 591"/>
                <a:gd name="T5" fmla="*/ 24 h 1100"/>
                <a:gd name="T6" fmla="*/ 292 w 591"/>
                <a:gd name="T7" fmla="*/ 60 h 1100"/>
                <a:gd name="T8" fmla="*/ 372 w 591"/>
                <a:gd name="T9" fmla="*/ 119 h 1100"/>
                <a:gd name="T10" fmla="*/ 450 w 591"/>
                <a:gd name="T11" fmla="*/ 202 h 1100"/>
                <a:gd name="T12" fmla="*/ 508 w 591"/>
                <a:gd name="T13" fmla="*/ 288 h 1100"/>
                <a:gd name="T14" fmla="*/ 552 w 591"/>
                <a:gd name="T15" fmla="*/ 389 h 1100"/>
                <a:gd name="T16" fmla="*/ 575 w 591"/>
                <a:gd name="T17" fmla="*/ 463 h 1100"/>
                <a:gd name="T18" fmla="*/ 591 w 591"/>
                <a:gd name="T19" fmla="*/ 569 h 1100"/>
                <a:gd name="T20" fmla="*/ 587 w 591"/>
                <a:gd name="T21" fmla="*/ 655 h 1100"/>
                <a:gd name="T22" fmla="*/ 564 w 591"/>
                <a:gd name="T23" fmla="*/ 736 h 1100"/>
                <a:gd name="T24" fmla="*/ 516 w 591"/>
                <a:gd name="T25" fmla="*/ 796 h 1100"/>
                <a:gd name="T26" fmla="*/ 456 w 591"/>
                <a:gd name="T27" fmla="*/ 836 h 1100"/>
                <a:gd name="T28" fmla="*/ 0 w 591"/>
                <a:gd name="T29" fmla="*/ 1100 h 1100"/>
                <a:gd name="T30" fmla="*/ 68 w 591"/>
                <a:gd name="T31" fmla="*/ 1012 h 1100"/>
                <a:gd name="T32" fmla="*/ 92 w 591"/>
                <a:gd name="T33" fmla="*/ 920 h 1100"/>
                <a:gd name="T34" fmla="*/ 115 w 591"/>
                <a:gd name="T35" fmla="*/ 608 h 1100"/>
                <a:gd name="T36" fmla="*/ 145 w 591"/>
                <a:gd name="T37" fmla="*/ 523 h 1100"/>
                <a:gd name="T38" fmla="*/ 155 w 591"/>
                <a:gd name="T39" fmla="*/ 446 h 1100"/>
                <a:gd name="T40" fmla="*/ 92 w 591"/>
                <a:gd name="T41" fmla="*/ 0 h 1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91" h="1100">
                  <a:moveTo>
                    <a:pt x="92" y="0"/>
                  </a:moveTo>
                  <a:lnTo>
                    <a:pt x="156" y="8"/>
                  </a:lnTo>
                  <a:lnTo>
                    <a:pt x="216" y="24"/>
                  </a:lnTo>
                  <a:lnTo>
                    <a:pt x="292" y="60"/>
                  </a:lnTo>
                  <a:lnTo>
                    <a:pt x="372" y="119"/>
                  </a:lnTo>
                  <a:lnTo>
                    <a:pt x="450" y="202"/>
                  </a:lnTo>
                  <a:lnTo>
                    <a:pt x="508" y="288"/>
                  </a:lnTo>
                  <a:lnTo>
                    <a:pt x="552" y="389"/>
                  </a:lnTo>
                  <a:lnTo>
                    <a:pt x="575" y="463"/>
                  </a:lnTo>
                  <a:lnTo>
                    <a:pt x="591" y="569"/>
                  </a:lnTo>
                  <a:lnTo>
                    <a:pt x="587" y="655"/>
                  </a:lnTo>
                  <a:lnTo>
                    <a:pt x="564" y="736"/>
                  </a:lnTo>
                  <a:lnTo>
                    <a:pt x="516" y="796"/>
                  </a:lnTo>
                  <a:lnTo>
                    <a:pt x="456" y="836"/>
                  </a:lnTo>
                  <a:lnTo>
                    <a:pt x="0" y="1100"/>
                  </a:lnTo>
                  <a:lnTo>
                    <a:pt x="68" y="1012"/>
                  </a:lnTo>
                  <a:lnTo>
                    <a:pt x="92" y="920"/>
                  </a:lnTo>
                  <a:lnTo>
                    <a:pt x="115" y="608"/>
                  </a:lnTo>
                  <a:lnTo>
                    <a:pt x="145" y="523"/>
                  </a:lnTo>
                  <a:lnTo>
                    <a:pt x="155" y="446"/>
                  </a:lnTo>
                  <a:lnTo>
                    <a:pt x="92" y="0"/>
                  </a:lnTo>
                  <a:close/>
                </a:path>
              </a:pathLst>
            </a:custGeom>
            <a:gradFill rotWithShape="0">
              <a:gsLst>
                <a:gs pos="0">
                  <a:srgbClr val="009900">
                    <a:gamma/>
                    <a:shade val="46275"/>
                    <a:invGamma/>
                  </a:srgbClr>
                </a:gs>
                <a:gs pos="50000">
                  <a:srgbClr val="009900"/>
                </a:gs>
                <a:gs pos="100000">
                  <a:srgbClr val="009900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06" name="Freeform 103">
              <a:extLst>
                <a:ext uri="{FF2B5EF4-FFF2-40B4-BE49-F238E27FC236}">
                  <a16:creationId xmlns:a16="http://schemas.microsoft.com/office/drawing/2014/main" id="{F95F51DB-2C3E-863A-AEF5-27BEE4EF7A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4" y="541"/>
              <a:ext cx="152" cy="569"/>
            </a:xfrm>
            <a:custGeom>
              <a:avLst/>
              <a:gdLst>
                <a:gd name="T0" fmla="*/ 0 w 212"/>
                <a:gd name="T1" fmla="*/ 231 h 797"/>
                <a:gd name="T2" fmla="*/ 20 w 212"/>
                <a:gd name="T3" fmla="*/ 377 h 797"/>
                <a:gd name="T4" fmla="*/ 20 w 212"/>
                <a:gd name="T5" fmla="*/ 797 h 797"/>
                <a:gd name="T6" fmla="*/ 106 w 212"/>
                <a:gd name="T7" fmla="*/ 711 h 797"/>
                <a:gd name="T8" fmla="*/ 160 w 212"/>
                <a:gd name="T9" fmla="*/ 513 h 797"/>
                <a:gd name="T10" fmla="*/ 142 w 212"/>
                <a:gd name="T11" fmla="*/ 597 h 797"/>
                <a:gd name="T12" fmla="*/ 176 w 212"/>
                <a:gd name="T13" fmla="*/ 453 h 797"/>
                <a:gd name="T14" fmla="*/ 196 w 212"/>
                <a:gd name="T15" fmla="*/ 377 h 797"/>
                <a:gd name="T16" fmla="*/ 212 w 212"/>
                <a:gd name="T17" fmla="*/ 281 h 797"/>
                <a:gd name="T18" fmla="*/ 211 w 212"/>
                <a:gd name="T19" fmla="*/ 0 h 797"/>
                <a:gd name="T20" fmla="*/ 0 w 212"/>
                <a:gd name="T21" fmla="*/ 231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2" h="797">
                  <a:moveTo>
                    <a:pt x="0" y="231"/>
                  </a:moveTo>
                  <a:lnTo>
                    <a:pt x="20" y="377"/>
                  </a:lnTo>
                  <a:lnTo>
                    <a:pt x="20" y="797"/>
                  </a:lnTo>
                  <a:lnTo>
                    <a:pt x="106" y="711"/>
                  </a:lnTo>
                  <a:lnTo>
                    <a:pt x="160" y="513"/>
                  </a:lnTo>
                  <a:lnTo>
                    <a:pt x="142" y="597"/>
                  </a:lnTo>
                  <a:lnTo>
                    <a:pt x="176" y="453"/>
                  </a:lnTo>
                  <a:lnTo>
                    <a:pt x="196" y="377"/>
                  </a:lnTo>
                  <a:lnTo>
                    <a:pt x="212" y="281"/>
                  </a:lnTo>
                  <a:lnTo>
                    <a:pt x="211" y="0"/>
                  </a:lnTo>
                  <a:lnTo>
                    <a:pt x="0" y="231"/>
                  </a:lnTo>
                  <a:close/>
                </a:path>
              </a:pathLst>
            </a:custGeom>
            <a:gradFill rotWithShape="0">
              <a:gsLst>
                <a:gs pos="0">
                  <a:srgbClr val="FF3300"/>
                </a:gs>
                <a:gs pos="100000">
                  <a:srgbClr val="FF3300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07" name="Oval 104">
              <a:extLst>
                <a:ext uri="{FF2B5EF4-FFF2-40B4-BE49-F238E27FC236}">
                  <a16:creationId xmlns:a16="http://schemas.microsoft.com/office/drawing/2014/main" id="{93B6A17A-08D1-371F-E9A7-EF039CDD36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5" y="340"/>
              <a:ext cx="639" cy="407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08" name="Freeform 105">
              <a:extLst>
                <a:ext uri="{FF2B5EF4-FFF2-40B4-BE49-F238E27FC236}">
                  <a16:creationId xmlns:a16="http://schemas.microsoft.com/office/drawing/2014/main" id="{B3B55F0A-CEF6-82B1-6E63-014A0B3FB3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7" y="388"/>
              <a:ext cx="477" cy="929"/>
            </a:xfrm>
            <a:custGeom>
              <a:avLst/>
              <a:gdLst>
                <a:gd name="T0" fmla="*/ 56 w 477"/>
                <a:gd name="T1" fmla="*/ 264 h 929"/>
                <a:gd name="T2" fmla="*/ 36 w 477"/>
                <a:gd name="T3" fmla="*/ 242 h 929"/>
                <a:gd name="T4" fmla="*/ 11 w 477"/>
                <a:gd name="T5" fmla="*/ 212 h 929"/>
                <a:gd name="T6" fmla="*/ 0 w 477"/>
                <a:gd name="T7" fmla="*/ 181 h 929"/>
                <a:gd name="T8" fmla="*/ 0 w 477"/>
                <a:gd name="T9" fmla="*/ 142 h 929"/>
                <a:gd name="T10" fmla="*/ 6 w 477"/>
                <a:gd name="T11" fmla="*/ 114 h 929"/>
                <a:gd name="T12" fmla="*/ 25 w 477"/>
                <a:gd name="T13" fmla="*/ 86 h 929"/>
                <a:gd name="T14" fmla="*/ 56 w 477"/>
                <a:gd name="T15" fmla="*/ 56 h 929"/>
                <a:gd name="T16" fmla="*/ 101 w 477"/>
                <a:gd name="T17" fmla="*/ 30 h 929"/>
                <a:gd name="T18" fmla="*/ 151 w 477"/>
                <a:gd name="T19" fmla="*/ 14 h 929"/>
                <a:gd name="T20" fmla="*/ 201 w 477"/>
                <a:gd name="T21" fmla="*/ 6 h 929"/>
                <a:gd name="T22" fmla="*/ 254 w 477"/>
                <a:gd name="T23" fmla="*/ 0 h 929"/>
                <a:gd name="T24" fmla="*/ 313 w 477"/>
                <a:gd name="T25" fmla="*/ 8 h 929"/>
                <a:gd name="T26" fmla="*/ 359 w 477"/>
                <a:gd name="T27" fmla="*/ 21 h 929"/>
                <a:gd name="T28" fmla="*/ 393 w 477"/>
                <a:gd name="T29" fmla="*/ 36 h 929"/>
                <a:gd name="T30" fmla="*/ 421 w 477"/>
                <a:gd name="T31" fmla="*/ 56 h 929"/>
                <a:gd name="T32" fmla="*/ 456 w 477"/>
                <a:gd name="T33" fmla="*/ 96 h 929"/>
                <a:gd name="T34" fmla="*/ 477 w 477"/>
                <a:gd name="T35" fmla="*/ 134 h 929"/>
                <a:gd name="T36" fmla="*/ 477 w 477"/>
                <a:gd name="T37" fmla="*/ 181 h 929"/>
                <a:gd name="T38" fmla="*/ 455 w 477"/>
                <a:gd name="T39" fmla="*/ 223 h 929"/>
                <a:gd name="T40" fmla="*/ 438 w 477"/>
                <a:gd name="T41" fmla="*/ 244 h 929"/>
                <a:gd name="T42" fmla="*/ 413 w 477"/>
                <a:gd name="T43" fmla="*/ 259 h 929"/>
                <a:gd name="T44" fmla="*/ 409 w 477"/>
                <a:gd name="T45" fmla="*/ 768 h 929"/>
                <a:gd name="T46" fmla="*/ 385 w 477"/>
                <a:gd name="T47" fmla="*/ 740 h 929"/>
                <a:gd name="T48" fmla="*/ 345 w 477"/>
                <a:gd name="T49" fmla="*/ 728 h 929"/>
                <a:gd name="T50" fmla="*/ 293 w 477"/>
                <a:gd name="T51" fmla="*/ 736 h 929"/>
                <a:gd name="T52" fmla="*/ 257 w 477"/>
                <a:gd name="T53" fmla="*/ 748 h 929"/>
                <a:gd name="T54" fmla="*/ 217 w 477"/>
                <a:gd name="T55" fmla="*/ 768 h 929"/>
                <a:gd name="T56" fmla="*/ 173 w 477"/>
                <a:gd name="T57" fmla="*/ 800 h 929"/>
                <a:gd name="T58" fmla="*/ 133 w 477"/>
                <a:gd name="T59" fmla="*/ 836 h 929"/>
                <a:gd name="T60" fmla="*/ 89 w 477"/>
                <a:gd name="T61" fmla="*/ 880 h 929"/>
                <a:gd name="T62" fmla="*/ 56 w 477"/>
                <a:gd name="T63" fmla="*/ 929 h 929"/>
                <a:gd name="T64" fmla="*/ 56 w 477"/>
                <a:gd name="T65" fmla="*/ 264 h 9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77" h="929">
                  <a:moveTo>
                    <a:pt x="56" y="264"/>
                  </a:moveTo>
                  <a:lnTo>
                    <a:pt x="36" y="242"/>
                  </a:lnTo>
                  <a:lnTo>
                    <a:pt x="11" y="212"/>
                  </a:lnTo>
                  <a:lnTo>
                    <a:pt x="0" y="181"/>
                  </a:lnTo>
                  <a:lnTo>
                    <a:pt x="0" y="142"/>
                  </a:lnTo>
                  <a:lnTo>
                    <a:pt x="6" y="114"/>
                  </a:lnTo>
                  <a:lnTo>
                    <a:pt x="25" y="86"/>
                  </a:lnTo>
                  <a:lnTo>
                    <a:pt x="56" y="56"/>
                  </a:lnTo>
                  <a:lnTo>
                    <a:pt x="101" y="30"/>
                  </a:lnTo>
                  <a:lnTo>
                    <a:pt x="151" y="14"/>
                  </a:lnTo>
                  <a:lnTo>
                    <a:pt x="201" y="6"/>
                  </a:lnTo>
                  <a:lnTo>
                    <a:pt x="254" y="0"/>
                  </a:lnTo>
                  <a:lnTo>
                    <a:pt x="313" y="8"/>
                  </a:lnTo>
                  <a:lnTo>
                    <a:pt x="359" y="21"/>
                  </a:lnTo>
                  <a:lnTo>
                    <a:pt x="393" y="36"/>
                  </a:lnTo>
                  <a:lnTo>
                    <a:pt x="421" y="56"/>
                  </a:lnTo>
                  <a:lnTo>
                    <a:pt x="456" y="96"/>
                  </a:lnTo>
                  <a:lnTo>
                    <a:pt x="477" y="134"/>
                  </a:lnTo>
                  <a:lnTo>
                    <a:pt x="477" y="181"/>
                  </a:lnTo>
                  <a:lnTo>
                    <a:pt x="455" y="223"/>
                  </a:lnTo>
                  <a:lnTo>
                    <a:pt x="438" y="244"/>
                  </a:lnTo>
                  <a:lnTo>
                    <a:pt x="413" y="259"/>
                  </a:lnTo>
                  <a:lnTo>
                    <a:pt x="409" y="768"/>
                  </a:lnTo>
                  <a:lnTo>
                    <a:pt x="385" y="740"/>
                  </a:lnTo>
                  <a:lnTo>
                    <a:pt x="345" y="728"/>
                  </a:lnTo>
                  <a:lnTo>
                    <a:pt x="293" y="736"/>
                  </a:lnTo>
                  <a:lnTo>
                    <a:pt x="257" y="748"/>
                  </a:lnTo>
                  <a:lnTo>
                    <a:pt x="217" y="768"/>
                  </a:lnTo>
                  <a:lnTo>
                    <a:pt x="173" y="800"/>
                  </a:lnTo>
                  <a:lnTo>
                    <a:pt x="133" y="836"/>
                  </a:lnTo>
                  <a:lnTo>
                    <a:pt x="89" y="880"/>
                  </a:lnTo>
                  <a:lnTo>
                    <a:pt x="56" y="929"/>
                  </a:lnTo>
                  <a:lnTo>
                    <a:pt x="56" y="264"/>
                  </a:lnTo>
                  <a:close/>
                </a:path>
              </a:pathLst>
            </a:custGeom>
            <a:gradFill rotWithShape="0">
              <a:gsLst>
                <a:gs pos="0">
                  <a:srgbClr val="FFCC00">
                    <a:gamma/>
                    <a:shade val="46275"/>
                    <a:invGamma/>
                  </a:srgbClr>
                </a:gs>
                <a:gs pos="50000">
                  <a:srgbClr val="FFCC00"/>
                </a:gs>
                <a:gs pos="100000">
                  <a:srgbClr val="FFCC00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09" name="Freeform 106">
              <a:extLst>
                <a:ext uri="{FF2B5EF4-FFF2-40B4-BE49-F238E27FC236}">
                  <a16:creationId xmlns:a16="http://schemas.microsoft.com/office/drawing/2014/main" id="{3BAC3BAC-A243-977E-44F1-ABE4B603DF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0" y="896"/>
              <a:ext cx="388" cy="379"/>
            </a:xfrm>
            <a:custGeom>
              <a:avLst/>
              <a:gdLst>
                <a:gd name="T0" fmla="*/ 196 w 487"/>
                <a:gd name="T1" fmla="*/ 133 h 476"/>
                <a:gd name="T2" fmla="*/ 242 w 487"/>
                <a:gd name="T3" fmla="*/ 83 h 476"/>
                <a:gd name="T4" fmla="*/ 298 w 487"/>
                <a:gd name="T5" fmla="*/ 47 h 476"/>
                <a:gd name="T6" fmla="*/ 420 w 487"/>
                <a:gd name="T7" fmla="*/ 0 h 476"/>
                <a:gd name="T8" fmla="*/ 448 w 487"/>
                <a:gd name="T9" fmla="*/ 39 h 476"/>
                <a:gd name="T10" fmla="*/ 476 w 487"/>
                <a:gd name="T11" fmla="*/ 112 h 476"/>
                <a:gd name="T12" fmla="*/ 487 w 487"/>
                <a:gd name="T13" fmla="*/ 179 h 476"/>
                <a:gd name="T14" fmla="*/ 487 w 487"/>
                <a:gd name="T15" fmla="*/ 238 h 476"/>
                <a:gd name="T16" fmla="*/ 462 w 487"/>
                <a:gd name="T17" fmla="*/ 308 h 476"/>
                <a:gd name="T18" fmla="*/ 420 w 487"/>
                <a:gd name="T19" fmla="*/ 364 h 476"/>
                <a:gd name="T20" fmla="*/ 200 w 487"/>
                <a:gd name="T21" fmla="*/ 476 h 476"/>
                <a:gd name="T22" fmla="*/ 98 w 487"/>
                <a:gd name="T23" fmla="*/ 441 h 476"/>
                <a:gd name="T24" fmla="*/ 0 w 487"/>
                <a:gd name="T25" fmla="*/ 165 h 476"/>
                <a:gd name="T26" fmla="*/ 56 w 487"/>
                <a:gd name="T27" fmla="*/ 11 h 476"/>
                <a:gd name="T28" fmla="*/ 196 w 487"/>
                <a:gd name="T29" fmla="*/ 133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87" h="476">
                  <a:moveTo>
                    <a:pt x="196" y="133"/>
                  </a:moveTo>
                  <a:lnTo>
                    <a:pt x="242" y="83"/>
                  </a:lnTo>
                  <a:lnTo>
                    <a:pt x="298" y="47"/>
                  </a:lnTo>
                  <a:lnTo>
                    <a:pt x="420" y="0"/>
                  </a:lnTo>
                  <a:lnTo>
                    <a:pt x="448" y="39"/>
                  </a:lnTo>
                  <a:lnTo>
                    <a:pt x="476" y="112"/>
                  </a:lnTo>
                  <a:lnTo>
                    <a:pt x="487" y="179"/>
                  </a:lnTo>
                  <a:lnTo>
                    <a:pt x="487" y="238"/>
                  </a:lnTo>
                  <a:lnTo>
                    <a:pt x="462" y="308"/>
                  </a:lnTo>
                  <a:lnTo>
                    <a:pt x="420" y="364"/>
                  </a:lnTo>
                  <a:lnTo>
                    <a:pt x="200" y="476"/>
                  </a:lnTo>
                  <a:lnTo>
                    <a:pt x="98" y="441"/>
                  </a:lnTo>
                  <a:lnTo>
                    <a:pt x="0" y="165"/>
                  </a:lnTo>
                  <a:lnTo>
                    <a:pt x="56" y="11"/>
                  </a:lnTo>
                  <a:lnTo>
                    <a:pt x="196" y="133"/>
                  </a:lnTo>
                  <a:close/>
                </a:path>
              </a:pathLst>
            </a:custGeom>
            <a:gradFill rotWithShape="0">
              <a:gsLst>
                <a:gs pos="0">
                  <a:srgbClr val="FFFF00">
                    <a:gamma/>
                    <a:shade val="54118"/>
                    <a:invGamma/>
                  </a:srgbClr>
                </a:gs>
                <a:gs pos="100000">
                  <a:srgbClr val="FFFF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10" name="Freeform 107">
              <a:extLst>
                <a:ext uri="{FF2B5EF4-FFF2-40B4-BE49-F238E27FC236}">
                  <a16:creationId xmlns:a16="http://schemas.microsoft.com/office/drawing/2014/main" id="{B3F1974D-F089-0A78-BA72-E3F4730E7F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7" y="831"/>
              <a:ext cx="238" cy="575"/>
            </a:xfrm>
            <a:custGeom>
              <a:avLst/>
              <a:gdLst>
                <a:gd name="T0" fmla="*/ 510 w 510"/>
                <a:gd name="T1" fmla="*/ 372 h 1236"/>
                <a:gd name="T2" fmla="*/ 510 w 510"/>
                <a:gd name="T3" fmla="*/ 48 h 1236"/>
                <a:gd name="T4" fmla="*/ 438 w 510"/>
                <a:gd name="T5" fmla="*/ 18 h 1236"/>
                <a:gd name="T6" fmla="*/ 372 w 510"/>
                <a:gd name="T7" fmla="*/ 0 h 1236"/>
                <a:gd name="T8" fmla="*/ 282 w 510"/>
                <a:gd name="T9" fmla="*/ 0 h 1236"/>
                <a:gd name="T10" fmla="*/ 198 w 510"/>
                <a:gd name="T11" fmla="*/ 18 h 1236"/>
                <a:gd name="T12" fmla="*/ 126 w 510"/>
                <a:gd name="T13" fmla="*/ 66 h 1236"/>
                <a:gd name="T14" fmla="*/ 60 w 510"/>
                <a:gd name="T15" fmla="*/ 138 h 1236"/>
                <a:gd name="T16" fmla="*/ 18 w 510"/>
                <a:gd name="T17" fmla="*/ 228 h 1236"/>
                <a:gd name="T18" fmla="*/ 0 w 510"/>
                <a:gd name="T19" fmla="*/ 342 h 1236"/>
                <a:gd name="T20" fmla="*/ 0 w 510"/>
                <a:gd name="T21" fmla="*/ 480 h 1236"/>
                <a:gd name="T22" fmla="*/ 30 w 510"/>
                <a:gd name="T23" fmla="*/ 624 h 1236"/>
                <a:gd name="T24" fmla="*/ 66 w 510"/>
                <a:gd name="T25" fmla="*/ 744 h 1236"/>
                <a:gd name="T26" fmla="*/ 132 w 510"/>
                <a:gd name="T27" fmla="*/ 876 h 1236"/>
                <a:gd name="T28" fmla="*/ 204 w 510"/>
                <a:gd name="T29" fmla="*/ 978 h 1236"/>
                <a:gd name="T30" fmla="*/ 288 w 510"/>
                <a:gd name="T31" fmla="*/ 1074 h 1236"/>
                <a:gd name="T32" fmla="*/ 402 w 510"/>
                <a:gd name="T33" fmla="*/ 1176 h 1236"/>
                <a:gd name="T34" fmla="*/ 510 w 510"/>
                <a:gd name="T35" fmla="*/ 1236 h 1236"/>
                <a:gd name="T36" fmla="*/ 510 w 510"/>
                <a:gd name="T37" fmla="*/ 948 h 1236"/>
                <a:gd name="T38" fmla="*/ 432 w 510"/>
                <a:gd name="T39" fmla="*/ 900 h 1236"/>
                <a:gd name="T40" fmla="*/ 342 w 510"/>
                <a:gd name="T41" fmla="*/ 804 h 1236"/>
                <a:gd name="T42" fmla="*/ 300 w 510"/>
                <a:gd name="T43" fmla="*/ 732 h 1236"/>
                <a:gd name="T44" fmla="*/ 264 w 510"/>
                <a:gd name="T45" fmla="*/ 636 h 1236"/>
                <a:gd name="T46" fmla="*/ 246 w 510"/>
                <a:gd name="T47" fmla="*/ 528 h 1236"/>
                <a:gd name="T48" fmla="*/ 264 w 510"/>
                <a:gd name="T49" fmla="*/ 432 h 1236"/>
                <a:gd name="T50" fmla="*/ 294 w 510"/>
                <a:gd name="T51" fmla="*/ 354 h 1236"/>
                <a:gd name="T52" fmla="*/ 372 w 510"/>
                <a:gd name="T53" fmla="*/ 318 h 1236"/>
                <a:gd name="T54" fmla="*/ 438 w 510"/>
                <a:gd name="T55" fmla="*/ 336 h 1236"/>
                <a:gd name="T56" fmla="*/ 510 w 510"/>
                <a:gd name="T57" fmla="*/ 372 h 1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10" h="1236">
                  <a:moveTo>
                    <a:pt x="510" y="372"/>
                  </a:moveTo>
                  <a:lnTo>
                    <a:pt x="510" y="48"/>
                  </a:lnTo>
                  <a:lnTo>
                    <a:pt x="438" y="18"/>
                  </a:lnTo>
                  <a:lnTo>
                    <a:pt x="372" y="0"/>
                  </a:lnTo>
                  <a:lnTo>
                    <a:pt x="282" y="0"/>
                  </a:lnTo>
                  <a:lnTo>
                    <a:pt x="198" y="18"/>
                  </a:lnTo>
                  <a:lnTo>
                    <a:pt x="126" y="66"/>
                  </a:lnTo>
                  <a:lnTo>
                    <a:pt x="60" y="138"/>
                  </a:lnTo>
                  <a:lnTo>
                    <a:pt x="18" y="228"/>
                  </a:lnTo>
                  <a:lnTo>
                    <a:pt x="0" y="342"/>
                  </a:lnTo>
                  <a:lnTo>
                    <a:pt x="0" y="480"/>
                  </a:lnTo>
                  <a:lnTo>
                    <a:pt x="30" y="624"/>
                  </a:lnTo>
                  <a:lnTo>
                    <a:pt x="66" y="744"/>
                  </a:lnTo>
                  <a:lnTo>
                    <a:pt x="132" y="876"/>
                  </a:lnTo>
                  <a:lnTo>
                    <a:pt x="204" y="978"/>
                  </a:lnTo>
                  <a:lnTo>
                    <a:pt x="288" y="1074"/>
                  </a:lnTo>
                  <a:lnTo>
                    <a:pt x="402" y="1176"/>
                  </a:lnTo>
                  <a:lnTo>
                    <a:pt x="510" y="1236"/>
                  </a:lnTo>
                  <a:lnTo>
                    <a:pt x="510" y="948"/>
                  </a:lnTo>
                  <a:lnTo>
                    <a:pt x="432" y="900"/>
                  </a:lnTo>
                  <a:lnTo>
                    <a:pt x="342" y="804"/>
                  </a:lnTo>
                  <a:lnTo>
                    <a:pt x="300" y="732"/>
                  </a:lnTo>
                  <a:lnTo>
                    <a:pt x="264" y="636"/>
                  </a:lnTo>
                  <a:lnTo>
                    <a:pt x="246" y="528"/>
                  </a:lnTo>
                  <a:lnTo>
                    <a:pt x="264" y="432"/>
                  </a:lnTo>
                  <a:lnTo>
                    <a:pt x="294" y="354"/>
                  </a:lnTo>
                  <a:lnTo>
                    <a:pt x="372" y="318"/>
                  </a:lnTo>
                  <a:lnTo>
                    <a:pt x="438" y="336"/>
                  </a:lnTo>
                  <a:lnTo>
                    <a:pt x="510" y="372"/>
                  </a:lnTo>
                  <a:close/>
                </a:path>
              </a:pathLst>
            </a:cu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11" name="Freeform 108">
              <a:extLst>
                <a:ext uri="{FF2B5EF4-FFF2-40B4-BE49-F238E27FC236}">
                  <a16:creationId xmlns:a16="http://schemas.microsoft.com/office/drawing/2014/main" id="{94E38FF3-34E7-19A1-A0EC-0CBBEABD09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652"/>
              <a:ext cx="180" cy="352"/>
            </a:xfrm>
            <a:custGeom>
              <a:avLst/>
              <a:gdLst>
                <a:gd name="T0" fmla="*/ 116 w 180"/>
                <a:gd name="T1" fmla="*/ 25 h 352"/>
                <a:gd name="T2" fmla="*/ 180 w 180"/>
                <a:gd name="T3" fmla="*/ 0 h 352"/>
                <a:gd name="T4" fmla="*/ 180 w 180"/>
                <a:gd name="T5" fmla="*/ 244 h 352"/>
                <a:gd name="T6" fmla="*/ 4 w 180"/>
                <a:gd name="T7" fmla="*/ 352 h 352"/>
                <a:gd name="T8" fmla="*/ 0 w 180"/>
                <a:gd name="T9" fmla="*/ 201 h 352"/>
                <a:gd name="T10" fmla="*/ 116 w 180"/>
                <a:gd name="T11" fmla="*/ 134 h 352"/>
                <a:gd name="T12" fmla="*/ 116 w 180"/>
                <a:gd name="T13" fmla="*/ 25 h 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" h="352">
                  <a:moveTo>
                    <a:pt x="116" y="25"/>
                  </a:moveTo>
                  <a:lnTo>
                    <a:pt x="180" y="0"/>
                  </a:lnTo>
                  <a:lnTo>
                    <a:pt x="180" y="244"/>
                  </a:lnTo>
                  <a:lnTo>
                    <a:pt x="4" y="352"/>
                  </a:lnTo>
                  <a:lnTo>
                    <a:pt x="0" y="201"/>
                  </a:lnTo>
                  <a:lnTo>
                    <a:pt x="116" y="134"/>
                  </a:lnTo>
                  <a:lnTo>
                    <a:pt x="116" y="25"/>
                  </a:lnTo>
                  <a:close/>
                </a:path>
              </a:pathLst>
            </a:custGeom>
            <a:solidFill>
              <a:srgbClr val="CC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12" name="Freeform 109">
              <a:extLst>
                <a:ext uri="{FF2B5EF4-FFF2-40B4-BE49-F238E27FC236}">
                  <a16:creationId xmlns:a16="http://schemas.microsoft.com/office/drawing/2014/main" id="{8FFC218C-D95E-6B41-7EF6-CE8CFEAD1C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2" y="1186"/>
              <a:ext cx="173" cy="223"/>
            </a:xfrm>
            <a:custGeom>
              <a:avLst/>
              <a:gdLst>
                <a:gd name="T0" fmla="*/ 0 w 372"/>
                <a:gd name="T1" fmla="*/ 192 h 480"/>
                <a:gd name="T2" fmla="*/ 0 w 372"/>
                <a:gd name="T3" fmla="*/ 480 h 480"/>
                <a:gd name="T4" fmla="*/ 372 w 372"/>
                <a:gd name="T5" fmla="*/ 282 h 480"/>
                <a:gd name="T6" fmla="*/ 372 w 372"/>
                <a:gd name="T7" fmla="*/ 0 h 480"/>
                <a:gd name="T8" fmla="*/ 0 w 372"/>
                <a:gd name="T9" fmla="*/ 192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2" h="480">
                  <a:moveTo>
                    <a:pt x="0" y="192"/>
                  </a:moveTo>
                  <a:lnTo>
                    <a:pt x="0" y="480"/>
                  </a:lnTo>
                  <a:lnTo>
                    <a:pt x="372" y="282"/>
                  </a:lnTo>
                  <a:lnTo>
                    <a:pt x="372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CC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13" name="Freeform 110">
              <a:extLst>
                <a:ext uri="{FF2B5EF4-FFF2-40B4-BE49-F238E27FC236}">
                  <a16:creationId xmlns:a16="http://schemas.microsoft.com/office/drawing/2014/main" id="{DFDDFEB2-F962-75FD-0E38-A9121039EF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0" y="693"/>
              <a:ext cx="57" cy="300"/>
            </a:xfrm>
            <a:custGeom>
              <a:avLst/>
              <a:gdLst>
                <a:gd name="T0" fmla="*/ 72 w 80"/>
                <a:gd name="T1" fmla="*/ 0 h 420"/>
                <a:gd name="T2" fmla="*/ 32 w 80"/>
                <a:gd name="T3" fmla="*/ 44 h 420"/>
                <a:gd name="T4" fmla="*/ 12 w 80"/>
                <a:gd name="T5" fmla="*/ 76 h 420"/>
                <a:gd name="T6" fmla="*/ 0 w 80"/>
                <a:gd name="T7" fmla="*/ 148 h 420"/>
                <a:gd name="T8" fmla="*/ 4 w 80"/>
                <a:gd name="T9" fmla="*/ 224 h 420"/>
                <a:gd name="T10" fmla="*/ 24 w 80"/>
                <a:gd name="T11" fmla="*/ 280 h 420"/>
                <a:gd name="T12" fmla="*/ 40 w 80"/>
                <a:gd name="T13" fmla="*/ 336 h 420"/>
                <a:gd name="T14" fmla="*/ 64 w 80"/>
                <a:gd name="T15" fmla="*/ 392 h 420"/>
                <a:gd name="T16" fmla="*/ 80 w 80"/>
                <a:gd name="T17" fmla="*/ 420 h 420"/>
                <a:gd name="T18" fmla="*/ 72 w 80"/>
                <a:gd name="T19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0" h="420">
                  <a:moveTo>
                    <a:pt x="72" y="0"/>
                  </a:moveTo>
                  <a:lnTo>
                    <a:pt x="32" y="44"/>
                  </a:lnTo>
                  <a:lnTo>
                    <a:pt x="12" y="76"/>
                  </a:lnTo>
                  <a:lnTo>
                    <a:pt x="0" y="148"/>
                  </a:lnTo>
                  <a:lnTo>
                    <a:pt x="4" y="224"/>
                  </a:lnTo>
                  <a:lnTo>
                    <a:pt x="24" y="280"/>
                  </a:lnTo>
                  <a:lnTo>
                    <a:pt x="40" y="336"/>
                  </a:lnTo>
                  <a:lnTo>
                    <a:pt x="64" y="392"/>
                  </a:lnTo>
                  <a:lnTo>
                    <a:pt x="80" y="420"/>
                  </a:lnTo>
                  <a:lnTo>
                    <a:pt x="72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00"/>
                </a:gs>
                <a:gs pos="100000">
                  <a:srgbClr val="FFFF00">
                    <a:gamma/>
                    <a:shade val="63529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14" name="Freeform 111">
              <a:extLst>
                <a:ext uri="{FF2B5EF4-FFF2-40B4-BE49-F238E27FC236}">
                  <a16:creationId xmlns:a16="http://schemas.microsoft.com/office/drawing/2014/main" id="{5F13D5F5-9215-7D47-1DB2-994872CB7D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1" y="652"/>
              <a:ext cx="73" cy="550"/>
            </a:xfrm>
            <a:custGeom>
              <a:avLst/>
              <a:gdLst>
                <a:gd name="T0" fmla="*/ 0 w 101"/>
                <a:gd name="T1" fmla="*/ 0 h 769"/>
                <a:gd name="T2" fmla="*/ 101 w 101"/>
                <a:gd name="T3" fmla="*/ 41 h 769"/>
                <a:gd name="T4" fmla="*/ 100 w 101"/>
                <a:gd name="T5" fmla="*/ 584 h 769"/>
                <a:gd name="T6" fmla="*/ 88 w 101"/>
                <a:gd name="T7" fmla="*/ 629 h 769"/>
                <a:gd name="T8" fmla="*/ 76 w 101"/>
                <a:gd name="T9" fmla="*/ 673 h 769"/>
                <a:gd name="T10" fmla="*/ 52 w 101"/>
                <a:gd name="T11" fmla="*/ 713 h 769"/>
                <a:gd name="T12" fmla="*/ 0 w 101"/>
                <a:gd name="T13" fmla="*/ 769 h 769"/>
                <a:gd name="T14" fmla="*/ 0 w 101"/>
                <a:gd name="T15" fmla="*/ 0 h 7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1" h="769">
                  <a:moveTo>
                    <a:pt x="0" y="0"/>
                  </a:moveTo>
                  <a:lnTo>
                    <a:pt x="101" y="41"/>
                  </a:lnTo>
                  <a:lnTo>
                    <a:pt x="100" y="584"/>
                  </a:lnTo>
                  <a:lnTo>
                    <a:pt x="88" y="629"/>
                  </a:lnTo>
                  <a:lnTo>
                    <a:pt x="76" y="673"/>
                  </a:lnTo>
                  <a:lnTo>
                    <a:pt x="52" y="713"/>
                  </a:lnTo>
                  <a:lnTo>
                    <a:pt x="0" y="7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pic>
        <p:nvPicPr>
          <p:cNvPr id="115" name="Picture 114">
            <a:extLst>
              <a:ext uri="{FF2B5EF4-FFF2-40B4-BE49-F238E27FC236}">
                <a16:creationId xmlns:a16="http://schemas.microsoft.com/office/drawing/2014/main" id="{F785B325-1E5D-73CD-8226-494C0CCFA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7195" y="2483527"/>
            <a:ext cx="1034304" cy="3134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767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build="p" autoUpdateAnimBg="0"/>
      <p:bldP spid="88" grpId="0" autoUpdateAnimBg="0"/>
      <p:bldP spid="89" grpId="0" autoUpdateAnimBg="0"/>
      <p:bldP spid="90" grpId="0" autoUpdateAnimBg="0"/>
      <p:bldP spid="91" grpId="0" autoUpdateAnimBg="0"/>
      <p:bldP spid="92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B164B9-2E83-565B-C5E9-2F985C92B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3AECE-1FC2-9941-8E88-C9A19A148C68}" type="datetime1">
              <a:rPr lang="en-US" altLang="zh-CN" smtClean="0"/>
              <a:t>11/11/25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61FF96-3249-D926-DD32-41F13C560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14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E9D853-4E4C-0974-467A-0DA4014FD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20</a:t>
            </a:fld>
            <a:endParaRPr lang="en-US"/>
          </a:p>
        </p:txBody>
      </p:sp>
      <p:sp>
        <p:nvSpPr>
          <p:cNvPr id="5" name="Line 2">
            <a:extLst>
              <a:ext uri="{FF2B5EF4-FFF2-40B4-BE49-F238E27FC236}">
                <a16:creationId xmlns:a16="http://schemas.microsoft.com/office/drawing/2014/main" id="{E8A0789E-6A8C-C324-AD69-5F15A9463E8A}"/>
              </a:ext>
            </a:extLst>
          </p:cNvPr>
          <p:cNvSpPr>
            <a:spLocks noChangeShapeType="1"/>
          </p:cNvSpPr>
          <p:nvPr/>
        </p:nvSpPr>
        <p:spPr bwMode="auto">
          <a:xfrm>
            <a:off x="1921102" y="1129286"/>
            <a:ext cx="0" cy="73025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" name="Line 3">
            <a:extLst>
              <a:ext uri="{FF2B5EF4-FFF2-40B4-BE49-F238E27FC236}">
                <a16:creationId xmlns:a16="http://schemas.microsoft.com/office/drawing/2014/main" id="{9BFB30A0-4837-E66E-2390-AFA6FCCABB7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24489" y="1137224"/>
            <a:ext cx="0" cy="722312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" name="Line 4">
            <a:extLst>
              <a:ext uri="{FF2B5EF4-FFF2-40B4-BE49-F238E27FC236}">
                <a16:creationId xmlns:a16="http://schemas.microsoft.com/office/drawing/2014/main" id="{D12AF63B-6A0A-2AE8-17ED-22FA48CA8A79}"/>
              </a:ext>
            </a:extLst>
          </p:cNvPr>
          <p:cNvSpPr>
            <a:spLocks noChangeShapeType="1"/>
          </p:cNvSpPr>
          <p:nvPr/>
        </p:nvSpPr>
        <p:spPr bwMode="auto">
          <a:xfrm>
            <a:off x="6121627" y="983236"/>
            <a:ext cx="0" cy="2719388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8" name="Line 5">
            <a:extLst>
              <a:ext uri="{FF2B5EF4-FFF2-40B4-BE49-F238E27FC236}">
                <a16:creationId xmlns:a16="http://schemas.microsoft.com/office/drawing/2014/main" id="{118BE72C-5833-7452-CD30-D6EB5C7A39C7}"/>
              </a:ext>
            </a:extLst>
          </p:cNvPr>
          <p:cNvSpPr>
            <a:spLocks noChangeShapeType="1"/>
          </p:cNvSpPr>
          <p:nvPr/>
        </p:nvSpPr>
        <p:spPr bwMode="auto">
          <a:xfrm>
            <a:off x="1227364" y="4853561"/>
            <a:ext cx="31257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4C440DA9-0762-2736-C643-9749192348E9}"/>
              </a:ext>
            </a:extLst>
          </p:cNvPr>
          <p:cNvSpPr>
            <a:spLocks noChangeShapeType="1"/>
          </p:cNvSpPr>
          <p:nvPr/>
        </p:nvSpPr>
        <p:spPr bwMode="auto">
          <a:xfrm>
            <a:off x="1227364" y="2537399"/>
            <a:ext cx="3128963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" name="Line 7">
            <a:extLst>
              <a:ext uri="{FF2B5EF4-FFF2-40B4-BE49-F238E27FC236}">
                <a16:creationId xmlns:a16="http://schemas.microsoft.com/office/drawing/2014/main" id="{CBC0D911-C782-1D57-24D4-8C0FB6394843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8827" y="940374"/>
            <a:ext cx="0" cy="2536825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15AB7744-D1FE-8220-3331-C36935128DA1}"/>
              </a:ext>
            </a:extLst>
          </p:cNvPr>
          <p:cNvSpPr>
            <a:spLocks noChangeShapeType="1"/>
          </p:cNvSpPr>
          <p:nvPr/>
        </p:nvSpPr>
        <p:spPr bwMode="auto">
          <a:xfrm>
            <a:off x="2770414" y="3747074"/>
            <a:ext cx="0" cy="2230437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" name="Oval 9">
            <a:extLst>
              <a:ext uri="{FF2B5EF4-FFF2-40B4-BE49-F238E27FC236}">
                <a16:creationId xmlns:a16="http://schemas.microsoft.com/office/drawing/2014/main" id="{77C50FF6-A292-BABD-3085-5D34EB1076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2027" y="3893124"/>
            <a:ext cx="2138362" cy="19685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3" name="Line 10">
            <a:extLst>
              <a:ext uri="{FF2B5EF4-FFF2-40B4-BE49-F238E27FC236}">
                <a16:creationId xmlns:a16="http://schemas.microsoft.com/office/drawing/2014/main" id="{A22B442A-D84B-86F9-C94D-7C127DAD08A2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2102" y="2537399"/>
            <a:ext cx="2606675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4" name="Oval 11">
            <a:extLst>
              <a:ext uri="{FF2B5EF4-FFF2-40B4-BE49-F238E27FC236}">
                <a16:creationId xmlns:a16="http://schemas.microsoft.com/office/drawing/2014/main" id="{EDC16718-CDCA-BE1B-78CD-FB3D040063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3714" y="1530924"/>
            <a:ext cx="2138363" cy="19685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5" name="Rectangle 12">
            <a:extLst>
              <a:ext uri="{FF2B5EF4-FFF2-40B4-BE49-F238E27FC236}">
                <a16:creationId xmlns:a16="http://schemas.microsoft.com/office/drawing/2014/main" id="{AC387FE5-6857-C35B-029D-F0948D07C3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8652" y="3893124"/>
            <a:ext cx="2805112" cy="1968500"/>
          </a:xfrm>
          <a:prstGeom prst="rect">
            <a:avLst/>
          </a:prstGeom>
          <a:noFill/>
          <a:ln w="38100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6" name="Rectangle 13">
            <a:extLst>
              <a:ext uri="{FF2B5EF4-FFF2-40B4-BE49-F238E27FC236}">
                <a16:creationId xmlns:a16="http://schemas.microsoft.com/office/drawing/2014/main" id="{FC96DD0F-A0BA-737B-06BD-7B2FF116B2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8652" y="1510286"/>
            <a:ext cx="2805112" cy="1968500"/>
          </a:xfrm>
          <a:prstGeom prst="rect">
            <a:avLst/>
          </a:prstGeom>
          <a:noFill/>
          <a:ln w="38100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7" name="Rectangle 14">
            <a:extLst>
              <a:ext uri="{FF2B5EF4-FFF2-40B4-BE49-F238E27FC236}">
                <a16:creationId xmlns:a16="http://schemas.microsoft.com/office/drawing/2014/main" id="{FB13479A-087E-478A-9BB2-6B564F0C8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727" y="1129286"/>
            <a:ext cx="2128837" cy="381000"/>
          </a:xfrm>
          <a:prstGeom prst="rect">
            <a:avLst/>
          </a:prstGeom>
          <a:noFill/>
          <a:ln w="38100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8" name="Line 15">
            <a:extLst>
              <a:ext uri="{FF2B5EF4-FFF2-40B4-BE49-F238E27FC236}">
                <a16:creationId xmlns:a16="http://schemas.microsoft.com/office/drawing/2014/main" id="{71A0E85C-36CE-42CF-B989-FB730A96021A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4353152" y="1826199"/>
            <a:ext cx="137795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9" name="Line 16">
            <a:extLst>
              <a:ext uri="{FF2B5EF4-FFF2-40B4-BE49-F238E27FC236}">
                <a16:creationId xmlns:a16="http://schemas.microsoft.com/office/drawing/2014/main" id="{1D670A68-9029-A0C8-D75A-29022E22D4E8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6493102" y="1826199"/>
            <a:ext cx="137795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0" name="Freeform 17">
            <a:extLst>
              <a:ext uri="{FF2B5EF4-FFF2-40B4-BE49-F238E27FC236}">
                <a16:creationId xmlns:a16="http://schemas.microsoft.com/office/drawing/2014/main" id="{394A75E2-73CB-37E2-00BA-AA77E81EAAF3}"/>
              </a:ext>
            </a:extLst>
          </p:cNvPr>
          <p:cNvSpPr>
            <a:spLocks/>
          </p:cNvSpPr>
          <p:nvPr/>
        </p:nvSpPr>
        <p:spPr bwMode="auto">
          <a:xfrm>
            <a:off x="5040539" y="1137224"/>
            <a:ext cx="2162175" cy="1587"/>
          </a:xfrm>
          <a:custGeom>
            <a:avLst/>
            <a:gdLst>
              <a:gd name="T0" fmla="*/ 0 w 1553"/>
              <a:gd name="T1" fmla="*/ 0 h 1"/>
              <a:gd name="T2" fmla="*/ 1553 w 1553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553" h="1">
                <a:moveTo>
                  <a:pt x="0" y="0"/>
                </a:moveTo>
                <a:lnTo>
                  <a:pt x="1553" y="0"/>
                </a:lnTo>
              </a:path>
            </a:pathLst>
          </a:custGeom>
          <a:noFill/>
          <a:ln w="3810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1" name="Oval 18">
            <a:extLst>
              <a:ext uri="{FF2B5EF4-FFF2-40B4-BE49-F238E27FC236}">
                <a16:creationId xmlns:a16="http://schemas.microsoft.com/office/drawing/2014/main" id="{ADB8978C-4E68-673C-B039-A52465C0F5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2052" y="4089974"/>
            <a:ext cx="1738312" cy="1574800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2" name="Oval 19">
            <a:extLst>
              <a:ext uri="{FF2B5EF4-FFF2-40B4-BE49-F238E27FC236}">
                <a16:creationId xmlns:a16="http://schemas.microsoft.com/office/drawing/2014/main" id="{716A3573-8F80-9B79-60CF-348EE808D0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7089" y="1870649"/>
            <a:ext cx="1470025" cy="1312862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3" name="Freeform 20">
            <a:extLst>
              <a:ext uri="{FF2B5EF4-FFF2-40B4-BE49-F238E27FC236}">
                <a16:creationId xmlns:a16="http://schemas.microsoft.com/office/drawing/2014/main" id="{D8FAE9B1-C65A-2474-A8C2-B1B8D9F8F5E3}"/>
              </a:ext>
            </a:extLst>
          </p:cNvPr>
          <p:cNvSpPr>
            <a:spLocks/>
          </p:cNvSpPr>
          <p:nvPr/>
        </p:nvSpPr>
        <p:spPr bwMode="auto">
          <a:xfrm>
            <a:off x="1735364" y="1499174"/>
            <a:ext cx="2101850" cy="11112"/>
          </a:xfrm>
          <a:custGeom>
            <a:avLst/>
            <a:gdLst>
              <a:gd name="T0" fmla="*/ 0 w 1324"/>
              <a:gd name="T1" fmla="*/ 0 h 7"/>
              <a:gd name="T2" fmla="*/ 1324 w 1324"/>
              <a:gd name="T3" fmla="*/ 7 h 7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324" h="7">
                <a:moveTo>
                  <a:pt x="0" y="0"/>
                </a:moveTo>
                <a:lnTo>
                  <a:pt x="1324" y="7"/>
                </a:lnTo>
              </a:path>
            </a:pathLst>
          </a:custGeom>
          <a:noFill/>
          <a:ln w="76200" cmpd="sng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4" name="Freeform 21">
            <a:extLst>
              <a:ext uri="{FF2B5EF4-FFF2-40B4-BE49-F238E27FC236}">
                <a16:creationId xmlns:a16="http://schemas.microsoft.com/office/drawing/2014/main" id="{EE707600-3BFD-DE9F-B4D3-D4309F3116DA}"/>
              </a:ext>
            </a:extLst>
          </p:cNvPr>
          <p:cNvSpPr>
            <a:spLocks/>
          </p:cNvSpPr>
          <p:nvPr/>
        </p:nvSpPr>
        <p:spPr bwMode="auto">
          <a:xfrm>
            <a:off x="1724252" y="1510286"/>
            <a:ext cx="1039812" cy="1038225"/>
          </a:xfrm>
          <a:custGeom>
            <a:avLst/>
            <a:gdLst>
              <a:gd name="T0" fmla="*/ 0 w 655"/>
              <a:gd name="T1" fmla="*/ 0 h 654"/>
              <a:gd name="T2" fmla="*/ 655 w 655"/>
              <a:gd name="T3" fmla="*/ 654 h 65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55" h="654">
                <a:moveTo>
                  <a:pt x="0" y="0"/>
                </a:moveTo>
                <a:lnTo>
                  <a:pt x="655" y="654"/>
                </a:lnTo>
              </a:path>
            </a:pathLst>
          </a:cu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5" name="Freeform 22">
            <a:extLst>
              <a:ext uri="{FF2B5EF4-FFF2-40B4-BE49-F238E27FC236}">
                <a16:creationId xmlns:a16="http://schemas.microsoft.com/office/drawing/2014/main" id="{8D7C5056-7D39-27F6-928A-967DCD478AD4}"/>
              </a:ext>
            </a:extLst>
          </p:cNvPr>
          <p:cNvSpPr>
            <a:spLocks/>
          </p:cNvSpPr>
          <p:nvPr/>
        </p:nvSpPr>
        <p:spPr bwMode="auto">
          <a:xfrm>
            <a:off x="2769959" y="1505524"/>
            <a:ext cx="1079955" cy="1042987"/>
          </a:xfrm>
          <a:custGeom>
            <a:avLst/>
            <a:gdLst>
              <a:gd name="T0" fmla="*/ 669 w 669"/>
              <a:gd name="T1" fmla="*/ 0 h 669"/>
              <a:gd name="T2" fmla="*/ 0 w 669"/>
              <a:gd name="T3" fmla="*/ 669 h 66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69" h="669">
                <a:moveTo>
                  <a:pt x="669" y="0"/>
                </a:moveTo>
                <a:lnTo>
                  <a:pt x="0" y="669"/>
                </a:lnTo>
              </a:path>
            </a:pathLst>
          </a:cu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6" name="Text Box 23">
            <a:extLst>
              <a:ext uri="{FF2B5EF4-FFF2-40B4-BE49-F238E27FC236}">
                <a16:creationId xmlns:a16="http://schemas.microsoft.com/office/drawing/2014/main" id="{A6E171FE-04C4-4EB5-0C13-F6B16E7F13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7364" y="204577"/>
            <a:ext cx="292740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/>
            <a:r>
              <a:rPr lang="zh-CN" altLang="en-US" sz="2400" b="1" dirty="0">
                <a:solidFill>
                  <a:srgbClr val="C00000"/>
                </a:solidFill>
              </a:rPr>
              <a:t>例</a:t>
            </a:r>
            <a:r>
              <a:rPr lang="en-US" altLang="zh-CN" sz="2400" b="1" dirty="0">
                <a:solidFill>
                  <a:srgbClr val="C00000"/>
                </a:solidFill>
              </a:rPr>
              <a:t>14.5</a:t>
            </a:r>
            <a:r>
              <a:rPr lang="zh-CN" altLang="en-US" sz="2400" b="1" dirty="0">
                <a:solidFill>
                  <a:srgbClr val="C00000"/>
                </a:solidFill>
              </a:rPr>
              <a:t>：补全主视图</a:t>
            </a:r>
          </a:p>
        </p:txBody>
      </p:sp>
      <p:sp>
        <p:nvSpPr>
          <p:cNvPr id="27" name="Line 24">
            <a:extLst>
              <a:ext uri="{FF2B5EF4-FFF2-40B4-BE49-F238E27FC236}">
                <a16:creationId xmlns:a16="http://schemas.microsoft.com/office/drawing/2014/main" id="{29E315DF-BE7E-1E02-3988-6ECF6426A41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2052" y="3172399"/>
            <a:ext cx="0" cy="327025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8" name="Line 25">
            <a:extLst>
              <a:ext uri="{FF2B5EF4-FFF2-40B4-BE49-F238E27FC236}">
                <a16:creationId xmlns:a16="http://schemas.microsoft.com/office/drawing/2014/main" id="{CB1201AE-608D-BF74-E6CC-A5C3FCAEB560}"/>
              </a:ext>
            </a:extLst>
          </p:cNvPr>
          <p:cNvSpPr>
            <a:spLocks noChangeShapeType="1"/>
          </p:cNvSpPr>
          <p:nvPr/>
        </p:nvSpPr>
        <p:spPr bwMode="auto">
          <a:xfrm>
            <a:off x="3640364" y="3172399"/>
            <a:ext cx="0" cy="327025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9" name="Line 26">
            <a:extLst>
              <a:ext uri="{FF2B5EF4-FFF2-40B4-BE49-F238E27FC236}">
                <a16:creationId xmlns:a16="http://schemas.microsoft.com/office/drawing/2014/main" id="{76EDD319-F5A9-41FC-663E-C256011C40D7}"/>
              </a:ext>
            </a:extLst>
          </p:cNvPr>
          <p:cNvSpPr>
            <a:spLocks noChangeShapeType="1"/>
          </p:cNvSpPr>
          <p:nvPr/>
        </p:nvSpPr>
        <p:spPr bwMode="auto">
          <a:xfrm>
            <a:off x="1368652" y="3172399"/>
            <a:ext cx="5334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0" name="Line 27">
            <a:extLst>
              <a:ext uri="{FF2B5EF4-FFF2-40B4-BE49-F238E27FC236}">
                <a16:creationId xmlns:a16="http://schemas.microsoft.com/office/drawing/2014/main" id="{E8057988-B0E6-15BA-F864-B932633F3E40}"/>
              </a:ext>
            </a:extLst>
          </p:cNvPr>
          <p:cNvSpPr>
            <a:spLocks noChangeShapeType="1"/>
          </p:cNvSpPr>
          <p:nvPr/>
        </p:nvSpPr>
        <p:spPr bwMode="auto">
          <a:xfrm>
            <a:off x="3640364" y="3172399"/>
            <a:ext cx="533400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1" name="Freeform 28">
            <a:extLst>
              <a:ext uri="{FF2B5EF4-FFF2-40B4-BE49-F238E27FC236}">
                <a16:creationId xmlns:a16="http://schemas.microsoft.com/office/drawing/2014/main" id="{3C4BD37B-7F1C-66BF-08F3-1ECAA47FFAF2}"/>
              </a:ext>
            </a:extLst>
          </p:cNvPr>
          <p:cNvSpPr>
            <a:spLocks/>
          </p:cNvSpPr>
          <p:nvPr/>
        </p:nvSpPr>
        <p:spPr bwMode="auto">
          <a:xfrm>
            <a:off x="1368652" y="1856361"/>
            <a:ext cx="539750" cy="3175"/>
          </a:xfrm>
          <a:custGeom>
            <a:avLst/>
            <a:gdLst>
              <a:gd name="T0" fmla="*/ 0 w 340"/>
              <a:gd name="T1" fmla="*/ 2 h 2"/>
              <a:gd name="T2" fmla="*/ 340 w 340"/>
              <a:gd name="T3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40" h="2">
                <a:moveTo>
                  <a:pt x="0" y="2"/>
                </a:moveTo>
                <a:lnTo>
                  <a:pt x="340" y="0"/>
                </a:lnTo>
              </a:path>
            </a:pathLst>
          </a:custGeom>
          <a:noFill/>
          <a:ln w="19050" cap="flat" cmpd="sng">
            <a:solidFill>
              <a:schemeClr val="tx2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2" name="Freeform 29">
            <a:extLst>
              <a:ext uri="{FF2B5EF4-FFF2-40B4-BE49-F238E27FC236}">
                <a16:creationId xmlns:a16="http://schemas.microsoft.com/office/drawing/2014/main" id="{ACACB257-76EE-3FB8-26E1-A0D84162614F}"/>
              </a:ext>
            </a:extLst>
          </p:cNvPr>
          <p:cNvSpPr>
            <a:spLocks/>
          </p:cNvSpPr>
          <p:nvPr/>
        </p:nvSpPr>
        <p:spPr bwMode="auto">
          <a:xfrm>
            <a:off x="3629252" y="1861124"/>
            <a:ext cx="544512" cy="6350"/>
          </a:xfrm>
          <a:custGeom>
            <a:avLst/>
            <a:gdLst>
              <a:gd name="T0" fmla="*/ 0 w 343"/>
              <a:gd name="T1" fmla="*/ 4 h 4"/>
              <a:gd name="T2" fmla="*/ 343 w 343"/>
              <a:gd name="T3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43" h="4">
                <a:moveTo>
                  <a:pt x="0" y="4"/>
                </a:moveTo>
                <a:lnTo>
                  <a:pt x="343" y="0"/>
                </a:lnTo>
              </a:path>
            </a:pathLst>
          </a:custGeom>
          <a:noFill/>
          <a:ln w="19050" cap="flat" cmpd="sng">
            <a:solidFill>
              <a:schemeClr val="tx2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3" name="Line 30">
            <a:extLst>
              <a:ext uri="{FF2B5EF4-FFF2-40B4-BE49-F238E27FC236}">
                <a16:creationId xmlns:a16="http://schemas.microsoft.com/office/drawing/2014/main" id="{2C3356AB-A7AD-287E-7FAD-BDDB1DFEE6B4}"/>
              </a:ext>
            </a:extLst>
          </p:cNvPr>
          <p:cNvSpPr>
            <a:spLocks noChangeShapeType="1"/>
          </p:cNvSpPr>
          <p:nvPr/>
        </p:nvSpPr>
        <p:spPr bwMode="auto">
          <a:xfrm>
            <a:off x="5243739" y="1137224"/>
            <a:ext cx="0" cy="196850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4" name="Line 31">
            <a:extLst>
              <a:ext uri="{FF2B5EF4-FFF2-40B4-BE49-F238E27FC236}">
                <a16:creationId xmlns:a16="http://schemas.microsoft.com/office/drawing/2014/main" id="{5A031F72-5B42-B958-A369-354CBBEB8BE7}"/>
              </a:ext>
            </a:extLst>
          </p:cNvPr>
          <p:cNvSpPr>
            <a:spLocks noChangeShapeType="1"/>
          </p:cNvSpPr>
          <p:nvPr/>
        </p:nvSpPr>
        <p:spPr bwMode="auto">
          <a:xfrm>
            <a:off x="6980464" y="1137224"/>
            <a:ext cx="0" cy="196850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5" name="Line 32">
            <a:extLst>
              <a:ext uri="{FF2B5EF4-FFF2-40B4-BE49-F238E27FC236}">
                <a16:creationId xmlns:a16="http://schemas.microsoft.com/office/drawing/2014/main" id="{5A1415A3-E8AA-13C8-53AF-8768B6E3AF6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38727" y="4221736"/>
            <a:ext cx="935037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6" name="Line 33">
            <a:extLst>
              <a:ext uri="{FF2B5EF4-FFF2-40B4-BE49-F238E27FC236}">
                <a16:creationId xmlns:a16="http://schemas.microsoft.com/office/drawing/2014/main" id="{5C592525-E355-1228-3406-4D40571C7FB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38727" y="5534599"/>
            <a:ext cx="935037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7" name="Line 34">
            <a:extLst>
              <a:ext uri="{FF2B5EF4-FFF2-40B4-BE49-F238E27FC236}">
                <a16:creationId xmlns:a16="http://schemas.microsoft.com/office/drawing/2014/main" id="{FEA9D182-C52B-C5E7-48F4-01FB1A55E9C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68652" y="4221736"/>
            <a:ext cx="935037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8" name="Line 35">
            <a:extLst>
              <a:ext uri="{FF2B5EF4-FFF2-40B4-BE49-F238E27FC236}">
                <a16:creationId xmlns:a16="http://schemas.microsoft.com/office/drawing/2014/main" id="{556E0C46-6239-4A7D-3DD8-A3AFA01E0CD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68652" y="5534599"/>
            <a:ext cx="935037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9" name="Freeform 36">
            <a:extLst>
              <a:ext uri="{FF2B5EF4-FFF2-40B4-BE49-F238E27FC236}">
                <a16:creationId xmlns:a16="http://schemas.microsoft.com/office/drawing/2014/main" id="{130E06D2-1AB4-AAB8-B4FC-CE8F5F128DEB}"/>
              </a:ext>
            </a:extLst>
          </p:cNvPr>
          <p:cNvSpPr>
            <a:spLocks/>
          </p:cNvSpPr>
          <p:nvPr/>
        </p:nvSpPr>
        <p:spPr bwMode="auto">
          <a:xfrm>
            <a:off x="1900464" y="1867474"/>
            <a:ext cx="393700" cy="1304925"/>
          </a:xfrm>
          <a:custGeom>
            <a:avLst/>
            <a:gdLst>
              <a:gd name="T0" fmla="*/ 13 w 248"/>
              <a:gd name="T1" fmla="*/ 0 h 822"/>
              <a:gd name="T2" fmla="*/ 90 w 248"/>
              <a:gd name="T3" fmla="*/ 73 h 822"/>
              <a:gd name="T4" fmla="*/ 187 w 248"/>
              <a:gd name="T5" fmla="*/ 168 h 822"/>
              <a:gd name="T6" fmla="*/ 238 w 248"/>
              <a:gd name="T7" fmla="*/ 299 h 822"/>
              <a:gd name="T8" fmla="*/ 245 w 248"/>
              <a:gd name="T9" fmla="*/ 412 h 822"/>
              <a:gd name="T10" fmla="*/ 231 w 248"/>
              <a:gd name="T11" fmla="*/ 510 h 822"/>
              <a:gd name="T12" fmla="*/ 217 w 248"/>
              <a:gd name="T13" fmla="*/ 595 h 822"/>
              <a:gd name="T14" fmla="*/ 175 w 248"/>
              <a:gd name="T15" fmla="*/ 666 h 822"/>
              <a:gd name="T16" fmla="*/ 104 w 248"/>
              <a:gd name="T17" fmla="*/ 750 h 822"/>
              <a:gd name="T18" fmla="*/ 0 w 248"/>
              <a:gd name="T19" fmla="*/ 822 h 8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48" h="822">
                <a:moveTo>
                  <a:pt x="13" y="0"/>
                </a:moveTo>
                <a:cubicBezTo>
                  <a:pt x="27" y="12"/>
                  <a:pt x="61" y="45"/>
                  <a:pt x="90" y="73"/>
                </a:cubicBezTo>
                <a:cubicBezTo>
                  <a:pt x="119" y="101"/>
                  <a:pt x="162" y="130"/>
                  <a:pt x="187" y="168"/>
                </a:cubicBezTo>
                <a:cubicBezTo>
                  <a:pt x="212" y="206"/>
                  <a:pt x="228" y="259"/>
                  <a:pt x="238" y="299"/>
                </a:cubicBezTo>
                <a:cubicBezTo>
                  <a:pt x="248" y="339"/>
                  <a:pt x="246" y="377"/>
                  <a:pt x="245" y="412"/>
                </a:cubicBezTo>
                <a:cubicBezTo>
                  <a:pt x="244" y="447"/>
                  <a:pt x="236" y="480"/>
                  <a:pt x="231" y="510"/>
                </a:cubicBezTo>
                <a:cubicBezTo>
                  <a:pt x="226" y="540"/>
                  <a:pt x="226" y="569"/>
                  <a:pt x="217" y="595"/>
                </a:cubicBezTo>
                <a:cubicBezTo>
                  <a:pt x="208" y="621"/>
                  <a:pt x="194" y="640"/>
                  <a:pt x="175" y="666"/>
                </a:cubicBezTo>
                <a:cubicBezTo>
                  <a:pt x="156" y="692"/>
                  <a:pt x="133" y="724"/>
                  <a:pt x="104" y="750"/>
                </a:cubicBezTo>
                <a:cubicBezTo>
                  <a:pt x="75" y="776"/>
                  <a:pt x="22" y="807"/>
                  <a:pt x="0" y="822"/>
                </a:cubicBezTo>
              </a:path>
            </a:pathLst>
          </a:custGeom>
          <a:noFill/>
          <a:ln w="19050" cap="flat" cmpd="sng">
            <a:solidFill>
              <a:schemeClr val="tx2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0" name="Freeform 37">
            <a:extLst>
              <a:ext uri="{FF2B5EF4-FFF2-40B4-BE49-F238E27FC236}">
                <a16:creationId xmlns:a16="http://schemas.microsoft.com/office/drawing/2014/main" id="{63CD41F6-630A-1224-02F7-8721AB23E30E}"/>
              </a:ext>
            </a:extLst>
          </p:cNvPr>
          <p:cNvSpPr>
            <a:spLocks/>
          </p:cNvSpPr>
          <p:nvPr/>
        </p:nvSpPr>
        <p:spPr bwMode="auto">
          <a:xfrm>
            <a:off x="1938564" y="3477199"/>
            <a:ext cx="1685925" cy="3175"/>
          </a:xfrm>
          <a:custGeom>
            <a:avLst/>
            <a:gdLst>
              <a:gd name="T0" fmla="*/ 0 w 1062"/>
              <a:gd name="T1" fmla="*/ 0 h 2"/>
              <a:gd name="T2" fmla="*/ 1062 w 1062"/>
              <a:gd name="T3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062" h="2">
                <a:moveTo>
                  <a:pt x="0" y="0"/>
                </a:moveTo>
                <a:lnTo>
                  <a:pt x="1062" y="2"/>
                </a:lnTo>
              </a:path>
            </a:pathLst>
          </a:custGeom>
          <a:noFill/>
          <a:ln w="5715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1" name="Freeform 38">
            <a:extLst>
              <a:ext uri="{FF2B5EF4-FFF2-40B4-BE49-F238E27FC236}">
                <a16:creationId xmlns:a16="http://schemas.microsoft.com/office/drawing/2014/main" id="{C6C70337-E8ED-CA70-CF3C-7EBDEBCA675E}"/>
              </a:ext>
            </a:extLst>
          </p:cNvPr>
          <p:cNvSpPr>
            <a:spLocks/>
          </p:cNvSpPr>
          <p:nvPr/>
        </p:nvSpPr>
        <p:spPr bwMode="auto">
          <a:xfrm>
            <a:off x="3253014" y="1876999"/>
            <a:ext cx="390525" cy="1314450"/>
          </a:xfrm>
          <a:custGeom>
            <a:avLst/>
            <a:gdLst>
              <a:gd name="T0" fmla="*/ 239 w 246"/>
              <a:gd name="T1" fmla="*/ 0 h 828"/>
              <a:gd name="T2" fmla="*/ 156 w 246"/>
              <a:gd name="T3" fmla="*/ 79 h 828"/>
              <a:gd name="T4" fmla="*/ 69 w 246"/>
              <a:gd name="T5" fmla="*/ 187 h 828"/>
              <a:gd name="T6" fmla="*/ 19 w 246"/>
              <a:gd name="T7" fmla="*/ 300 h 828"/>
              <a:gd name="T8" fmla="*/ 1 w 246"/>
              <a:gd name="T9" fmla="*/ 418 h 828"/>
              <a:gd name="T10" fmla="*/ 15 w 246"/>
              <a:gd name="T11" fmla="*/ 516 h 828"/>
              <a:gd name="T12" fmla="*/ 29 w 246"/>
              <a:gd name="T13" fmla="*/ 601 h 828"/>
              <a:gd name="T14" fmla="*/ 71 w 246"/>
              <a:gd name="T15" fmla="*/ 672 h 828"/>
              <a:gd name="T16" fmla="*/ 142 w 246"/>
              <a:gd name="T17" fmla="*/ 756 h 828"/>
              <a:gd name="T18" fmla="*/ 246 w 246"/>
              <a:gd name="T19" fmla="*/ 828 h 8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46" h="828">
                <a:moveTo>
                  <a:pt x="239" y="0"/>
                </a:moveTo>
                <a:cubicBezTo>
                  <a:pt x="227" y="13"/>
                  <a:pt x="184" y="48"/>
                  <a:pt x="156" y="79"/>
                </a:cubicBezTo>
                <a:cubicBezTo>
                  <a:pt x="128" y="110"/>
                  <a:pt x="92" y="150"/>
                  <a:pt x="69" y="187"/>
                </a:cubicBezTo>
                <a:cubicBezTo>
                  <a:pt x="46" y="224"/>
                  <a:pt x="30" y="262"/>
                  <a:pt x="19" y="300"/>
                </a:cubicBezTo>
                <a:cubicBezTo>
                  <a:pt x="8" y="338"/>
                  <a:pt x="2" y="382"/>
                  <a:pt x="1" y="418"/>
                </a:cubicBezTo>
                <a:cubicBezTo>
                  <a:pt x="0" y="454"/>
                  <a:pt x="10" y="486"/>
                  <a:pt x="15" y="516"/>
                </a:cubicBezTo>
                <a:cubicBezTo>
                  <a:pt x="20" y="546"/>
                  <a:pt x="20" y="575"/>
                  <a:pt x="29" y="601"/>
                </a:cubicBezTo>
                <a:cubicBezTo>
                  <a:pt x="38" y="627"/>
                  <a:pt x="52" y="646"/>
                  <a:pt x="71" y="672"/>
                </a:cubicBezTo>
                <a:cubicBezTo>
                  <a:pt x="90" y="698"/>
                  <a:pt x="113" y="730"/>
                  <a:pt x="142" y="756"/>
                </a:cubicBezTo>
                <a:cubicBezTo>
                  <a:pt x="171" y="782"/>
                  <a:pt x="224" y="813"/>
                  <a:pt x="246" y="828"/>
                </a:cubicBezTo>
              </a:path>
            </a:pathLst>
          </a:custGeom>
          <a:noFill/>
          <a:ln w="19050" cap="flat" cmpd="sng">
            <a:solidFill>
              <a:schemeClr val="tx2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2" name="Text Box 39">
            <a:extLst>
              <a:ext uri="{FF2B5EF4-FFF2-40B4-BE49-F238E27FC236}">
                <a16:creationId xmlns:a16="http://schemas.microsoft.com/office/drawing/2014/main" id="{6AF009D4-7BF0-F654-097E-323DAA0A51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9551" y="4417358"/>
            <a:ext cx="380206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/>
            <a:r>
              <a:rPr lang="en-US" altLang="zh-CN" sz="2400" dirty="0"/>
              <a:t>    </a:t>
            </a:r>
            <a:r>
              <a:rPr lang="zh-CN" altLang="en-US" sz="2400" dirty="0"/>
              <a:t>无轮是两外表面相贯，还是一内表面和一外表面相贯，或者两内表面相贯，求相贯线的方法和思路是相同的。</a:t>
            </a:r>
            <a:endParaRPr lang="zh-CN" altLang="en-US" sz="2400" b="0" dirty="0"/>
          </a:p>
        </p:txBody>
      </p:sp>
      <p:sp>
        <p:nvSpPr>
          <p:cNvPr id="43" name="Text Box 40">
            <a:extLst>
              <a:ext uri="{FF2B5EF4-FFF2-40B4-BE49-F238E27FC236}">
                <a16:creationId xmlns:a16="http://schemas.microsoft.com/office/drawing/2014/main" id="{CA2AC616-402E-19FA-F259-3A0760D477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9714" y="3859047"/>
            <a:ext cx="1343638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zh-CN" altLang="en-US" sz="2800" b="1">
                <a:solidFill>
                  <a:srgbClr val="C00000"/>
                </a:solidFill>
                <a:latin typeface="Times New Roman" panose="02020603050405020304" pitchFamily="18" charset="0"/>
              </a:rPr>
              <a:t>小</a:t>
            </a:r>
            <a:r>
              <a:rPr lang="zh-CN" altLang="en-US" sz="2800" b="1">
                <a:solidFill>
                  <a:srgbClr val="C00000"/>
                </a:solidFill>
              </a:rPr>
              <a:t> </a:t>
            </a:r>
            <a:r>
              <a:rPr lang="zh-CN" altLang="en-US" sz="2800" b="1">
                <a:solidFill>
                  <a:srgbClr val="C00000"/>
                </a:solidFill>
                <a:latin typeface="Times New Roman" panose="02020603050405020304" pitchFamily="18" charset="0"/>
              </a:rPr>
              <a:t>结：</a:t>
            </a:r>
          </a:p>
        </p:txBody>
      </p:sp>
      <p:sp>
        <p:nvSpPr>
          <p:cNvPr id="44" name="Freeform 41">
            <a:extLst>
              <a:ext uri="{FF2B5EF4-FFF2-40B4-BE49-F238E27FC236}">
                <a16:creationId xmlns:a16="http://schemas.microsoft.com/office/drawing/2014/main" id="{C86FEAD3-28A5-7A11-DBC2-4AA2AC76BB31}"/>
              </a:ext>
            </a:extLst>
          </p:cNvPr>
          <p:cNvSpPr>
            <a:spLocks/>
          </p:cNvSpPr>
          <p:nvPr/>
        </p:nvSpPr>
        <p:spPr bwMode="auto">
          <a:xfrm>
            <a:off x="1897289" y="3078736"/>
            <a:ext cx="1738313" cy="406400"/>
          </a:xfrm>
          <a:custGeom>
            <a:avLst/>
            <a:gdLst>
              <a:gd name="T0" fmla="*/ 0 w 1095"/>
              <a:gd name="T1" fmla="*/ 251 h 256"/>
              <a:gd name="T2" fmla="*/ 78 w 1095"/>
              <a:gd name="T3" fmla="*/ 199 h 256"/>
              <a:gd name="T4" fmla="*/ 182 w 1095"/>
              <a:gd name="T5" fmla="*/ 132 h 256"/>
              <a:gd name="T6" fmla="*/ 298 w 1095"/>
              <a:gd name="T7" fmla="*/ 74 h 256"/>
              <a:gd name="T8" fmla="*/ 400 w 1095"/>
              <a:gd name="T9" fmla="*/ 30 h 256"/>
              <a:gd name="T10" fmla="*/ 530 w 1095"/>
              <a:gd name="T11" fmla="*/ 2 h 256"/>
              <a:gd name="T12" fmla="*/ 629 w 1095"/>
              <a:gd name="T13" fmla="*/ 16 h 256"/>
              <a:gd name="T14" fmla="*/ 720 w 1095"/>
              <a:gd name="T15" fmla="*/ 45 h 256"/>
              <a:gd name="T16" fmla="*/ 836 w 1095"/>
              <a:gd name="T17" fmla="*/ 96 h 256"/>
              <a:gd name="T18" fmla="*/ 916 w 1095"/>
              <a:gd name="T19" fmla="*/ 154 h 256"/>
              <a:gd name="T20" fmla="*/ 1011 w 1095"/>
              <a:gd name="T21" fmla="*/ 219 h 256"/>
              <a:gd name="T22" fmla="*/ 1095 w 1095"/>
              <a:gd name="T23" fmla="*/ 256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095" h="256">
                <a:moveTo>
                  <a:pt x="0" y="251"/>
                </a:moveTo>
                <a:cubicBezTo>
                  <a:pt x="13" y="245"/>
                  <a:pt x="48" y="219"/>
                  <a:pt x="78" y="199"/>
                </a:cubicBezTo>
                <a:cubicBezTo>
                  <a:pt x="108" y="179"/>
                  <a:pt x="145" y="153"/>
                  <a:pt x="182" y="132"/>
                </a:cubicBezTo>
                <a:cubicBezTo>
                  <a:pt x="219" y="111"/>
                  <a:pt x="262" y="91"/>
                  <a:pt x="298" y="74"/>
                </a:cubicBezTo>
                <a:cubicBezTo>
                  <a:pt x="334" y="57"/>
                  <a:pt x="362" y="42"/>
                  <a:pt x="400" y="30"/>
                </a:cubicBezTo>
                <a:cubicBezTo>
                  <a:pt x="438" y="18"/>
                  <a:pt x="492" y="4"/>
                  <a:pt x="530" y="2"/>
                </a:cubicBezTo>
                <a:cubicBezTo>
                  <a:pt x="568" y="0"/>
                  <a:pt x="597" y="9"/>
                  <a:pt x="629" y="16"/>
                </a:cubicBezTo>
                <a:cubicBezTo>
                  <a:pt x="661" y="23"/>
                  <a:pt x="686" y="32"/>
                  <a:pt x="720" y="45"/>
                </a:cubicBezTo>
                <a:cubicBezTo>
                  <a:pt x="754" y="58"/>
                  <a:pt x="803" y="78"/>
                  <a:pt x="836" y="96"/>
                </a:cubicBezTo>
                <a:cubicBezTo>
                  <a:pt x="869" y="114"/>
                  <a:pt x="887" y="134"/>
                  <a:pt x="916" y="154"/>
                </a:cubicBezTo>
                <a:cubicBezTo>
                  <a:pt x="945" y="174"/>
                  <a:pt x="981" y="202"/>
                  <a:pt x="1011" y="219"/>
                </a:cubicBezTo>
                <a:cubicBezTo>
                  <a:pt x="1041" y="236"/>
                  <a:pt x="1078" y="248"/>
                  <a:pt x="1095" y="256"/>
                </a:cubicBezTo>
              </a:path>
            </a:pathLst>
          </a:custGeom>
          <a:noFill/>
          <a:ln w="3810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45" name="Group 42">
            <a:extLst>
              <a:ext uri="{FF2B5EF4-FFF2-40B4-BE49-F238E27FC236}">
                <a16:creationId xmlns:a16="http://schemas.microsoft.com/office/drawing/2014/main" id="{F871F43B-DE1A-5295-A325-FB71F647FAB3}"/>
              </a:ext>
            </a:extLst>
          </p:cNvPr>
          <p:cNvGrpSpPr>
            <a:grpSpLocks/>
          </p:cNvGrpSpPr>
          <p:nvPr/>
        </p:nvGrpSpPr>
        <p:grpSpPr bwMode="auto">
          <a:xfrm>
            <a:off x="7474177" y="908624"/>
            <a:ext cx="1557337" cy="1566862"/>
            <a:chOff x="4379" y="523"/>
            <a:chExt cx="981" cy="987"/>
          </a:xfrm>
        </p:grpSpPr>
        <p:sp>
          <p:nvSpPr>
            <p:cNvPr id="46" name="Freeform 43">
              <a:extLst>
                <a:ext uri="{FF2B5EF4-FFF2-40B4-BE49-F238E27FC236}">
                  <a16:creationId xmlns:a16="http://schemas.microsoft.com/office/drawing/2014/main" id="{57F9C636-8F48-F10E-F6B6-0537E7D7BD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9" y="595"/>
              <a:ext cx="911" cy="880"/>
            </a:xfrm>
            <a:custGeom>
              <a:avLst/>
              <a:gdLst>
                <a:gd name="T0" fmla="*/ 0 w 911"/>
                <a:gd name="T1" fmla="*/ 332 h 880"/>
                <a:gd name="T2" fmla="*/ 125 w 911"/>
                <a:gd name="T3" fmla="*/ 259 h 880"/>
                <a:gd name="T4" fmla="*/ 609 w 911"/>
                <a:gd name="T5" fmla="*/ 430 h 880"/>
                <a:gd name="T6" fmla="*/ 689 w 911"/>
                <a:gd name="T7" fmla="*/ 238 h 880"/>
                <a:gd name="T8" fmla="*/ 636 w 911"/>
                <a:gd name="T9" fmla="*/ 0 h 880"/>
                <a:gd name="T10" fmla="*/ 681 w 911"/>
                <a:gd name="T11" fmla="*/ 16 h 880"/>
                <a:gd name="T12" fmla="*/ 716 w 911"/>
                <a:gd name="T13" fmla="*/ 32 h 880"/>
                <a:gd name="T14" fmla="*/ 748 w 911"/>
                <a:gd name="T15" fmla="*/ 54 h 880"/>
                <a:gd name="T16" fmla="*/ 780 w 911"/>
                <a:gd name="T17" fmla="*/ 80 h 880"/>
                <a:gd name="T18" fmla="*/ 807 w 911"/>
                <a:gd name="T19" fmla="*/ 107 h 880"/>
                <a:gd name="T20" fmla="*/ 836 w 911"/>
                <a:gd name="T21" fmla="*/ 147 h 880"/>
                <a:gd name="T22" fmla="*/ 857 w 911"/>
                <a:gd name="T23" fmla="*/ 179 h 880"/>
                <a:gd name="T24" fmla="*/ 877 w 911"/>
                <a:gd name="T25" fmla="*/ 218 h 880"/>
                <a:gd name="T26" fmla="*/ 893 w 911"/>
                <a:gd name="T27" fmla="*/ 261 h 880"/>
                <a:gd name="T28" fmla="*/ 903 w 911"/>
                <a:gd name="T29" fmla="*/ 300 h 880"/>
                <a:gd name="T30" fmla="*/ 911 w 911"/>
                <a:gd name="T31" fmla="*/ 353 h 880"/>
                <a:gd name="T32" fmla="*/ 908 w 911"/>
                <a:gd name="T33" fmla="*/ 401 h 880"/>
                <a:gd name="T34" fmla="*/ 902 w 911"/>
                <a:gd name="T35" fmla="*/ 462 h 880"/>
                <a:gd name="T36" fmla="*/ 880 w 911"/>
                <a:gd name="T37" fmla="*/ 518 h 880"/>
                <a:gd name="T38" fmla="*/ 830 w 911"/>
                <a:gd name="T39" fmla="*/ 562 h 880"/>
                <a:gd name="T40" fmla="*/ 663 w 911"/>
                <a:gd name="T41" fmla="*/ 665 h 880"/>
                <a:gd name="T42" fmla="*/ 591 w 911"/>
                <a:gd name="T43" fmla="*/ 665 h 880"/>
                <a:gd name="T44" fmla="*/ 543 w 911"/>
                <a:gd name="T45" fmla="*/ 695 h 880"/>
                <a:gd name="T46" fmla="*/ 507 w 911"/>
                <a:gd name="T47" fmla="*/ 743 h 880"/>
                <a:gd name="T48" fmla="*/ 290 w 911"/>
                <a:gd name="T49" fmla="*/ 880 h 880"/>
                <a:gd name="T50" fmla="*/ 241 w 911"/>
                <a:gd name="T51" fmla="*/ 433 h 880"/>
                <a:gd name="T52" fmla="*/ 0 w 911"/>
                <a:gd name="T53" fmla="*/ 332 h 8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911" h="880">
                  <a:moveTo>
                    <a:pt x="0" y="332"/>
                  </a:moveTo>
                  <a:lnTo>
                    <a:pt x="125" y="259"/>
                  </a:lnTo>
                  <a:lnTo>
                    <a:pt x="609" y="430"/>
                  </a:lnTo>
                  <a:lnTo>
                    <a:pt x="689" y="238"/>
                  </a:lnTo>
                  <a:lnTo>
                    <a:pt x="636" y="0"/>
                  </a:lnTo>
                  <a:lnTo>
                    <a:pt x="681" y="16"/>
                  </a:lnTo>
                  <a:lnTo>
                    <a:pt x="716" y="32"/>
                  </a:lnTo>
                  <a:lnTo>
                    <a:pt x="748" y="54"/>
                  </a:lnTo>
                  <a:lnTo>
                    <a:pt x="780" y="80"/>
                  </a:lnTo>
                  <a:lnTo>
                    <a:pt x="807" y="107"/>
                  </a:lnTo>
                  <a:lnTo>
                    <a:pt x="836" y="147"/>
                  </a:lnTo>
                  <a:lnTo>
                    <a:pt x="857" y="179"/>
                  </a:lnTo>
                  <a:lnTo>
                    <a:pt x="877" y="218"/>
                  </a:lnTo>
                  <a:lnTo>
                    <a:pt x="893" y="261"/>
                  </a:lnTo>
                  <a:lnTo>
                    <a:pt x="903" y="300"/>
                  </a:lnTo>
                  <a:lnTo>
                    <a:pt x="911" y="353"/>
                  </a:lnTo>
                  <a:lnTo>
                    <a:pt x="908" y="401"/>
                  </a:lnTo>
                  <a:lnTo>
                    <a:pt x="902" y="462"/>
                  </a:lnTo>
                  <a:lnTo>
                    <a:pt x="880" y="518"/>
                  </a:lnTo>
                  <a:lnTo>
                    <a:pt x="830" y="562"/>
                  </a:lnTo>
                  <a:lnTo>
                    <a:pt x="663" y="665"/>
                  </a:lnTo>
                  <a:lnTo>
                    <a:pt x="591" y="665"/>
                  </a:lnTo>
                  <a:lnTo>
                    <a:pt x="543" y="695"/>
                  </a:lnTo>
                  <a:lnTo>
                    <a:pt x="507" y="743"/>
                  </a:lnTo>
                  <a:lnTo>
                    <a:pt x="290" y="880"/>
                  </a:lnTo>
                  <a:lnTo>
                    <a:pt x="241" y="433"/>
                  </a:lnTo>
                  <a:lnTo>
                    <a:pt x="0" y="332"/>
                  </a:lnTo>
                  <a:close/>
                </a:path>
              </a:pathLst>
            </a:custGeom>
            <a:gradFill rotWithShape="0">
              <a:gsLst>
                <a:gs pos="0">
                  <a:srgbClr val="339933">
                    <a:gamma/>
                    <a:shade val="46275"/>
                    <a:invGamma/>
                  </a:srgbClr>
                </a:gs>
                <a:gs pos="50000">
                  <a:srgbClr val="339933"/>
                </a:gs>
                <a:gs pos="100000">
                  <a:srgbClr val="339933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7" name="Freeform 44">
              <a:extLst>
                <a:ext uri="{FF2B5EF4-FFF2-40B4-BE49-F238E27FC236}">
                  <a16:creationId xmlns:a16="http://schemas.microsoft.com/office/drawing/2014/main" id="{1FACE622-C03D-EE7C-B85C-F23B38618A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9" y="694"/>
              <a:ext cx="594" cy="451"/>
            </a:xfrm>
            <a:custGeom>
              <a:avLst/>
              <a:gdLst>
                <a:gd name="T0" fmla="*/ 0 w 2664"/>
                <a:gd name="T1" fmla="*/ 0 h 2028"/>
                <a:gd name="T2" fmla="*/ 0 w 2664"/>
                <a:gd name="T3" fmla="*/ 756 h 2028"/>
                <a:gd name="T4" fmla="*/ 204 w 2664"/>
                <a:gd name="T5" fmla="*/ 864 h 2028"/>
                <a:gd name="T6" fmla="*/ 420 w 2664"/>
                <a:gd name="T7" fmla="*/ 960 h 2028"/>
                <a:gd name="T8" fmla="*/ 648 w 2664"/>
                <a:gd name="T9" fmla="*/ 1056 h 2028"/>
                <a:gd name="T10" fmla="*/ 948 w 2664"/>
                <a:gd name="T11" fmla="*/ 1176 h 2028"/>
                <a:gd name="T12" fmla="*/ 1248 w 2664"/>
                <a:gd name="T13" fmla="*/ 1284 h 2028"/>
                <a:gd name="T14" fmla="*/ 1440 w 2664"/>
                <a:gd name="T15" fmla="*/ 1368 h 2028"/>
                <a:gd name="T16" fmla="*/ 1620 w 2664"/>
                <a:gd name="T17" fmla="*/ 1452 h 2028"/>
                <a:gd name="T18" fmla="*/ 1908 w 2664"/>
                <a:gd name="T19" fmla="*/ 1608 h 2028"/>
                <a:gd name="T20" fmla="*/ 2064 w 2664"/>
                <a:gd name="T21" fmla="*/ 1740 h 2028"/>
                <a:gd name="T22" fmla="*/ 2184 w 2664"/>
                <a:gd name="T23" fmla="*/ 1848 h 2028"/>
                <a:gd name="T24" fmla="*/ 2268 w 2664"/>
                <a:gd name="T25" fmla="*/ 1956 h 2028"/>
                <a:gd name="T26" fmla="*/ 2340 w 2664"/>
                <a:gd name="T27" fmla="*/ 2028 h 2028"/>
                <a:gd name="T28" fmla="*/ 2400 w 2664"/>
                <a:gd name="T29" fmla="*/ 1800 h 2028"/>
                <a:gd name="T30" fmla="*/ 2460 w 2664"/>
                <a:gd name="T31" fmla="*/ 1584 h 2028"/>
                <a:gd name="T32" fmla="*/ 2520 w 2664"/>
                <a:gd name="T33" fmla="*/ 1380 h 2028"/>
                <a:gd name="T34" fmla="*/ 2568 w 2664"/>
                <a:gd name="T35" fmla="*/ 1188 h 2028"/>
                <a:gd name="T36" fmla="*/ 2616 w 2664"/>
                <a:gd name="T37" fmla="*/ 936 h 2028"/>
                <a:gd name="T38" fmla="*/ 2628 w 2664"/>
                <a:gd name="T39" fmla="*/ 768 h 2028"/>
                <a:gd name="T40" fmla="*/ 2652 w 2664"/>
                <a:gd name="T41" fmla="*/ 564 h 2028"/>
                <a:gd name="T42" fmla="*/ 2664 w 2664"/>
                <a:gd name="T43" fmla="*/ 468 h 2028"/>
                <a:gd name="T44" fmla="*/ 2664 w 2664"/>
                <a:gd name="T45" fmla="*/ 12 h 2028"/>
                <a:gd name="T46" fmla="*/ 0 w 2664"/>
                <a:gd name="T47" fmla="*/ 0 h 20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664" h="2028">
                  <a:moveTo>
                    <a:pt x="0" y="0"/>
                  </a:moveTo>
                  <a:lnTo>
                    <a:pt x="0" y="756"/>
                  </a:lnTo>
                  <a:lnTo>
                    <a:pt x="204" y="864"/>
                  </a:lnTo>
                  <a:lnTo>
                    <a:pt x="420" y="960"/>
                  </a:lnTo>
                  <a:lnTo>
                    <a:pt x="648" y="1056"/>
                  </a:lnTo>
                  <a:lnTo>
                    <a:pt x="948" y="1176"/>
                  </a:lnTo>
                  <a:lnTo>
                    <a:pt x="1248" y="1284"/>
                  </a:lnTo>
                  <a:lnTo>
                    <a:pt x="1440" y="1368"/>
                  </a:lnTo>
                  <a:lnTo>
                    <a:pt x="1620" y="1452"/>
                  </a:lnTo>
                  <a:lnTo>
                    <a:pt x="1908" y="1608"/>
                  </a:lnTo>
                  <a:lnTo>
                    <a:pt x="2064" y="1740"/>
                  </a:lnTo>
                  <a:lnTo>
                    <a:pt x="2184" y="1848"/>
                  </a:lnTo>
                  <a:lnTo>
                    <a:pt x="2268" y="1956"/>
                  </a:lnTo>
                  <a:lnTo>
                    <a:pt x="2340" y="2028"/>
                  </a:lnTo>
                  <a:lnTo>
                    <a:pt x="2400" y="1800"/>
                  </a:lnTo>
                  <a:lnTo>
                    <a:pt x="2460" y="1584"/>
                  </a:lnTo>
                  <a:lnTo>
                    <a:pt x="2520" y="1380"/>
                  </a:lnTo>
                  <a:lnTo>
                    <a:pt x="2568" y="1188"/>
                  </a:lnTo>
                  <a:lnTo>
                    <a:pt x="2616" y="936"/>
                  </a:lnTo>
                  <a:lnTo>
                    <a:pt x="2628" y="768"/>
                  </a:lnTo>
                  <a:lnTo>
                    <a:pt x="2652" y="564"/>
                  </a:lnTo>
                  <a:lnTo>
                    <a:pt x="2664" y="468"/>
                  </a:lnTo>
                  <a:lnTo>
                    <a:pt x="2664" y="12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CC0000">
                    <a:gamma/>
                    <a:shade val="46275"/>
                    <a:invGamma/>
                  </a:srgbClr>
                </a:gs>
                <a:gs pos="50000">
                  <a:srgbClr val="CC0000"/>
                </a:gs>
                <a:gs pos="100000">
                  <a:srgbClr val="CC0000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8" name="Oval 45">
              <a:extLst>
                <a:ext uri="{FF2B5EF4-FFF2-40B4-BE49-F238E27FC236}">
                  <a16:creationId xmlns:a16="http://schemas.microsoft.com/office/drawing/2014/main" id="{A6A4C91F-B9CA-FB4A-26E4-47BEF28A54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9" y="523"/>
              <a:ext cx="594" cy="374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9" name="Oval 46">
              <a:extLst>
                <a:ext uri="{FF2B5EF4-FFF2-40B4-BE49-F238E27FC236}">
                  <a16:creationId xmlns:a16="http://schemas.microsoft.com/office/drawing/2014/main" id="{26CC5619-FCD0-123A-6D87-FD2D015996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574"/>
              <a:ext cx="414" cy="262"/>
            </a:xfrm>
            <a:prstGeom prst="ellipse">
              <a:avLst/>
            </a:prstGeom>
            <a:gradFill rotWithShape="0">
              <a:gsLst>
                <a:gs pos="0">
                  <a:srgbClr val="FFCC66">
                    <a:gamma/>
                    <a:shade val="41176"/>
                    <a:invGamma/>
                  </a:srgbClr>
                </a:gs>
                <a:gs pos="50000">
                  <a:srgbClr val="FFCC66"/>
                </a:gs>
                <a:gs pos="100000">
                  <a:srgbClr val="FFCC66">
                    <a:gamma/>
                    <a:shade val="41176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0" name="Oval 47">
              <a:extLst>
                <a:ext uri="{FF2B5EF4-FFF2-40B4-BE49-F238E27FC236}">
                  <a16:creationId xmlns:a16="http://schemas.microsoft.com/office/drawing/2014/main" id="{5E56640F-5A0B-C609-A146-A2F138EB735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458305">
              <a:off x="4379" y="893"/>
              <a:ext cx="423" cy="61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1" name="Oval 48">
              <a:extLst>
                <a:ext uri="{FF2B5EF4-FFF2-40B4-BE49-F238E27FC236}">
                  <a16:creationId xmlns:a16="http://schemas.microsoft.com/office/drawing/2014/main" id="{71562CB3-9F27-22E6-9406-E1ACD044E53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603964">
              <a:off x="4482" y="1028"/>
              <a:ext cx="218" cy="337"/>
            </a:xfrm>
            <a:prstGeom prst="ellipse">
              <a:avLst/>
            </a:prstGeom>
            <a:gradFill rotWithShape="0">
              <a:gsLst>
                <a:gs pos="0">
                  <a:srgbClr val="00FF00">
                    <a:gamma/>
                    <a:shade val="65882"/>
                    <a:invGamma/>
                  </a:srgbClr>
                </a:gs>
                <a:gs pos="50000">
                  <a:srgbClr val="00FF00"/>
                </a:gs>
                <a:gs pos="100000">
                  <a:srgbClr val="00FF00">
                    <a:gamma/>
                    <a:shade val="65882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52" name="Group 49">
            <a:extLst>
              <a:ext uri="{FF2B5EF4-FFF2-40B4-BE49-F238E27FC236}">
                <a16:creationId xmlns:a16="http://schemas.microsoft.com/office/drawing/2014/main" id="{DCC59E31-C27F-4EFF-5726-181926E0DAD3}"/>
              </a:ext>
            </a:extLst>
          </p:cNvPr>
          <p:cNvGrpSpPr>
            <a:grpSpLocks/>
          </p:cNvGrpSpPr>
          <p:nvPr/>
        </p:nvGrpSpPr>
        <p:grpSpPr bwMode="auto">
          <a:xfrm>
            <a:off x="7364639" y="2642174"/>
            <a:ext cx="1868488" cy="1697037"/>
            <a:chOff x="2917" y="340"/>
            <a:chExt cx="1177" cy="1069"/>
          </a:xfrm>
        </p:grpSpPr>
        <p:sp>
          <p:nvSpPr>
            <p:cNvPr id="53" name="Freeform 50">
              <a:extLst>
                <a:ext uri="{FF2B5EF4-FFF2-40B4-BE49-F238E27FC236}">
                  <a16:creationId xmlns:a16="http://schemas.microsoft.com/office/drawing/2014/main" id="{39E8FA85-BB6D-8CE6-8FDE-20A76E3A3B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4" y="725"/>
              <a:ext cx="293" cy="154"/>
            </a:xfrm>
            <a:custGeom>
              <a:avLst/>
              <a:gdLst>
                <a:gd name="T0" fmla="*/ 0 w 630"/>
                <a:gd name="T1" fmla="*/ 276 h 330"/>
                <a:gd name="T2" fmla="*/ 450 w 630"/>
                <a:gd name="T3" fmla="*/ 0 h 330"/>
                <a:gd name="T4" fmla="*/ 630 w 630"/>
                <a:gd name="T5" fmla="*/ 132 h 330"/>
                <a:gd name="T6" fmla="*/ 330 w 630"/>
                <a:gd name="T7" fmla="*/ 330 h 330"/>
                <a:gd name="T8" fmla="*/ 0 w 630"/>
                <a:gd name="T9" fmla="*/ 276 h 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0" h="330">
                  <a:moveTo>
                    <a:pt x="0" y="276"/>
                  </a:moveTo>
                  <a:lnTo>
                    <a:pt x="450" y="0"/>
                  </a:lnTo>
                  <a:lnTo>
                    <a:pt x="630" y="132"/>
                  </a:lnTo>
                  <a:lnTo>
                    <a:pt x="330" y="330"/>
                  </a:lnTo>
                  <a:lnTo>
                    <a:pt x="0" y="276"/>
                  </a:lnTo>
                  <a:close/>
                </a:path>
              </a:pathLst>
            </a:custGeom>
            <a:gradFill rotWithShape="0">
              <a:gsLst>
                <a:gs pos="0">
                  <a:srgbClr val="009900">
                    <a:gamma/>
                    <a:shade val="61176"/>
                    <a:invGamma/>
                  </a:srgbClr>
                </a:gs>
                <a:gs pos="100000">
                  <a:srgbClr val="0099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4" name="Freeform 51">
              <a:extLst>
                <a:ext uri="{FF2B5EF4-FFF2-40B4-BE49-F238E27FC236}">
                  <a16:creationId xmlns:a16="http://schemas.microsoft.com/office/drawing/2014/main" id="{65227EAD-9F37-72A3-5D2A-4554CAFC1B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5" y="530"/>
              <a:ext cx="98" cy="257"/>
            </a:xfrm>
            <a:custGeom>
              <a:avLst/>
              <a:gdLst>
                <a:gd name="T0" fmla="*/ 0 w 210"/>
                <a:gd name="T1" fmla="*/ 0 h 552"/>
                <a:gd name="T2" fmla="*/ 0 w 210"/>
                <a:gd name="T3" fmla="*/ 444 h 552"/>
                <a:gd name="T4" fmla="*/ 42 w 210"/>
                <a:gd name="T5" fmla="*/ 492 h 552"/>
                <a:gd name="T6" fmla="*/ 114 w 210"/>
                <a:gd name="T7" fmla="*/ 534 h 552"/>
                <a:gd name="T8" fmla="*/ 182 w 210"/>
                <a:gd name="T9" fmla="*/ 552 h 552"/>
                <a:gd name="T10" fmla="*/ 210 w 210"/>
                <a:gd name="T11" fmla="*/ 276 h 552"/>
                <a:gd name="T12" fmla="*/ 0 w 210"/>
                <a:gd name="T13" fmla="*/ 0 h 5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0" h="552">
                  <a:moveTo>
                    <a:pt x="0" y="0"/>
                  </a:moveTo>
                  <a:lnTo>
                    <a:pt x="0" y="444"/>
                  </a:lnTo>
                  <a:lnTo>
                    <a:pt x="42" y="492"/>
                  </a:lnTo>
                  <a:lnTo>
                    <a:pt x="114" y="534"/>
                  </a:lnTo>
                  <a:lnTo>
                    <a:pt x="182" y="552"/>
                  </a:lnTo>
                  <a:lnTo>
                    <a:pt x="210" y="276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F3300">
                    <a:gamma/>
                    <a:shade val="56471"/>
                    <a:invGamma/>
                  </a:srgbClr>
                </a:gs>
                <a:gs pos="100000">
                  <a:srgbClr val="FF33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5" name="Freeform 52">
              <a:extLst>
                <a:ext uri="{FF2B5EF4-FFF2-40B4-BE49-F238E27FC236}">
                  <a16:creationId xmlns:a16="http://schemas.microsoft.com/office/drawing/2014/main" id="{0AB9B18B-465F-B4EC-401C-0A76F67C71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1" y="413"/>
              <a:ext cx="423" cy="786"/>
            </a:xfrm>
            <a:custGeom>
              <a:avLst/>
              <a:gdLst>
                <a:gd name="T0" fmla="*/ 92 w 591"/>
                <a:gd name="T1" fmla="*/ 0 h 1100"/>
                <a:gd name="T2" fmla="*/ 156 w 591"/>
                <a:gd name="T3" fmla="*/ 8 h 1100"/>
                <a:gd name="T4" fmla="*/ 216 w 591"/>
                <a:gd name="T5" fmla="*/ 24 h 1100"/>
                <a:gd name="T6" fmla="*/ 292 w 591"/>
                <a:gd name="T7" fmla="*/ 60 h 1100"/>
                <a:gd name="T8" fmla="*/ 372 w 591"/>
                <a:gd name="T9" fmla="*/ 119 h 1100"/>
                <a:gd name="T10" fmla="*/ 450 w 591"/>
                <a:gd name="T11" fmla="*/ 202 h 1100"/>
                <a:gd name="T12" fmla="*/ 508 w 591"/>
                <a:gd name="T13" fmla="*/ 288 h 1100"/>
                <a:gd name="T14" fmla="*/ 552 w 591"/>
                <a:gd name="T15" fmla="*/ 389 h 1100"/>
                <a:gd name="T16" fmla="*/ 575 w 591"/>
                <a:gd name="T17" fmla="*/ 463 h 1100"/>
                <a:gd name="T18" fmla="*/ 591 w 591"/>
                <a:gd name="T19" fmla="*/ 569 h 1100"/>
                <a:gd name="T20" fmla="*/ 587 w 591"/>
                <a:gd name="T21" fmla="*/ 655 h 1100"/>
                <a:gd name="T22" fmla="*/ 564 w 591"/>
                <a:gd name="T23" fmla="*/ 736 h 1100"/>
                <a:gd name="T24" fmla="*/ 516 w 591"/>
                <a:gd name="T25" fmla="*/ 796 h 1100"/>
                <a:gd name="T26" fmla="*/ 456 w 591"/>
                <a:gd name="T27" fmla="*/ 836 h 1100"/>
                <a:gd name="T28" fmla="*/ 0 w 591"/>
                <a:gd name="T29" fmla="*/ 1100 h 1100"/>
                <a:gd name="T30" fmla="*/ 68 w 591"/>
                <a:gd name="T31" fmla="*/ 1012 h 1100"/>
                <a:gd name="T32" fmla="*/ 92 w 591"/>
                <a:gd name="T33" fmla="*/ 920 h 1100"/>
                <a:gd name="T34" fmla="*/ 115 w 591"/>
                <a:gd name="T35" fmla="*/ 608 h 1100"/>
                <a:gd name="T36" fmla="*/ 145 w 591"/>
                <a:gd name="T37" fmla="*/ 523 h 1100"/>
                <a:gd name="T38" fmla="*/ 155 w 591"/>
                <a:gd name="T39" fmla="*/ 446 h 1100"/>
                <a:gd name="T40" fmla="*/ 92 w 591"/>
                <a:gd name="T41" fmla="*/ 0 h 1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91" h="1100">
                  <a:moveTo>
                    <a:pt x="92" y="0"/>
                  </a:moveTo>
                  <a:lnTo>
                    <a:pt x="156" y="8"/>
                  </a:lnTo>
                  <a:lnTo>
                    <a:pt x="216" y="24"/>
                  </a:lnTo>
                  <a:lnTo>
                    <a:pt x="292" y="60"/>
                  </a:lnTo>
                  <a:lnTo>
                    <a:pt x="372" y="119"/>
                  </a:lnTo>
                  <a:lnTo>
                    <a:pt x="450" y="202"/>
                  </a:lnTo>
                  <a:lnTo>
                    <a:pt x="508" y="288"/>
                  </a:lnTo>
                  <a:lnTo>
                    <a:pt x="552" y="389"/>
                  </a:lnTo>
                  <a:lnTo>
                    <a:pt x="575" y="463"/>
                  </a:lnTo>
                  <a:lnTo>
                    <a:pt x="591" y="569"/>
                  </a:lnTo>
                  <a:lnTo>
                    <a:pt x="587" y="655"/>
                  </a:lnTo>
                  <a:lnTo>
                    <a:pt x="564" y="736"/>
                  </a:lnTo>
                  <a:lnTo>
                    <a:pt x="516" y="796"/>
                  </a:lnTo>
                  <a:lnTo>
                    <a:pt x="456" y="836"/>
                  </a:lnTo>
                  <a:lnTo>
                    <a:pt x="0" y="1100"/>
                  </a:lnTo>
                  <a:lnTo>
                    <a:pt x="68" y="1012"/>
                  </a:lnTo>
                  <a:lnTo>
                    <a:pt x="92" y="920"/>
                  </a:lnTo>
                  <a:lnTo>
                    <a:pt x="115" y="608"/>
                  </a:lnTo>
                  <a:lnTo>
                    <a:pt x="145" y="523"/>
                  </a:lnTo>
                  <a:lnTo>
                    <a:pt x="155" y="446"/>
                  </a:lnTo>
                  <a:lnTo>
                    <a:pt x="92" y="0"/>
                  </a:lnTo>
                  <a:close/>
                </a:path>
              </a:pathLst>
            </a:custGeom>
            <a:gradFill rotWithShape="0">
              <a:gsLst>
                <a:gs pos="0">
                  <a:srgbClr val="009900">
                    <a:gamma/>
                    <a:shade val="46275"/>
                    <a:invGamma/>
                  </a:srgbClr>
                </a:gs>
                <a:gs pos="50000">
                  <a:srgbClr val="009900"/>
                </a:gs>
                <a:gs pos="100000">
                  <a:srgbClr val="009900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6" name="Freeform 53">
              <a:extLst>
                <a:ext uri="{FF2B5EF4-FFF2-40B4-BE49-F238E27FC236}">
                  <a16:creationId xmlns:a16="http://schemas.microsoft.com/office/drawing/2014/main" id="{1A621697-63E2-D7D8-B82B-EFB9A430ED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4" y="541"/>
              <a:ext cx="152" cy="569"/>
            </a:xfrm>
            <a:custGeom>
              <a:avLst/>
              <a:gdLst>
                <a:gd name="T0" fmla="*/ 0 w 212"/>
                <a:gd name="T1" fmla="*/ 231 h 797"/>
                <a:gd name="T2" fmla="*/ 20 w 212"/>
                <a:gd name="T3" fmla="*/ 377 h 797"/>
                <a:gd name="T4" fmla="*/ 20 w 212"/>
                <a:gd name="T5" fmla="*/ 797 h 797"/>
                <a:gd name="T6" fmla="*/ 106 w 212"/>
                <a:gd name="T7" fmla="*/ 711 h 797"/>
                <a:gd name="T8" fmla="*/ 160 w 212"/>
                <a:gd name="T9" fmla="*/ 513 h 797"/>
                <a:gd name="T10" fmla="*/ 142 w 212"/>
                <a:gd name="T11" fmla="*/ 597 h 797"/>
                <a:gd name="T12" fmla="*/ 176 w 212"/>
                <a:gd name="T13" fmla="*/ 453 h 797"/>
                <a:gd name="T14" fmla="*/ 196 w 212"/>
                <a:gd name="T15" fmla="*/ 377 h 797"/>
                <a:gd name="T16" fmla="*/ 212 w 212"/>
                <a:gd name="T17" fmla="*/ 281 h 797"/>
                <a:gd name="T18" fmla="*/ 211 w 212"/>
                <a:gd name="T19" fmla="*/ 0 h 797"/>
                <a:gd name="T20" fmla="*/ 0 w 212"/>
                <a:gd name="T21" fmla="*/ 231 h 7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2" h="797">
                  <a:moveTo>
                    <a:pt x="0" y="231"/>
                  </a:moveTo>
                  <a:lnTo>
                    <a:pt x="20" y="377"/>
                  </a:lnTo>
                  <a:lnTo>
                    <a:pt x="20" y="797"/>
                  </a:lnTo>
                  <a:lnTo>
                    <a:pt x="106" y="711"/>
                  </a:lnTo>
                  <a:lnTo>
                    <a:pt x="160" y="513"/>
                  </a:lnTo>
                  <a:lnTo>
                    <a:pt x="142" y="597"/>
                  </a:lnTo>
                  <a:lnTo>
                    <a:pt x="176" y="453"/>
                  </a:lnTo>
                  <a:lnTo>
                    <a:pt x="196" y="377"/>
                  </a:lnTo>
                  <a:lnTo>
                    <a:pt x="212" y="281"/>
                  </a:lnTo>
                  <a:lnTo>
                    <a:pt x="211" y="0"/>
                  </a:lnTo>
                  <a:lnTo>
                    <a:pt x="0" y="231"/>
                  </a:lnTo>
                  <a:close/>
                </a:path>
              </a:pathLst>
            </a:custGeom>
            <a:gradFill rotWithShape="0">
              <a:gsLst>
                <a:gs pos="0">
                  <a:srgbClr val="FF3300"/>
                </a:gs>
                <a:gs pos="100000">
                  <a:srgbClr val="FF3300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7" name="Oval 54">
              <a:extLst>
                <a:ext uri="{FF2B5EF4-FFF2-40B4-BE49-F238E27FC236}">
                  <a16:creationId xmlns:a16="http://schemas.microsoft.com/office/drawing/2014/main" id="{51A07504-E765-A099-0B35-81B6CB0D62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5" y="340"/>
              <a:ext cx="639" cy="407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8" name="Freeform 55">
              <a:extLst>
                <a:ext uri="{FF2B5EF4-FFF2-40B4-BE49-F238E27FC236}">
                  <a16:creationId xmlns:a16="http://schemas.microsoft.com/office/drawing/2014/main" id="{DC73D5AA-ABE6-C4E9-557C-7CB537C5EB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7" y="388"/>
              <a:ext cx="477" cy="929"/>
            </a:xfrm>
            <a:custGeom>
              <a:avLst/>
              <a:gdLst>
                <a:gd name="T0" fmla="*/ 56 w 477"/>
                <a:gd name="T1" fmla="*/ 264 h 929"/>
                <a:gd name="T2" fmla="*/ 36 w 477"/>
                <a:gd name="T3" fmla="*/ 242 h 929"/>
                <a:gd name="T4" fmla="*/ 11 w 477"/>
                <a:gd name="T5" fmla="*/ 212 h 929"/>
                <a:gd name="T6" fmla="*/ 0 w 477"/>
                <a:gd name="T7" fmla="*/ 181 h 929"/>
                <a:gd name="T8" fmla="*/ 0 w 477"/>
                <a:gd name="T9" fmla="*/ 142 h 929"/>
                <a:gd name="T10" fmla="*/ 6 w 477"/>
                <a:gd name="T11" fmla="*/ 114 h 929"/>
                <a:gd name="T12" fmla="*/ 25 w 477"/>
                <a:gd name="T13" fmla="*/ 86 h 929"/>
                <a:gd name="T14" fmla="*/ 56 w 477"/>
                <a:gd name="T15" fmla="*/ 56 h 929"/>
                <a:gd name="T16" fmla="*/ 101 w 477"/>
                <a:gd name="T17" fmla="*/ 30 h 929"/>
                <a:gd name="T18" fmla="*/ 151 w 477"/>
                <a:gd name="T19" fmla="*/ 14 h 929"/>
                <a:gd name="T20" fmla="*/ 201 w 477"/>
                <a:gd name="T21" fmla="*/ 6 h 929"/>
                <a:gd name="T22" fmla="*/ 254 w 477"/>
                <a:gd name="T23" fmla="*/ 0 h 929"/>
                <a:gd name="T24" fmla="*/ 313 w 477"/>
                <a:gd name="T25" fmla="*/ 8 h 929"/>
                <a:gd name="T26" fmla="*/ 359 w 477"/>
                <a:gd name="T27" fmla="*/ 21 h 929"/>
                <a:gd name="T28" fmla="*/ 393 w 477"/>
                <a:gd name="T29" fmla="*/ 36 h 929"/>
                <a:gd name="T30" fmla="*/ 421 w 477"/>
                <a:gd name="T31" fmla="*/ 56 h 929"/>
                <a:gd name="T32" fmla="*/ 456 w 477"/>
                <a:gd name="T33" fmla="*/ 96 h 929"/>
                <a:gd name="T34" fmla="*/ 477 w 477"/>
                <a:gd name="T35" fmla="*/ 134 h 929"/>
                <a:gd name="T36" fmla="*/ 477 w 477"/>
                <a:gd name="T37" fmla="*/ 181 h 929"/>
                <a:gd name="T38" fmla="*/ 455 w 477"/>
                <a:gd name="T39" fmla="*/ 223 h 929"/>
                <a:gd name="T40" fmla="*/ 438 w 477"/>
                <a:gd name="T41" fmla="*/ 244 h 929"/>
                <a:gd name="T42" fmla="*/ 413 w 477"/>
                <a:gd name="T43" fmla="*/ 259 h 929"/>
                <a:gd name="T44" fmla="*/ 409 w 477"/>
                <a:gd name="T45" fmla="*/ 768 h 929"/>
                <a:gd name="T46" fmla="*/ 385 w 477"/>
                <a:gd name="T47" fmla="*/ 740 h 929"/>
                <a:gd name="T48" fmla="*/ 345 w 477"/>
                <a:gd name="T49" fmla="*/ 728 h 929"/>
                <a:gd name="T50" fmla="*/ 293 w 477"/>
                <a:gd name="T51" fmla="*/ 736 h 929"/>
                <a:gd name="T52" fmla="*/ 257 w 477"/>
                <a:gd name="T53" fmla="*/ 748 h 929"/>
                <a:gd name="T54" fmla="*/ 217 w 477"/>
                <a:gd name="T55" fmla="*/ 768 h 929"/>
                <a:gd name="T56" fmla="*/ 173 w 477"/>
                <a:gd name="T57" fmla="*/ 800 h 929"/>
                <a:gd name="T58" fmla="*/ 133 w 477"/>
                <a:gd name="T59" fmla="*/ 836 h 929"/>
                <a:gd name="T60" fmla="*/ 89 w 477"/>
                <a:gd name="T61" fmla="*/ 880 h 929"/>
                <a:gd name="T62" fmla="*/ 56 w 477"/>
                <a:gd name="T63" fmla="*/ 929 h 929"/>
                <a:gd name="T64" fmla="*/ 56 w 477"/>
                <a:gd name="T65" fmla="*/ 264 h 9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77" h="929">
                  <a:moveTo>
                    <a:pt x="56" y="264"/>
                  </a:moveTo>
                  <a:lnTo>
                    <a:pt x="36" y="242"/>
                  </a:lnTo>
                  <a:lnTo>
                    <a:pt x="11" y="212"/>
                  </a:lnTo>
                  <a:lnTo>
                    <a:pt x="0" y="181"/>
                  </a:lnTo>
                  <a:lnTo>
                    <a:pt x="0" y="142"/>
                  </a:lnTo>
                  <a:lnTo>
                    <a:pt x="6" y="114"/>
                  </a:lnTo>
                  <a:lnTo>
                    <a:pt x="25" y="86"/>
                  </a:lnTo>
                  <a:lnTo>
                    <a:pt x="56" y="56"/>
                  </a:lnTo>
                  <a:lnTo>
                    <a:pt x="101" y="30"/>
                  </a:lnTo>
                  <a:lnTo>
                    <a:pt x="151" y="14"/>
                  </a:lnTo>
                  <a:lnTo>
                    <a:pt x="201" y="6"/>
                  </a:lnTo>
                  <a:lnTo>
                    <a:pt x="254" y="0"/>
                  </a:lnTo>
                  <a:lnTo>
                    <a:pt x="313" y="8"/>
                  </a:lnTo>
                  <a:lnTo>
                    <a:pt x="359" y="21"/>
                  </a:lnTo>
                  <a:lnTo>
                    <a:pt x="393" y="36"/>
                  </a:lnTo>
                  <a:lnTo>
                    <a:pt x="421" y="56"/>
                  </a:lnTo>
                  <a:lnTo>
                    <a:pt x="456" y="96"/>
                  </a:lnTo>
                  <a:lnTo>
                    <a:pt x="477" y="134"/>
                  </a:lnTo>
                  <a:lnTo>
                    <a:pt x="477" y="181"/>
                  </a:lnTo>
                  <a:lnTo>
                    <a:pt x="455" y="223"/>
                  </a:lnTo>
                  <a:lnTo>
                    <a:pt x="438" y="244"/>
                  </a:lnTo>
                  <a:lnTo>
                    <a:pt x="413" y="259"/>
                  </a:lnTo>
                  <a:lnTo>
                    <a:pt x="409" y="768"/>
                  </a:lnTo>
                  <a:lnTo>
                    <a:pt x="385" y="740"/>
                  </a:lnTo>
                  <a:lnTo>
                    <a:pt x="345" y="728"/>
                  </a:lnTo>
                  <a:lnTo>
                    <a:pt x="293" y="736"/>
                  </a:lnTo>
                  <a:lnTo>
                    <a:pt x="257" y="748"/>
                  </a:lnTo>
                  <a:lnTo>
                    <a:pt x="217" y="768"/>
                  </a:lnTo>
                  <a:lnTo>
                    <a:pt x="173" y="800"/>
                  </a:lnTo>
                  <a:lnTo>
                    <a:pt x="133" y="836"/>
                  </a:lnTo>
                  <a:lnTo>
                    <a:pt x="89" y="880"/>
                  </a:lnTo>
                  <a:lnTo>
                    <a:pt x="56" y="929"/>
                  </a:lnTo>
                  <a:lnTo>
                    <a:pt x="56" y="264"/>
                  </a:lnTo>
                  <a:close/>
                </a:path>
              </a:pathLst>
            </a:custGeom>
            <a:gradFill rotWithShape="0">
              <a:gsLst>
                <a:gs pos="0">
                  <a:srgbClr val="FFCC00">
                    <a:gamma/>
                    <a:shade val="46275"/>
                    <a:invGamma/>
                  </a:srgbClr>
                </a:gs>
                <a:gs pos="50000">
                  <a:srgbClr val="FFCC00"/>
                </a:gs>
                <a:gs pos="100000">
                  <a:srgbClr val="FFCC00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9" name="Freeform 56">
              <a:extLst>
                <a:ext uri="{FF2B5EF4-FFF2-40B4-BE49-F238E27FC236}">
                  <a16:creationId xmlns:a16="http://schemas.microsoft.com/office/drawing/2014/main" id="{B2F747A4-0491-2426-A571-0CFC688865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0" y="896"/>
              <a:ext cx="388" cy="379"/>
            </a:xfrm>
            <a:custGeom>
              <a:avLst/>
              <a:gdLst>
                <a:gd name="T0" fmla="*/ 196 w 487"/>
                <a:gd name="T1" fmla="*/ 133 h 476"/>
                <a:gd name="T2" fmla="*/ 242 w 487"/>
                <a:gd name="T3" fmla="*/ 83 h 476"/>
                <a:gd name="T4" fmla="*/ 298 w 487"/>
                <a:gd name="T5" fmla="*/ 47 h 476"/>
                <a:gd name="T6" fmla="*/ 420 w 487"/>
                <a:gd name="T7" fmla="*/ 0 h 476"/>
                <a:gd name="T8" fmla="*/ 448 w 487"/>
                <a:gd name="T9" fmla="*/ 39 h 476"/>
                <a:gd name="T10" fmla="*/ 476 w 487"/>
                <a:gd name="T11" fmla="*/ 112 h 476"/>
                <a:gd name="T12" fmla="*/ 487 w 487"/>
                <a:gd name="T13" fmla="*/ 179 h 476"/>
                <a:gd name="T14" fmla="*/ 487 w 487"/>
                <a:gd name="T15" fmla="*/ 238 h 476"/>
                <a:gd name="T16" fmla="*/ 462 w 487"/>
                <a:gd name="T17" fmla="*/ 308 h 476"/>
                <a:gd name="T18" fmla="*/ 420 w 487"/>
                <a:gd name="T19" fmla="*/ 364 h 476"/>
                <a:gd name="T20" fmla="*/ 200 w 487"/>
                <a:gd name="T21" fmla="*/ 476 h 476"/>
                <a:gd name="T22" fmla="*/ 98 w 487"/>
                <a:gd name="T23" fmla="*/ 441 h 476"/>
                <a:gd name="T24" fmla="*/ 0 w 487"/>
                <a:gd name="T25" fmla="*/ 165 h 476"/>
                <a:gd name="T26" fmla="*/ 56 w 487"/>
                <a:gd name="T27" fmla="*/ 11 h 476"/>
                <a:gd name="T28" fmla="*/ 196 w 487"/>
                <a:gd name="T29" fmla="*/ 133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487" h="476">
                  <a:moveTo>
                    <a:pt x="196" y="133"/>
                  </a:moveTo>
                  <a:lnTo>
                    <a:pt x="242" y="83"/>
                  </a:lnTo>
                  <a:lnTo>
                    <a:pt x="298" y="47"/>
                  </a:lnTo>
                  <a:lnTo>
                    <a:pt x="420" y="0"/>
                  </a:lnTo>
                  <a:lnTo>
                    <a:pt x="448" y="39"/>
                  </a:lnTo>
                  <a:lnTo>
                    <a:pt x="476" y="112"/>
                  </a:lnTo>
                  <a:lnTo>
                    <a:pt x="487" y="179"/>
                  </a:lnTo>
                  <a:lnTo>
                    <a:pt x="487" y="238"/>
                  </a:lnTo>
                  <a:lnTo>
                    <a:pt x="462" y="308"/>
                  </a:lnTo>
                  <a:lnTo>
                    <a:pt x="420" y="364"/>
                  </a:lnTo>
                  <a:lnTo>
                    <a:pt x="200" y="476"/>
                  </a:lnTo>
                  <a:lnTo>
                    <a:pt x="98" y="441"/>
                  </a:lnTo>
                  <a:lnTo>
                    <a:pt x="0" y="165"/>
                  </a:lnTo>
                  <a:lnTo>
                    <a:pt x="56" y="11"/>
                  </a:lnTo>
                  <a:lnTo>
                    <a:pt x="196" y="133"/>
                  </a:lnTo>
                  <a:close/>
                </a:path>
              </a:pathLst>
            </a:custGeom>
            <a:gradFill rotWithShape="0">
              <a:gsLst>
                <a:gs pos="0">
                  <a:srgbClr val="FFFF00">
                    <a:gamma/>
                    <a:shade val="54118"/>
                    <a:invGamma/>
                  </a:srgbClr>
                </a:gs>
                <a:gs pos="100000">
                  <a:srgbClr val="FFFF00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0" name="Freeform 57">
              <a:extLst>
                <a:ext uri="{FF2B5EF4-FFF2-40B4-BE49-F238E27FC236}">
                  <a16:creationId xmlns:a16="http://schemas.microsoft.com/office/drawing/2014/main" id="{4CBADA56-1E32-902A-D2DD-168AC1B886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7" y="831"/>
              <a:ext cx="238" cy="575"/>
            </a:xfrm>
            <a:custGeom>
              <a:avLst/>
              <a:gdLst>
                <a:gd name="T0" fmla="*/ 510 w 510"/>
                <a:gd name="T1" fmla="*/ 372 h 1236"/>
                <a:gd name="T2" fmla="*/ 510 w 510"/>
                <a:gd name="T3" fmla="*/ 48 h 1236"/>
                <a:gd name="T4" fmla="*/ 438 w 510"/>
                <a:gd name="T5" fmla="*/ 18 h 1236"/>
                <a:gd name="T6" fmla="*/ 372 w 510"/>
                <a:gd name="T7" fmla="*/ 0 h 1236"/>
                <a:gd name="T8" fmla="*/ 282 w 510"/>
                <a:gd name="T9" fmla="*/ 0 h 1236"/>
                <a:gd name="T10" fmla="*/ 198 w 510"/>
                <a:gd name="T11" fmla="*/ 18 h 1236"/>
                <a:gd name="T12" fmla="*/ 126 w 510"/>
                <a:gd name="T13" fmla="*/ 66 h 1236"/>
                <a:gd name="T14" fmla="*/ 60 w 510"/>
                <a:gd name="T15" fmla="*/ 138 h 1236"/>
                <a:gd name="T16" fmla="*/ 18 w 510"/>
                <a:gd name="T17" fmla="*/ 228 h 1236"/>
                <a:gd name="T18" fmla="*/ 0 w 510"/>
                <a:gd name="T19" fmla="*/ 342 h 1236"/>
                <a:gd name="T20" fmla="*/ 0 w 510"/>
                <a:gd name="T21" fmla="*/ 480 h 1236"/>
                <a:gd name="T22" fmla="*/ 30 w 510"/>
                <a:gd name="T23" fmla="*/ 624 h 1236"/>
                <a:gd name="T24" fmla="*/ 66 w 510"/>
                <a:gd name="T25" fmla="*/ 744 h 1236"/>
                <a:gd name="T26" fmla="*/ 132 w 510"/>
                <a:gd name="T27" fmla="*/ 876 h 1236"/>
                <a:gd name="T28" fmla="*/ 204 w 510"/>
                <a:gd name="T29" fmla="*/ 978 h 1236"/>
                <a:gd name="T30" fmla="*/ 288 w 510"/>
                <a:gd name="T31" fmla="*/ 1074 h 1236"/>
                <a:gd name="T32" fmla="*/ 402 w 510"/>
                <a:gd name="T33" fmla="*/ 1176 h 1236"/>
                <a:gd name="T34" fmla="*/ 510 w 510"/>
                <a:gd name="T35" fmla="*/ 1236 h 1236"/>
                <a:gd name="T36" fmla="*/ 510 w 510"/>
                <a:gd name="T37" fmla="*/ 948 h 1236"/>
                <a:gd name="T38" fmla="*/ 432 w 510"/>
                <a:gd name="T39" fmla="*/ 900 h 1236"/>
                <a:gd name="T40" fmla="*/ 342 w 510"/>
                <a:gd name="T41" fmla="*/ 804 h 1236"/>
                <a:gd name="T42" fmla="*/ 300 w 510"/>
                <a:gd name="T43" fmla="*/ 732 h 1236"/>
                <a:gd name="T44" fmla="*/ 264 w 510"/>
                <a:gd name="T45" fmla="*/ 636 h 1236"/>
                <a:gd name="T46" fmla="*/ 246 w 510"/>
                <a:gd name="T47" fmla="*/ 528 h 1236"/>
                <a:gd name="T48" fmla="*/ 264 w 510"/>
                <a:gd name="T49" fmla="*/ 432 h 1236"/>
                <a:gd name="T50" fmla="*/ 294 w 510"/>
                <a:gd name="T51" fmla="*/ 354 h 1236"/>
                <a:gd name="T52" fmla="*/ 372 w 510"/>
                <a:gd name="T53" fmla="*/ 318 h 1236"/>
                <a:gd name="T54" fmla="*/ 438 w 510"/>
                <a:gd name="T55" fmla="*/ 336 h 1236"/>
                <a:gd name="T56" fmla="*/ 510 w 510"/>
                <a:gd name="T57" fmla="*/ 372 h 1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10" h="1236">
                  <a:moveTo>
                    <a:pt x="510" y="372"/>
                  </a:moveTo>
                  <a:lnTo>
                    <a:pt x="510" y="48"/>
                  </a:lnTo>
                  <a:lnTo>
                    <a:pt x="438" y="18"/>
                  </a:lnTo>
                  <a:lnTo>
                    <a:pt x="372" y="0"/>
                  </a:lnTo>
                  <a:lnTo>
                    <a:pt x="282" y="0"/>
                  </a:lnTo>
                  <a:lnTo>
                    <a:pt x="198" y="18"/>
                  </a:lnTo>
                  <a:lnTo>
                    <a:pt x="126" y="66"/>
                  </a:lnTo>
                  <a:lnTo>
                    <a:pt x="60" y="138"/>
                  </a:lnTo>
                  <a:lnTo>
                    <a:pt x="18" y="228"/>
                  </a:lnTo>
                  <a:lnTo>
                    <a:pt x="0" y="342"/>
                  </a:lnTo>
                  <a:lnTo>
                    <a:pt x="0" y="480"/>
                  </a:lnTo>
                  <a:lnTo>
                    <a:pt x="30" y="624"/>
                  </a:lnTo>
                  <a:lnTo>
                    <a:pt x="66" y="744"/>
                  </a:lnTo>
                  <a:lnTo>
                    <a:pt x="132" y="876"/>
                  </a:lnTo>
                  <a:lnTo>
                    <a:pt x="204" y="978"/>
                  </a:lnTo>
                  <a:lnTo>
                    <a:pt x="288" y="1074"/>
                  </a:lnTo>
                  <a:lnTo>
                    <a:pt x="402" y="1176"/>
                  </a:lnTo>
                  <a:lnTo>
                    <a:pt x="510" y="1236"/>
                  </a:lnTo>
                  <a:lnTo>
                    <a:pt x="510" y="948"/>
                  </a:lnTo>
                  <a:lnTo>
                    <a:pt x="432" y="900"/>
                  </a:lnTo>
                  <a:lnTo>
                    <a:pt x="342" y="804"/>
                  </a:lnTo>
                  <a:lnTo>
                    <a:pt x="300" y="732"/>
                  </a:lnTo>
                  <a:lnTo>
                    <a:pt x="264" y="636"/>
                  </a:lnTo>
                  <a:lnTo>
                    <a:pt x="246" y="528"/>
                  </a:lnTo>
                  <a:lnTo>
                    <a:pt x="264" y="432"/>
                  </a:lnTo>
                  <a:lnTo>
                    <a:pt x="294" y="354"/>
                  </a:lnTo>
                  <a:lnTo>
                    <a:pt x="372" y="318"/>
                  </a:lnTo>
                  <a:lnTo>
                    <a:pt x="438" y="336"/>
                  </a:lnTo>
                  <a:lnTo>
                    <a:pt x="510" y="372"/>
                  </a:lnTo>
                  <a:close/>
                </a:path>
              </a:pathLst>
            </a:cu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1" name="Freeform 58">
              <a:extLst>
                <a:ext uri="{FF2B5EF4-FFF2-40B4-BE49-F238E27FC236}">
                  <a16:creationId xmlns:a16="http://schemas.microsoft.com/office/drawing/2014/main" id="{4E2D56CD-A1D0-4C02-FD22-F3D3F4BC79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652"/>
              <a:ext cx="180" cy="352"/>
            </a:xfrm>
            <a:custGeom>
              <a:avLst/>
              <a:gdLst>
                <a:gd name="T0" fmla="*/ 116 w 180"/>
                <a:gd name="T1" fmla="*/ 25 h 352"/>
                <a:gd name="T2" fmla="*/ 180 w 180"/>
                <a:gd name="T3" fmla="*/ 0 h 352"/>
                <a:gd name="T4" fmla="*/ 180 w 180"/>
                <a:gd name="T5" fmla="*/ 244 h 352"/>
                <a:gd name="T6" fmla="*/ 4 w 180"/>
                <a:gd name="T7" fmla="*/ 352 h 352"/>
                <a:gd name="T8" fmla="*/ 0 w 180"/>
                <a:gd name="T9" fmla="*/ 201 h 352"/>
                <a:gd name="T10" fmla="*/ 116 w 180"/>
                <a:gd name="T11" fmla="*/ 134 h 352"/>
                <a:gd name="T12" fmla="*/ 116 w 180"/>
                <a:gd name="T13" fmla="*/ 25 h 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" h="352">
                  <a:moveTo>
                    <a:pt x="116" y="25"/>
                  </a:moveTo>
                  <a:lnTo>
                    <a:pt x="180" y="0"/>
                  </a:lnTo>
                  <a:lnTo>
                    <a:pt x="180" y="244"/>
                  </a:lnTo>
                  <a:lnTo>
                    <a:pt x="4" y="352"/>
                  </a:lnTo>
                  <a:lnTo>
                    <a:pt x="0" y="201"/>
                  </a:lnTo>
                  <a:lnTo>
                    <a:pt x="116" y="134"/>
                  </a:lnTo>
                  <a:lnTo>
                    <a:pt x="116" y="25"/>
                  </a:lnTo>
                  <a:close/>
                </a:path>
              </a:pathLst>
            </a:custGeom>
            <a:solidFill>
              <a:srgbClr val="CC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2" name="Freeform 59">
              <a:extLst>
                <a:ext uri="{FF2B5EF4-FFF2-40B4-BE49-F238E27FC236}">
                  <a16:creationId xmlns:a16="http://schemas.microsoft.com/office/drawing/2014/main" id="{E8FE8C13-9D8F-D6F6-4598-8F02D20289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2" y="1186"/>
              <a:ext cx="173" cy="223"/>
            </a:xfrm>
            <a:custGeom>
              <a:avLst/>
              <a:gdLst>
                <a:gd name="T0" fmla="*/ 0 w 372"/>
                <a:gd name="T1" fmla="*/ 192 h 480"/>
                <a:gd name="T2" fmla="*/ 0 w 372"/>
                <a:gd name="T3" fmla="*/ 480 h 480"/>
                <a:gd name="T4" fmla="*/ 372 w 372"/>
                <a:gd name="T5" fmla="*/ 282 h 480"/>
                <a:gd name="T6" fmla="*/ 372 w 372"/>
                <a:gd name="T7" fmla="*/ 0 h 480"/>
                <a:gd name="T8" fmla="*/ 0 w 372"/>
                <a:gd name="T9" fmla="*/ 192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2" h="480">
                  <a:moveTo>
                    <a:pt x="0" y="192"/>
                  </a:moveTo>
                  <a:lnTo>
                    <a:pt x="0" y="480"/>
                  </a:lnTo>
                  <a:lnTo>
                    <a:pt x="372" y="282"/>
                  </a:lnTo>
                  <a:lnTo>
                    <a:pt x="372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CC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3" name="Freeform 60">
              <a:extLst>
                <a:ext uri="{FF2B5EF4-FFF2-40B4-BE49-F238E27FC236}">
                  <a16:creationId xmlns:a16="http://schemas.microsoft.com/office/drawing/2014/main" id="{FC6F4BAD-5E28-6FC7-F34B-3B79A539B6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0" y="693"/>
              <a:ext cx="57" cy="300"/>
            </a:xfrm>
            <a:custGeom>
              <a:avLst/>
              <a:gdLst>
                <a:gd name="T0" fmla="*/ 72 w 80"/>
                <a:gd name="T1" fmla="*/ 0 h 420"/>
                <a:gd name="T2" fmla="*/ 32 w 80"/>
                <a:gd name="T3" fmla="*/ 44 h 420"/>
                <a:gd name="T4" fmla="*/ 12 w 80"/>
                <a:gd name="T5" fmla="*/ 76 h 420"/>
                <a:gd name="T6" fmla="*/ 0 w 80"/>
                <a:gd name="T7" fmla="*/ 148 h 420"/>
                <a:gd name="T8" fmla="*/ 4 w 80"/>
                <a:gd name="T9" fmla="*/ 224 h 420"/>
                <a:gd name="T10" fmla="*/ 24 w 80"/>
                <a:gd name="T11" fmla="*/ 280 h 420"/>
                <a:gd name="T12" fmla="*/ 40 w 80"/>
                <a:gd name="T13" fmla="*/ 336 h 420"/>
                <a:gd name="T14" fmla="*/ 64 w 80"/>
                <a:gd name="T15" fmla="*/ 392 h 420"/>
                <a:gd name="T16" fmla="*/ 80 w 80"/>
                <a:gd name="T17" fmla="*/ 420 h 420"/>
                <a:gd name="T18" fmla="*/ 72 w 80"/>
                <a:gd name="T19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0" h="420">
                  <a:moveTo>
                    <a:pt x="72" y="0"/>
                  </a:moveTo>
                  <a:lnTo>
                    <a:pt x="32" y="44"/>
                  </a:lnTo>
                  <a:lnTo>
                    <a:pt x="12" y="76"/>
                  </a:lnTo>
                  <a:lnTo>
                    <a:pt x="0" y="148"/>
                  </a:lnTo>
                  <a:lnTo>
                    <a:pt x="4" y="224"/>
                  </a:lnTo>
                  <a:lnTo>
                    <a:pt x="24" y="280"/>
                  </a:lnTo>
                  <a:lnTo>
                    <a:pt x="40" y="336"/>
                  </a:lnTo>
                  <a:lnTo>
                    <a:pt x="64" y="392"/>
                  </a:lnTo>
                  <a:lnTo>
                    <a:pt x="80" y="420"/>
                  </a:lnTo>
                  <a:lnTo>
                    <a:pt x="72" y="0"/>
                  </a:lnTo>
                  <a:close/>
                </a:path>
              </a:pathLst>
            </a:custGeom>
            <a:gradFill rotWithShape="0">
              <a:gsLst>
                <a:gs pos="0">
                  <a:srgbClr val="FFFF00"/>
                </a:gs>
                <a:gs pos="100000">
                  <a:srgbClr val="FFFF00">
                    <a:gamma/>
                    <a:shade val="63529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4" name="Freeform 61">
              <a:extLst>
                <a:ext uri="{FF2B5EF4-FFF2-40B4-BE49-F238E27FC236}">
                  <a16:creationId xmlns:a16="http://schemas.microsoft.com/office/drawing/2014/main" id="{3EDBCDBA-3B53-A79A-155C-D85CAD2512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1" y="652"/>
              <a:ext cx="73" cy="550"/>
            </a:xfrm>
            <a:custGeom>
              <a:avLst/>
              <a:gdLst>
                <a:gd name="T0" fmla="*/ 0 w 101"/>
                <a:gd name="T1" fmla="*/ 0 h 769"/>
                <a:gd name="T2" fmla="*/ 101 w 101"/>
                <a:gd name="T3" fmla="*/ 41 h 769"/>
                <a:gd name="T4" fmla="*/ 100 w 101"/>
                <a:gd name="T5" fmla="*/ 584 h 769"/>
                <a:gd name="T6" fmla="*/ 88 w 101"/>
                <a:gd name="T7" fmla="*/ 629 h 769"/>
                <a:gd name="T8" fmla="*/ 76 w 101"/>
                <a:gd name="T9" fmla="*/ 673 h 769"/>
                <a:gd name="T10" fmla="*/ 52 w 101"/>
                <a:gd name="T11" fmla="*/ 713 h 769"/>
                <a:gd name="T12" fmla="*/ 0 w 101"/>
                <a:gd name="T13" fmla="*/ 769 h 769"/>
                <a:gd name="T14" fmla="*/ 0 w 101"/>
                <a:gd name="T15" fmla="*/ 0 h 7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1" h="769">
                  <a:moveTo>
                    <a:pt x="0" y="0"/>
                  </a:moveTo>
                  <a:lnTo>
                    <a:pt x="101" y="41"/>
                  </a:lnTo>
                  <a:lnTo>
                    <a:pt x="100" y="584"/>
                  </a:lnTo>
                  <a:lnTo>
                    <a:pt x="88" y="629"/>
                  </a:lnTo>
                  <a:lnTo>
                    <a:pt x="76" y="673"/>
                  </a:lnTo>
                  <a:lnTo>
                    <a:pt x="52" y="713"/>
                  </a:lnTo>
                  <a:lnTo>
                    <a:pt x="0" y="7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pic>
        <p:nvPicPr>
          <p:cNvPr id="65" name="Picture 64">
            <a:extLst>
              <a:ext uri="{FF2B5EF4-FFF2-40B4-BE49-F238E27FC236}">
                <a16:creationId xmlns:a16="http://schemas.microsoft.com/office/drawing/2014/main" id="{6290EA25-C23E-7A6D-724A-12042F382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9420450" y="2585371"/>
            <a:ext cx="2389909" cy="3025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325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utoUpdateAnimBg="0"/>
      <p:bldP spid="4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0648E1-0764-5B5A-D63A-C6EDD9A01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3D38F-07BD-ED45-9A72-5F77A23801E2}" type="datetime1">
              <a:rPr lang="en-US" altLang="zh-CN" smtClean="0"/>
              <a:t>11/11/25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3F1985-70D1-FD95-A78A-1AD58B43A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14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DD9958-C25B-20ED-8B4B-14C40A675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21</a:t>
            </a:fld>
            <a:endParaRPr lang="en-US"/>
          </a:p>
        </p:txBody>
      </p:sp>
      <p:sp>
        <p:nvSpPr>
          <p:cNvPr id="5" name="Line 2">
            <a:extLst>
              <a:ext uri="{FF2B5EF4-FFF2-40B4-BE49-F238E27FC236}">
                <a16:creationId xmlns:a16="http://schemas.microsoft.com/office/drawing/2014/main" id="{175A6FA9-1F0C-69F2-F72F-A29C4B16071D}"/>
              </a:ext>
            </a:extLst>
          </p:cNvPr>
          <p:cNvSpPr>
            <a:spLocks noChangeShapeType="1"/>
          </p:cNvSpPr>
          <p:nvPr/>
        </p:nvSpPr>
        <p:spPr bwMode="auto">
          <a:xfrm>
            <a:off x="7254872" y="1047524"/>
            <a:ext cx="0" cy="2709862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6" name="Group 3">
            <a:extLst>
              <a:ext uri="{FF2B5EF4-FFF2-40B4-BE49-F238E27FC236}">
                <a16:creationId xmlns:a16="http://schemas.microsoft.com/office/drawing/2014/main" id="{B66C2FF2-AFDA-90D1-FCFF-800AB492A956}"/>
              </a:ext>
            </a:extLst>
          </p:cNvPr>
          <p:cNvGrpSpPr>
            <a:grpSpLocks/>
          </p:cNvGrpSpPr>
          <p:nvPr/>
        </p:nvGrpSpPr>
        <p:grpSpPr bwMode="auto">
          <a:xfrm>
            <a:off x="1838322" y="1047524"/>
            <a:ext cx="3455988" cy="2709862"/>
            <a:chOff x="870" y="557"/>
            <a:chExt cx="2177" cy="1707"/>
          </a:xfrm>
        </p:grpSpPr>
        <p:sp>
          <p:nvSpPr>
            <p:cNvPr id="7" name="Line 4">
              <a:extLst>
                <a:ext uri="{FF2B5EF4-FFF2-40B4-BE49-F238E27FC236}">
                  <a16:creationId xmlns:a16="http://schemas.microsoft.com/office/drawing/2014/main" id="{76122454-8DFC-DED9-7D03-8EC676CC8E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75" y="1111"/>
              <a:ext cx="2172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5610BCE2-FE33-38A0-5FCB-E63841B0C5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75" y="1976"/>
              <a:ext cx="2159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9" name="Line 6">
              <a:extLst>
                <a:ext uri="{FF2B5EF4-FFF2-40B4-BE49-F238E27FC236}">
                  <a16:creationId xmlns:a16="http://schemas.microsoft.com/office/drawing/2014/main" id="{08A6FCA2-0F46-D3C2-FE7A-520A430B52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389" y="681"/>
              <a:ext cx="4" cy="43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0" name="Line 7">
              <a:extLst>
                <a:ext uri="{FF2B5EF4-FFF2-40B4-BE49-F238E27FC236}">
                  <a16:creationId xmlns:a16="http://schemas.microsoft.com/office/drawing/2014/main" id="{D820087A-4DBD-0924-AD70-5F2AA64BE4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25" y="668"/>
              <a:ext cx="4" cy="443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1" name="Rectangle 8">
              <a:extLst>
                <a:ext uri="{FF2B5EF4-FFF2-40B4-BE49-F238E27FC236}">
                  <a16:creationId xmlns:a16="http://schemas.microsoft.com/office/drawing/2014/main" id="{62E6EE45-11B0-D38C-ACEA-CCB2456441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0" y="874"/>
              <a:ext cx="2173" cy="1299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2" name="Rectangle 9">
              <a:extLst>
                <a:ext uri="{FF2B5EF4-FFF2-40B4-BE49-F238E27FC236}">
                  <a16:creationId xmlns:a16="http://schemas.microsoft.com/office/drawing/2014/main" id="{7D04A44E-B9FB-EC75-7CE4-14C81505C8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4" y="668"/>
              <a:ext cx="1634" cy="206"/>
            </a:xfrm>
            <a:prstGeom prst="rect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C18074DA-75E1-C8FD-3CF4-37A06DA601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1" y="876"/>
              <a:ext cx="1616" cy="6"/>
            </a:xfrm>
            <a:custGeom>
              <a:avLst/>
              <a:gdLst>
                <a:gd name="T0" fmla="*/ 0 w 1616"/>
                <a:gd name="T1" fmla="*/ 0 h 6"/>
                <a:gd name="T2" fmla="*/ 1616 w 1616"/>
                <a:gd name="T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616" h="6">
                  <a:moveTo>
                    <a:pt x="0" y="0"/>
                  </a:moveTo>
                  <a:lnTo>
                    <a:pt x="1616" y="6"/>
                  </a:lnTo>
                </a:path>
              </a:pathLst>
            </a:custGeom>
            <a:noFill/>
            <a:ln w="76200" cmpd="sng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4" name="Line 11">
              <a:extLst>
                <a:ext uri="{FF2B5EF4-FFF2-40B4-BE49-F238E27FC236}">
                  <a16:creationId xmlns:a16="http://schemas.microsoft.com/office/drawing/2014/main" id="{0680107A-1C87-1B51-7482-27F0DFF4AC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7" y="557"/>
              <a:ext cx="0" cy="170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15" name="Oval 12">
            <a:extLst>
              <a:ext uri="{FF2B5EF4-FFF2-40B4-BE49-F238E27FC236}">
                <a16:creationId xmlns:a16="http://schemas.microsoft.com/office/drawing/2014/main" id="{A357F103-83EB-64A7-3852-ECC2E14628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9860" y="1926999"/>
            <a:ext cx="1470025" cy="1373187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6" name="Line 13">
            <a:extLst>
              <a:ext uri="{FF2B5EF4-FFF2-40B4-BE49-F238E27FC236}">
                <a16:creationId xmlns:a16="http://schemas.microsoft.com/office/drawing/2014/main" id="{4D44EC61-3B9F-9406-BBF0-832D1C5BE94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27335" y="1926999"/>
            <a:ext cx="0" cy="3538537"/>
          </a:xfrm>
          <a:prstGeom prst="line">
            <a:avLst/>
          </a:prstGeom>
          <a:noFill/>
          <a:ln w="12700">
            <a:solidFill>
              <a:srgbClr val="FF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17" name="Group 14">
            <a:extLst>
              <a:ext uri="{FF2B5EF4-FFF2-40B4-BE49-F238E27FC236}">
                <a16:creationId xmlns:a16="http://schemas.microsoft.com/office/drawing/2014/main" id="{7A99A7F4-3B90-6B2A-2971-8C5D2F040940}"/>
              </a:ext>
            </a:extLst>
          </p:cNvPr>
          <p:cNvGrpSpPr>
            <a:grpSpLocks/>
          </p:cNvGrpSpPr>
          <p:nvPr/>
        </p:nvGrpSpPr>
        <p:grpSpPr bwMode="auto">
          <a:xfrm>
            <a:off x="2811460" y="1926999"/>
            <a:ext cx="4979987" cy="214312"/>
            <a:chOff x="1483" y="1111"/>
            <a:chExt cx="3137" cy="135"/>
          </a:xfrm>
        </p:grpSpPr>
        <p:sp>
          <p:nvSpPr>
            <p:cNvPr id="18" name="Line 15">
              <a:extLst>
                <a:ext uri="{FF2B5EF4-FFF2-40B4-BE49-F238E27FC236}">
                  <a16:creationId xmlns:a16="http://schemas.microsoft.com/office/drawing/2014/main" id="{ECCCAF58-7DDC-EDAE-8870-5D3841CE2B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3" y="1183"/>
              <a:ext cx="3137" cy="0"/>
            </a:xfrm>
            <a:prstGeom prst="line">
              <a:avLst/>
            </a:prstGeom>
            <a:noFill/>
            <a:ln w="12700">
              <a:solidFill>
                <a:srgbClr val="FF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9" name="Text Box 16">
              <a:extLst>
                <a:ext uri="{FF2B5EF4-FFF2-40B4-BE49-F238E27FC236}">
                  <a16:creationId xmlns:a16="http://schemas.microsoft.com/office/drawing/2014/main" id="{A7512BDE-6B6C-A5FB-EB0C-FED2CD58DD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40" y="1111"/>
              <a:ext cx="180" cy="1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800" b="0" dirty="0">
                  <a:solidFill>
                    <a:srgbClr val="FF0066"/>
                  </a:solidFill>
                  <a:latin typeface="Times New Roman" panose="02020603050405020304" pitchFamily="18" charset="0"/>
                </a:rPr>
                <a:t>●</a:t>
              </a:r>
            </a:p>
          </p:txBody>
        </p:sp>
      </p:grpSp>
      <p:grpSp>
        <p:nvGrpSpPr>
          <p:cNvPr id="20" name="Group 17">
            <a:extLst>
              <a:ext uri="{FF2B5EF4-FFF2-40B4-BE49-F238E27FC236}">
                <a16:creationId xmlns:a16="http://schemas.microsoft.com/office/drawing/2014/main" id="{E4B17B09-7123-007E-FD23-2B22FF8C9F7E}"/>
              </a:ext>
            </a:extLst>
          </p:cNvPr>
          <p:cNvGrpSpPr>
            <a:grpSpLocks/>
          </p:cNvGrpSpPr>
          <p:nvPr/>
        </p:nvGrpSpPr>
        <p:grpSpPr bwMode="auto">
          <a:xfrm>
            <a:off x="2178047" y="3947886"/>
            <a:ext cx="2141538" cy="1998663"/>
            <a:chOff x="1084" y="2384"/>
            <a:chExt cx="1349" cy="1259"/>
          </a:xfrm>
        </p:grpSpPr>
        <p:sp>
          <p:nvSpPr>
            <p:cNvPr id="21" name="Oval 18">
              <a:extLst>
                <a:ext uri="{FF2B5EF4-FFF2-40B4-BE49-F238E27FC236}">
                  <a16:creationId xmlns:a16="http://schemas.microsoft.com/office/drawing/2014/main" id="{E6E62F64-0D83-C8E6-20F6-EF80794E4A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4" y="2403"/>
              <a:ext cx="1347" cy="1240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2" name="Rectangle 19">
              <a:extLst>
                <a:ext uri="{FF2B5EF4-FFF2-40B4-BE49-F238E27FC236}">
                  <a16:creationId xmlns:a16="http://schemas.microsoft.com/office/drawing/2014/main" id="{6AE92F83-5940-227D-4C1D-2CE46638C6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7" y="2384"/>
              <a:ext cx="676" cy="1259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23" name="Line 20">
            <a:extLst>
              <a:ext uri="{FF2B5EF4-FFF2-40B4-BE49-F238E27FC236}">
                <a16:creationId xmlns:a16="http://schemas.microsoft.com/office/drawing/2014/main" id="{E6D60E83-2A55-77E6-4888-7579C324841F}"/>
              </a:ext>
            </a:extLst>
          </p:cNvPr>
          <p:cNvSpPr>
            <a:spLocks noChangeShapeType="1"/>
          </p:cNvSpPr>
          <p:nvPr/>
        </p:nvSpPr>
        <p:spPr bwMode="auto">
          <a:xfrm>
            <a:off x="6072185" y="2622324"/>
            <a:ext cx="2428875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4" name="Oval 21">
            <a:extLst>
              <a:ext uri="{FF2B5EF4-FFF2-40B4-BE49-F238E27FC236}">
                <a16:creationId xmlns:a16="http://schemas.microsoft.com/office/drawing/2014/main" id="{A9875ED4-904D-D2BA-6512-95E4681E1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6485" y="1595211"/>
            <a:ext cx="2138362" cy="2033588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5" name="Rectangle 22">
            <a:extLst>
              <a:ext uri="{FF2B5EF4-FFF2-40B4-BE49-F238E27FC236}">
                <a16:creationId xmlns:a16="http://schemas.microsoft.com/office/drawing/2014/main" id="{F0466483-ACDE-2A1D-77D3-686AB8F5BC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4672" y="3963761"/>
            <a:ext cx="3449638" cy="1982788"/>
          </a:xfrm>
          <a:prstGeom prst="rect">
            <a:avLst/>
          </a:prstGeom>
          <a:noFill/>
          <a:ln w="38100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6" name="Line 23">
            <a:extLst>
              <a:ext uri="{FF2B5EF4-FFF2-40B4-BE49-F238E27FC236}">
                <a16:creationId xmlns:a16="http://schemas.microsoft.com/office/drawing/2014/main" id="{27E2AE21-2446-C623-C6B3-6E546345453D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5495922" y="1911124"/>
            <a:ext cx="137795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7" name="Line 24">
            <a:extLst>
              <a:ext uri="{FF2B5EF4-FFF2-40B4-BE49-F238E27FC236}">
                <a16:creationId xmlns:a16="http://schemas.microsoft.com/office/drawing/2014/main" id="{CFC7EB6B-2B20-C77B-2D55-78AB31C0C15E}"/>
              </a:ext>
            </a:extLst>
          </p:cNvPr>
          <p:cNvSpPr>
            <a:spLocks noChangeShapeType="1"/>
          </p:cNvSpPr>
          <p:nvPr/>
        </p:nvSpPr>
        <p:spPr bwMode="auto">
          <a:xfrm rot="-5400000">
            <a:off x="7635872" y="1911124"/>
            <a:ext cx="137795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8" name="Freeform 25">
            <a:extLst>
              <a:ext uri="{FF2B5EF4-FFF2-40B4-BE49-F238E27FC236}">
                <a16:creationId xmlns:a16="http://schemas.microsoft.com/office/drawing/2014/main" id="{2546813A-0C70-1468-B46A-6BD3280427C3}"/>
              </a:ext>
            </a:extLst>
          </p:cNvPr>
          <p:cNvSpPr>
            <a:spLocks/>
          </p:cNvSpPr>
          <p:nvPr/>
        </p:nvSpPr>
        <p:spPr bwMode="auto">
          <a:xfrm>
            <a:off x="6183310" y="1222149"/>
            <a:ext cx="2162175" cy="1587"/>
          </a:xfrm>
          <a:custGeom>
            <a:avLst/>
            <a:gdLst>
              <a:gd name="T0" fmla="*/ 0 w 1553"/>
              <a:gd name="T1" fmla="*/ 0 h 1"/>
              <a:gd name="T2" fmla="*/ 1553 w 1553"/>
              <a:gd name="T3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553" h="1">
                <a:moveTo>
                  <a:pt x="0" y="0"/>
                </a:moveTo>
                <a:lnTo>
                  <a:pt x="1553" y="0"/>
                </a:lnTo>
              </a:path>
            </a:pathLst>
          </a:custGeom>
          <a:noFill/>
          <a:ln w="3810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9" name="Oval 26">
            <a:extLst>
              <a:ext uri="{FF2B5EF4-FFF2-40B4-BE49-F238E27FC236}">
                <a16:creationId xmlns:a16="http://schemas.microsoft.com/office/drawing/2014/main" id="{643F79A9-C731-78AC-F93A-26368AF31C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8585" y="4443186"/>
            <a:ext cx="1169987" cy="1069975"/>
          </a:xfrm>
          <a:prstGeom prst="ellips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0" name="Text Box 27">
            <a:extLst>
              <a:ext uri="{FF2B5EF4-FFF2-40B4-BE49-F238E27FC236}">
                <a16:creationId xmlns:a16="http://schemas.microsoft.com/office/drawing/2014/main" id="{39B9C9F1-9786-BF32-F041-90A77821A9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397" y="399357"/>
            <a:ext cx="302198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C00000"/>
                </a:solidFill>
              </a:rPr>
              <a:t>例</a:t>
            </a:r>
            <a:r>
              <a:rPr lang="en-US" altLang="zh-CN" sz="2800" b="1" dirty="0">
                <a:solidFill>
                  <a:srgbClr val="C00000"/>
                </a:solidFill>
              </a:rPr>
              <a:t>14.6</a:t>
            </a:r>
            <a:r>
              <a:rPr lang="zh-CN" altLang="en-US" sz="2800" b="1" dirty="0">
                <a:solidFill>
                  <a:srgbClr val="C00000"/>
                </a:solidFill>
              </a:rPr>
              <a:t>：求主视图</a:t>
            </a:r>
          </a:p>
        </p:txBody>
      </p:sp>
      <p:sp>
        <p:nvSpPr>
          <p:cNvPr id="31" name="Freeform 28">
            <a:extLst>
              <a:ext uri="{FF2B5EF4-FFF2-40B4-BE49-F238E27FC236}">
                <a16:creationId xmlns:a16="http://schemas.microsoft.com/office/drawing/2014/main" id="{1157B07E-20BE-92BB-E3A2-B181C57195A4}"/>
              </a:ext>
            </a:extLst>
          </p:cNvPr>
          <p:cNvSpPr>
            <a:spLocks/>
          </p:cNvSpPr>
          <p:nvPr/>
        </p:nvSpPr>
        <p:spPr bwMode="auto">
          <a:xfrm>
            <a:off x="4770435" y="3957411"/>
            <a:ext cx="1587" cy="1981200"/>
          </a:xfrm>
          <a:custGeom>
            <a:avLst/>
            <a:gdLst>
              <a:gd name="T0" fmla="*/ 0 w 1"/>
              <a:gd name="T1" fmla="*/ 0 h 1248"/>
              <a:gd name="T2" fmla="*/ 0 w 1"/>
              <a:gd name="T3" fmla="*/ 1248 h 124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1248">
                <a:moveTo>
                  <a:pt x="0" y="0"/>
                </a:moveTo>
                <a:lnTo>
                  <a:pt x="0" y="1248"/>
                </a:lnTo>
              </a:path>
            </a:pathLst>
          </a:custGeom>
          <a:noFill/>
          <a:ln w="38100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2" name="Freeform 29">
            <a:extLst>
              <a:ext uri="{FF2B5EF4-FFF2-40B4-BE49-F238E27FC236}">
                <a16:creationId xmlns:a16="http://schemas.microsoft.com/office/drawing/2014/main" id="{F577613E-249F-836D-E30C-735C402EFA89}"/>
              </a:ext>
            </a:extLst>
          </p:cNvPr>
          <p:cNvSpPr>
            <a:spLocks/>
          </p:cNvSpPr>
          <p:nvPr/>
        </p:nvSpPr>
        <p:spPr bwMode="auto">
          <a:xfrm>
            <a:off x="3246435" y="4400324"/>
            <a:ext cx="639762" cy="1173162"/>
          </a:xfrm>
          <a:custGeom>
            <a:avLst/>
            <a:gdLst>
              <a:gd name="T0" fmla="*/ 0 w 403"/>
              <a:gd name="T1" fmla="*/ 0 h 739"/>
              <a:gd name="T2" fmla="*/ 0 w 403"/>
              <a:gd name="T3" fmla="*/ 86 h 739"/>
              <a:gd name="T4" fmla="*/ 144 w 403"/>
              <a:gd name="T5" fmla="*/ 86 h 739"/>
              <a:gd name="T6" fmla="*/ 221 w 403"/>
              <a:gd name="T7" fmla="*/ 163 h 739"/>
              <a:gd name="T8" fmla="*/ 326 w 403"/>
              <a:gd name="T9" fmla="*/ 288 h 739"/>
              <a:gd name="T10" fmla="*/ 317 w 403"/>
              <a:gd name="T11" fmla="*/ 384 h 739"/>
              <a:gd name="T12" fmla="*/ 307 w 403"/>
              <a:gd name="T13" fmla="*/ 489 h 739"/>
              <a:gd name="T14" fmla="*/ 249 w 403"/>
              <a:gd name="T15" fmla="*/ 585 h 739"/>
              <a:gd name="T16" fmla="*/ 144 w 403"/>
              <a:gd name="T17" fmla="*/ 633 h 739"/>
              <a:gd name="T18" fmla="*/ 86 w 403"/>
              <a:gd name="T19" fmla="*/ 672 h 739"/>
              <a:gd name="T20" fmla="*/ 9 w 403"/>
              <a:gd name="T21" fmla="*/ 681 h 739"/>
              <a:gd name="T22" fmla="*/ 19 w 403"/>
              <a:gd name="T23" fmla="*/ 739 h 739"/>
              <a:gd name="T24" fmla="*/ 192 w 403"/>
              <a:gd name="T25" fmla="*/ 710 h 739"/>
              <a:gd name="T26" fmla="*/ 297 w 403"/>
              <a:gd name="T27" fmla="*/ 614 h 739"/>
              <a:gd name="T28" fmla="*/ 403 w 403"/>
              <a:gd name="T29" fmla="*/ 461 h 739"/>
              <a:gd name="T30" fmla="*/ 403 w 403"/>
              <a:gd name="T31" fmla="*/ 336 h 739"/>
              <a:gd name="T32" fmla="*/ 384 w 403"/>
              <a:gd name="T33" fmla="*/ 192 h 739"/>
              <a:gd name="T34" fmla="*/ 297 w 403"/>
              <a:gd name="T35" fmla="*/ 86 h 739"/>
              <a:gd name="T36" fmla="*/ 153 w 403"/>
              <a:gd name="T37" fmla="*/ 0 h 739"/>
              <a:gd name="T38" fmla="*/ 0 w 403"/>
              <a:gd name="T39" fmla="*/ 0 h 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403" h="739">
                <a:moveTo>
                  <a:pt x="0" y="0"/>
                </a:moveTo>
                <a:lnTo>
                  <a:pt x="0" y="86"/>
                </a:lnTo>
                <a:lnTo>
                  <a:pt x="144" y="86"/>
                </a:lnTo>
                <a:lnTo>
                  <a:pt x="221" y="163"/>
                </a:lnTo>
                <a:lnTo>
                  <a:pt x="326" y="288"/>
                </a:lnTo>
                <a:lnTo>
                  <a:pt x="317" y="384"/>
                </a:lnTo>
                <a:lnTo>
                  <a:pt x="307" y="489"/>
                </a:lnTo>
                <a:lnTo>
                  <a:pt x="249" y="585"/>
                </a:lnTo>
                <a:lnTo>
                  <a:pt x="144" y="633"/>
                </a:lnTo>
                <a:lnTo>
                  <a:pt x="86" y="672"/>
                </a:lnTo>
                <a:lnTo>
                  <a:pt x="9" y="681"/>
                </a:lnTo>
                <a:lnTo>
                  <a:pt x="19" y="739"/>
                </a:lnTo>
                <a:lnTo>
                  <a:pt x="192" y="710"/>
                </a:lnTo>
                <a:lnTo>
                  <a:pt x="297" y="614"/>
                </a:lnTo>
                <a:lnTo>
                  <a:pt x="403" y="461"/>
                </a:lnTo>
                <a:lnTo>
                  <a:pt x="403" y="336"/>
                </a:lnTo>
                <a:lnTo>
                  <a:pt x="384" y="192"/>
                </a:lnTo>
                <a:lnTo>
                  <a:pt x="297" y="86"/>
                </a:lnTo>
                <a:lnTo>
                  <a:pt x="153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38100" cap="flat" cmpd="sng">
            <a:solidFill>
              <a:schemeClr val="bg1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3" name="Line 30">
            <a:extLst>
              <a:ext uri="{FF2B5EF4-FFF2-40B4-BE49-F238E27FC236}">
                <a16:creationId xmlns:a16="http://schemas.microsoft.com/office/drawing/2014/main" id="{4330A3D9-57DA-E400-1AE7-76398A50851B}"/>
              </a:ext>
            </a:extLst>
          </p:cNvPr>
          <p:cNvSpPr>
            <a:spLocks noChangeShapeType="1"/>
          </p:cNvSpPr>
          <p:nvPr/>
        </p:nvSpPr>
        <p:spPr bwMode="auto">
          <a:xfrm>
            <a:off x="3246435" y="3779611"/>
            <a:ext cx="0" cy="2230438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4" name="Line 31">
            <a:extLst>
              <a:ext uri="{FF2B5EF4-FFF2-40B4-BE49-F238E27FC236}">
                <a16:creationId xmlns:a16="http://schemas.microsoft.com/office/drawing/2014/main" id="{D1364AD2-18BF-29C8-A9A5-49B6D783325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40085" y="4443186"/>
            <a:ext cx="107950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5" name="Line 32">
            <a:extLst>
              <a:ext uri="{FF2B5EF4-FFF2-40B4-BE49-F238E27FC236}">
                <a16:creationId xmlns:a16="http://schemas.microsoft.com/office/drawing/2014/main" id="{56A18648-8127-CF3A-DBB1-32E94BFDB59B}"/>
              </a:ext>
            </a:extLst>
          </p:cNvPr>
          <p:cNvSpPr>
            <a:spLocks noChangeShapeType="1"/>
          </p:cNvSpPr>
          <p:nvPr/>
        </p:nvSpPr>
        <p:spPr bwMode="auto">
          <a:xfrm>
            <a:off x="4313235" y="4443186"/>
            <a:ext cx="0" cy="1069975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6" name="Line 33">
            <a:extLst>
              <a:ext uri="{FF2B5EF4-FFF2-40B4-BE49-F238E27FC236}">
                <a16:creationId xmlns:a16="http://schemas.microsoft.com/office/drawing/2014/main" id="{60824E8F-9223-615E-9C11-A553D4E924D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46435" y="5513161"/>
            <a:ext cx="1073150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7" name="Line 34">
            <a:extLst>
              <a:ext uri="{FF2B5EF4-FFF2-40B4-BE49-F238E27FC236}">
                <a16:creationId xmlns:a16="http://schemas.microsoft.com/office/drawing/2014/main" id="{C654C0AA-2261-2B52-C356-AC3D3AF4D749}"/>
              </a:ext>
            </a:extLst>
          </p:cNvPr>
          <p:cNvSpPr>
            <a:spLocks noChangeShapeType="1"/>
          </p:cNvSpPr>
          <p:nvPr/>
        </p:nvSpPr>
        <p:spPr bwMode="auto">
          <a:xfrm>
            <a:off x="6721472" y="1222149"/>
            <a:ext cx="0" cy="922337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8" name="Line 35">
            <a:extLst>
              <a:ext uri="{FF2B5EF4-FFF2-40B4-BE49-F238E27FC236}">
                <a16:creationId xmlns:a16="http://schemas.microsoft.com/office/drawing/2014/main" id="{0648C151-6DAC-B5D6-DC7A-093228DFE3C8}"/>
              </a:ext>
            </a:extLst>
          </p:cNvPr>
          <p:cNvSpPr>
            <a:spLocks noChangeShapeType="1"/>
          </p:cNvSpPr>
          <p:nvPr/>
        </p:nvSpPr>
        <p:spPr bwMode="auto">
          <a:xfrm>
            <a:off x="7791447" y="1222149"/>
            <a:ext cx="0" cy="922337"/>
          </a:xfrm>
          <a:prstGeom prst="line">
            <a:avLst/>
          </a:prstGeom>
          <a:noFill/>
          <a:ln w="19050">
            <a:solidFill>
              <a:schemeClr val="tx2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9" name="Line 36">
            <a:extLst>
              <a:ext uri="{FF2B5EF4-FFF2-40B4-BE49-F238E27FC236}">
                <a16:creationId xmlns:a16="http://schemas.microsoft.com/office/drawing/2014/main" id="{282A18D1-1AFA-1CC8-C9C4-C82BF782273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70435" y="1550761"/>
            <a:ext cx="0" cy="1049338"/>
          </a:xfrm>
          <a:prstGeom prst="line">
            <a:avLst/>
          </a:prstGeom>
          <a:noFill/>
          <a:ln w="19050">
            <a:solidFill>
              <a:srgbClr val="0099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40" name="Group 37">
            <a:extLst>
              <a:ext uri="{FF2B5EF4-FFF2-40B4-BE49-F238E27FC236}">
                <a16:creationId xmlns:a16="http://schemas.microsoft.com/office/drawing/2014/main" id="{BDFBCC73-F021-1D5F-8488-242D60AEC792}"/>
              </a:ext>
            </a:extLst>
          </p:cNvPr>
          <p:cNvGrpSpPr>
            <a:grpSpLocks/>
          </p:cNvGrpSpPr>
          <p:nvPr/>
        </p:nvGrpSpPr>
        <p:grpSpPr bwMode="auto">
          <a:xfrm>
            <a:off x="3101972" y="2041299"/>
            <a:ext cx="4824413" cy="214312"/>
            <a:chOff x="1666" y="1183"/>
            <a:chExt cx="3039" cy="135"/>
          </a:xfrm>
        </p:grpSpPr>
        <p:sp>
          <p:nvSpPr>
            <p:cNvPr id="41" name="Line 38">
              <a:extLst>
                <a:ext uri="{FF2B5EF4-FFF2-40B4-BE49-F238E27FC236}">
                  <a16:creationId xmlns:a16="http://schemas.microsoft.com/office/drawing/2014/main" id="{AA89C71C-AD7D-154D-E8E8-DED6579249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53" y="1248"/>
              <a:ext cx="2952" cy="0"/>
            </a:xfrm>
            <a:prstGeom prst="line">
              <a:avLst/>
            </a:prstGeom>
            <a:noFill/>
            <a:ln w="12700">
              <a:solidFill>
                <a:srgbClr val="FF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2" name="Text Box 39">
              <a:extLst>
                <a:ext uri="{FF2B5EF4-FFF2-40B4-BE49-F238E27FC236}">
                  <a16:creationId xmlns:a16="http://schemas.microsoft.com/office/drawing/2014/main" id="{1893B2FF-26BD-A73B-9393-69A012CEC0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66" y="1183"/>
              <a:ext cx="180" cy="1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800" b="0" dirty="0">
                  <a:solidFill>
                    <a:srgbClr val="FF0066"/>
                  </a:solidFill>
                  <a:latin typeface="Times New Roman" panose="02020603050405020304" pitchFamily="18" charset="0"/>
                </a:rPr>
                <a:t>●</a:t>
              </a:r>
            </a:p>
          </p:txBody>
        </p:sp>
      </p:grpSp>
      <p:sp>
        <p:nvSpPr>
          <p:cNvPr id="43" name="Text Box 40">
            <a:extLst>
              <a:ext uri="{FF2B5EF4-FFF2-40B4-BE49-F238E27FC236}">
                <a16:creationId xmlns:a16="http://schemas.microsoft.com/office/drawing/2014/main" id="{4FF7389F-F82F-B3AF-079F-D1F3054A07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0635" y="2041299"/>
            <a:ext cx="285750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800" b="0" dirty="0">
                <a:solidFill>
                  <a:srgbClr val="FF0066"/>
                </a:solidFill>
                <a:latin typeface="Times New Roman" panose="02020603050405020304" pitchFamily="18" charset="0"/>
              </a:rPr>
              <a:t>●</a:t>
            </a:r>
          </a:p>
        </p:txBody>
      </p:sp>
      <p:sp>
        <p:nvSpPr>
          <p:cNvPr id="44" name="Text Box 41">
            <a:extLst>
              <a:ext uri="{FF2B5EF4-FFF2-40B4-BE49-F238E27FC236}">
                <a16:creationId xmlns:a16="http://schemas.microsoft.com/office/drawing/2014/main" id="{2EC56C79-642B-6DFB-40FF-4639E8F6CE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4460" y="5251224"/>
            <a:ext cx="285750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800" b="0" dirty="0">
                <a:solidFill>
                  <a:srgbClr val="FF0066"/>
                </a:solidFill>
                <a:latin typeface="Times New Roman" panose="02020603050405020304" pitchFamily="18" charset="0"/>
              </a:rPr>
              <a:t>●</a:t>
            </a:r>
          </a:p>
        </p:txBody>
      </p:sp>
      <p:sp>
        <p:nvSpPr>
          <p:cNvPr id="45" name="Line 42">
            <a:extLst>
              <a:ext uri="{FF2B5EF4-FFF2-40B4-BE49-F238E27FC236}">
                <a16:creationId xmlns:a16="http://schemas.microsoft.com/office/drawing/2014/main" id="{2D5040EE-31F6-F15E-7E6A-30350D57C0B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25710" y="5349649"/>
            <a:ext cx="735012" cy="0"/>
          </a:xfrm>
          <a:prstGeom prst="line">
            <a:avLst/>
          </a:prstGeom>
          <a:noFill/>
          <a:ln w="12700">
            <a:solidFill>
              <a:srgbClr val="FF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6" name="Line 43">
            <a:extLst>
              <a:ext uri="{FF2B5EF4-FFF2-40B4-BE49-F238E27FC236}">
                <a16:creationId xmlns:a16="http://schemas.microsoft.com/office/drawing/2014/main" id="{8F38E93A-09C2-D676-3356-265F402362D2}"/>
              </a:ext>
            </a:extLst>
          </p:cNvPr>
          <p:cNvSpPr>
            <a:spLocks noChangeShapeType="1"/>
          </p:cNvSpPr>
          <p:nvPr/>
        </p:nvSpPr>
        <p:spPr bwMode="auto">
          <a:xfrm>
            <a:off x="4306885" y="1915886"/>
            <a:ext cx="0" cy="228600"/>
          </a:xfrm>
          <a:prstGeom prst="line">
            <a:avLst/>
          </a:prstGeom>
          <a:noFill/>
          <a:ln w="19050">
            <a:solidFill>
              <a:schemeClr val="tx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7" name="Line 44">
            <a:extLst>
              <a:ext uri="{FF2B5EF4-FFF2-40B4-BE49-F238E27FC236}">
                <a16:creationId xmlns:a16="http://schemas.microsoft.com/office/drawing/2014/main" id="{1D3C76B1-083C-A321-F8AD-8D098C7E457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0560" y="2141311"/>
            <a:ext cx="1082675" cy="0"/>
          </a:xfrm>
          <a:prstGeom prst="line">
            <a:avLst/>
          </a:prstGeom>
          <a:noFill/>
          <a:ln w="19050">
            <a:solidFill>
              <a:schemeClr val="tx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8" name="Text Box 45">
            <a:extLst>
              <a:ext uri="{FF2B5EF4-FFF2-40B4-BE49-F238E27FC236}">
                <a16:creationId xmlns:a16="http://schemas.microsoft.com/office/drawing/2014/main" id="{4090125B-3845-B3F4-2194-E0CA820287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5710" y="1809524"/>
            <a:ext cx="285750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800" b="0" dirty="0">
                <a:solidFill>
                  <a:srgbClr val="FF0066"/>
                </a:solidFill>
                <a:latin typeface="Times New Roman" panose="02020603050405020304" pitchFamily="18" charset="0"/>
              </a:rPr>
              <a:t>●</a:t>
            </a:r>
          </a:p>
        </p:txBody>
      </p:sp>
      <p:sp>
        <p:nvSpPr>
          <p:cNvPr id="49" name="Line 46">
            <a:extLst>
              <a:ext uri="{FF2B5EF4-FFF2-40B4-BE49-F238E27FC236}">
                <a16:creationId xmlns:a16="http://schemas.microsoft.com/office/drawing/2014/main" id="{96FD86F1-9891-F5F6-8AEF-FEFBA29E3F0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60722" y="2608036"/>
            <a:ext cx="1509713" cy="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50" name="Group 47">
            <a:extLst>
              <a:ext uri="{FF2B5EF4-FFF2-40B4-BE49-F238E27FC236}">
                <a16:creationId xmlns:a16="http://schemas.microsoft.com/office/drawing/2014/main" id="{4D614778-AF3B-3995-E7C3-40ABB256FE16}"/>
              </a:ext>
            </a:extLst>
          </p:cNvPr>
          <p:cNvGrpSpPr>
            <a:grpSpLocks/>
          </p:cNvGrpSpPr>
          <p:nvPr/>
        </p:nvGrpSpPr>
        <p:grpSpPr bwMode="auto">
          <a:xfrm>
            <a:off x="3260722" y="2041299"/>
            <a:ext cx="4379913" cy="3308350"/>
            <a:chOff x="1766" y="1183"/>
            <a:chExt cx="2759" cy="2084"/>
          </a:xfrm>
        </p:grpSpPr>
        <p:sp>
          <p:nvSpPr>
            <p:cNvPr id="51" name="Line 48">
              <a:extLst>
                <a:ext uri="{FF2B5EF4-FFF2-40B4-BE49-F238E27FC236}">
                  <a16:creationId xmlns:a16="http://schemas.microsoft.com/office/drawing/2014/main" id="{D67868B4-FE84-F1D7-9F46-14A5460AA4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2" y="1183"/>
              <a:ext cx="243" cy="0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2" name="Line 49">
              <a:extLst>
                <a:ext uri="{FF2B5EF4-FFF2-40B4-BE49-F238E27FC236}">
                  <a16:creationId xmlns:a16="http://schemas.microsoft.com/office/drawing/2014/main" id="{94FEACAA-CAEA-0AA0-20C8-2B9EB28DFC8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644" y="3146"/>
              <a:ext cx="243" cy="0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53" name="Text Box 50">
            <a:extLst>
              <a:ext uri="{FF2B5EF4-FFF2-40B4-BE49-F238E27FC236}">
                <a16:creationId xmlns:a16="http://schemas.microsoft.com/office/drawing/2014/main" id="{57E51094-4820-910B-2AC2-C0B53B2B4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0335" y="1950811"/>
            <a:ext cx="28575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800" b="0" dirty="0">
                <a:solidFill>
                  <a:srgbClr val="FF0066"/>
                </a:solidFill>
                <a:latin typeface="Times New Roman" panose="02020603050405020304" pitchFamily="18" charset="0"/>
              </a:rPr>
              <a:t>●</a:t>
            </a:r>
          </a:p>
        </p:txBody>
      </p:sp>
      <p:sp>
        <p:nvSpPr>
          <p:cNvPr id="54" name="Freeform 51">
            <a:extLst>
              <a:ext uri="{FF2B5EF4-FFF2-40B4-BE49-F238E27FC236}">
                <a16:creationId xmlns:a16="http://schemas.microsoft.com/office/drawing/2014/main" id="{82BD0790-DF52-E72D-142E-EF756553DCD5}"/>
              </a:ext>
            </a:extLst>
          </p:cNvPr>
          <p:cNvSpPr>
            <a:spLocks/>
          </p:cNvSpPr>
          <p:nvPr/>
        </p:nvSpPr>
        <p:spPr bwMode="auto">
          <a:xfrm>
            <a:off x="2666997" y="1915886"/>
            <a:ext cx="563563" cy="228600"/>
          </a:xfrm>
          <a:custGeom>
            <a:avLst/>
            <a:gdLst>
              <a:gd name="T0" fmla="*/ 0 w 355"/>
              <a:gd name="T1" fmla="*/ 0 h 144"/>
              <a:gd name="T2" fmla="*/ 48 w 355"/>
              <a:gd name="T3" fmla="*/ 38 h 144"/>
              <a:gd name="T4" fmla="*/ 106 w 355"/>
              <a:gd name="T5" fmla="*/ 77 h 144"/>
              <a:gd name="T6" fmla="*/ 173 w 355"/>
              <a:gd name="T7" fmla="*/ 115 h 144"/>
              <a:gd name="T8" fmla="*/ 250 w 355"/>
              <a:gd name="T9" fmla="*/ 134 h 144"/>
              <a:gd name="T10" fmla="*/ 355 w 355"/>
              <a:gd name="T11" fmla="*/ 144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55" h="144">
                <a:moveTo>
                  <a:pt x="0" y="0"/>
                </a:moveTo>
                <a:cubicBezTo>
                  <a:pt x="8" y="6"/>
                  <a:pt x="30" y="25"/>
                  <a:pt x="48" y="38"/>
                </a:cubicBezTo>
                <a:cubicBezTo>
                  <a:pt x="66" y="51"/>
                  <a:pt x="85" y="64"/>
                  <a:pt x="106" y="77"/>
                </a:cubicBezTo>
                <a:cubicBezTo>
                  <a:pt x="127" y="90"/>
                  <a:pt x="149" y="106"/>
                  <a:pt x="173" y="115"/>
                </a:cubicBezTo>
                <a:cubicBezTo>
                  <a:pt x="197" y="124"/>
                  <a:pt x="220" y="129"/>
                  <a:pt x="250" y="134"/>
                </a:cubicBezTo>
                <a:cubicBezTo>
                  <a:pt x="280" y="139"/>
                  <a:pt x="333" y="142"/>
                  <a:pt x="355" y="144"/>
                </a:cubicBezTo>
              </a:path>
            </a:pathLst>
          </a:custGeom>
          <a:noFill/>
          <a:ln w="19050" cap="flat" cmpd="sng">
            <a:solidFill>
              <a:schemeClr val="tx2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5" name="Freeform 52">
            <a:extLst>
              <a:ext uri="{FF2B5EF4-FFF2-40B4-BE49-F238E27FC236}">
                <a16:creationId xmlns:a16="http://schemas.microsoft.com/office/drawing/2014/main" id="{67E80018-C8BB-2BBA-20E8-A9AE623268E7}"/>
              </a:ext>
            </a:extLst>
          </p:cNvPr>
          <p:cNvSpPr>
            <a:spLocks/>
          </p:cNvSpPr>
          <p:nvPr/>
        </p:nvSpPr>
        <p:spPr bwMode="auto">
          <a:xfrm>
            <a:off x="2176460" y="3957411"/>
            <a:ext cx="1069975" cy="1997075"/>
          </a:xfrm>
          <a:custGeom>
            <a:avLst/>
            <a:gdLst>
              <a:gd name="T0" fmla="*/ 674 w 674"/>
              <a:gd name="T1" fmla="*/ 0 h 1258"/>
              <a:gd name="T2" fmla="*/ 501 w 674"/>
              <a:gd name="T3" fmla="*/ 29 h 1258"/>
              <a:gd name="T4" fmla="*/ 347 w 674"/>
              <a:gd name="T5" fmla="*/ 87 h 1258"/>
              <a:gd name="T6" fmla="*/ 223 w 674"/>
              <a:gd name="T7" fmla="*/ 173 h 1258"/>
              <a:gd name="T8" fmla="*/ 127 w 674"/>
              <a:gd name="T9" fmla="*/ 279 h 1258"/>
              <a:gd name="T10" fmla="*/ 50 w 674"/>
              <a:gd name="T11" fmla="*/ 404 h 1258"/>
              <a:gd name="T12" fmla="*/ 11 w 674"/>
              <a:gd name="T13" fmla="*/ 528 h 1258"/>
              <a:gd name="T14" fmla="*/ 2 w 674"/>
              <a:gd name="T15" fmla="*/ 634 h 1258"/>
              <a:gd name="T16" fmla="*/ 21 w 674"/>
              <a:gd name="T17" fmla="*/ 778 h 1258"/>
              <a:gd name="T18" fmla="*/ 98 w 674"/>
              <a:gd name="T19" fmla="*/ 951 h 1258"/>
              <a:gd name="T20" fmla="*/ 155 w 674"/>
              <a:gd name="T21" fmla="*/ 1037 h 1258"/>
              <a:gd name="T22" fmla="*/ 261 w 674"/>
              <a:gd name="T23" fmla="*/ 1124 h 1258"/>
              <a:gd name="T24" fmla="*/ 376 w 674"/>
              <a:gd name="T25" fmla="*/ 1191 h 1258"/>
              <a:gd name="T26" fmla="*/ 511 w 674"/>
              <a:gd name="T27" fmla="*/ 1229 h 1258"/>
              <a:gd name="T28" fmla="*/ 674 w 674"/>
              <a:gd name="T29" fmla="*/ 1258 h 1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74" h="1258">
                <a:moveTo>
                  <a:pt x="674" y="0"/>
                </a:moveTo>
                <a:cubicBezTo>
                  <a:pt x="647" y="5"/>
                  <a:pt x="555" y="15"/>
                  <a:pt x="501" y="29"/>
                </a:cubicBezTo>
                <a:cubicBezTo>
                  <a:pt x="447" y="43"/>
                  <a:pt x="393" y="63"/>
                  <a:pt x="347" y="87"/>
                </a:cubicBezTo>
                <a:cubicBezTo>
                  <a:pt x="301" y="111"/>
                  <a:pt x="260" y="141"/>
                  <a:pt x="223" y="173"/>
                </a:cubicBezTo>
                <a:cubicBezTo>
                  <a:pt x="186" y="205"/>
                  <a:pt x="156" y="241"/>
                  <a:pt x="127" y="279"/>
                </a:cubicBezTo>
                <a:cubicBezTo>
                  <a:pt x="98" y="317"/>
                  <a:pt x="69" y="363"/>
                  <a:pt x="50" y="404"/>
                </a:cubicBezTo>
                <a:cubicBezTo>
                  <a:pt x="31" y="445"/>
                  <a:pt x="19" y="490"/>
                  <a:pt x="11" y="528"/>
                </a:cubicBezTo>
                <a:cubicBezTo>
                  <a:pt x="3" y="566"/>
                  <a:pt x="0" y="592"/>
                  <a:pt x="2" y="634"/>
                </a:cubicBezTo>
                <a:cubicBezTo>
                  <a:pt x="4" y="676"/>
                  <a:pt x="5" y="725"/>
                  <a:pt x="21" y="778"/>
                </a:cubicBezTo>
                <a:cubicBezTo>
                  <a:pt x="37" y="831"/>
                  <a:pt x="76" y="908"/>
                  <a:pt x="98" y="951"/>
                </a:cubicBezTo>
                <a:cubicBezTo>
                  <a:pt x="120" y="994"/>
                  <a:pt x="128" y="1008"/>
                  <a:pt x="155" y="1037"/>
                </a:cubicBezTo>
                <a:cubicBezTo>
                  <a:pt x="182" y="1066"/>
                  <a:pt x="224" y="1098"/>
                  <a:pt x="261" y="1124"/>
                </a:cubicBezTo>
                <a:cubicBezTo>
                  <a:pt x="298" y="1150"/>
                  <a:pt x="334" y="1174"/>
                  <a:pt x="376" y="1191"/>
                </a:cubicBezTo>
                <a:cubicBezTo>
                  <a:pt x="418" y="1208"/>
                  <a:pt x="461" y="1218"/>
                  <a:pt x="511" y="1229"/>
                </a:cubicBezTo>
                <a:cubicBezTo>
                  <a:pt x="561" y="1240"/>
                  <a:pt x="640" y="1252"/>
                  <a:pt x="674" y="1258"/>
                </a:cubicBezTo>
              </a:path>
            </a:pathLst>
          </a:custGeom>
          <a:noFill/>
          <a:ln w="38100" cap="flat" cmpd="sng">
            <a:solidFill>
              <a:srgbClr val="9900FF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56" name="Freeform 53">
            <a:extLst>
              <a:ext uri="{FF2B5EF4-FFF2-40B4-BE49-F238E27FC236}">
                <a16:creationId xmlns:a16="http://schemas.microsoft.com/office/drawing/2014/main" id="{CDD21C07-EC3E-1075-B9AF-F95298BB867E}"/>
              </a:ext>
            </a:extLst>
          </p:cNvPr>
          <p:cNvSpPr>
            <a:spLocks/>
          </p:cNvSpPr>
          <p:nvPr/>
        </p:nvSpPr>
        <p:spPr bwMode="auto">
          <a:xfrm>
            <a:off x="6188072" y="1580924"/>
            <a:ext cx="2133600" cy="1036637"/>
          </a:xfrm>
          <a:custGeom>
            <a:avLst/>
            <a:gdLst>
              <a:gd name="T0" fmla="*/ 0 w 1344"/>
              <a:gd name="T1" fmla="*/ 653 h 653"/>
              <a:gd name="T2" fmla="*/ 9 w 1344"/>
              <a:gd name="T3" fmla="*/ 547 h 653"/>
              <a:gd name="T4" fmla="*/ 48 w 1344"/>
              <a:gd name="T5" fmla="*/ 413 h 653"/>
              <a:gd name="T6" fmla="*/ 105 w 1344"/>
              <a:gd name="T7" fmla="*/ 317 h 653"/>
              <a:gd name="T8" fmla="*/ 182 w 1344"/>
              <a:gd name="T9" fmla="*/ 211 h 653"/>
              <a:gd name="T10" fmla="*/ 288 w 1344"/>
              <a:gd name="T11" fmla="*/ 125 h 653"/>
              <a:gd name="T12" fmla="*/ 384 w 1344"/>
              <a:gd name="T13" fmla="*/ 67 h 653"/>
              <a:gd name="T14" fmla="*/ 537 w 1344"/>
              <a:gd name="T15" fmla="*/ 19 h 653"/>
              <a:gd name="T16" fmla="*/ 681 w 1344"/>
              <a:gd name="T17" fmla="*/ 0 h 653"/>
              <a:gd name="T18" fmla="*/ 796 w 1344"/>
              <a:gd name="T19" fmla="*/ 19 h 653"/>
              <a:gd name="T20" fmla="*/ 950 w 1344"/>
              <a:gd name="T21" fmla="*/ 67 h 653"/>
              <a:gd name="T22" fmla="*/ 1065 w 1344"/>
              <a:gd name="T23" fmla="*/ 125 h 653"/>
              <a:gd name="T24" fmla="*/ 1152 w 1344"/>
              <a:gd name="T25" fmla="*/ 192 h 653"/>
              <a:gd name="T26" fmla="*/ 1219 w 1344"/>
              <a:gd name="T27" fmla="*/ 278 h 653"/>
              <a:gd name="T28" fmla="*/ 1296 w 1344"/>
              <a:gd name="T29" fmla="*/ 384 h 653"/>
              <a:gd name="T30" fmla="*/ 1334 w 1344"/>
              <a:gd name="T31" fmla="*/ 518 h 653"/>
              <a:gd name="T32" fmla="*/ 1344 w 1344"/>
              <a:gd name="T33" fmla="*/ 643 h 6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344" h="653">
                <a:moveTo>
                  <a:pt x="0" y="653"/>
                </a:moveTo>
                <a:cubicBezTo>
                  <a:pt x="3" y="635"/>
                  <a:pt x="1" y="587"/>
                  <a:pt x="9" y="547"/>
                </a:cubicBezTo>
                <a:cubicBezTo>
                  <a:pt x="17" y="507"/>
                  <a:pt x="32" y="451"/>
                  <a:pt x="48" y="413"/>
                </a:cubicBezTo>
                <a:cubicBezTo>
                  <a:pt x="64" y="375"/>
                  <a:pt x="83" y="351"/>
                  <a:pt x="105" y="317"/>
                </a:cubicBezTo>
                <a:cubicBezTo>
                  <a:pt x="127" y="283"/>
                  <a:pt x="152" y="243"/>
                  <a:pt x="182" y="211"/>
                </a:cubicBezTo>
                <a:cubicBezTo>
                  <a:pt x="212" y="179"/>
                  <a:pt x="254" y="149"/>
                  <a:pt x="288" y="125"/>
                </a:cubicBezTo>
                <a:cubicBezTo>
                  <a:pt x="322" y="101"/>
                  <a:pt x="343" y="85"/>
                  <a:pt x="384" y="67"/>
                </a:cubicBezTo>
                <a:cubicBezTo>
                  <a:pt x="425" y="49"/>
                  <a:pt x="488" y="30"/>
                  <a:pt x="537" y="19"/>
                </a:cubicBezTo>
                <a:cubicBezTo>
                  <a:pt x="586" y="8"/>
                  <a:pt x="638" y="0"/>
                  <a:pt x="681" y="0"/>
                </a:cubicBezTo>
                <a:cubicBezTo>
                  <a:pt x="724" y="0"/>
                  <a:pt x="751" y="8"/>
                  <a:pt x="796" y="19"/>
                </a:cubicBezTo>
                <a:cubicBezTo>
                  <a:pt x="841" y="30"/>
                  <a:pt x="905" y="49"/>
                  <a:pt x="950" y="67"/>
                </a:cubicBezTo>
                <a:cubicBezTo>
                  <a:pt x="995" y="85"/>
                  <a:pt x="1031" y="104"/>
                  <a:pt x="1065" y="125"/>
                </a:cubicBezTo>
                <a:cubicBezTo>
                  <a:pt x="1099" y="146"/>
                  <a:pt x="1126" y="167"/>
                  <a:pt x="1152" y="192"/>
                </a:cubicBezTo>
                <a:cubicBezTo>
                  <a:pt x="1178" y="217"/>
                  <a:pt x="1195" y="246"/>
                  <a:pt x="1219" y="278"/>
                </a:cubicBezTo>
                <a:cubicBezTo>
                  <a:pt x="1243" y="310"/>
                  <a:pt x="1277" y="344"/>
                  <a:pt x="1296" y="384"/>
                </a:cubicBezTo>
                <a:cubicBezTo>
                  <a:pt x="1315" y="424"/>
                  <a:pt x="1326" y="475"/>
                  <a:pt x="1334" y="518"/>
                </a:cubicBezTo>
                <a:cubicBezTo>
                  <a:pt x="1342" y="561"/>
                  <a:pt x="1342" y="617"/>
                  <a:pt x="1344" y="643"/>
                </a:cubicBezTo>
              </a:path>
            </a:pathLst>
          </a:custGeom>
          <a:noFill/>
          <a:ln w="38100" cap="flat" cmpd="sng">
            <a:solidFill>
              <a:srgbClr val="9900FF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57" name="Group 54">
            <a:extLst>
              <a:ext uri="{FF2B5EF4-FFF2-40B4-BE49-F238E27FC236}">
                <a16:creationId xmlns:a16="http://schemas.microsoft.com/office/drawing/2014/main" id="{C17564EC-F6EE-7D05-4327-39BA128DE275}"/>
              </a:ext>
            </a:extLst>
          </p:cNvPr>
          <p:cNvGrpSpPr>
            <a:grpSpLocks/>
          </p:cNvGrpSpPr>
          <p:nvPr/>
        </p:nvGrpSpPr>
        <p:grpSpPr bwMode="auto">
          <a:xfrm>
            <a:off x="3246435" y="3960586"/>
            <a:ext cx="1508125" cy="1984375"/>
            <a:chOff x="1757" y="2403"/>
            <a:chExt cx="950" cy="1250"/>
          </a:xfrm>
        </p:grpSpPr>
        <p:sp>
          <p:nvSpPr>
            <p:cNvPr id="58" name="Line 55">
              <a:extLst>
                <a:ext uri="{FF2B5EF4-FFF2-40B4-BE49-F238E27FC236}">
                  <a16:creationId xmlns:a16="http://schemas.microsoft.com/office/drawing/2014/main" id="{4ADE49D6-3861-E02E-A7B3-50BE235E27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7" y="2403"/>
              <a:ext cx="950" cy="0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59" name="Line 56">
              <a:extLst>
                <a:ext uri="{FF2B5EF4-FFF2-40B4-BE49-F238E27FC236}">
                  <a16:creationId xmlns:a16="http://schemas.microsoft.com/office/drawing/2014/main" id="{723B5C2A-6BD6-B4EB-0A4E-43BFE5163C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6" y="3653"/>
              <a:ext cx="941" cy="0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60" name="Line 57">
            <a:extLst>
              <a:ext uri="{FF2B5EF4-FFF2-40B4-BE49-F238E27FC236}">
                <a16:creationId xmlns:a16="http://schemas.microsoft.com/office/drawing/2014/main" id="{A2FC97F4-8106-E746-EB1C-8DD2F5DB322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62497" y="2600099"/>
            <a:ext cx="0" cy="1377950"/>
          </a:xfrm>
          <a:prstGeom prst="line">
            <a:avLst/>
          </a:prstGeom>
          <a:noFill/>
          <a:ln w="12700">
            <a:solidFill>
              <a:srgbClr val="FF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1" name="Freeform 58">
            <a:extLst>
              <a:ext uri="{FF2B5EF4-FFF2-40B4-BE49-F238E27FC236}">
                <a16:creationId xmlns:a16="http://schemas.microsoft.com/office/drawing/2014/main" id="{E0AB7A02-E0C6-7668-FBA8-AD7E797E3DF5}"/>
              </a:ext>
            </a:extLst>
          </p:cNvPr>
          <p:cNvSpPr>
            <a:spLocks/>
          </p:cNvSpPr>
          <p:nvPr/>
        </p:nvSpPr>
        <p:spPr bwMode="auto">
          <a:xfrm>
            <a:off x="4767260" y="3974874"/>
            <a:ext cx="1587" cy="1952625"/>
          </a:xfrm>
          <a:custGeom>
            <a:avLst/>
            <a:gdLst>
              <a:gd name="T0" fmla="*/ 0 w 1"/>
              <a:gd name="T1" fmla="*/ 0 h 1230"/>
              <a:gd name="T2" fmla="*/ 0 w 1"/>
              <a:gd name="T3" fmla="*/ 1230 h 1230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1230">
                <a:moveTo>
                  <a:pt x="0" y="0"/>
                </a:moveTo>
                <a:lnTo>
                  <a:pt x="0" y="1230"/>
                </a:lnTo>
              </a:path>
            </a:pathLst>
          </a:custGeom>
          <a:noFill/>
          <a:ln w="38100" cap="flat" cmpd="sng">
            <a:solidFill>
              <a:srgbClr val="0099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2" name="Freeform 59">
            <a:extLst>
              <a:ext uri="{FF2B5EF4-FFF2-40B4-BE49-F238E27FC236}">
                <a16:creationId xmlns:a16="http://schemas.microsoft.com/office/drawing/2014/main" id="{0A294A43-588D-53ED-525A-A4118A234DC0}"/>
              </a:ext>
            </a:extLst>
          </p:cNvPr>
          <p:cNvSpPr>
            <a:spLocks/>
          </p:cNvSpPr>
          <p:nvPr/>
        </p:nvSpPr>
        <p:spPr bwMode="auto">
          <a:xfrm>
            <a:off x="6196010" y="1211036"/>
            <a:ext cx="2120900" cy="1404938"/>
          </a:xfrm>
          <a:custGeom>
            <a:avLst/>
            <a:gdLst>
              <a:gd name="T0" fmla="*/ 0 w 1336"/>
              <a:gd name="T1" fmla="*/ 885 h 885"/>
              <a:gd name="T2" fmla="*/ 0 w 1336"/>
              <a:gd name="T3" fmla="*/ 0 h 885"/>
              <a:gd name="T4" fmla="*/ 1336 w 1336"/>
              <a:gd name="T5" fmla="*/ 0 h 885"/>
              <a:gd name="T6" fmla="*/ 1336 w 1336"/>
              <a:gd name="T7" fmla="*/ 885 h 885"/>
              <a:gd name="T8" fmla="*/ 1306 w 1336"/>
              <a:gd name="T9" fmla="*/ 675 h 885"/>
              <a:gd name="T10" fmla="*/ 1231 w 1336"/>
              <a:gd name="T11" fmla="*/ 510 h 885"/>
              <a:gd name="T12" fmla="*/ 1096 w 1336"/>
              <a:gd name="T13" fmla="*/ 375 h 885"/>
              <a:gd name="T14" fmla="*/ 960 w 1336"/>
              <a:gd name="T15" fmla="*/ 300 h 885"/>
              <a:gd name="T16" fmla="*/ 810 w 1336"/>
              <a:gd name="T17" fmla="*/ 255 h 885"/>
              <a:gd name="T18" fmla="*/ 675 w 1336"/>
              <a:gd name="T19" fmla="*/ 225 h 885"/>
              <a:gd name="T20" fmla="*/ 555 w 1336"/>
              <a:gd name="T21" fmla="*/ 240 h 885"/>
              <a:gd name="T22" fmla="*/ 420 w 1336"/>
              <a:gd name="T23" fmla="*/ 285 h 885"/>
              <a:gd name="T24" fmla="*/ 315 w 1336"/>
              <a:gd name="T25" fmla="*/ 345 h 885"/>
              <a:gd name="T26" fmla="*/ 225 w 1336"/>
              <a:gd name="T27" fmla="*/ 405 h 885"/>
              <a:gd name="T28" fmla="*/ 135 w 1336"/>
              <a:gd name="T29" fmla="*/ 480 h 885"/>
              <a:gd name="T30" fmla="*/ 75 w 1336"/>
              <a:gd name="T31" fmla="*/ 570 h 885"/>
              <a:gd name="T32" fmla="*/ 45 w 1336"/>
              <a:gd name="T33" fmla="*/ 645 h 885"/>
              <a:gd name="T34" fmla="*/ 15 w 1336"/>
              <a:gd name="T35" fmla="*/ 735 h 885"/>
              <a:gd name="T36" fmla="*/ 0 w 1336"/>
              <a:gd name="T37" fmla="*/ 885 h 8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336" h="885">
                <a:moveTo>
                  <a:pt x="0" y="885"/>
                </a:moveTo>
                <a:lnTo>
                  <a:pt x="0" y="0"/>
                </a:lnTo>
                <a:lnTo>
                  <a:pt x="1336" y="0"/>
                </a:lnTo>
                <a:lnTo>
                  <a:pt x="1336" y="885"/>
                </a:lnTo>
                <a:lnTo>
                  <a:pt x="1306" y="675"/>
                </a:lnTo>
                <a:lnTo>
                  <a:pt x="1231" y="510"/>
                </a:lnTo>
                <a:lnTo>
                  <a:pt x="1096" y="375"/>
                </a:lnTo>
                <a:lnTo>
                  <a:pt x="960" y="300"/>
                </a:lnTo>
                <a:lnTo>
                  <a:pt x="810" y="255"/>
                </a:lnTo>
                <a:lnTo>
                  <a:pt x="675" y="225"/>
                </a:lnTo>
                <a:lnTo>
                  <a:pt x="555" y="240"/>
                </a:lnTo>
                <a:lnTo>
                  <a:pt x="420" y="285"/>
                </a:lnTo>
                <a:lnTo>
                  <a:pt x="315" y="345"/>
                </a:lnTo>
                <a:lnTo>
                  <a:pt x="225" y="405"/>
                </a:lnTo>
                <a:lnTo>
                  <a:pt x="135" y="480"/>
                </a:lnTo>
                <a:lnTo>
                  <a:pt x="75" y="570"/>
                </a:lnTo>
                <a:lnTo>
                  <a:pt x="45" y="645"/>
                </a:lnTo>
                <a:lnTo>
                  <a:pt x="15" y="735"/>
                </a:lnTo>
                <a:lnTo>
                  <a:pt x="0" y="885"/>
                </a:lnTo>
                <a:close/>
              </a:path>
            </a:pathLst>
          </a:custGeom>
          <a:solidFill>
            <a:srgbClr val="0099FF">
              <a:alpha val="50000"/>
            </a:srgbClr>
          </a:solidFill>
          <a:ln w="38100" cap="flat" cmpd="sng">
            <a:solidFill>
              <a:srgbClr val="0099FF"/>
            </a:solidFill>
            <a:prstDash val="solid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63" name="Group 60">
            <a:extLst>
              <a:ext uri="{FF2B5EF4-FFF2-40B4-BE49-F238E27FC236}">
                <a16:creationId xmlns:a16="http://schemas.microsoft.com/office/drawing/2014/main" id="{A79CF69E-3CC7-1EDC-772B-9217F2A09435}"/>
              </a:ext>
            </a:extLst>
          </p:cNvPr>
          <p:cNvGrpSpPr>
            <a:grpSpLocks/>
          </p:cNvGrpSpPr>
          <p:nvPr/>
        </p:nvGrpSpPr>
        <p:grpSpPr bwMode="auto">
          <a:xfrm>
            <a:off x="2649535" y="1912711"/>
            <a:ext cx="5153025" cy="3586163"/>
            <a:chOff x="1381" y="1102"/>
            <a:chExt cx="3246" cy="2259"/>
          </a:xfrm>
        </p:grpSpPr>
        <p:sp>
          <p:nvSpPr>
            <p:cNvPr id="64" name="Freeform 61">
              <a:extLst>
                <a:ext uri="{FF2B5EF4-FFF2-40B4-BE49-F238E27FC236}">
                  <a16:creationId xmlns:a16="http://schemas.microsoft.com/office/drawing/2014/main" id="{E37C5EE9-CB34-C94D-4CC7-2228D01F2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1" y="2707"/>
              <a:ext cx="376" cy="654"/>
            </a:xfrm>
            <a:custGeom>
              <a:avLst/>
              <a:gdLst>
                <a:gd name="T0" fmla="*/ 376 w 376"/>
                <a:gd name="T1" fmla="*/ 0 h 654"/>
                <a:gd name="T2" fmla="*/ 222 w 376"/>
                <a:gd name="T3" fmla="*/ 19 h 654"/>
                <a:gd name="T4" fmla="*/ 88 w 376"/>
                <a:gd name="T5" fmla="*/ 115 h 654"/>
                <a:gd name="T6" fmla="*/ 11 w 376"/>
                <a:gd name="T7" fmla="*/ 240 h 654"/>
                <a:gd name="T8" fmla="*/ 21 w 376"/>
                <a:gd name="T9" fmla="*/ 413 h 654"/>
                <a:gd name="T10" fmla="*/ 117 w 376"/>
                <a:gd name="T11" fmla="*/ 567 h 654"/>
                <a:gd name="T12" fmla="*/ 222 w 376"/>
                <a:gd name="T13" fmla="*/ 634 h 654"/>
                <a:gd name="T14" fmla="*/ 374 w 376"/>
                <a:gd name="T15" fmla="*/ 654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6" h="654">
                  <a:moveTo>
                    <a:pt x="376" y="0"/>
                  </a:moveTo>
                  <a:cubicBezTo>
                    <a:pt x="350" y="3"/>
                    <a:pt x="270" y="0"/>
                    <a:pt x="222" y="19"/>
                  </a:cubicBezTo>
                  <a:cubicBezTo>
                    <a:pt x="174" y="38"/>
                    <a:pt x="123" y="78"/>
                    <a:pt x="88" y="115"/>
                  </a:cubicBezTo>
                  <a:cubicBezTo>
                    <a:pt x="53" y="152"/>
                    <a:pt x="22" y="190"/>
                    <a:pt x="11" y="240"/>
                  </a:cubicBezTo>
                  <a:cubicBezTo>
                    <a:pt x="0" y="290"/>
                    <a:pt x="3" y="359"/>
                    <a:pt x="21" y="413"/>
                  </a:cubicBezTo>
                  <a:cubicBezTo>
                    <a:pt x="39" y="467"/>
                    <a:pt x="84" y="530"/>
                    <a:pt x="117" y="567"/>
                  </a:cubicBezTo>
                  <a:cubicBezTo>
                    <a:pt x="150" y="604"/>
                    <a:pt x="179" y="619"/>
                    <a:pt x="222" y="634"/>
                  </a:cubicBezTo>
                  <a:cubicBezTo>
                    <a:pt x="265" y="649"/>
                    <a:pt x="342" y="650"/>
                    <a:pt x="374" y="654"/>
                  </a:cubicBezTo>
                </a:path>
              </a:pathLst>
            </a:custGeom>
            <a:noFill/>
            <a:ln w="38100" cap="flat" cmpd="sng">
              <a:solidFill>
                <a:srgbClr val="FF0066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5" name="Freeform 62">
              <a:extLst>
                <a:ext uri="{FF2B5EF4-FFF2-40B4-BE49-F238E27FC236}">
                  <a16:creationId xmlns:a16="http://schemas.microsoft.com/office/drawing/2014/main" id="{4436E3E0-E163-1EF9-6FED-000C43F85F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6" y="1102"/>
              <a:ext cx="681" cy="156"/>
            </a:xfrm>
            <a:custGeom>
              <a:avLst/>
              <a:gdLst>
                <a:gd name="T0" fmla="*/ 0 w 681"/>
                <a:gd name="T1" fmla="*/ 156 h 156"/>
                <a:gd name="T2" fmla="*/ 76 w 681"/>
                <a:gd name="T3" fmla="*/ 79 h 156"/>
                <a:gd name="T4" fmla="*/ 163 w 681"/>
                <a:gd name="T5" fmla="*/ 40 h 156"/>
                <a:gd name="T6" fmla="*/ 240 w 681"/>
                <a:gd name="T7" fmla="*/ 12 h 156"/>
                <a:gd name="T8" fmla="*/ 336 w 681"/>
                <a:gd name="T9" fmla="*/ 2 h 156"/>
                <a:gd name="T10" fmla="*/ 460 w 681"/>
                <a:gd name="T11" fmla="*/ 21 h 156"/>
                <a:gd name="T12" fmla="*/ 566 w 681"/>
                <a:gd name="T13" fmla="*/ 69 h 156"/>
                <a:gd name="T14" fmla="*/ 681 w 681"/>
                <a:gd name="T15" fmla="*/ 14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81" h="156">
                  <a:moveTo>
                    <a:pt x="0" y="156"/>
                  </a:moveTo>
                  <a:cubicBezTo>
                    <a:pt x="13" y="143"/>
                    <a:pt x="49" y="98"/>
                    <a:pt x="76" y="79"/>
                  </a:cubicBezTo>
                  <a:cubicBezTo>
                    <a:pt x="103" y="60"/>
                    <a:pt x="136" y="51"/>
                    <a:pt x="163" y="40"/>
                  </a:cubicBezTo>
                  <a:cubicBezTo>
                    <a:pt x="190" y="29"/>
                    <a:pt x="211" y="18"/>
                    <a:pt x="240" y="12"/>
                  </a:cubicBezTo>
                  <a:cubicBezTo>
                    <a:pt x="269" y="6"/>
                    <a:pt x="299" y="0"/>
                    <a:pt x="336" y="2"/>
                  </a:cubicBezTo>
                  <a:cubicBezTo>
                    <a:pt x="373" y="4"/>
                    <a:pt x="422" y="10"/>
                    <a:pt x="460" y="21"/>
                  </a:cubicBezTo>
                  <a:cubicBezTo>
                    <a:pt x="498" y="32"/>
                    <a:pt x="529" y="48"/>
                    <a:pt x="566" y="69"/>
                  </a:cubicBezTo>
                  <a:cubicBezTo>
                    <a:pt x="603" y="90"/>
                    <a:pt x="657" y="130"/>
                    <a:pt x="681" y="146"/>
                  </a:cubicBezTo>
                </a:path>
              </a:pathLst>
            </a:custGeom>
            <a:noFill/>
            <a:ln w="38100" cap="flat" cmpd="sng">
              <a:solidFill>
                <a:srgbClr val="FF0066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66" name="Freeform 63">
            <a:extLst>
              <a:ext uri="{FF2B5EF4-FFF2-40B4-BE49-F238E27FC236}">
                <a16:creationId xmlns:a16="http://schemas.microsoft.com/office/drawing/2014/main" id="{031B60FA-00D0-5A41-7E16-206452BECD1A}"/>
              </a:ext>
            </a:extLst>
          </p:cNvPr>
          <p:cNvSpPr>
            <a:spLocks/>
          </p:cNvSpPr>
          <p:nvPr/>
        </p:nvSpPr>
        <p:spPr bwMode="auto">
          <a:xfrm>
            <a:off x="6705597" y="1914299"/>
            <a:ext cx="1081088" cy="247650"/>
          </a:xfrm>
          <a:custGeom>
            <a:avLst/>
            <a:gdLst>
              <a:gd name="T0" fmla="*/ 0 w 681"/>
              <a:gd name="T1" fmla="*/ 156 h 156"/>
              <a:gd name="T2" fmla="*/ 76 w 681"/>
              <a:gd name="T3" fmla="*/ 79 h 156"/>
              <a:gd name="T4" fmla="*/ 163 w 681"/>
              <a:gd name="T5" fmla="*/ 40 h 156"/>
              <a:gd name="T6" fmla="*/ 240 w 681"/>
              <a:gd name="T7" fmla="*/ 12 h 156"/>
              <a:gd name="T8" fmla="*/ 336 w 681"/>
              <a:gd name="T9" fmla="*/ 2 h 156"/>
              <a:gd name="T10" fmla="*/ 460 w 681"/>
              <a:gd name="T11" fmla="*/ 21 h 156"/>
              <a:gd name="T12" fmla="*/ 566 w 681"/>
              <a:gd name="T13" fmla="*/ 69 h 156"/>
              <a:gd name="T14" fmla="*/ 681 w 681"/>
              <a:gd name="T15" fmla="*/ 146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81" h="156">
                <a:moveTo>
                  <a:pt x="0" y="156"/>
                </a:moveTo>
                <a:cubicBezTo>
                  <a:pt x="13" y="143"/>
                  <a:pt x="49" y="98"/>
                  <a:pt x="76" y="79"/>
                </a:cubicBezTo>
                <a:cubicBezTo>
                  <a:pt x="103" y="60"/>
                  <a:pt x="136" y="51"/>
                  <a:pt x="163" y="40"/>
                </a:cubicBezTo>
                <a:cubicBezTo>
                  <a:pt x="190" y="29"/>
                  <a:pt x="211" y="18"/>
                  <a:pt x="240" y="12"/>
                </a:cubicBezTo>
                <a:cubicBezTo>
                  <a:pt x="269" y="6"/>
                  <a:pt x="299" y="0"/>
                  <a:pt x="336" y="2"/>
                </a:cubicBezTo>
                <a:cubicBezTo>
                  <a:pt x="373" y="4"/>
                  <a:pt x="422" y="10"/>
                  <a:pt x="460" y="21"/>
                </a:cubicBezTo>
                <a:cubicBezTo>
                  <a:pt x="498" y="32"/>
                  <a:pt x="529" y="48"/>
                  <a:pt x="566" y="69"/>
                </a:cubicBezTo>
                <a:cubicBezTo>
                  <a:pt x="603" y="90"/>
                  <a:pt x="657" y="130"/>
                  <a:pt x="681" y="146"/>
                </a:cubicBez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7" name="Line 64">
            <a:extLst>
              <a:ext uri="{FF2B5EF4-FFF2-40B4-BE49-F238E27FC236}">
                <a16:creationId xmlns:a16="http://schemas.microsoft.com/office/drawing/2014/main" id="{C2E9C683-4E83-1A5F-FD83-7092781D2DFE}"/>
              </a:ext>
            </a:extLst>
          </p:cNvPr>
          <p:cNvSpPr>
            <a:spLocks noChangeShapeType="1"/>
          </p:cNvSpPr>
          <p:nvPr/>
        </p:nvSpPr>
        <p:spPr bwMode="auto">
          <a:xfrm>
            <a:off x="4324347" y="4443186"/>
            <a:ext cx="0" cy="1055688"/>
          </a:xfrm>
          <a:prstGeom prst="line">
            <a:avLst/>
          </a:prstGeom>
          <a:noFill/>
          <a:ln w="38100">
            <a:solidFill>
              <a:srgbClr val="0099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8" name="Freeform 65">
            <a:extLst>
              <a:ext uri="{FF2B5EF4-FFF2-40B4-BE49-F238E27FC236}">
                <a16:creationId xmlns:a16="http://schemas.microsoft.com/office/drawing/2014/main" id="{120467C0-90DF-3E67-1703-4A1E6F01E66A}"/>
              </a:ext>
            </a:extLst>
          </p:cNvPr>
          <p:cNvSpPr>
            <a:spLocks/>
          </p:cNvSpPr>
          <p:nvPr/>
        </p:nvSpPr>
        <p:spPr bwMode="auto">
          <a:xfrm>
            <a:off x="4314822" y="2139724"/>
            <a:ext cx="1588" cy="2311400"/>
          </a:xfrm>
          <a:custGeom>
            <a:avLst/>
            <a:gdLst>
              <a:gd name="T0" fmla="*/ 0 w 1"/>
              <a:gd name="T1" fmla="*/ 1456 h 1456"/>
              <a:gd name="T2" fmla="*/ 0 w 1"/>
              <a:gd name="T3" fmla="*/ 0 h 145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1456">
                <a:moveTo>
                  <a:pt x="0" y="1456"/>
                </a:moveTo>
                <a:lnTo>
                  <a:pt x="0" y="0"/>
                </a:lnTo>
              </a:path>
            </a:pathLst>
          </a:custGeom>
          <a:noFill/>
          <a:ln w="12700" cap="flat" cmpd="sng">
            <a:solidFill>
              <a:srgbClr val="FF0066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9" name="Line 66">
            <a:extLst>
              <a:ext uri="{FF2B5EF4-FFF2-40B4-BE49-F238E27FC236}">
                <a16:creationId xmlns:a16="http://schemas.microsoft.com/office/drawing/2014/main" id="{083783D5-2492-906D-33D3-2ACE95FB053E}"/>
              </a:ext>
            </a:extLst>
          </p:cNvPr>
          <p:cNvSpPr>
            <a:spLocks noChangeShapeType="1"/>
          </p:cNvSpPr>
          <p:nvPr/>
        </p:nvSpPr>
        <p:spPr bwMode="auto">
          <a:xfrm>
            <a:off x="3246435" y="2615974"/>
            <a:ext cx="1525587" cy="0"/>
          </a:xfrm>
          <a:prstGeom prst="line">
            <a:avLst/>
          </a:prstGeom>
          <a:noFill/>
          <a:ln w="5715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0" name="AutoShape 67">
            <a:extLst>
              <a:ext uri="{FF2B5EF4-FFF2-40B4-BE49-F238E27FC236}">
                <a16:creationId xmlns:a16="http://schemas.microsoft.com/office/drawing/2014/main" id="{46FF7B0E-4B8E-1C56-5488-8CF6E903DB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5322" y="3992336"/>
            <a:ext cx="2071688" cy="563563"/>
          </a:xfrm>
          <a:prstGeom prst="wedgeEllipseCallout">
            <a:avLst>
              <a:gd name="adj1" fmla="val -116667"/>
              <a:gd name="adj2" fmla="val -294227"/>
            </a:avLst>
          </a:prstGeom>
          <a:solidFill>
            <a:srgbClr val="99FF66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zh-CN" altLang="en-US" sz="2000">
                <a:solidFill>
                  <a:schemeClr val="tx1"/>
                </a:solidFill>
                <a:latin typeface="Times New Roman" panose="02020603050405020304" pitchFamily="18" charset="0"/>
              </a:rPr>
              <a:t>相切处无线</a:t>
            </a:r>
          </a:p>
        </p:txBody>
      </p:sp>
      <p:sp>
        <p:nvSpPr>
          <p:cNvPr id="71" name="Text Box 68">
            <a:extLst>
              <a:ext uri="{FF2B5EF4-FFF2-40B4-BE49-F238E27FC236}">
                <a16:creationId xmlns:a16="http://schemas.microsoft.com/office/drawing/2014/main" id="{AEADE4AC-C7D9-AE93-0BF9-42AD9C8ED3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9510" y="2374674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</a:rPr>
              <a:t>×</a:t>
            </a:r>
          </a:p>
        </p:txBody>
      </p:sp>
      <p:sp>
        <p:nvSpPr>
          <p:cNvPr id="72" name="Text Box 69">
            <a:extLst>
              <a:ext uri="{FF2B5EF4-FFF2-40B4-BE49-F238E27FC236}">
                <a16:creationId xmlns:a16="http://schemas.microsoft.com/office/drawing/2014/main" id="{845ED43C-D30A-18C5-C091-47D3F7E4D4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8972" y="4331972"/>
            <a:ext cx="321468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/>
            <a:r>
              <a:rPr lang="en-US" altLang="zh-CN" sz="2400" dirty="0">
                <a:solidFill>
                  <a:schemeClr val="tx1"/>
                </a:solidFill>
              </a:rPr>
              <a:t>    </a:t>
            </a:r>
            <a:r>
              <a:rPr lang="zh-CN" altLang="en-US" sz="2400" dirty="0">
                <a:solidFill>
                  <a:schemeClr val="tx1"/>
                </a:solidFill>
              </a:rPr>
              <a:t>外表面与外表面相贯，内表面与内表面相贯。分别求其相贯线。</a:t>
            </a:r>
          </a:p>
        </p:txBody>
      </p:sp>
      <p:grpSp>
        <p:nvGrpSpPr>
          <p:cNvPr id="73" name="Group 70">
            <a:extLst>
              <a:ext uri="{FF2B5EF4-FFF2-40B4-BE49-F238E27FC236}">
                <a16:creationId xmlns:a16="http://schemas.microsoft.com/office/drawing/2014/main" id="{FC0C492D-23C7-DDA8-EC0E-6C68EE3886CF}"/>
              </a:ext>
            </a:extLst>
          </p:cNvPr>
          <p:cNvGrpSpPr>
            <a:grpSpLocks/>
          </p:cNvGrpSpPr>
          <p:nvPr/>
        </p:nvGrpSpPr>
        <p:grpSpPr bwMode="auto">
          <a:xfrm>
            <a:off x="6188072" y="1222149"/>
            <a:ext cx="2133600" cy="1395412"/>
            <a:chOff x="3610" y="667"/>
            <a:chExt cx="1344" cy="879"/>
          </a:xfrm>
        </p:grpSpPr>
        <p:sp>
          <p:nvSpPr>
            <p:cNvPr id="74" name="Line 71">
              <a:extLst>
                <a:ext uri="{FF2B5EF4-FFF2-40B4-BE49-F238E27FC236}">
                  <a16:creationId xmlns:a16="http://schemas.microsoft.com/office/drawing/2014/main" id="{9BD87887-43B1-1289-3AAC-F559ECF27F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4" y="667"/>
              <a:ext cx="0" cy="879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5" name="Line 72">
              <a:extLst>
                <a:ext uri="{FF2B5EF4-FFF2-40B4-BE49-F238E27FC236}">
                  <a16:creationId xmlns:a16="http://schemas.microsoft.com/office/drawing/2014/main" id="{393211F8-7F6E-AE8A-C379-53366F9D3F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0" y="667"/>
              <a:ext cx="0" cy="879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76" name="Line 73">
            <a:extLst>
              <a:ext uri="{FF2B5EF4-FFF2-40B4-BE49-F238E27FC236}">
                <a16:creationId xmlns:a16="http://schemas.microsoft.com/office/drawing/2014/main" id="{8CE9F42E-9066-4CE2-508F-C4BB26DFD6BE}"/>
              </a:ext>
            </a:extLst>
          </p:cNvPr>
          <p:cNvSpPr>
            <a:spLocks noChangeShapeType="1"/>
          </p:cNvSpPr>
          <p:nvPr/>
        </p:nvSpPr>
        <p:spPr bwMode="auto">
          <a:xfrm>
            <a:off x="1703385" y="2612331"/>
            <a:ext cx="370681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7" name="Freeform 74">
            <a:extLst>
              <a:ext uri="{FF2B5EF4-FFF2-40B4-BE49-F238E27FC236}">
                <a16:creationId xmlns:a16="http://schemas.microsoft.com/office/drawing/2014/main" id="{CE5DED7E-C84A-A20B-0A7E-7A59F9A5AAE3}"/>
              </a:ext>
            </a:extLst>
          </p:cNvPr>
          <p:cNvSpPr>
            <a:spLocks/>
          </p:cNvSpPr>
          <p:nvPr/>
        </p:nvSpPr>
        <p:spPr bwMode="auto">
          <a:xfrm>
            <a:off x="2179635" y="1550761"/>
            <a:ext cx="1081087" cy="1081088"/>
          </a:xfrm>
          <a:custGeom>
            <a:avLst/>
            <a:gdLst>
              <a:gd name="T0" fmla="*/ 0 w 681"/>
              <a:gd name="T1" fmla="*/ 0 h 681"/>
              <a:gd name="T2" fmla="*/ 681 w 681"/>
              <a:gd name="T3" fmla="*/ 681 h 68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81" h="681">
                <a:moveTo>
                  <a:pt x="0" y="0"/>
                </a:moveTo>
                <a:lnTo>
                  <a:pt x="681" y="681"/>
                </a:lnTo>
              </a:path>
            </a:pathLst>
          </a:custGeom>
          <a:noFill/>
          <a:ln w="19050" cmpd="sng">
            <a:solidFill>
              <a:srgbClr val="99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8" name="Line 75">
            <a:extLst>
              <a:ext uri="{FF2B5EF4-FFF2-40B4-BE49-F238E27FC236}">
                <a16:creationId xmlns:a16="http://schemas.microsoft.com/office/drawing/2014/main" id="{24E00A0C-7D58-548A-B65F-816E98358545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2235" y="1926999"/>
            <a:ext cx="165735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9" name="Line 76">
            <a:extLst>
              <a:ext uri="{FF2B5EF4-FFF2-40B4-BE49-F238E27FC236}">
                <a16:creationId xmlns:a16="http://schemas.microsoft.com/office/drawing/2014/main" id="{3004D307-A76D-B6B3-4FCB-2EC536F275C5}"/>
              </a:ext>
            </a:extLst>
          </p:cNvPr>
          <p:cNvSpPr>
            <a:spLocks noChangeShapeType="1"/>
          </p:cNvSpPr>
          <p:nvPr/>
        </p:nvSpPr>
        <p:spPr bwMode="auto">
          <a:xfrm>
            <a:off x="1838322" y="4308249"/>
            <a:ext cx="34559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80" name="Line 77">
            <a:extLst>
              <a:ext uri="{FF2B5EF4-FFF2-40B4-BE49-F238E27FC236}">
                <a16:creationId xmlns:a16="http://schemas.microsoft.com/office/drawing/2014/main" id="{4DE719BB-BE3D-5B09-BDE4-221033A4350F}"/>
              </a:ext>
            </a:extLst>
          </p:cNvPr>
          <p:cNvSpPr>
            <a:spLocks noChangeShapeType="1"/>
          </p:cNvSpPr>
          <p:nvPr/>
        </p:nvSpPr>
        <p:spPr bwMode="auto">
          <a:xfrm>
            <a:off x="1838322" y="5621111"/>
            <a:ext cx="34559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81" name="Line 78">
            <a:extLst>
              <a:ext uri="{FF2B5EF4-FFF2-40B4-BE49-F238E27FC236}">
                <a16:creationId xmlns:a16="http://schemas.microsoft.com/office/drawing/2014/main" id="{7824A29A-4390-BDC0-6D4C-417F8BC2FF71}"/>
              </a:ext>
            </a:extLst>
          </p:cNvPr>
          <p:cNvSpPr>
            <a:spLocks noChangeShapeType="1"/>
          </p:cNvSpPr>
          <p:nvPr/>
        </p:nvSpPr>
        <p:spPr bwMode="auto">
          <a:xfrm>
            <a:off x="1668460" y="4963886"/>
            <a:ext cx="3741737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82" name="Group 79">
            <a:extLst>
              <a:ext uri="{FF2B5EF4-FFF2-40B4-BE49-F238E27FC236}">
                <a16:creationId xmlns:a16="http://schemas.microsoft.com/office/drawing/2014/main" id="{3A1E11AB-6592-99C8-5DE4-B8FC9375E8B0}"/>
              </a:ext>
            </a:extLst>
          </p:cNvPr>
          <p:cNvGrpSpPr>
            <a:grpSpLocks/>
          </p:cNvGrpSpPr>
          <p:nvPr/>
        </p:nvGrpSpPr>
        <p:grpSpPr bwMode="auto">
          <a:xfrm>
            <a:off x="8259762" y="4338889"/>
            <a:ext cx="1533525" cy="2058987"/>
            <a:chOff x="3127" y="1134"/>
            <a:chExt cx="1680" cy="2255"/>
          </a:xfrm>
        </p:grpSpPr>
        <p:sp>
          <p:nvSpPr>
            <p:cNvPr id="83" name="Freeform 80">
              <a:extLst>
                <a:ext uri="{FF2B5EF4-FFF2-40B4-BE49-F238E27FC236}">
                  <a16:creationId xmlns:a16="http://schemas.microsoft.com/office/drawing/2014/main" id="{C4F2B639-13C7-1087-AB63-CE326E6D93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7" y="1767"/>
              <a:ext cx="1389" cy="691"/>
            </a:xfrm>
            <a:custGeom>
              <a:avLst/>
              <a:gdLst>
                <a:gd name="T0" fmla="*/ 422 w 1389"/>
                <a:gd name="T1" fmla="*/ 0 h 691"/>
                <a:gd name="T2" fmla="*/ 0 w 1389"/>
                <a:gd name="T3" fmla="*/ 233 h 691"/>
                <a:gd name="T4" fmla="*/ 800 w 1389"/>
                <a:gd name="T5" fmla="*/ 691 h 691"/>
                <a:gd name="T6" fmla="*/ 1389 w 1389"/>
                <a:gd name="T7" fmla="*/ 351 h 691"/>
                <a:gd name="T8" fmla="*/ 422 w 1389"/>
                <a:gd name="T9" fmla="*/ 0 h 6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89" h="691">
                  <a:moveTo>
                    <a:pt x="422" y="0"/>
                  </a:moveTo>
                  <a:lnTo>
                    <a:pt x="0" y="233"/>
                  </a:lnTo>
                  <a:lnTo>
                    <a:pt x="800" y="691"/>
                  </a:lnTo>
                  <a:lnTo>
                    <a:pt x="1389" y="351"/>
                  </a:lnTo>
                  <a:lnTo>
                    <a:pt x="422" y="0"/>
                  </a:lnTo>
                  <a:close/>
                </a:path>
              </a:pathLst>
            </a:custGeom>
            <a:gradFill rotWithShape="0">
              <a:gsLst>
                <a:gs pos="0">
                  <a:srgbClr val="33CC33">
                    <a:gamma/>
                    <a:shade val="46275"/>
                    <a:invGamma/>
                  </a:srgbClr>
                </a:gs>
                <a:gs pos="100000">
                  <a:srgbClr val="33CC33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84" name="Freeform 81">
              <a:extLst>
                <a:ext uri="{FF2B5EF4-FFF2-40B4-BE49-F238E27FC236}">
                  <a16:creationId xmlns:a16="http://schemas.microsoft.com/office/drawing/2014/main" id="{471A9AAC-E1EA-1165-8308-9CDFCCA817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1" y="1506"/>
              <a:ext cx="1266" cy="1869"/>
            </a:xfrm>
            <a:custGeom>
              <a:avLst/>
              <a:gdLst>
                <a:gd name="T0" fmla="*/ 0 w 1266"/>
                <a:gd name="T1" fmla="*/ 0 h 1869"/>
                <a:gd name="T2" fmla="*/ 0 w 1266"/>
                <a:gd name="T3" fmla="*/ 269 h 1869"/>
                <a:gd name="T4" fmla="*/ 8 w 1266"/>
                <a:gd name="T5" fmla="*/ 327 h 1869"/>
                <a:gd name="T6" fmla="*/ 30 w 1266"/>
                <a:gd name="T7" fmla="*/ 385 h 1869"/>
                <a:gd name="T8" fmla="*/ 73 w 1266"/>
                <a:gd name="T9" fmla="*/ 451 h 1869"/>
                <a:gd name="T10" fmla="*/ 153 w 1266"/>
                <a:gd name="T11" fmla="*/ 531 h 1869"/>
                <a:gd name="T12" fmla="*/ 219 w 1266"/>
                <a:gd name="T13" fmla="*/ 567 h 1869"/>
                <a:gd name="T14" fmla="*/ 306 w 1266"/>
                <a:gd name="T15" fmla="*/ 611 h 1869"/>
                <a:gd name="T16" fmla="*/ 422 w 1266"/>
                <a:gd name="T17" fmla="*/ 647 h 1869"/>
                <a:gd name="T18" fmla="*/ 531 w 1266"/>
                <a:gd name="T19" fmla="*/ 661 h 1869"/>
                <a:gd name="T20" fmla="*/ 662 w 1266"/>
                <a:gd name="T21" fmla="*/ 669 h 1869"/>
                <a:gd name="T22" fmla="*/ 749 w 1266"/>
                <a:gd name="T23" fmla="*/ 654 h 1869"/>
                <a:gd name="T24" fmla="*/ 822 w 1266"/>
                <a:gd name="T25" fmla="*/ 647 h 1869"/>
                <a:gd name="T26" fmla="*/ 902 w 1266"/>
                <a:gd name="T27" fmla="*/ 632 h 1869"/>
                <a:gd name="T28" fmla="*/ 975 w 1266"/>
                <a:gd name="T29" fmla="*/ 603 h 1869"/>
                <a:gd name="T30" fmla="*/ 1033 w 1266"/>
                <a:gd name="T31" fmla="*/ 567 h 1869"/>
                <a:gd name="T32" fmla="*/ 1048 w 1266"/>
                <a:gd name="T33" fmla="*/ 560 h 1869"/>
                <a:gd name="T34" fmla="*/ 1048 w 1266"/>
                <a:gd name="T35" fmla="*/ 1469 h 1869"/>
                <a:gd name="T36" fmla="*/ 1040 w 1266"/>
                <a:gd name="T37" fmla="*/ 1491 h 1869"/>
                <a:gd name="T38" fmla="*/ 429 w 1266"/>
                <a:gd name="T39" fmla="*/ 1847 h 1869"/>
                <a:gd name="T40" fmla="*/ 509 w 1266"/>
                <a:gd name="T41" fmla="*/ 1854 h 1869"/>
                <a:gd name="T42" fmla="*/ 597 w 1266"/>
                <a:gd name="T43" fmla="*/ 1869 h 1869"/>
                <a:gd name="T44" fmla="*/ 684 w 1266"/>
                <a:gd name="T45" fmla="*/ 1862 h 1869"/>
                <a:gd name="T46" fmla="*/ 779 w 1266"/>
                <a:gd name="T47" fmla="*/ 1854 h 1869"/>
                <a:gd name="T48" fmla="*/ 873 w 1266"/>
                <a:gd name="T49" fmla="*/ 1840 h 1869"/>
                <a:gd name="T50" fmla="*/ 975 w 1266"/>
                <a:gd name="T51" fmla="*/ 1811 h 1869"/>
                <a:gd name="T52" fmla="*/ 1055 w 1266"/>
                <a:gd name="T53" fmla="*/ 1767 h 1869"/>
                <a:gd name="T54" fmla="*/ 1120 w 1266"/>
                <a:gd name="T55" fmla="*/ 1723 h 1869"/>
                <a:gd name="T56" fmla="*/ 1179 w 1266"/>
                <a:gd name="T57" fmla="*/ 1672 h 1869"/>
                <a:gd name="T58" fmla="*/ 1215 w 1266"/>
                <a:gd name="T59" fmla="*/ 1621 h 1869"/>
                <a:gd name="T60" fmla="*/ 1251 w 1266"/>
                <a:gd name="T61" fmla="*/ 1556 h 1869"/>
                <a:gd name="T62" fmla="*/ 1266 w 1266"/>
                <a:gd name="T63" fmla="*/ 1469 h 1869"/>
                <a:gd name="T64" fmla="*/ 1266 w 1266"/>
                <a:gd name="T65" fmla="*/ 14 h 1869"/>
                <a:gd name="T66" fmla="*/ 0 w 1266"/>
                <a:gd name="T67" fmla="*/ 0 h 18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266" h="1869">
                  <a:moveTo>
                    <a:pt x="0" y="0"/>
                  </a:moveTo>
                  <a:lnTo>
                    <a:pt x="0" y="269"/>
                  </a:lnTo>
                  <a:lnTo>
                    <a:pt x="8" y="327"/>
                  </a:lnTo>
                  <a:lnTo>
                    <a:pt x="30" y="385"/>
                  </a:lnTo>
                  <a:lnTo>
                    <a:pt x="73" y="451"/>
                  </a:lnTo>
                  <a:lnTo>
                    <a:pt x="153" y="531"/>
                  </a:lnTo>
                  <a:lnTo>
                    <a:pt x="219" y="567"/>
                  </a:lnTo>
                  <a:lnTo>
                    <a:pt x="306" y="611"/>
                  </a:lnTo>
                  <a:lnTo>
                    <a:pt x="422" y="647"/>
                  </a:lnTo>
                  <a:lnTo>
                    <a:pt x="531" y="661"/>
                  </a:lnTo>
                  <a:lnTo>
                    <a:pt x="662" y="669"/>
                  </a:lnTo>
                  <a:lnTo>
                    <a:pt x="749" y="654"/>
                  </a:lnTo>
                  <a:lnTo>
                    <a:pt x="822" y="647"/>
                  </a:lnTo>
                  <a:lnTo>
                    <a:pt x="902" y="632"/>
                  </a:lnTo>
                  <a:lnTo>
                    <a:pt x="975" y="603"/>
                  </a:lnTo>
                  <a:lnTo>
                    <a:pt x="1033" y="567"/>
                  </a:lnTo>
                  <a:lnTo>
                    <a:pt x="1048" y="560"/>
                  </a:lnTo>
                  <a:lnTo>
                    <a:pt x="1048" y="1469"/>
                  </a:lnTo>
                  <a:lnTo>
                    <a:pt x="1040" y="1491"/>
                  </a:lnTo>
                  <a:lnTo>
                    <a:pt x="429" y="1847"/>
                  </a:lnTo>
                  <a:lnTo>
                    <a:pt x="509" y="1854"/>
                  </a:lnTo>
                  <a:lnTo>
                    <a:pt x="597" y="1869"/>
                  </a:lnTo>
                  <a:lnTo>
                    <a:pt x="684" y="1862"/>
                  </a:lnTo>
                  <a:lnTo>
                    <a:pt x="779" y="1854"/>
                  </a:lnTo>
                  <a:lnTo>
                    <a:pt x="873" y="1840"/>
                  </a:lnTo>
                  <a:lnTo>
                    <a:pt x="975" y="1811"/>
                  </a:lnTo>
                  <a:lnTo>
                    <a:pt x="1055" y="1767"/>
                  </a:lnTo>
                  <a:lnTo>
                    <a:pt x="1120" y="1723"/>
                  </a:lnTo>
                  <a:lnTo>
                    <a:pt x="1179" y="1672"/>
                  </a:lnTo>
                  <a:lnTo>
                    <a:pt x="1215" y="1621"/>
                  </a:lnTo>
                  <a:lnTo>
                    <a:pt x="1251" y="1556"/>
                  </a:lnTo>
                  <a:lnTo>
                    <a:pt x="1266" y="1469"/>
                  </a:lnTo>
                  <a:lnTo>
                    <a:pt x="1266" y="14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339933">
                    <a:gamma/>
                    <a:shade val="64706"/>
                    <a:invGamma/>
                  </a:srgbClr>
                </a:gs>
                <a:gs pos="50000">
                  <a:srgbClr val="339933"/>
                </a:gs>
                <a:gs pos="100000">
                  <a:srgbClr val="339933">
                    <a:gamma/>
                    <a:shade val="64706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85" name="Freeform 82">
              <a:extLst>
                <a:ext uri="{FF2B5EF4-FFF2-40B4-BE49-F238E27FC236}">
                  <a16:creationId xmlns:a16="http://schemas.microsoft.com/office/drawing/2014/main" id="{CA0693E9-91C4-0226-0606-8E6AE66EB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9" y="1134"/>
              <a:ext cx="1268" cy="805"/>
            </a:xfrm>
            <a:custGeom>
              <a:avLst/>
              <a:gdLst>
                <a:gd name="T0" fmla="*/ 0 w 7610"/>
                <a:gd name="T1" fmla="*/ 2415 h 4831"/>
                <a:gd name="T2" fmla="*/ 69 w 7610"/>
                <a:gd name="T3" fmla="*/ 1958 h 4831"/>
                <a:gd name="T4" fmla="*/ 274 w 7610"/>
                <a:gd name="T5" fmla="*/ 1517 h 4831"/>
                <a:gd name="T6" fmla="*/ 606 w 7610"/>
                <a:gd name="T7" fmla="*/ 1107 h 4831"/>
                <a:gd name="T8" fmla="*/ 1054 w 7610"/>
                <a:gd name="T9" fmla="*/ 747 h 4831"/>
                <a:gd name="T10" fmla="*/ 1602 w 7610"/>
                <a:gd name="T11" fmla="*/ 445 h 4831"/>
                <a:gd name="T12" fmla="*/ 2230 w 7610"/>
                <a:gd name="T13" fmla="*/ 216 h 4831"/>
                <a:gd name="T14" fmla="*/ 2914 w 7610"/>
                <a:gd name="T15" fmla="*/ 65 h 4831"/>
                <a:gd name="T16" fmla="*/ 3632 w 7610"/>
                <a:gd name="T17" fmla="*/ 0 h 4831"/>
                <a:gd name="T18" fmla="*/ 4356 w 7610"/>
                <a:gd name="T19" fmla="*/ 22 h 4831"/>
                <a:gd name="T20" fmla="*/ 5061 w 7610"/>
                <a:gd name="T21" fmla="*/ 130 h 4831"/>
                <a:gd name="T22" fmla="*/ 5720 w 7610"/>
                <a:gd name="T23" fmla="*/ 320 h 4831"/>
                <a:gd name="T24" fmla="*/ 6310 w 7610"/>
                <a:gd name="T25" fmla="*/ 588 h 4831"/>
                <a:gd name="T26" fmla="*/ 6811 w 7610"/>
                <a:gd name="T27" fmla="*/ 921 h 4831"/>
                <a:gd name="T28" fmla="*/ 7203 w 7610"/>
                <a:gd name="T29" fmla="*/ 1307 h 4831"/>
                <a:gd name="T30" fmla="*/ 7472 w 7610"/>
                <a:gd name="T31" fmla="*/ 1734 h 4831"/>
                <a:gd name="T32" fmla="*/ 7610 w 7610"/>
                <a:gd name="T33" fmla="*/ 2186 h 4831"/>
                <a:gd name="T34" fmla="*/ 7610 w 7610"/>
                <a:gd name="T35" fmla="*/ 2646 h 4831"/>
                <a:gd name="T36" fmla="*/ 7472 w 7610"/>
                <a:gd name="T37" fmla="*/ 3097 h 4831"/>
                <a:gd name="T38" fmla="*/ 7203 w 7610"/>
                <a:gd name="T39" fmla="*/ 3524 h 4831"/>
                <a:gd name="T40" fmla="*/ 6811 w 7610"/>
                <a:gd name="T41" fmla="*/ 3910 h 4831"/>
                <a:gd name="T42" fmla="*/ 6310 w 7610"/>
                <a:gd name="T43" fmla="*/ 4244 h 4831"/>
                <a:gd name="T44" fmla="*/ 5720 w 7610"/>
                <a:gd name="T45" fmla="*/ 4511 h 4831"/>
                <a:gd name="T46" fmla="*/ 5061 w 7610"/>
                <a:gd name="T47" fmla="*/ 4701 h 4831"/>
                <a:gd name="T48" fmla="*/ 4356 w 7610"/>
                <a:gd name="T49" fmla="*/ 4809 h 4831"/>
                <a:gd name="T50" fmla="*/ 3632 w 7610"/>
                <a:gd name="T51" fmla="*/ 4831 h 4831"/>
                <a:gd name="T52" fmla="*/ 2914 w 7610"/>
                <a:gd name="T53" fmla="*/ 4766 h 4831"/>
                <a:gd name="T54" fmla="*/ 2230 w 7610"/>
                <a:gd name="T55" fmla="*/ 4615 h 4831"/>
                <a:gd name="T56" fmla="*/ 1602 w 7610"/>
                <a:gd name="T57" fmla="*/ 4386 h 4831"/>
                <a:gd name="T58" fmla="*/ 1054 w 7610"/>
                <a:gd name="T59" fmla="*/ 4084 h 4831"/>
                <a:gd name="T60" fmla="*/ 606 w 7610"/>
                <a:gd name="T61" fmla="*/ 3723 h 4831"/>
                <a:gd name="T62" fmla="*/ 274 w 7610"/>
                <a:gd name="T63" fmla="*/ 3314 h 4831"/>
                <a:gd name="T64" fmla="*/ 69 w 7610"/>
                <a:gd name="T65" fmla="*/ 2873 h 4831"/>
                <a:gd name="T66" fmla="*/ 0 w 7610"/>
                <a:gd name="T67" fmla="*/ 2415 h 4831"/>
                <a:gd name="T68" fmla="*/ 1 w 7610"/>
                <a:gd name="T69" fmla="*/ 2415 h 4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610" h="4831">
                  <a:moveTo>
                    <a:pt x="0" y="2415"/>
                  </a:moveTo>
                  <a:lnTo>
                    <a:pt x="69" y="1958"/>
                  </a:lnTo>
                  <a:lnTo>
                    <a:pt x="274" y="1517"/>
                  </a:lnTo>
                  <a:lnTo>
                    <a:pt x="606" y="1107"/>
                  </a:lnTo>
                  <a:lnTo>
                    <a:pt x="1054" y="747"/>
                  </a:lnTo>
                  <a:lnTo>
                    <a:pt x="1602" y="445"/>
                  </a:lnTo>
                  <a:lnTo>
                    <a:pt x="2230" y="216"/>
                  </a:lnTo>
                  <a:lnTo>
                    <a:pt x="2914" y="65"/>
                  </a:lnTo>
                  <a:lnTo>
                    <a:pt x="3632" y="0"/>
                  </a:lnTo>
                  <a:lnTo>
                    <a:pt x="4356" y="22"/>
                  </a:lnTo>
                  <a:lnTo>
                    <a:pt x="5061" y="130"/>
                  </a:lnTo>
                  <a:lnTo>
                    <a:pt x="5720" y="320"/>
                  </a:lnTo>
                  <a:lnTo>
                    <a:pt x="6310" y="588"/>
                  </a:lnTo>
                  <a:lnTo>
                    <a:pt x="6811" y="921"/>
                  </a:lnTo>
                  <a:lnTo>
                    <a:pt x="7203" y="1307"/>
                  </a:lnTo>
                  <a:lnTo>
                    <a:pt x="7472" y="1734"/>
                  </a:lnTo>
                  <a:lnTo>
                    <a:pt x="7610" y="2186"/>
                  </a:lnTo>
                  <a:lnTo>
                    <a:pt x="7610" y="2646"/>
                  </a:lnTo>
                  <a:lnTo>
                    <a:pt x="7472" y="3097"/>
                  </a:lnTo>
                  <a:lnTo>
                    <a:pt x="7203" y="3524"/>
                  </a:lnTo>
                  <a:lnTo>
                    <a:pt x="6811" y="3910"/>
                  </a:lnTo>
                  <a:lnTo>
                    <a:pt x="6310" y="4244"/>
                  </a:lnTo>
                  <a:lnTo>
                    <a:pt x="5720" y="4511"/>
                  </a:lnTo>
                  <a:lnTo>
                    <a:pt x="5061" y="4701"/>
                  </a:lnTo>
                  <a:lnTo>
                    <a:pt x="4356" y="4809"/>
                  </a:lnTo>
                  <a:lnTo>
                    <a:pt x="3632" y="4831"/>
                  </a:lnTo>
                  <a:lnTo>
                    <a:pt x="2914" y="4766"/>
                  </a:lnTo>
                  <a:lnTo>
                    <a:pt x="2230" y="4615"/>
                  </a:lnTo>
                  <a:lnTo>
                    <a:pt x="1602" y="4386"/>
                  </a:lnTo>
                  <a:lnTo>
                    <a:pt x="1054" y="4084"/>
                  </a:lnTo>
                  <a:lnTo>
                    <a:pt x="606" y="3723"/>
                  </a:lnTo>
                  <a:lnTo>
                    <a:pt x="274" y="3314"/>
                  </a:lnTo>
                  <a:lnTo>
                    <a:pt x="69" y="2873"/>
                  </a:lnTo>
                  <a:lnTo>
                    <a:pt x="0" y="2415"/>
                  </a:lnTo>
                  <a:lnTo>
                    <a:pt x="1" y="2415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>
                  <a:solidFill>
                    <a:srgbClr val="FF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6" name="Freeform 83">
              <a:extLst>
                <a:ext uri="{FF2B5EF4-FFF2-40B4-BE49-F238E27FC236}">
                  <a16:creationId xmlns:a16="http://schemas.microsoft.com/office/drawing/2014/main" id="{64A359EB-40E8-44E7-A2D9-66CF9EF623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0" y="2058"/>
              <a:ext cx="683" cy="1331"/>
            </a:xfrm>
            <a:custGeom>
              <a:avLst/>
              <a:gdLst>
                <a:gd name="T0" fmla="*/ 683 w 683"/>
                <a:gd name="T1" fmla="*/ 0 h 1331"/>
                <a:gd name="T2" fmla="*/ 0 w 683"/>
                <a:gd name="T3" fmla="*/ 386 h 1331"/>
                <a:gd name="T4" fmla="*/ 0 w 683"/>
                <a:gd name="T5" fmla="*/ 1331 h 1331"/>
                <a:gd name="T6" fmla="*/ 683 w 683"/>
                <a:gd name="T7" fmla="*/ 946 h 1331"/>
                <a:gd name="T8" fmla="*/ 683 w 683"/>
                <a:gd name="T9" fmla="*/ 0 h 1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3" h="1331">
                  <a:moveTo>
                    <a:pt x="683" y="0"/>
                  </a:moveTo>
                  <a:lnTo>
                    <a:pt x="0" y="386"/>
                  </a:lnTo>
                  <a:lnTo>
                    <a:pt x="0" y="1331"/>
                  </a:lnTo>
                  <a:lnTo>
                    <a:pt x="683" y="946"/>
                  </a:lnTo>
                  <a:lnTo>
                    <a:pt x="683" y="0"/>
                  </a:lnTo>
                  <a:close/>
                </a:path>
              </a:pathLst>
            </a:custGeom>
            <a:gradFill rotWithShape="0">
              <a:gsLst>
                <a:gs pos="0">
                  <a:srgbClr val="339933"/>
                </a:gs>
                <a:gs pos="100000">
                  <a:srgbClr val="339933">
                    <a:gamma/>
                    <a:shade val="74510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87" name="Freeform 84">
              <a:extLst>
                <a:ext uri="{FF2B5EF4-FFF2-40B4-BE49-F238E27FC236}">
                  <a16:creationId xmlns:a16="http://schemas.microsoft.com/office/drawing/2014/main" id="{0D39458B-848C-82A7-4DD7-D7285129F5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7" y="1986"/>
              <a:ext cx="793" cy="1396"/>
            </a:xfrm>
            <a:custGeom>
              <a:avLst/>
              <a:gdLst>
                <a:gd name="T0" fmla="*/ 0 w 793"/>
                <a:gd name="T1" fmla="*/ 0 h 1396"/>
                <a:gd name="T2" fmla="*/ 0 w 793"/>
                <a:gd name="T3" fmla="*/ 945 h 1396"/>
                <a:gd name="T4" fmla="*/ 793 w 793"/>
                <a:gd name="T5" fmla="*/ 1396 h 1396"/>
                <a:gd name="T6" fmla="*/ 793 w 793"/>
                <a:gd name="T7" fmla="*/ 465 h 1396"/>
                <a:gd name="T8" fmla="*/ 0 w 793"/>
                <a:gd name="T9" fmla="*/ 0 h 1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3" h="1396">
                  <a:moveTo>
                    <a:pt x="0" y="0"/>
                  </a:moveTo>
                  <a:lnTo>
                    <a:pt x="0" y="945"/>
                  </a:lnTo>
                  <a:lnTo>
                    <a:pt x="793" y="1396"/>
                  </a:lnTo>
                  <a:lnTo>
                    <a:pt x="793" y="465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1">
                    <a:gamma/>
                    <a:shade val="60784"/>
                    <a:invGamma/>
                  </a:schemeClr>
                </a:gs>
                <a:gs pos="100000">
                  <a:schemeClr val="accent1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pic>
        <p:nvPicPr>
          <p:cNvPr id="88" name="Picture 87">
            <a:extLst>
              <a:ext uri="{FF2B5EF4-FFF2-40B4-BE49-F238E27FC236}">
                <a16:creationId xmlns:a16="http://schemas.microsoft.com/office/drawing/2014/main" id="{9F8396FC-0A77-313E-5D1C-7014FBDF7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5959" y="1125081"/>
            <a:ext cx="1104470" cy="2414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077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utoUpdateAnimBg="0"/>
      <p:bldP spid="44" grpId="0" autoUpdateAnimBg="0"/>
      <p:bldP spid="48" grpId="0" build="p" autoUpdateAnimBg="0"/>
      <p:bldP spid="53" grpId="0" autoUpdateAnimBg="0"/>
      <p:bldP spid="70" grpId="0" animBg="1" autoUpdateAnimBg="0"/>
      <p:bldP spid="71" grpId="0" autoUpdateAnimBg="0"/>
      <p:bldP spid="72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06411-AC72-A5F3-44C3-6C69D8508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AFAFF-F6DC-7B4D-A616-691165CACD40}" type="datetime1">
              <a:rPr lang="en-US" altLang="zh-CN" smtClean="0"/>
              <a:t>11/11/25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1E98DB-7279-F9F3-41E2-6E45567D9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14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E54784-F362-892F-A3A5-F843FFBFD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22</a:t>
            </a:fld>
            <a:endParaRPr lang="en-US"/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EDC5596E-DA9F-27FE-4F69-19A5521348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8442" y="605958"/>
            <a:ext cx="302198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C00000"/>
                </a:solidFill>
              </a:rPr>
              <a:t>例</a:t>
            </a:r>
            <a:r>
              <a:rPr lang="en-US" altLang="zh-CN" sz="2800" b="1" dirty="0">
                <a:solidFill>
                  <a:srgbClr val="C00000"/>
                </a:solidFill>
              </a:rPr>
              <a:t>14.6</a:t>
            </a:r>
            <a:r>
              <a:rPr lang="zh-CN" altLang="en-US" sz="2800" b="1" dirty="0">
                <a:solidFill>
                  <a:srgbClr val="C00000"/>
                </a:solidFill>
              </a:rPr>
              <a:t>：求主视图</a:t>
            </a:r>
          </a:p>
        </p:txBody>
      </p:sp>
      <p:grpSp>
        <p:nvGrpSpPr>
          <p:cNvPr id="6" name="Group 3">
            <a:extLst>
              <a:ext uri="{FF2B5EF4-FFF2-40B4-BE49-F238E27FC236}">
                <a16:creationId xmlns:a16="http://schemas.microsoft.com/office/drawing/2014/main" id="{A7E5A2E8-B27A-4F1D-F5ED-C6FED97CDE87}"/>
              </a:ext>
            </a:extLst>
          </p:cNvPr>
          <p:cNvGrpSpPr>
            <a:grpSpLocks/>
          </p:cNvGrpSpPr>
          <p:nvPr/>
        </p:nvGrpSpPr>
        <p:grpSpPr bwMode="auto">
          <a:xfrm>
            <a:off x="1556430" y="1231900"/>
            <a:ext cx="6746875" cy="5124450"/>
            <a:chOff x="785" y="543"/>
            <a:chExt cx="4250" cy="3228"/>
          </a:xfrm>
        </p:grpSpPr>
        <p:sp>
          <p:nvSpPr>
            <p:cNvPr id="7" name="Line 4">
              <a:extLst>
                <a:ext uri="{FF2B5EF4-FFF2-40B4-BE49-F238E27FC236}">
                  <a16:creationId xmlns:a16="http://schemas.microsoft.com/office/drawing/2014/main" id="{51594A8F-0287-61BC-19FF-3BA4BF0E09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2" y="557"/>
              <a:ext cx="0" cy="172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F08E5DCA-7224-37A9-704C-A4D323E417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7" y="543"/>
              <a:ext cx="0" cy="17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9" name="Line 6">
              <a:extLst>
                <a:ext uri="{FF2B5EF4-FFF2-40B4-BE49-F238E27FC236}">
                  <a16:creationId xmlns:a16="http://schemas.microsoft.com/office/drawing/2014/main" id="{9EEA086A-F2BC-E6DB-35FE-52725B9E08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5" y="1546"/>
              <a:ext cx="23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2CA28F8F-21F3-9024-D5A6-BCEF02ECF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2" y="1104"/>
              <a:ext cx="355" cy="144"/>
            </a:xfrm>
            <a:custGeom>
              <a:avLst/>
              <a:gdLst>
                <a:gd name="T0" fmla="*/ 0 w 355"/>
                <a:gd name="T1" fmla="*/ 0 h 144"/>
                <a:gd name="T2" fmla="*/ 48 w 355"/>
                <a:gd name="T3" fmla="*/ 38 h 144"/>
                <a:gd name="T4" fmla="*/ 106 w 355"/>
                <a:gd name="T5" fmla="*/ 77 h 144"/>
                <a:gd name="T6" fmla="*/ 173 w 355"/>
                <a:gd name="T7" fmla="*/ 115 h 144"/>
                <a:gd name="T8" fmla="*/ 250 w 355"/>
                <a:gd name="T9" fmla="*/ 134 h 144"/>
                <a:gd name="T10" fmla="*/ 355 w 355"/>
                <a:gd name="T11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5" h="144">
                  <a:moveTo>
                    <a:pt x="0" y="0"/>
                  </a:moveTo>
                  <a:cubicBezTo>
                    <a:pt x="8" y="6"/>
                    <a:pt x="30" y="25"/>
                    <a:pt x="48" y="38"/>
                  </a:cubicBezTo>
                  <a:cubicBezTo>
                    <a:pt x="66" y="51"/>
                    <a:pt x="85" y="64"/>
                    <a:pt x="106" y="77"/>
                  </a:cubicBezTo>
                  <a:cubicBezTo>
                    <a:pt x="127" y="90"/>
                    <a:pt x="149" y="106"/>
                    <a:pt x="173" y="115"/>
                  </a:cubicBezTo>
                  <a:cubicBezTo>
                    <a:pt x="197" y="124"/>
                    <a:pt x="220" y="129"/>
                    <a:pt x="250" y="134"/>
                  </a:cubicBezTo>
                  <a:cubicBezTo>
                    <a:pt x="280" y="139"/>
                    <a:pt x="333" y="142"/>
                    <a:pt x="355" y="144"/>
                  </a:cubicBezTo>
                </a:path>
              </a:pathLst>
            </a:custGeom>
            <a:noFill/>
            <a:ln w="19050" cap="flat" cmpd="sng">
              <a:solidFill>
                <a:schemeClr val="tx2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1" name="Line 8">
              <a:extLst>
                <a:ext uri="{FF2B5EF4-FFF2-40B4-BE49-F238E27FC236}">
                  <a16:creationId xmlns:a16="http://schemas.microsoft.com/office/drawing/2014/main" id="{60D66BDC-CBD5-EF26-388F-4B97DC512B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7" y="1246"/>
              <a:ext cx="682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12" name="Group 9">
              <a:extLst>
                <a:ext uri="{FF2B5EF4-FFF2-40B4-BE49-F238E27FC236}">
                  <a16:creationId xmlns:a16="http://schemas.microsoft.com/office/drawing/2014/main" id="{A5C09283-4079-FD69-86E7-107E144BCC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84" y="2472"/>
              <a:ext cx="1349" cy="1259"/>
              <a:chOff x="1084" y="2384"/>
              <a:chExt cx="1349" cy="1259"/>
            </a:xfrm>
          </p:grpSpPr>
          <p:sp>
            <p:nvSpPr>
              <p:cNvPr id="42" name="Oval 10">
                <a:extLst>
                  <a:ext uri="{FF2B5EF4-FFF2-40B4-BE49-F238E27FC236}">
                    <a16:creationId xmlns:a16="http://schemas.microsoft.com/office/drawing/2014/main" id="{9AE3CADC-23C5-C37C-637D-891EBDE011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4" y="2403"/>
                <a:ext cx="1347" cy="1240"/>
              </a:xfrm>
              <a:prstGeom prst="ellipse">
                <a:avLst/>
              </a:prstGeom>
              <a:noFill/>
              <a:ln w="3810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43" name="Rectangle 11">
                <a:extLst>
                  <a:ext uri="{FF2B5EF4-FFF2-40B4-BE49-F238E27FC236}">
                    <a16:creationId xmlns:a16="http://schemas.microsoft.com/office/drawing/2014/main" id="{36444FFC-D1F4-64BE-7862-0B6FAD5DE0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7" y="2384"/>
                <a:ext cx="676" cy="1259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sp>
          <p:nvSpPr>
            <p:cNvPr id="13" name="Line 12">
              <a:extLst>
                <a:ext uri="{FF2B5EF4-FFF2-40B4-BE49-F238E27FC236}">
                  <a16:creationId xmlns:a16="http://schemas.microsoft.com/office/drawing/2014/main" id="{61D7AC99-DF6C-F1F0-8EBA-C8F4915491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8" y="1548"/>
              <a:ext cx="1507" cy="1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9F209F4-36EA-0E1F-6F8C-13E926D20B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9" y="902"/>
              <a:ext cx="1347" cy="1281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770642A-1063-C588-5CEA-7C5543C416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" y="2482"/>
              <a:ext cx="2173" cy="1249"/>
            </a:xfrm>
            <a:prstGeom prst="rect">
              <a:avLst/>
            </a:prstGeom>
            <a:noFill/>
            <a:ln w="381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6" name="Line 15">
              <a:extLst>
                <a:ext uri="{FF2B5EF4-FFF2-40B4-BE49-F238E27FC236}">
                  <a16:creationId xmlns:a16="http://schemas.microsoft.com/office/drawing/2014/main" id="{1A8F1AA8-27FC-6A76-AFE8-2E6D4B7AAC0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174" y="1101"/>
              <a:ext cx="868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" name="Line 16">
              <a:extLst>
                <a:ext uri="{FF2B5EF4-FFF2-40B4-BE49-F238E27FC236}">
                  <a16:creationId xmlns:a16="http://schemas.microsoft.com/office/drawing/2014/main" id="{1D8E2587-77DD-729C-6434-F2C53D5FA42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522" y="1101"/>
              <a:ext cx="868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1B7B8FF9-641C-B79A-7216-401B001A32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7" y="667"/>
              <a:ext cx="1362" cy="1"/>
            </a:xfrm>
            <a:custGeom>
              <a:avLst/>
              <a:gdLst>
                <a:gd name="T0" fmla="*/ 0 w 1553"/>
                <a:gd name="T1" fmla="*/ 0 h 1"/>
                <a:gd name="T2" fmla="*/ 1553 w 1553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553" h="1">
                  <a:moveTo>
                    <a:pt x="0" y="0"/>
                  </a:moveTo>
                  <a:lnTo>
                    <a:pt x="1553" y="0"/>
                  </a:ln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429EF5B-2942-F713-4EB2-5228C0E2DB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3" y="2784"/>
              <a:ext cx="737" cy="674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2DC6D0D-A71C-42B8-CA12-0D058A4F9C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9" y="1111"/>
              <a:ext cx="926" cy="865"/>
            </a:xfrm>
            <a:prstGeom prst="ellips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0E71101-C956-3F08-07A1-9887AAA083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0" y="893"/>
              <a:ext cx="2173" cy="1280"/>
            </a:xfrm>
            <a:prstGeom prst="rect">
              <a:avLst/>
            </a:prstGeom>
            <a:noFill/>
            <a:ln w="381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5179298-59A6-3AEB-8CC6-4A004B2BA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4" y="668"/>
              <a:ext cx="1633" cy="225"/>
            </a:xfrm>
            <a:prstGeom prst="rect">
              <a:avLst/>
            </a:prstGeom>
            <a:noFill/>
            <a:ln w="381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5CD872C5-08EE-D289-578D-B727D2BBF4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" y="882"/>
              <a:ext cx="1602" cy="2"/>
            </a:xfrm>
            <a:custGeom>
              <a:avLst/>
              <a:gdLst>
                <a:gd name="T0" fmla="*/ 0 w 1602"/>
                <a:gd name="T1" fmla="*/ 2 h 2"/>
                <a:gd name="T2" fmla="*/ 1602 w 160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602" h="2">
                  <a:moveTo>
                    <a:pt x="0" y="2"/>
                  </a:moveTo>
                  <a:lnTo>
                    <a:pt x="1602" y="0"/>
                  </a:lnTo>
                </a:path>
              </a:pathLst>
            </a:custGeom>
            <a:noFill/>
            <a:ln w="76200" cmpd="sng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8107AE7B-144D-041B-4270-CEBC4F3EA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" y="874"/>
              <a:ext cx="681" cy="681"/>
            </a:xfrm>
            <a:custGeom>
              <a:avLst/>
              <a:gdLst>
                <a:gd name="T0" fmla="*/ 0 w 681"/>
                <a:gd name="T1" fmla="*/ 0 h 681"/>
                <a:gd name="T2" fmla="*/ 681 w 681"/>
                <a:gd name="T3" fmla="*/ 681 h 6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81" h="681">
                  <a:moveTo>
                    <a:pt x="0" y="0"/>
                  </a:moveTo>
                  <a:lnTo>
                    <a:pt x="681" y="681"/>
                  </a:lnTo>
                </a:path>
              </a:pathLst>
            </a:cu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1D399589-A790-8637-AD0D-D9181619B1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7" y="2478"/>
              <a:ext cx="1" cy="1248"/>
            </a:xfrm>
            <a:custGeom>
              <a:avLst/>
              <a:gdLst>
                <a:gd name="T0" fmla="*/ 0 w 1"/>
                <a:gd name="T1" fmla="*/ 0 h 1248"/>
                <a:gd name="T2" fmla="*/ 0 w 1"/>
                <a:gd name="T3" fmla="*/ 1248 h 1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248">
                  <a:moveTo>
                    <a:pt x="0" y="0"/>
                  </a:moveTo>
                  <a:lnTo>
                    <a:pt x="0" y="1248"/>
                  </a:lnTo>
                </a:path>
              </a:pathLst>
            </a:custGeom>
            <a:noFill/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D615A9C-0064-705A-AC80-EA68FF4FF9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7" y="2757"/>
              <a:ext cx="403" cy="739"/>
            </a:xfrm>
            <a:custGeom>
              <a:avLst/>
              <a:gdLst>
                <a:gd name="T0" fmla="*/ 0 w 403"/>
                <a:gd name="T1" fmla="*/ 0 h 739"/>
                <a:gd name="T2" fmla="*/ 0 w 403"/>
                <a:gd name="T3" fmla="*/ 86 h 739"/>
                <a:gd name="T4" fmla="*/ 144 w 403"/>
                <a:gd name="T5" fmla="*/ 86 h 739"/>
                <a:gd name="T6" fmla="*/ 221 w 403"/>
                <a:gd name="T7" fmla="*/ 163 h 739"/>
                <a:gd name="T8" fmla="*/ 326 w 403"/>
                <a:gd name="T9" fmla="*/ 288 h 739"/>
                <a:gd name="T10" fmla="*/ 317 w 403"/>
                <a:gd name="T11" fmla="*/ 384 h 739"/>
                <a:gd name="T12" fmla="*/ 307 w 403"/>
                <a:gd name="T13" fmla="*/ 489 h 739"/>
                <a:gd name="T14" fmla="*/ 249 w 403"/>
                <a:gd name="T15" fmla="*/ 585 h 739"/>
                <a:gd name="T16" fmla="*/ 144 w 403"/>
                <a:gd name="T17" fmla="*/ 633 h 739"/>
                <a:gd name="T18" fmla="*/ 86 w 403"/>
                <a:gd name="T19" fmla="*/ 672 h 739"/>
                <a:gd name="T20" fmla="*/ 9 w 403"/>
                <a:gd name="T21" fmla="*/ 681 h 739"/>
                <a:gd name="T22" fmla="*/ 19 w 403"/>
                <a:gd name="T23" fmla="*/ 739 h 739"/>
                <a:gd name="T24" fmla="*/ 192 w 403"/>
                <a:gd name="T25" fmla="*/ 710 h 739"/>
                <a:gd name="T26" fmla="*/ 297 w 403"/>
                <a:gd name="T27" fmla="*/ 614 h 739"/>
                <a:gd name="T28" fmla="*/ 403 w 403"/>
                <a:gd name="T29" fmla="*/ 461 h 739"/>
                <a:gd name="T30" fmla="*/ 403 w 403"/>
                <a:gd name="T31" fmla="*/ 336 h 739"/>
                <a:gd name="T32" fmla="*/ 384 w 403"/>
                <a:gd name="T33" fmla="*/ 192 h 739"/>
                <a:gd name="T34" fmla="*/ 297 w 403"/>
                <a:gd name="T35" fmla="*/ 86 h 739"/>
                <a:gd name="T36" fmla="*/ 153 w 403"/>
                <a:gd name="T37" fmla="*/ 0 h 739"/>
                <a:gd name="T38" fmla="*/ 0 w 403"/>
                <a:gd name="T39" fmla="*/ 0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03" h="739">
                  <a:moveTo>
                    <a:pt x="0" y="0"/>
                  </a:moveTo>
                  <a:lnTo>
                    <a:pt x="0" y="86"/>
                  </a:lnTo>
                  <a:lnTo>
                    <a:pt x="144" y="86"/>
                  </a:lnTo>
                  <a:lnTo>
                    <a:pt x="221" y="163"/>
                  </a:lnTo>
                  <a:lnTo>
                    <a:pt x="326" y="288"/>
                  </a:lnTo>
                  <a:lnTo>
                    <a:pt x="317" y="384"/>
                  </a:lnTo>
                  <a:lnTo>
                    <a:pt x="307" y="489"/>
                  </a:lnTo>
                  <a:lnTo>
                    <a:pt x="249" y="585"/>
                  </a:lnTo>
                  <a:lnTo>
                    <a:pt x="144" y="633"/>
                  </a:lnTo>
                  <a:lnTo>
                    <a:pt x="86" y="672"/>
                  </a:lnTo>
                  <a:lnTo>
                    <a:pt x="9" y="681"/>
                  </a:lnTo>
                  <a:lnTo>
                    <a:pt x="19" y="739"/>
                  </a:lnTo>
                  <a:lnTo>
                    <a:pt x="192" y="710"/>
                  </a:lnTo>
                  <a:lnTo>
                    <a:pt x="297" y="614"/>
                  </a:lnTo>
                  <a:lnTo>
                    <a:pt x="403" y="461"/>
                  </a:lnTo>
                  <a:lnTo>
                    <a:pt x="403" y="336"/>
                  </a:lnTo>
                  <a:lnTo>
                    <a:pt x="384" y="192"/>
                  </a:lnTo>
                  <a:lnTo>
                    <a:pt x="297" y="86"/>
                  </a:lnTo>
                  <a:lnTo>
                    <a:pt x="1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38100" cap="flat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7" name="Line 26">
              <a:extLst>
                <a:ext uri="{FF2B5EF4-FFF2-40B4-BE49-F238E27FC236}">
                  <a16:creationId xmlns:a16="http://schemas.microsoft.com/office/drawing/2014/main" id="{97428764-934A-6133-4DC1-0BCA05DC87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7" y="2366"/>
              <a:ext cx="0" cy="140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8" name="Line 27">
              <a:extLst>
                <a:ext uri="{FF2B5EF4-FFF2-40B4-BE49-F238E27FC236}">
                  <a16:creationId xmlns:a16="http://schemas.microsoft.com/office/drawing/2014/main" id="{FB318C03-0F93-33D1-5DC0-7590B5B95A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3" y="2784"/>
              <a:ext cx="680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9" name="Line 28">
              <a:extLst>
                <a:ext uri="{FF2B5EF4-FFF2-40B4-BE49-F238E27FC236}">
                  <a16:creationId xmlns:a16="http://schemas.microsoft.com/office/drawing/2014/main" id="{929DC1A5-38B9-85CA-EE1C-CEBB091302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9" y="2784"/>
              <a:ext cx="0" cy="674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0" name="Line 29">
              <a:extLst>
                <a:ext uri="{FF2B5EF4-FFF2-40B4-BE49-F238E27FC236}">
                  <a16:creationId xmlns:a16="http://schemas.microsoft.com/office/drawing/2014/main" id="{3DCF2F63-88A7-23CA-E8E7-2CBAE6CA30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7" y="3458"/>
              <a:ext cx="676" cy="0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1" name="Line 30">
              <a:extLst>
                <a:ext uri="{FF2B5EF4-FFF2-40B4-BE49-F238E27FC236}">
                  <a16:creationId xmlns:a16="http://schemas.microsoft.com/office/drawing/2014/main" id="{2F41107B-B7DA-A22F-1187-330AD53CCD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6" y="667"/>
              <a:ext cx="0" cy="581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2" name="Line 31">
              <a:extLst>
                <a:ext uri="{FF2B5EF4-FFF2-40B4-BE49-F238E27FC236}">
                  <a16:creationId xmlns:a16="http://schemas.microsoft.com/office/drawing/2014/main" id="{D0337E67-C625-F1A8-265B-BFDE162D50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0" y="667"/>
              <a:ext cx="0" cy="581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3" name="Line 32">
              <a:extLst>
                <a:ext uri="{FF2B5EF4-FFF2-40B4-BE49-F238E27FC236}">
                  <a16:creationId xmlns:a16="http://schemas.microsoft.com/office/drawing/2014/main" id="{BABF0397-994A-1D61-DD21-D00928531F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17" y="874"/>
              <a:ext cx="0" cy="674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4" name="Line 33">
              <a:extLst>
                <a:ext uri="{FF2B5EF4-FFF2-40B4-BE49-F238E27FC236}">
                  <a16:creationId xmlns:a16="http://schemas.microsoft.com/office/drawing/2014/main" id="{89D32540-CE8B-2485-FC92-4ACCB6088F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75" y="1111"/>
              <a:ext cx="2172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5" name="Line 34">
              <a:extLst>
                <a:ext uri="{FF2B5EF4-FFF2-40B4-BE49-F238E27FC236}">
                  <a16:creationId xmlns:a16="http://schemas.microsoft.com/office/drawing/2014/main" id="{0A6F4D07-0910-80A7-DB76-C7D12BDF0C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75" y="1976"/>
              <a:ext cx="2159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6" name="Line 35">
              <a:extLst>
                <a:ext uri="{FF2B5EF4-FFF2-40B4-BE49-F238E27FC236}">
                  <a16:creationId xmlns:a16="http://schemas.microsoft.com/office/drawing/2014/main" id="{B56B51D5-4391-8F3E-34C9-34C0487122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389" y="681"/>
              <a:ext cx="4" cy="43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7" name="Line 36">
              <a:extLst>
                <a:ext uri="{FF2B5EF4-FFF2-40B4-BE49-F238E27FC236}">
                  <a16:creationId xmlns:a16="http://schemas.microsoft.com/office/drawing/2014/main" id="{F1C6FAAC-F8FC-351A-715A-4186A1412C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24" y="668"/>
              <a:ext cx="5" cy="57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8" name="Line 37">
              <a:extLst>
                <a:ext uri="{FF2B5EF4-FFF2-40B4-BE49-F238E27FC236}">
                  <a16:creationId xmlns:a16="http://schemas.microsoft.com/office/drawing/2014/main" id="{E8A46501-BE62-5085-2EA7-1BC0292875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9" y="1111"/>
              <a:ext cx="1044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9" name="Line 38">
              <a:extLst>
                <a:ext uri="{FF2B5EF4-FFF2-40B4-BE49-F238E27FC236}">
                  <a16:creationId xmlns:a16="http://schemas.microsoft.com/office/drawing/2014/main" id="{FDE3C8CB-8ACF-8F1E-3853-37F8C46D62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5" y="3112"/>
              <a:ext cx="23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0" name="Line 39">
              <a:extLst>
                <a:ext uri="{FF2B5EF4-FFF2-40B4-BE49-F238E27FC236}">
                  <a16:creationId xmlns:a16="http://schemas.microsoft.com/office/drawing/2014/main" id="{B77F9BAB-80E1-D7B7-DA64-0259D57737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5" y="2700"/>
              <a:ext cx="21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1" name="Line 40">
              <a:extLst>
                <a:ext uri="{FF2B5EF4-FFF2-40B4-BE49-F238E27FC236}">
                  <a16:creationId xmlns:a16="http://schemas.microsoft.com/office/drawing/2014/main" id="{87A8AD73-731F-F966-1DC5-4631753B59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70" y="3525"/>
              <a:ext cx="217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pic>
        <p:nvPicPr>
          <p:cNvPr id="44" name="Picture 43">
            <a:extLst>
              <a:ext uri="{FF2B5EF4-FFF2-40B4-BE49-F238E27FC236}">
                <a16:creationId xmlns:a16="http://schemas.microsoft.com/office/drawing/2014/main" id="{B289261C-875A-1DF4-639D-B9A810017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0652226" y="1480741"/>
            <a:ext cx="1128992" cy="2269330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45" name="3D Model 44">
                <a:extLst>
                  <a:ext uri="{FF2B5EF4-FFF2-40B4-BE49-F238E27FC236}">
                    <a16:creationId xmlns:a16="http://schemas.microsoft.com/office/drawing/2014/main" id="{1464D6B0-3328-AFD6-CE1B-B795D0E56B5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84355039"/>
                  </p:ext>
                </p:extLst>
              </p:nvPr>
            </p:nvGraphicFramePr>
            <p:xfrm>
              <a:off x="6906637" y="3980659"/>
              <a:ext cx="3893390" cy="2461020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3893390" cy="2461020"/>
                    </a:xfrm>
                    <a:prstGeom prst="rect">
                      <a:avLst/>
                    </a:prstGeom>
                    <a:noFill/>
                  </am3d:spPr>
                  <am3d:camera>
                    <am3d:pos x="0" y="0" z="6420317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500" d="1000000"/>
                    <am3d:preTrans dx="0" dy="-1126748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200000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464694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45" name="3D Model 44">
                <a:extLst>
                  <a:ext uri="{FF2B5EF4-FFF2-40B4-BE49-F238E27FC236}">
                    <a16:creationId xmlns:a16="http://schemas.microsoft.com/office/drawing/2014/main" id="{1464D6B0-3328-AFD6-CE1B-B795D0E56B5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06637" y="3980659"/>
                <a:ext cx="3893390" cy="2461020"/>
              </a:xfrm>
              <a:prstGeom prst="rect">
                <a:avLst/>
              </a:prstGeom>
              <a:noFill/>
            </p:spPr>
          </p:pic>
        </mc:Fallback>
      </mc:AlternateContent>
      <p:sp>
        <p:nvSpPr>
          <p:cNvPr id="89" name="Action Button: Get Information 88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D6E81F6E-6D8B-3FC8-2070-2FDE1E3CF5D2}"/>
              </a:ext>
            </a:extLst>
          </p:cNvPr>
          <p:cNvSpPr/>
          <p:nvPr/>
        </p:nvSpPr>
        <p:spPr>
          <a:xfrm>
            <a:off x="11012978" y="5465536"/>
            <a:ext cx="681644" cy="595313"/>
          </a:xfrm>
          <a:prstGeom prst="actionButtonInformation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7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0" presetClass="entr" presetSubtype="1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sum">
                                        <p:cTn id="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"/>
                                          </p:val>
                                        </p:tav>
                                        <p:tav tm="3330">
                                          <p:val>
                                            <p:fltVal val="-19.9349"/>
                                          </p:val>
                                        </p:tav>
                                        <p:tav tm="6660">
                                          <p:val>
                                            <p:fltVal val="-19.7456"/>
                                          </p:val>
                                        </p:tav>
                                        <p:tav tm="9990">
                                          <p:val>
                                            <p:fltVal val="-19.441"/>
                                          </p:val>
                                        </p:tav>
                                        <p:tav tm="13320">
                                          <p:val>
                                            <p:fltVal val="-19.0299"/>
                                          </p:val>
                                        </p:tav>
                                        <p:tav tm="16650">
                                          <p:val>
                                            <p:fltVal val="-18.5212"/>
                                          </p:val>
                                        </p:tav>
                                        <p:tav tm="19970">
                                          <p:val>
                                            <p:fltVal val="-17.9257"/>
                                          </p:val>
                                        </p:tav>
                                        <p:tav tm="23290">
                                          <p:val>
                                            <p:fltVal val="-17.2507"/>
                                          </p:val>
                                        </p:tav>
                                        <p:tav tm="26620">
                                          <p:val>
                                            <p:fltVal val="-16.5027"/>
                                          </p:val>
                                        </p:tav>
                                        <p:tav tm="29950">
                                          <p:val>
                                            <p:fltVal val="-15.6925"/>
                                          </p:val>
                                        </p:tav>
                                        <p:tav tm="33280">
                                          <p:val>
                                            <p:fltVal val="-14.829"/>
                                          </p:val>
                                        </p:tav>
                                        <p:tav tm="36610">
                                          <p:val>
                                            <p:fltVal val="-13.9209"/>
                                          </p:val>
                                        </p:tav>
                                        <p:tav tm="39940">
                                          <p:val>
                                            <p:fltVal val="-12.9772"/>
                                          </p:val>
                                        </p:tav>
                                        <p:tav tm="43270">
                                          <p:val>
                                            <p:fltVal val="-12.0068"/>
                                          </p:val>
                                        </p:tav>
                                        <p:tav tm="46600">
                                          <p:val>
                                            <p:fltVal val="-11.0184"/>
                                          </p:val>
                                        </p:tav>
                                        <p:tav tm="49930">
                                          <p:val>
                                            <p:fltVal val="-10.0209"/>
                                          </p:val>
                                        </p:tav>
                                        <p:tav tm="53250">
                                          <p:val>
                                            <p:fltVal val="-9.0263"/>
                                          </p:val>
                                        </p:tav>
                                        <p:tav tm="56580">
                                          <p:val>
                                            <p:fltVal val="-8.0373"/>
                                          </p:val>
                                        </p:tav>
                                        <p:tav tm="59900">
                                          <p:val>
                                            <p:fltVal val="-7.0688"/>
                                          </p:val>
                                        </p:tav>
                                        <p:tav tm="63220">
                                          <p:val>
                                            <p:fltVal val="-6.1264"/>
                                          </p:val>
                                        </p:tav>
                                        <p:tav tm="66540">
                                          <p:val>
                                            <p:fltVal val="-5.2189"/>
                                          </p:val>
                                        </p:tav>
                                        <p:tav tm="69870">
                                          <p:val>
                                            <p:fltVal val="-4.3528"/>
                                          </p:val>
                                        </p:tav>
                                        <p:tav tm="73190">
                                          <p:val>
                                            <p:fltVal val="-3.5418"/>
                                          </p:val>
                                        </p:tav>
                                        <p:tav tm="76510">
                                          <p:val>
                                            <p:fltVal val="-2.7922"/>
                                          </p:val>
                                        </p:tav>
                                        <p:tav tm="79830">
                                          <p:val>
                                            <p:fltVal val="-2.1127"/>
                                          </p:val>
                                        </p:tav>
                                        <p:tav tm="83160">
                                          <p:val>
                                            <p:fltVal val="-1.5104"/>
                                          </p:val>
                                        </p:tav>
                                        <p:tav tm="86480">
                                          <p:val>
                                            <p:fltVal val="-0.9978"/>
                                          </p:val>
                                        </p:tav>
                                        <p:tav tm="89800">
                                          <p:val>
                                            <p:fltVal val="-0.5817"/>
                                          </p:val>
                                        </p:tav>
                                        <p:tav tm="93120">
                                          <p:val>
                                            <p:fltVal val="-0.2709"/>
                                          </p:val>
                                        </p:tav>
                                        <p:tav tm="96450">
                                          <p:val>
                                            <p:fltVal val="-0.0738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1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1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8" presetClass="emph" presetSubtype="128" accel="20000" decel="2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15" dur="5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3330">
                                          <p:val>
                                            <p:fltVal val="6.9747"/>
                                          </p:val>
                                        </p:tav>
                                        <p:tav tm="6660">
                                          <p:val>
                                            <p:fltVal val="12.1039"/>
                                          </p:val>
                                        </p:tav>
                                        <p:tav tm="9990">
                                          <p:val>
                                            <p:fltVal val="15.6713"/>
                                          </p:val>
                                        </p:tav>
                                        <p:tav tm="13320">
                                          <p:val>
                                            <p:fltVal val="17.9604"/>
                                          </p:val>
                                        </p:tav>
                                        <p:tav tm="16650">
                                          <p:val>
                                            <p:fltVal val="19.2548"/>
                                          </p:val>
                                        </p:tav>
                                        <p:tav tm="19970">
                                          <p:val>
                                            <p:fltVal val="19.8371"/>
                                          </p:val>
                                        </p:tav>
                                        <p:tav tm="23290">
                                          <p:val>
                                            <p:fltVal val="19.9936"/>
                                          </p:val>
                                        </p:tav>
                                        <p:tav tm="26620">
                                          <p:val>
                                            <p:fltVal val="19.9945"/>
                                          </p:val>
                                        </p:tav>
                                        <p:tav tm="29950">
                                          <p:val>
                                            <p:fltVal val="19.8447"/>
                                          </p:val>
                                        </p:tav>
                                        <p:tav tm="33280">
                                          <p:val>
                                            <p:fltVal val="19.2733"/>
                                          </p:val>
                                        </p:tav>
                                        <p:tav tm="36610">
                                          <p:val>
                                            <p:fltVal val="17.9968"/>
                                          </p:val>
                                        </p:tav>
                                        <p:tav tm="39940">
                                          <p:val>
                                            <p:fltVal val="15.7316"/>
                                          </p:val>
                                        </p:tav>
                                        <p:tav tm="43270">
                                          <p:val>
                                            <p:fltVal val="12.194"/>
                                          </p:val>
                                        </p:tav>
                                        <p:tav tm="46600">
                                          <p:val>
                                            <p:fltVal val="7.1005"/>
                                          </p:val>
                                        </p:tav>
                                        <p:tav tm="49930">
                                          <p:val>
                                            <p:fltVal val="0.1675"/>
                                          </p:val>
                                        </p:tav>
                                        <p:tav tm="53250">
                                          <p:val>
                                            <p:fltVal val="-6.8299"/>
                                          </p:val>
                                        </p:tav>
                                        <p:tav tm="56580">
                                          <p:val>
                                            <p:fltVal val="-12.0002"/>
                                          </p:val>
                                        </p:tav>
                                        <p:tav tm="59900">
                                          <p:val>
                                            <p:fltVal val="-15.593"/>
                                          </p:val>
                                        </p:tav>
                                        <p:tav tm="63220">
                                          <p:val>
                                            <p:fltVal val="-17.9075"/>
                                          </p:val>
                                        </p:tav>
                                        <p:tav tm="66540">
                                          <p:val>
                                            <p:fltVal val="-19.2249"/>
                                          </p:val>
                                        </p:tav>
                                        <p:tav tm="69870">
                                          <p:val>
                                            <p:fltVal val="-19.8271"/>
                                          </p:val>
                                        </p:tav>
                                        <p:tav tm="73190">
                                          <p:val>
                                            <p:fltVal val="-19.9924"/>
                                          </p:val>
                                        </p:tav>
                                        <p:tav tm="76510">
                                          <p:val>
                                            <p:fltVal val="-19.9955"/>
                                          </p:val>
                                        </p:tav>
                                        <p:tav tm="79830">
                                          <p:val>
                                            <p:fltVal val="-19.8557"/>
                                          </p:val>
                                        </p:tav>
                                        <p:tav tm="83160">
                                          <p:val>
                                            <p:fltVal val="-19.3045"/>
                                          </p:val>
                                        </p:tav>
                                        <p:tav tm="86480">
                                          <p:val>
                                            <p:fltVal val="-18.0634"/>
                                          </p:val>
                                        </p:tav>
                                        <p:tav tm="89800">
                                          <p:val>
                                            <p:fltVal val="-15.8505"/>
                                          </p:val>
                                        </p:tav>
                                        <p:tav tm="93120">
                                          <p:val>
                                            <p:fltVal val="-12.3847"/>
                                          </p:val>
                                        </p:tav>
                                        <p:tav tm="96450">
                                          <p:val>
                                            <p:fltVal val="-7.3674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348286-CC19-957C-5326-22090FCBD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EBC8F-394A-E447-AA90-781BCBAC072F}" type="datetime1">
              <a:rPr lang="en-US" altLang="zh-CN" smtClean="0"/>
              <a:t>11/11/25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03248C-A04F-81CA-3F73-C5EA5B502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14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28C80D-3AB4-D3AD-6961-B5097B3E5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23</a:t>
            </a:fld>
            <a:endParaRPr lang="en-US"/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57C6F747-FDD8-E649-8792-74FD5564958E}"/>
              </a:ext>
            </a:extLst>
          </p:cNvPr>
          <p:cNvGrpSpPr>
            <a:grpSpLocks/>
          </p:cNvGrpSpPr>
          <p:nvPr/>
        </p:nvGrpSpPr>
        <p:grpSpPr bwMode="auto">
          <a:xfrm>
            <a:off x="3451847" y="2304291"/>
            <a:ext cx="2139950" cy="3495675"/>
            <a:chOff x="2214" y="1191"/>
            <a:chExt cx="1348" cy="2202"/>
          </a:xfrm>
        </p:grpSpPr>
        <p:grpSp>
          <p:nvGrpSpPr>
            <p:cNvPr id="6" name="Group 3">
              <a:extLst>
                <a:ext uri="{FF2B5EF4-FFF2-40B4-BE49-F238E27FC236}">
                  <a16:creationId xmlns:a16="http://schemas.microsoft.com/office/drawing/2014/main" id="{2AD9E6D9-EA1A-9B7B-F273-7571EE7424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65" y="1191"/>
              <a:ext cx="1240" cy="1288"/>
              <a:chOff x="2265" y="1222"/>
              <a:chExt cx="1240" cy="1288"/>
            </a:xfrm>
          </p:grpSpPr>
          <p:sp>
            <p:nvSpPr>
              <p:cNvPr id="17" name="Rectangle 4">
                <a:extLst>
                  <a:ext uri="{FF2B5EF4-FFF2-40B4-BE49-F238E27FC236}">
                    <a16:creationId xmlns:a16="http://schemas.microsoft.com/office/drawing/2014/main" id="{CDC664D8-18A4-7AD9-2783-EDD1568723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785649">
                <a:off x="2322" y="1568"/>
                <a:ext cx="1111" cy="63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18" name="Rectangle 5">
                <a:extLst>
                  <a:ext uri="{FF2B5EF4-FFF2-40B4-BE49-F238E27FC236}">
                    <a16:creationId xmlns:a16="http://schemas.microsoft.com/office/drawing/2014/main" id="{C6371CD8-D42A-391A-9BAD-00F91C94F9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82" y="1302"/>
                <a:ext cx="633" cy="1133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19" name="Rectangle 6">
                <a:extLst>
                  <a:ext uri="{FF2B5EF4-FFF2-40B4-BE49-F238E27FC236}">
                    <a16:creationId xmlns:a16="http://schemas.microsoft.com/office/drawing/2014/main" id="{29297F8F-A1EF-C2EE-6AF7-D692E0D57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758557">
                <a:off x="2492" y="1577"/>
                <a:ext cx="822" cy="59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20" name="Line 7">
                <a:extLst>
                  <a:ext uri="{FF2B5EF4-FFF2-40B4-BE49-F238E27FC236}">
                    <a16:creationId xmlns:a16="http://schemas.microsoft.com/office/drawing/2014/main" id="{7DA6492F-B58A-9665-FD29-45D81F8FED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01" y="1222"/>
                <a:ext cx="0" cy="1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21" name="Line 8">
                <a:extLst>
                  <a:ext uri="{FF2B5EF4-FFF2-40B4-BE49-F238E27FC236}">
                    <a16:creationId xmlns:a16="http://schemas.microsoft.com/office/drawing/2014/main" id="{2ED00F32-14F6-7152-D033-F9C1033055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65" y="1738"/>
                <a:ext cx="1240" cy="2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22" name="Line 9">
                <a:extLst>
                  <a:ext uri="{FF2B5EF4-FFF2-40B4-BE49-F238E27FC236}">
                    <a16:creationId xmlns:a16="http://schemas.microsoft.com/office/drawing/2014/main" id="{B5C5CE34-EAC6-2661-1F74-A1F50482FE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81" y="1486"/>
                <a:ext cx="636" cy="1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Dot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23" name="Line 10">
                <a:extLst>
                  <a:ext uri="{FF2B5EF4-FFF2-40B4-BE49-F238E27FC236}">
                    <a16:creationId xmlns:a16="http://schemas.microsoft.com/office/drawing/2014/main" id="{E05B86D9-544F-AA49-47BC-0CBC81E124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77" y="2122"/>
                <a:ext cx="648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Dot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24" name="Line 11">
                <a:extLst>
                  <a:ext uri="{FF2B5EF4-FFF2-40B4-BE49-F238E27FC236}">
                    <a16:creationId xmlns:a16="http://schemas.microsoft.com/office/drawing/2014/main" id="{E4A9B5FD-C03E-DA00-320B-F1E0A1D81B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7" y="1486"/>
                <a:ext cx="0" cy="62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Dot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25" name="Line 12">
                <a:extLst>
                  <a:ext uri="{FF2B5EF4-FFF2-40B4-BE49-F238E27FC236}">
                    <a16:creationId xmlns:a16="http://schemas.microsoft.com/office/drawing/2014/main" id="{20B4A38F-698C-6E80-6E1A-F761449234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81" y="1630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Dot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</p:grpSp>
        <p:grpSp>
          <p:nvGrpSpPr>
            <p:cNvPr id="7" name="Group 13">
              <a:extLst>
                <a:ext uri="{FF2B5EF4-FFF2-40B4-BE49-F238E27FC236}">
                  <a16:creationId xmlns:a16="http://schemas.microsoft.com/office/drawing/2014/main" id="{077FF671-9A60-027F-07A2-6D349969EC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14" y="2595"/>
              <a:ext cx="1348" cy="798"/>
              <a:chOff x="2214" y="2451"/>
              <a:chExt cx="1348" cy="798"/>
            </a:xfrm>
          </p:grpSpPr>
          <p:sp>
            <p:nvSpPr>
              <p:cNvPr id="8" name="Oval 14">
                <a:extLst>
                  <a:ext uri="{FF2B5EF4-FFF2-40B4-BE49-F238E27FC236}">
                    <a16:creationId xmlns:a16="http://schemas.microsoft.com/office/drawing/2014/main" id="{0793CE75-3DA3-2614-700B-9BFD9B5F6E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03" y="2547"/>
                <a:ext cx="593" cy="611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9" name="Rectangle 15">
                <a:extLst>
                  <a:ext uri="{FF2B5EF4-FFF2-40B4-BE49-F238E27FC236}">
                    <a16:creationId xmlns:a16="http://schemas.microsoft.com/office/drawing/2014/main" id="{ABEC49C6-37DE-398A-6601-AE7EFC58A6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33" y="2541"/>
                <a:ext cx="1109" cy="62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10" name="Line 16">
                <a:extLst>
                  <a:ext uri="{FF2B5EF4-FFF2-40B4-BE49-F238E27FC236}">
                    <a16:creationId xmlns:a16="http://schemas.microsoft.com/office/drawing/2014/main" id="{561E8927-A799-0537-6669-C4183FA65E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2" y="2491"/>
                <a:ext cx="0" cy="7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11" name="Oval 17">
                <a:extLst>
                  <a:ext uri="{FF2B5EF4-FFF2-40B4-BE49-F238E27FC236}">
                    <a16:creationId xmlns:a16="http://schemas.microsoft.com/office/drawing/2014/main" id="{C3CF527B-2B7E-E439-DE59-26E3BE4A1F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61" y="2541"/>
                <a:ext cx="150" cy="616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12" name="Line 18">
                <a:extLst>
                  <a:ext uri="{FF2B5EF4-FFF2-40B4-BE49-F238E27FC236}">
                    <a16:creationId xmlns:a16="http://schemas.microsoft.com/office/drawing/2014/main" id="{84058D89-345F-97C3-4E64-D3D1E8E223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34" y="2472"/>
                <a:ext cx="0" cy="77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13" name="Oval 19">
                <a:extLst>
                  <a:ext uri="{FF2B5EF4-FFF2-40B4-BE49-F238E27FC236}">
                    <a16:creationId xmlns:a16="http://schemas.microsoft.com/office/drawing/2014/main" id="{D124D2D6-F4C4-319A-73B9-4C83A02104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5" y="2541"/>
                <a:ext cx="150" cy="616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14" name="Line 20">
                <a:extLst>
                  <a:ext uri="{FF2B5EF4-FFF2-40B4-BE49-F238E27FC236}">
                    <a16:creationId xmlns:a16="http://schemas.microsoft.com/office/drawing/2014/main" id="{C66CD483-E9BD-599B-7158-A97A52A351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41" y="2451"/>
                <a:ext cx="0" cy="79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15" name="Line 21">
                <a:extLst>
                  <a:ext uri="{FF2B5EF4-FFF2-40B4-BE49-F238E27FC236}">
                    <a16:creationId xmlns:a16="http://schemas.microsoft.com/office/drawing/2014/main" id="{0A9E9A16-B215-F705-811A-6F9149C87D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14" y="2855"/>
                <a:ext cx="134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16" name="Freeform 22">
                <a:extLst>
                  <a:ext uri="{FF2B5EF4-FFF2-40B4-BE49-F238E27FC236}">
                    <a16:creationId xmlns:a16="http://schemas.microsoft.com/office/drawing/2014/main" id="{BCC984B6-4A12-E363-1ABB-5371A97F09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7" y="2538"/>
                <a:ext cx="83" cy="624"/>
              </a:xfrm>
              <a:custGeom>
                <a:avLst/>
                <a:gdLst>
                  <a:gd name="T0" fmla="*/ 80 w 83"/>
                  <a:gd name="T1" fmla="*/ 0 h 624"/>
                  <a:gd name="T2" fmla="*/ 47 w 83"/>
                  <a:gd name="T3" fmla="*/ 30 h 624"/>
                  <a:gd name="T4" fmla="*/ 29 w 83"/>
                  <a:gd name="T5" fmla="*/ 75 h 624"/>
                  <a:gd name="T6" fmla="*/ 11 w 83"/>
                  <a:gd name="T7" fmla="*/ 150 h 624"/>
                  <a:gd name="T8" fmla="*/ 2 w 83"/>
                  <a:gd name="T9" fmla="*/ 228 h 624"/>
                  <a:gd name="T10" fmla="*/ 2 w 83"/>
                  <a:gd name="T11" fmla="*/ 306 h 624"/>
                  <a:gd name="T12" fmla="*/ 5 w 83"/>
                  <a:gd name="T13" fmla="*/ 390 h 624"/>
                  <a:gd name="T14" fmla="*/ 14 w 83"/>
                  <a:gd name="T15" fmla="*/ 462 h 624"/>
                  <a:gd name="T16" fmla="*/ 23 w 83"/>
                  <a:gd name="T17" fmla="*/ 525 h 624"/>
                  <a:gd name="T18" fmla="*/ 50 w 83"/>
                  <a:gd name="T19" fmla="*/ 600 h 624"/>
                  <a:gd name="T20" fmla="*/ 83 w 83"/>
                  <a:gd name="T21" fmla="*/ 624 h 6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3" h="624">
                    <a:moveTo>
                      <a:pt x="80" y="0"/>
                    </a:moveTo>
                    <a:cubicBezTo>
                      <a:pt x="74" y="5"/>
                      <a:pt x="55" y="18"/>
                      <a:pt x="47" y="30"/>
                    </a:cubicBezTo>
                    <a:cubicBezTo>
                      <a:pt x="39" y="42"/>
                      <a:pt x="35" y="55"/>
                      <a:pt x="29" y="75"/>
                    </a:cubicBezTo>
                    <a:cubicBezTo>
                      <a:pt x="23" y="95"/>
                      <a:pt x="15" y="125"/>
                      <a:pt x="11" y="150"/>
                    </a:cubicBezTo>
                    <a:cubicBezTo>
                      <a:pt x="7" y="175"/>
                      <a:pt x="4" y="202"/>
                      <a:pt x="2" y="228"/>
                    </a:cubicBezTo>
                    <a:cubicBezTo>
                      <a:pt x="0" y="254"/>
                      <a:pt x="2" y="279"/>
                      <a:pt x="2" y="306"/>
                    </a:cubicBezTo>
                    <a:cubicBezTo>
                      <a:pt x="2" y="333"/>
                      <a:pt x="3" y="364"/>
                      <a:pt x="5" y="390"/>
                    </a:cubicBezTo>
                    <a:cubicBezTo>
                      <a:pt x="7" y="416"/>
                      <a:pt x="11" y="440"/>
                      <a:pt x="14" y="462"/>
                    </a:cubicBezTo>
                    <a:cubicBezTo>
                      <a:pt x="17" y="484"/>
                      <a:pt x="17" y="502"/>
                      <a:pt x="23" y="525"/>
                    </a:cubicBezTo>
                    <a:cubicBezTo>
                      <a:pt x="29" y="548"/>
                      <a:pt x="40" y="584"/>
                      <a:pt x="50" y="600"/>
                    </a:cubicBezTo>
                    <a:cubicBezTo>
                      <a:pt x="60" y="616"/>
                      <a:pt x="71" y="620"/>
                      <a:pt x="83" y="624"/>
                    </a:cubicBez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</p:grpSp>
      </p:grpSp>
      <p:sp>
        <p:nvSpPr>
          <p:cNvPr id="26" name="Text Box 23">
            <a:extLst>
              <a:ext uri="{FF2B5EF4-FFF2-40B4-BE49-F238E27FC236}">
                <a16:creationId xmlns:a16="http://schemas.microsoft.com/office/drawing/2014/main" id="{504CBD94-6D04-95AC-974F-8210838FE7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7922" y="568722"/>
            <a:ext cx="26981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00066"/>
                </a:solidFill>
                <a:latin typeface="DengXian" charset="-122"/>
                <a:ea typeface="DengXian" charset="-122"/>
                <a:cs typeface="DengXian" charset="-122"/>
              </a:rPr>
              <a:t>交线的特殊情况</a:t>
            </a:r>
          </a:p>
        </p:txBody>
      </p:sp>
      <p:sp>
        <p:nvSpPr>
          <p:cNvPr id="27" name="Oval 24">
            <a:extLst>
              <a:ext uri="{FF2B5EF4-FFF2-40B4-BE49-F238E27FC236}">
                <a16:creationId xmlns:a16="http://schemas.microsoft.com/office/drawing/2014/main" id="{15BE83C3-FD91-A3BC-66C9-891771E16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0886" y="675332"/>
            <a:ext cx="317500" cy="317500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CC0000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grpSp>
        <p:nvGrpSpPr>
          <p:cNvPr id="28" name="Group 25">
            <a:extLst>
              <a:ext uri="{FF2B5EF4-FFF2-40B4-BE49-F238E27FC236}">
                <a16:creationId xmlns:a16="http://schemas.microsoft.com/office/drawing/2014/main" id="{11CBB2B8-4AFE-B1B0-6482-ACD55DAA6C54}"/>
              </a:ext>
            </a:extLst>
          </p:cNvPr>
          <p:cNvGrpSpPr>
            <a:grpSpLocks/>
          </p:cNvGrpSpPr>
          <p:nvPr/>
        </p:nvGrpSpPr>
        <p:grpSpPr bwMode="auto">
          <a:xfrm>
            <a:off x="1278559" y="2307466"/>
            <a:ext cx="1987550" cy="3492500"/>
            <a:chOff x="724" y="1192"/>
            <a:chExt cx="1252" cy="2200"/>
          </a:xfrm>
        </p:grpSpPr>
        <p:grpSp>
          <p:nvGrpSpPr>
            <p:cNvPr id="29" name="Group 26">
              <a:extLst>
                <a:ext uri="{FF2B5EF4-FFF2-40B4-BE49-F238E27FC236}">
                  <a16:creationId xmlns:a16="http://schemas.microsoft.com/office/drawing/2014/main" id="{268B0507-8B90-9C82-962B-10D3B2C78C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4" y="1192"/>
              <a:ext cx="1252" cy="1288"/>
              <a:chOff x="724" y="1192"/>
              <a:chExt cx="1252" cy="1288"/>
            </a:xfrm>
          </p:grpSpPr>
          <p:sp>
            <p:nvSpPr>
              <p:cNvPr id="35" name="Rectangle 27">
                <a:extLst>
                  <a:ext uri="{FF2B5EF4-FFF2-40B4-BE49-F238E27FC236}">
                    <a16:creationId xmlns:a16="http://schemas.microsoft.com/office/drawing/2014/main" id="{9CDCCCA7-CDF7-4DE9-68D6-08BFF54B25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1" y="1538"/>
                <a:ext cx="1111" cy="632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36" name="Rectangle 28">
                <a:extLst>
                  <a:ext uri="{FF2B5EF4-FFF2-40B4-BE49-F238E27FC236}">
                    <a16:creationId xmlns:a16="http://schemas.microsoft.com/office/drawing/2014/main" id="{A827F219-937F-82AD-06B9-190D99CD8D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1" y="1272"/>
                <a:ext cx="633" cy="1133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37" name="Rectangle 29">
                <a:extLst>
                  <a:ext uri="{FF2B5EF4-FFF2-40B4-BE49-F238E27FC236}">
                    <a16:creationId xmlns:a16="http://schemas.microsoft.com/office/drawing/2014/main" id="{801BDAD4-7BF5-171D-2AE0-FD3F0DDEB2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0" y="1556"/>
                <a:ext cx="740" cy="59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38" name="Line 30">
                <a:extLst>
                  <a:ext uri="{FF2B5EF4-FFF2-40B4-BE49-F238E27FC236}">
                    <a16:creationId xmlns:a16="http://schemas.microsoft.com/office/drawing/2014/main" id="{03EB0241-76A7-047B-2471-D1E8C3D62D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60" y="1192"/>
                <a:ext cx="0" cy="1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39" name="Line 31">
                <a:extLst>
                  <a:ext uri="{FF2B5EF4-FFF2-40B4-BE49-F238E27FC236}">
                    <a16:creationId xmlns:a16="http://schemas.microsoft.com/office/drawing/2014/main" id="{A204BDC2-972A-A29F-304E-A667C20979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4" y="1856"/>
                <a:ext cx="125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40" name="Line 32">
                <a:extLst>
                  <a:ext uri="{FF2B5EF4-FFF2-40B4-BE49-F238E27FC236}">
                    <a16:creationId xmlns:a16="http://schemas.microsoft.com/office/drawing/2014/main" id="{F1CF412E-FDEF-4D9B-D0CD-28499BD69B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44" y="1536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Dot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41" name="Line 33">
                <a:extLst>
                  <a:ext uri="{FF2B5EF4-FFF2-40B4-BE49-F238E27FC236}">
                    <a16:creationId xmlns:a16="http://schemas.microsoft.com/office/drawing/2014/main" id="{0DFE8651-ED4B-77F4-443D-5C49995063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6" y="2168"/>
                <a:ext cx="6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Dot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42" name="Line 34">
                <a:extLst>
                  <a:ext uri="{FF2B5EF4-FFF2-40B4-BE49-F238E27FC236}">
                    <a16:creationId xmlns:a16="http://schemas.microsoft.com/office/drawing/2014/main" id="{E619FE2F-A918-BC6B-8A69-6FD091C509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76" y="1536"/>
                <a:ext cx="0" cy="62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Dot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43" name="Line 35">
                <a:extLst>
                  <a:ext uri="{FF2B5EF4-FFF2-40B4-BE49-F238E27FC236}">
                    <a16:creationId xmlns:a16="http://schemas.microsoft.com/office/drawing/2014/main" id="{99902B4B-DC23-C11E-1326-44F5D96BA6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6" y="1536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Dot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</p:grpSp>
        <p:grpSp>
          <p:nvGrpSpPr>
            <p:cNvPr id="30" name="Group 36">
              <a:extLst>
                <a:ext uri="{FF2B5EF4-FFF2-40B4-BE49-F238E27FC236}">
                  <a16:creationId xmlns:a16="http://schemas.microsoft.com/office/drawing/2014/main" id="{4CEBF297-C735-61A1-E906-FCF56703FC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6" y="2640"/>
              <a:ext cx="1240" cy="752"/>
              <a:chOff x="736" y="2640"/>
              <a:chExt cx="1240" cy="752"/>
            </a:xfrm>
          </p:grpSpPr>
          <p:sp>
            <p:nvSpPr>
              <p:cNvPr id="31" name="Oval 37">
                <a:extLst>
                  <a:ext uri="{FF2B5EF4-FFF2-40B4-BE49-F238E27FC236}">
                    <a16:creationId xmlns:a16="http://schemas.microsoft.com/office/drawing/2014/main" id="{913B0EBB-A5BC-212E-87E9-58E320BBAA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2696"/>
                <a:ext cx="611" cy="611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32" name="Rectangle 38">
                <a:extLst>
                  <a:ext uri="{FF2B5EF4-FFF2-40B4-BE49-F238E27FC236}">
                    <a16:creationId xmlns:a16="http://schemas.microsoft.com/office/drawing/2014/main" id="{E94C6F32-8D57-F122-A019-4E9942A1A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" y="2690"/>
                <a:ext cx="1111" cy="62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33" name="Line 39">
                <a:extLst>
                  <a:ext uri="{FF2B5EF4-FFF2-40B4-BE49-F238E27FC236}">
                    <a16:creationId xmlns:a16="http://schemas.microsoft.com/office/drawing/2014/main" id="{E9B7572D-982C-0359-5C2A-9A11941E42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36" y="3004"/>
                <a:ext cx="1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34" name="Line 40">
                <a:extLst>
                  <a:ext uri="{FF2B5EF4-FFF2-40B4-BE49-F238E27FC236}">
                    <a16:creationId xmlns:a16="http://schemas.microsoft.com/office/drawing/2014/main" id="{2735B6FA-AC53-EA8F-42DE-D4EE95827B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64" y="2640"/>
                <a:ext cx="0" cy="7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</p:grpSp>
      </p:grpSp>
      <p:sp>
        <p:nvSpPr>
          <p:cNvPr id="44" name="Oval 41">
            <a:extLst>
              <a:ext uri="{FF2B5EF4-FFF2-40B4-BE49-F238E27FC236}">
                <a16:creationId xmlns:a16="http://schemas.microsoft.com/office/drawing/2014/main" id="{BAA83622-8B3A-F9B0-7C87-C86B4FE271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0209" y="2853566"/>
            <a:ext cx="1003300" cy="1003300"/>
          </a:xfrm>
          <a:prstGeom prst="ellipse">
            <a:avLst/>
          </a:prstGeom>
          <a:noFill/>
          <a:ln w="19050">
            <a:solidFill>
              <a:srgbClr val="CC0000"/>
            </a:solidFill>
            <a:prstDash val="lgDashDot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45" name="Oval 42">
            <a:extLst>
              <a:ext uri="{FF2B5EF4-FFF2-40B4-BE49-F238E27FC236}">
                <a16:creationId xmlns:a16="http://schemas.microsoft.com/office/drawing/2014/main" id="{2045C677-244B-3344-0186-F0B81391C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9222" y="2836103"/>
            <a:ext cx="1003300" cy="1003300"/>
          </a:xfrm>
          <a:prstGeom prst="ellipse">
            <a:avLst/>
          </a:prstGeom>
          <a:noFill/>
          <a:ln w="19050">
            <a:solidFill>
              <a:srgbClr val="CC0000"/>
            </a:solidFill>
            <a:prstDash val="lgDashDot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grpSp>
        <p:nvGrpSpPr>
          <p:cNvPr id="46" name="Group 43">
            <a:extLst>
              <a:ext uri="{FF2B5EF4-FFF2-40B4-BE49-F238E27FC236}">
                <a16:creationId xmlns:a16="http://schemas.microsoft.com/office/drawing/2014/main" id="{DBCD1C59-50F5-485B-7848-73EB2510639A}"/>
              </a:ext>
            </a:extLst>
          </p:cNvPr>
          <p:cNvGrpSpPr>
            <a:grpSpLocks/>
          </p:cNvGrpSpPr>
          <p:nvPr/>
        </p:nvGrpSpPr>
        <p:grpSpPr bwMode="auto">
          <a:xfrm>
            <a:off x="5888659" y="2328103"/>
            <a:ext cx="3954463" cy="2038350"/>
            <a:chOff x="3100" y="967"/>
            <a:chExt cx="2491" cy="1284"/>
          </a:xfrm>
        </p:grpSpPr>
        <p:grpSp>
          <p:nvGrpSpPr>
            <p:cNvPr id="47" name="Group 44">
              <a:extLst>
                <a:ext uri="{FF2B5EF4-FFF2-40B4-BE49-F238E27FC236}">
                  <a16:creationId xmlns:a16="http://schemas.microsoft.com/office/drawing/2014/main" id="{F322E4BA-EC75-DDFD-74D2-530729D097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00" y="967"/>
              <a:ext cx="1422" cy="1284"/>
              <a:chOff x="3155" y="967"/>
              <a:chExt cx="1422" cy="1284"/>
            </a:xfrm>
          </p:grpSpPr>
          <p:sp>
            <p:nvSpPr>
              <p:cNvPr id="53" name="Rectangle 45">
                <a:extLst>
                  <a:ext uri="{FF2B5EF4-FFF2-40B4-BE49-F238E27FC236}">
                    <a16:creationId xmlns:a16="http://schemas.microsoft.com/office/drawing/2014/main" id="{5C2CE526-5102-3211-95FB-F6859839E8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1" y="1447"/>
                <a:ext cx="1254" cy="636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54" name="AutoShape 46">
                <a:extLst>
                  <a:ext uri="{FF2B5EF4-FFF2-40B4-BE49-F238E27FC236}">
                    <a16:creationId xmlns:a16="http://schemas.microsoft.com/office/drawing/2014/main" id="{81253C7F-DB87-BDB1-0F47-9F0AECA14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36" y="1033"/>
                <a:ext cx="1055" cy="1122"/>
              </a:xfrm>
              <a:prstGeom prst="triangle">
                <a:avLst>
                  <a:gd name="adj" fmla="val 47963"/>
                </a:avLst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55" name="Rectangle 47">
                <a:extLst>
                  <a:ext uri="{FF2B5EF4-FFF2-40B4-BE49-F238E27FC236}">
                    <a16:creationId xmlns:a16="http://schemas.microsoft.com/office/drawing/2014/main" id="{370F6461-C29A-D12C-C66D-794ECBC263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47" y="1467"/>
                <a:ext cx="1020" cy="60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56" name="Line 48">
                <a:extLst>
                  <a:ext uri="{FF2B5EF4-FFF2-40B4-BE49-F238E27FC236}">
                    <a16:creationId xmlns:a16="http://schemas.microsoft.com/office/drawing/2014/main" id="{7031C203-0DC8-026D-AB6F-836F98CC58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5" y="1765"/>
                <a:ext cx="142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57" name="Line 49">
                <a:extLst>
                  <a:ext uri="{FF2B5EF4-FFF2-40B4-BE49-F238E27FC236}">
                    <a16:creationId xmlns:a16="http://schemas.microsoft.com/office/drawing/2014/main" id="{9677AEC7-9FAA-0A4F-FF4C-2B657DE932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5" y="967"/>
                <a:ext cx="0" cy="12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58" name="Line 50">
                <a:extLst>
                  <a:ext uri="{FF2B5EF4-FFF2-40B4-BE49-F238E27FC236}">
                    <a16:creationId xmlns:a16="http://schemas.microsoft.com/office/drawing/2014/main" id="{BD7A71A6-DB0F-A10D-BDCC-8B96A8CA6E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71" y="1435"/>
                <a:ext cx="288" cy="64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Dot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59" name="Line 51">
                <a:extLst>
                  <a:ext uri="{FF2B5EF4-FFF2-40B4-BE49-F238E27FC236}">
                    <a16:creationId xmlns:a16="http://schemas.microsoft.com/office/drawing/2014/main" id="{072B1401-334A-FF7E-FAC3-7B9102D813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49" y="1447"/>
                <a:ext cx="306" cy="6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Dot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60" name="Line 52">
                <a:extLst>
                  <a:ext uri="{FF2B5EF4-FFF2-40B4-BE49-F238E27FC236}">
                    <a16:creationId xmlns:a16="http://schemas.microsoft.com/office/drawing/2014/main" id="{75FA6BD7-939C-8723-4245-D1B095A422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59" y="1449"/>
                <a:ext cx="40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Dot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61" name="Line 53">
                <a:extLst>
                  <a:ext uri="{FF2B5EF4-FFF2-40B4-BE49-F238E27FC236}">
                    <a16:creationId xmlns:a16="http://schemas.microsoft.com/office/drawing/2014/main" id="{C1BA90BE-C6C4-066F-61B9-C2969BCDDC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5" y="2085"/>
                <a:ext cx="99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Dot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</p:grpSp>
        <p:grpSp>
          <p:nvGrpSpPr>
            <p:cNvPr id="48" name="Group 54">
              <a:extLst>
                <a:ext uri="{FF2B5EF4-FFF2-40B4-BE49-F238E27FC236}">
                  <a16:creationId xmlns:a16="http://schemas.microsoft.com/office/drawing/2014/main" id="{A0076EB3-33D0-1D52-4C3E-C1D8CA8D59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36" y="976"/>
              <a:ext cx="1055" cy="1228"/>
              <a:chOff x="4536" y="976"/>
              <a:chExt cx="1055" cy="1228"/>
            </a:xfrm>
          </p:grpSpPr>
          <p:sp>
            <p:nvSpPr>
              <p:cNvPr id="49" name="AutoShape 55">
                <a:extLst>
                  <a:ext uri="{FF2B5EF4-FFF2-40B4-BE49-F238E27FC236}">
                    <a16:creationId xmlns:a16="http://schemas.microsoft.com/office/drawing/2014/main" id="{4A96CB65-B906-0250-D0C7-B36D34FF1D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36" y="1033"/>
                <a:ext cx="1055" cy="1122"/>
              </a:xfrm>
              <a:prstGeom prst="triangle">
                <a:avLst>
                  <a:gd name="adj" fmla="val 47963"/>
                </a:avLst>
              </a:prstGeom>
              <a:solidFill>
                <a:schemeClr val="bg1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50" name="Oval 56">
                <a:extLst>
                  <a:ext uri="{FF2B5EF4-FFF2-40B4-BE49-F238E27FC236}">
                    <a16:creationId xmlns:a16="http://schemas.microsoft.com/office/drawing/2014/main" id="{1589D8DD-6EEB-895D-7BCC-CBA650B5DA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38" y="1451"/>
                <a:ext cx="628" cy="628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51" name="Line 57">
                <a:extLst>
                  <a:ext uri="{FF2B5EF4-FFF2-40B4-BE49-F238E27FC236}">
                    <a16:creationId xmlns:a16="http://schemas.microsoft.com/office/drawing/2014/main" id="{9C6A9787-5977-3050-0391-9E3593F2CA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20" y="1764"/>
                <a:ext cx="89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52" name="Line 58">
                <a:extLst>
                  <a:ext uri="{FF2B5EF4-FFF2-40B4-BE49-F238E27FC236}">
                    <a16:creationId xmlns:a16="http://schemas.microsoft.com/office/drawing/2014/main" id="{EBA05B4E-1B3F-FB2A-0C81-4D852F2EA7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48" y="976"/>
                <a:ext cx="0" cy="122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14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</p:grpSp>
      </p:grpSp>
      <p:sp>
        <p:nvSpPr>
          <p:cNvPr id="62" name="Oval 59">
            <a:extLst>
              <a:ext uri="{FF2B5EF4-FFF2-40B4-BE49-F238E27FC236}">
                <a16:creationId xmlns:a16="http://schemas.microsoft.com/office/drawing/2014/main" id="{AD06B8A3-589D-765D-0605-5E87A83038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9847" y="3091691"/>
            <a:ext cx="1003300" cy="1003300"/>
          </a:xfrm>
          <a:prstGeom prst="ellipse">
            <a:avLst/>
          </a:prstGeom>
          <a:noFill/>
          <a:ln w="19050">
            <a:solidFill>
              <a:srgbClr val="CC0000"/>
            </a:solidFill>
            <a:prstDash val="lgDashDot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63" name="Text Box 60" descr="绿色大理石">
            <a:extLst>
              <a:ext uri="{FF2B5EF4-FFF2-40B4-BE49-F238E27FC236}">
                <a16:creationId xmlns:a16="http://schemas.microsoft.com/office/drawing/2014/main" id="{69ABFFDC-D6E3-FECA-D6F5-2F84CFB174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0447" y="4728403"/>
            <a:ext cx="4715771" cy="1200329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zh-CN" altLang="en-US" sz="2400" b="1" dirty="0">
                <a:solidFill>
                  <a:srgbClr val="FFC000"/>
                </a:solidFill>
                <a:latin typeface="DengXian" charset="-122"/>
                <a:ea typeface="DengXian" charset="-122"/>
                <a:cs typeface="DengXian" charset="-122"/>
              </a:rPr>
              <a:t>蒙日定理：</a:t>
            </a:r>
            <a:r>
              <a:rPr lang="zh-CN" altLang="en-US" sz="2400" dirty="0">
                <a:solidFill>
                  <a:srgbClr val="FFFFCC"/>
                </a:solidFill>
                <a:latin typeface="DengXian" charset="-122"/>
                <a:ea typeface="DengXian" charset="-122"/>
                <a:cs typeface="DengXian" charset="-122"/>
              </a:rPr>
              <a:t>两回转面轴线相交且外切于同一球时，交线为二次平面曲线</a:t>
            </a:r>
          </a:p>
        </p:txBody>
      </p:sp>
      <p:sp>
        <p:nvSpPr>
          <p:cNvPr id="64" name="Line 61">
            <a:extLst>
              <a:ext uri="{FF2B5EF4-FFF2-40B4-BE49-F238E27FC236}">
                <a16:creationId xmlns:a16="http://schemas.microsoft.com/office/drawing/2014/main" id="{54BADE1E-8865-05DD-758D-28B3D97A09C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73859" y="2850391"/>
            <a:ext cx="1011238" cy="100965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65" name="Line 62">
            <a:extLst>
              <a:ext uri="{FF2B5EF4-FFF2-40B4-BE49-F238E27FC236}">
                <a16:creationId xmlns:a16="http://schemas.microsoft.com/office/drawing/2014/main" id="{76D43BEF-2F69-9BC7-606E-3327916EB84F}"/>
              </a:ext>
            </a:extLst>
          </p:cNvPr>
          <p:cNvSpPr>
            <a:spLocks noChangeShapeType="1"/>
          </p:cNvSpPr>
          <p:nvPr/>
        </p:nvSpPr>
        <p:spPr bwMode="auto">
          <a:xfrm>
            <a:off x="1781797" y="2856741"/>
            <a:ext cx="995362" cy="99060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66" name="Line 63">
            <a:extLst>
              <a:ext uri="{FF2B5EF4-FFF2-40B4-BE49-F238E27FC236}">
                <a16:creationId xmlns:a16="http://schemas.microsoft.com/office/drawing/2014/main" id="{0E391588-31A1-C6DE-974A-674C9E79221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18584" y="2718628"/>
            <a:ext cx="1014413" cy="12604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67" name="Line 64">
            <a:extLst>
              <a:ext uri="{FF2B5EF4-FFF2-40B4-BE49-F238E27FC236}">
                <a16:creationId xmlns:a16="http://schemas.microsoft.com/office/drawing/2014/main" id="{E06C9241-CCCA-C5A0-4600-66379CC17D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026522" y="2944053"/>
            <a:ext cx="1017587" cy="78422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68" name="Line 65">
            <a:extLst>
              <a:ext uri="{FF2B5EF4-FFF2-40B4-BE49-F238E27FC236}">
                <a16:creationId xmlns:a16="http://schemas.microsoft.com/office/drawing/2014/main" id="{229E8A27-3958-5F7F-7D1E-E11028C7263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20447" y="3080578"/>
            <a:ext cx="1081087" cy="102552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69" name="Line 66">
            <a:extLst>
              <a:ext uri="{FF2B5EF4-FFF2-40B4-BE49-F238E27FC236}">
                <a16:creationId xmlns:a16="http://schemas.microsoft.com/office/drawing/2014/main" id="{C8B98C2B-66FB-EF24-2A2C-47718E403821}"/>
              </a:ext>
            </a:extLst>
          </p:cNvPr>
          <p:cNvSpPr>
            <a:spLocks noChangeShapeType="1"/>
          </p:cNvSpPr>
          <p:nvPr/>
        </p:nvSpPr>
        <p:spPr bwMode="auto">
          <a:xfrm>
            <a:off x="6666534" y="3086928"/>
            <a:ext cx="1119188" cy="100647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70" name="Oval 67">
            <a:extLst>
              <a:ext uri="{FF2B5EF4-FFF2-40B4-BE49-F238E27FC236}">
                <a16:creationId xmlns:a16="http://schemas.microsoft.com/office/drawing/2014/main" id="{A1690CC5-7623-A0AD-1CA3-522BDD20AF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3434" y="3252028"/>
            <a:ext cx="211138" cy="211138"/>
          </a:xfrm>
          <a:prstGeom prst="ellipse">
            <a:avLst/>
          </a:prstGeom>
          <a:gradFill rotWithShape="0">
            <a:gsLst>
              <a:gs pos="0">
                <a:srgbClr val="FF7C80"/>
              </a:gs>
              <a:gs pos="100000">
                <a:srgbClr val="FF7C80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71" name="Oval 68">
            <a:extLst>
              <a:ext uri="{FF2B5EF4-FFF2-40B4-BE49-F238E27FC236}">
                <a16:creationId xmlns:a16="http://schemas.microsoft.com/office/drawing/2014/main" id="{A16F6471-BC69-DD01-B9AD-6A405E43A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6097" y="3231391"/>
            <a:ext cx="211137" cy="211137"/>
          </a:xfrm>
          <a:prstGeom prst="ellipse">
            <a:avLst/>
          </a:prstGeom>
          <a:gradFill rotWithShape="0">
            <a:gsLst>
              <a:gs pos="0">
                <a:srgbClr val="FF7C80"/>
              </a:gs>
              <a:gs pos="100000">
                <a:srgbClr val="FF7C80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72" name="Oval 69">
            <a:extLst>
              <a:ext uri="{FF2B5EF4-FFF2-40B4-BE49-F238E27FC236}">
                <a16:creationId xmlns:a16="http://schemas.microsoft.com/office/drawing/2014/main" id="{69DF9504-F1DA-19CE-9701-282940021F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2434" y="3285366"/>
            <a:ext cx="211138" cy="211137"/>
          </a:xfrm>
          <a:prstGeom prst="ellipse">
            <a:avLst/>
          </a:prstGeom>
          <a:gradFill rotWithShape="0">
            <a:gsLst>
              <a:gs pos="0">
                <a:srgbClr val="FF7C80"/>
              </a:gs>
              <a:gs pos="100000">
                <a:srgbClr val="FF7C80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73" name="Freeform 70" descr="绿色大理石">
            <a:extLst>
              <a:ext uri="{FF2B5EF4-FFF2-40B4-BE49-F238E27FC236}">
                <a16:creationId xmlns:a16="http://schemas.microsoft.com/office/drawing/2014/main" id="{5B95FFD4-A9A1-9FA7-CE30-3480572277B8}"/>
              </a:ext>
            </a:extLst>
          </p:cNvPr>
          <p:cNvSpPr>
            <a:spLocks/>
          </p:cNvSpPr>
          <p:nvPr/>
        </p:nvSpPr>
        <p:spPr bwMode="auto">
          <a:xfrm>
            <a:off x="2467597" y="1516891"/>
            <a:ext cx="3917950" cy="1765300"/>
          </a:xfrm>
          <a:custGeom>
            <a:avLst/>
            <a:gdLst>
              <a:gd name="T0" fmla="*/ 1878 w 1978"/>
              <a:gd name="T1" fmla="*/ 0 h 1112"/>
              <a:gd name="T2" fmla="*/ 0 w 1978"/>
              <a:gd name="T3" fmla="*/ 1112 h 1112"/>
              <a:gd name="T4" fmla="*/ 1978 w 1978"/>
              <a:gd name="T5" fmla="*/ 45 h 1112"/>
              <a:gd name="T6" fmla="*/ 1878 w 1978"/>
              <a:gd name="T7" fmla="*/ 0 h 1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978" h="1112">
                <a:moveTo>
                  <a:pt x="1878" y="0"/>
                </a:moveTo>
                <a:lnTo>
                  <a:pt x="0" y="1112"/>
                </a:lnTo>
                <a:lnTo>
                  <a:pt x="1978" y="45"/>
                </a:lnTo>
                <a:lnTo>
                  <a:pt x="1878" y="0"/>
                </a:lnTo>
                <a:close/>
              </a:path>
            </a:pathLst>
          </a:custGeom>
          <a:solidFill>
            <a:srgbClr val="002060"/>
          </a:solidFill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74" name="Freeform 71" descr="绿色大理石">
            <a:extLst>
              <a:ext uri="{FF2B5EF4-FFF2-40B4-BE49-F238E27FC236}">
                <a16:creationId xmlns:a16="http://schemas.microsoft.com/office/drawing/2014/main" id="{6564CDCC-B8B5-E296-6C39-47213AE43A73}"/>
              </a:ext>
            </a:extLst>
          </p:cNvPr>
          <p:cNvSpPr>
            <a:spLocks/>
          </p:cNvSpPr>
          <p:nvPr/>
        </p:nvSpPr>
        <p:spPr bwMode="auto">
          <a:xfrm>
            <a:off x="4685334" y="1526416"/>
            <a:ext cx="2151063" cy="1746250"/>
          </a:xfrm>
          <a:custGeom>
            <a:avLst/>
            <a:gdLst>
              <a:gd name="T0" fmla="*/ 1878 w 1978"/>
              <a:gd name="T1" fmla="*/ 0 h 1112"/>
              <a:gd name="T2" fmla="*/ 0 w 1978"/>
              <a:gd name="T3" fmla="*/ 1112 h 1112"/>
              <a:gd name="T4" fmla="*/ 1978 w 1978"/>
              <a:gd name="T5" fmla="*/ 45 h 1112"/>
              <a:gd name="T6" fmla="*/ 1878 w 1978"/>
              <a:gd name="T7" fmla="*/ 0 h 1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978" h="1112">
                <a:moveTo>
                  <a:pt x="1878" y="0"/>
                </a:moveTo>
                <a:lnTo>
                  <a:pt x="0" y="1112"/>
                </a:lnTo>
                <a:lnTo>
                  <a:pt x="1978" y="45"/>
                </a:lnTo>
                <a:lnTo>
                  <a:pt x="1878" y="0"/>
                </a:lnTo>
                <a:close/>
              </a:path>
            </a:pathLst>
          </a:custGeom>
          <a:solidFill>
            <a:srgbClr val="002060"/>
          </a:solidFill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75" name="Text Box 72" descr="绿色大理石">
            <a:extLst>
              <a:ext uri="{FF2B5EF4-FFF2-40B4-BE49-F238E27FC236}">
                <a16:creationId xmlns:a16="http://schemas.microsoft.com/office/drawing/2014/main" id="{3BF9F84A-0DD7-CA04-5E43-707137096F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2156" y="1185579"/>
            <a:ext cx="1261884" cy="52322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zh-CN" altLang="en-US" sz="2800" b="1">
                <a:solidFill>
                  <a:srgbClr val="FFFFCC"/>
                </a:solidFill>
                <a:latin typeface="DengXian" charset="-122"/>
                <a:ea typeface="DengXian" charset="-122"/>
                <a:cs typeface="DengXian" charset="-122"/>
              </a:rPr>
              <a:t>重切点</a:t>
            </a:r>
          </a:p>
        </p:txBody>
      </p:sp>
      <p:sp>
        <p:nvSpPr>
          <p:cNvPr id="76" name="Freeform 73" descr="绿色大理石">
            <a:extLst>
              <a:ext uri="{FF2B5EF4-FFF2-40B4-BE49-F238E27FC236}">
                <a16:creationId xmlns:a16="http://schemas.microsoft.com/office/drawing/2014/main" id="{F3FADDDB-1957-F8E6-EC1F-DF6257C32FDA}"/>
              </a:ext>
            </a:extLst>
          </p:cNvPr>
          <p:cNvSpPr>
            <a:spLocks/>
          </p:cNvSpPr>
          <p:nvPr/>
        </p:nvSpPr>
        <p:spPr bwMode="auto">
          <a:xfrm>
            <a:off x="6995147" y="1640716"/>
            <a:ext cx="411162" cy="1625600"/>
          </a:xfrm>
          <a:custGeom>
            <a:avLst/>
            <a:gdLst>
              <a:gd name="T0" fmla="*/ 259 w 259"/>
              <a:gd name="T1" fmla="*/ 0 h 1024"/>
              <a:gd name="T2" fmla="*/ 0 w 259"/>
              <a:gd name="T3" fmla="*/ 1024 h 1024"/>
              <a:gd name="T4" fmla="*/ 181 w 259"/>
              <a:gd name="T5" fmla="*/ 0 h 1024"/>
              <a:gd name="T6" fmla="*/ 259 w 259"/>
              <a:gd name="T7" fmla="*/ 0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59" h="1024">
                <a:moveTo>
                  <a:pt x="259" y="0"/>
                </a:moveTo>
                <a:lnTo>
                  <a:pt x="0" y="1024"/>
                </a:lnTo>
                <a:lnTo>
                  <a:pt x="181" y="0"/>
                </a:lnTo>
                <a:lnTo>
                  <a:pt x="259" y="0"/>
                </a:lnTo>
                <a:close/>
              </a:path>
            </a:pathLst>
          </a:custGeom>
          <a:solidFill>
            <a:srgbClr val="002060"/>
          </a:solidFill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09481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8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utoUpdateAnimBg="0"/>
      <p:bldP spid="27" grpId="0" animBg="1"/>
      <p:bldP spid="44" grpId="0" animBg="1"/>
      <p:bldP spid="45" grpId="0" animBg="1"/>
      <p:bldP spid="62" grpId="0" animBg="1"/>
      <p:bldP spid="63" grpId="0" animBg="1" autoUpdateAnimBg="0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 autoUpdateAnimBg="0"/>
      <p:bldP spid="7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Text Box 2"/>
          <p:cNvSpPr txBox="1">
            <a:spLocks noChangeArrowheads="1"/>
          </p:cNvSpPr>
          <p:nvPr/>
        </p:nvSpPr>
        <p:spPr bwMode="auto">
          <a:xfrm>
            <a:off x="1018040" y="387022"/>
            <a:ext cx="325602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方法</a:t>
            </a:r>
            <a:r>
              <a:rPr lang="en-US" altLang="zh-CN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2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：辅助平面法</a:t>
            </a:r>
          </a:p>
        </p:txBody>
      </p:sp>
      <p:sp>
        <p:nvSpPr>
          <p:cNvPr id="159747" name="Text Box 3"/>
          <p:cNvSpPr txBox="1">
            <a:spLocks noChangeArrowheads="1"/>
          </p:cNvSpPr>
          <p:nvPr/>
        </p:nvSpPr>
        <p:spPr bwMode="auto">
          <a:xfrm>
            <a:off x="1170439" y="1107707"/>
            <a:ext cx="1050448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/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利用</a:t>
            </a:r>
            <a:r>
              <a:rPr lang="zh-CN" altLang="en-US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三面共点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的原理，求出辅助平面及两回转体表面上的若干共有点，从而作出相贯线。</a:t>
            </a:r>
          </a:p>
        </p:txBody>
      </p:sp>
      <p:sp>
        <p:nvSpPr>
          <p:cNvPr id="159748" name="Text Box 4"/>
          <p:cNvSpPr txBox="1">
            <a:spLocks noChangeArrowheads="1"/>
          </p:cNvSpPr>
          <p:nvPr/>
        </p:nvSpPr>
        <p:spPr bwMode="auto">
          <a:xfrm>
            <a:off x="1018040" y="2125989"/>
            <a:ext cx="251863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/>
            <a:r>
              <a:rPr lang="en-US" altLang="zh-CN" sz="2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☆ </a:t>
            </a:r>
            <a:r>
              <a:rPr lang="zh-CN" altLang="en-US" sz="2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作图步骤：</a:t>
            </a:r>
          </a:p>
        </p:txBody>
      </p:sp>
      <p:sp>
        <p:nvSpPr>
          <p:cNvPr id="159749" name="Text Box 5"/>
          <p:cNvSpPr txBox="1">
            <a:spLocks noChangeArrowheads="1"/>
          </p:cNvSpPr>
          <p:nvPr/>
        </p:nvSpPr>
        <p:spPr bwMode="auto">
          <a:xfrm>
            <a:off x="1018041" y="4388176"/>
            <a:ext cx="431400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/>
            <a:r>
              <a:rPr lang="en-US" altLang="zh-CN" sz="2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☆ </a:t>
            </a:r>
            <a:r>
              <a:rPr lang="zh-CN" altLang="en-US" sz="2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辅助平面的选择原则：</a:t>
            </a:r>
          </a:p>
        </p:txBody>
      </p:sp>
      <p:sp>
        <p:nvSpPr>
          <p:cNvPr id="159750" name="Text Box 6"/>
          <p:cNvSpPr txBox="1">
            <a:spLocks noChangeArrowheads="1"/>
          </p:cNvSpPr>
          <p:nvPr/>
        </p:nvSpPr>
        <p:spPr bwMode="auto">
          <a:xfrm>
            <a:off x="1018040" y="5160236"/>
            <a:ext cx="987946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/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使辅助平面与两回转体</a:t>
            </a:r>
            <a:r>
              <a:rPr lang="zh-CN" altLang="en-US" sz="24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表面的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交线的投影简单易画，例如直线或圆。</a:t>
            </a:r>
          </a:p>
        </p:txBody>
      </p:sp>
      <p:sp>
        <p:nvSpPr>
          <p:cNvPr id="159751" name="Text Box 7"/>
          <p:cNvSpPr txBox="1">
            <a:spLocks noChangeArrowheads="1"/>
          </p:cNvSpPr>
          <p:nvPr/>
        </p:nvSpPr>
        <p:spPr bwMode="auto">
          <a:xfrm>
            <a:off x="1593736" y="5707716"/>
            <a:ext cx="44719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/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一般选择</a:t>
            </a:r>
            <a:r>
              <a:rPr lang="zh-CN" altLang="en-US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投影面平行面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159752" name="Text Box 8"/>
          <p:cNvSpPr txBox="1">
            <a:spLocks noChangeArrowheads="1"/>
          </p:cNvSpPr>
          <p:nvPr/>
        </p:nvSpPr>
        <p:spPr bwMode="auto">
          <a:xfrm>
            <a:off x="1457779" y="2698105"/>
            <a:ext cx="495520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/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◆ 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作辅助平面与相贯的两立体相交</a:t>
            </a:r>
          </a:p>
        </p:txBody>
      </p:sp>
      <p:sp>
        <p:nvSpPr>
          <p:cNvPr id="159753" name="Text Box 9"/>
          <p:cNvSpPr txBox="1">
            <a:spLocks noChangeArrowheads="1"/>
          </p:cNvSpPr>
          <p:nvPr/>
        </p:nvSpPr>
        <p:spPr bwMode="auto">
          <a:xfrm>
            <a:off x="1457778" y="3216006"/>
            <a:ext cx="79692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/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◆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分别求出辅助平面与相贯的两立体表面的交线</a:t>
            </a:r>
          </a:p>
        </p:txBody>
      </p:sp>
      <p:sp>
        <p:nvSpPr>
          <p:cNvPr id="159754" name="Text Box 10"/>
          <p:cNvSpPr txBox="1">
            <a:spLocks noChangeArrowheads="1"/>
          </p:cNvSpPr>
          <p:nvPr/>
        </p:nvSpPr>
        <p:spPr bwMode="auto">
          <a:xfrm>
            <a:off x="1457778" y="3737917"/>
            <a:ext cx="557075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/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◆ 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求出交线的交点（即相贯线上的点）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FDFAAB9-BF9C-B4E0-6EFD-33381D007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0384970" y="2175642"/>
            <a:ext cx="1289957" cy="2898779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BC8680-498B-04BF-35D9-5F4E037CF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B2D00-3428-EE49-AAF6-74569BAFA94D}" type="datetime1">
              <a:rPr lang="en-US" altLang="zh-CN" smtClean="0"/>
              <a:t>11/11/25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7C344A-5BF3-CE18-AF92-F3B570E58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14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E58CA8-87F1-2816-5CD1-5C427C37A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974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97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97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59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59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59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withGroup">
                            <p:stCondLst>
                              <p:cond delay="15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59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59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59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59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47" grpId="0" autoUpdateAnimBg="0"/>
      <p:bldP spid="159748" grpId="0" autoUpdateAnimBg="0"/>
      <p:bldP spid="159749" grpId="0" autoUpdateAnimBg="0"/>
      <p:bldP spid="159750" grpId="0" autoUpdateAnimBg="0"/>
      <p:bldP spid="159751" grpId="0" autoUpdateAnimBg="0"/>
      <p:bldP spid="159752" grpId="0" autoUpdateAnimBg="0"/>
      <p:bldP spid="159753" grpId="0" autoUpdateAnimBg="0"/>
      <p:bldP spid="159754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2FA02C-BFB9-84EE-5787-B428BCB01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EB9FC-66C2-E043-9AF5-CBB18EE63BCE}" type="datetime1">
              <a:rPr lang="en-US" altLang="zh-CN" smtClean="0"/>
              <a:t>11/11/25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40534B-5D65-8716-3EAF-1DF4FB4BC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14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355782-1F77-00F2-73C5-49DD2A59E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25</a:t>
            </a:fld>
            <a:endParaRPr lang="en-US"/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DEE5CACC-A345-3B98-9851-F4DBB0FB1B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6141" y="472507"/>
            <a:ext cx="795701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C00000"/>
                </a:solidFill>
                <a:latin typeface="+mn-ea"/>
              </a:rPr>
              <a:t>例</a:t>
            </a:r>
            <a:r>
              <a:rPr lang="en-US" altLang="zh-CN" sz="2800" b="1" dirty="0">
                <a:solidFill>
                  <a:srgbClr val="C00000"/>
                </a:solidFill>
                <a:latin typeface="+mn-ea"/>
              </a:rPr>
              <a:t>14.7</a:t>
            </a:r>
            <a:r>
              <a:rPr lang="zh-CN" altLang="en-US" sz="2800" b="1" dirty="0">
                <a:solidFill>
                  <a:srgbClr val="C00000"/>
                </a:solidFill>
                <a:latin typeface="+mn-ea"/>
              </a:rPr>
              <a:t>：圆柱与圆锥相贯，求其相贯线的投影。 </a:t>
            </a:r>
          </a:p>
        </p:txBody>
      </p:sp>
      <p:sp>
        <p:nvSpPr>
          <p:cNvPr id="6" name="Line 3">
            <a:extLst>
              <a:ext uri="{FF2B5EF4-FFF2-40B4-BE49-F238E27FC236}">
                <a16:creationId xmlns:a16="http://schemas.microsoft.com/office/drawing/2014/main" id="{8C439809-7064-CF8E-9C15-4BF6AEF3E265}"/>
              </a:ext>
            </a:extLst>
          </p:cNvPr>
          <p:cNvSpPr>
            <a:spLocks noChangeShapeType="1"/>
          </p:cNvSpPr>
          <p:nvPr/>
        </p:nvSpPr>
        <p:spPr bwMode="auto">
          <a:xfrm>
            <a:off x="4367680" y="2158014"/>
            <a:ext cx="1643063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" name="Line 4">
            <a:extLst>
              <a:ext uri="{FF2B5EF4-FFF2-40B4-BE49-F238E27FC236}">
                <a16:creationId xmlns:a16="http://schemas.microsoft.com/office/drawing/2014/main" id="{B2722F5E-A2CF-58F2-4A68-F2EE9E2DFEDF}"/>
              </a:ext>
            </a:extLst>
          </p:cNvPr>
          <p:cNvSpPr>
            <a:spLocks noChangeShapeType="1"/>
          </p:cNvSpPr>
          <p:nvPr/>
        </p:nvSpPr>
        <p:spPr bwMode="auto">
          <a:xfrm>
            <a:off x="5190005" y="1115027"/>
            <a:ext cx="0" cy="1893887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8" name="Oval 5">
            <a:extLst>
              <a:ext uri="{FF2B5EF4-FFF2-40B4-BE49-F238E27FC236}">
                <a16:creationId xmlns:a16="http://schemas.microsoft.com/office/drawing/2014/main" id="{82238F67-BC24-1C24-86EC-F927466ED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6268" y="1510314"/>
            <a:ext cx="1385887" cy="1292225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7F72A1D1-C8E9-0819-B9BB-C2DC4CE7293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9605" y="2158014"/>
            <a:ext cx="2032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EC09F788-4574-C338-36FE-986FFB7C08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2643" y="1510314"/>
            <a:ext cx="1643062" cy="1292225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CA72A023-7295-43CB-B9D4-AAC74C2F8B54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9605" y="3707414"/>
            <a:ext cx="2032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95A56895-8846-40AB-8198-3626841E31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2643" y="3061302"/>
            <a:ext cx="1643062" cy="129063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3" name="Oval 10">
            <a:extLst>
              <a:ext uri="{FF2B5EF4-FFF2-40B4-BE49-F238E27FC236}">
                <a16:creationId xmlns:a16="http://schemas.microsoft.com/office/drawing/2014/main" id="{84DFCC2B-9206-9E14-262E-304EA85B13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7480" y="3491514"/>
            <a:ext cx="474663" cy="430213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6E4FEEE1-FA5A-7B81-3E2A-28FBFE3A4F30}"/>
              </a:ext>
            </a:extLst>
          </p:cNvPr>
          <p:cNvSpPr>
            <a:spLocks/>
          </p:cNvSpPr>
          <p:nvPr/>
        </p:nvSpPr>
        <p:spPr bwMode="auto">
          <a:xfrm>
            <a:off x="5404318" y="1253139"/>
            <a:ext cx="292100" cy="474663"/>
          </a:xfrm>
          <a:custGeom>
            <a:avLst/>
            <a:gdLst>
              <a:gd name="T0" fmla="*/ 0 w 326"/>
              <a:gd name="T1" fmla="*/ 0 h 528"/>
              <a:gd name="T2" fmla="*/ 326 w 326"/>
              <a:gd name="T3" fmla="*/ 528 h 52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26" h="528">
                <a:moveTo>
                  <a:pt x="0" y="0"/>
                </a:moveTo>
                <a:lnTo>
                  <a:pt x="326" y="528"/>
                </a:lnTo>
              </a:path>
            </a:pathLst>
          </a:cu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5" name="Freeform 12">
            <a:extLst>
              <a:ext uri="{FF2B5EF4-FFF2-40B4-BE49-F238E27FC236}">
                <a16:creationId xmlns:a16="http://schemas.microsoft.com/office/drawing/2014/main" id="{6E96BE7B-5C0C-F16D-7337-F76D46FF27D4}"/>
              </a:ext>
            </a:extLst>
          </p:cNvPr>
          <p:cNvSpPr>
            <a:spLocks/>
          </p:cNvSpPr>
          <p:nvPr/>
        </p:nvSpPr>
        <p:spPr bwMode="auto">
          <a:xfrm flipH="1">
            <a:off x="4678830" y="1253139"/>
            <a:ext cx="295275" cy="474663"/>
          </a:xfrm>
          <a:custGeom>
            <a:avLst/>
            <a:gdLst>
              <a:gd name="T0" fmla="*/ 0 w 326"/>
              <a:gd name="T1" fmla="*/ 0 h 528"/>
              <a:gd name="T2" fmla="*/ 326 w 326"/>
              <a:gd name="T3" fmla="*/ 528 h 52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26" h="528">
                <a:moveTo>
                  <a:pt x="0" y="0"/>
                </a:moveTo>
                <a:lnTo>
                  <a:pt x="326" y="528"/>
                </a:lnTo>
              </a:path>
            </a:pathLst>
          </a:cu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6" name="Line 13">
            <a:extLst>
              <a:ext uri="{FF2B5EF4-FFF2-40B4-BE49-F238E27FC236}">
                <a16:creationId xmlns:a16="http://schemas.microsoft.com/office/drawing/2014/main" id="{4649E765-8225-49E8-487D-D4F8EF8FCDAB}"/>
              </a:ext>
            </a:extLst>
          </p:cNvPr>
          <p:cNvSpPr>
            <a:spLocks noChangeShapeType="1"/>
          </p:cNvSpPr>
          <p:nvPr/>
        </p:nvSpPr>
        <p:spPr bwMode="auto">
          <a:xfrm>
            <a:off x="4974105" y="1253139"/>
            <a:ext cx="430213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7" name="Freeform 14">
            <a:extLst>
              <a:ext uri="{FF2B5EF4-FFF2-40B4-BE49-F238E27FC236}">
                <a16:creationId xmlns:a16="http://schemas.microsoft.com/office/drawing/2014/main" id="{47784277-8625-A62D-084A-6E025119748E}"/>
              </a:ext>
            </a:extLst>
          </p:cNvPr>
          <p:cNvSpPr>
            <a:spLocks/>
          </p:cNvSpPr>
          <p:nvPr/>
        </p:nvSpPr>
        <p:spPr bwMode="auto">
          <a:xfrm>
            <a:off x="2802405" y="1253139"/>
            <a:ext cx="457200" cy="6350"/>
          </a:xfrm>
          <a:custGeom>
            <a:avLst/>
            <a:gdLst>
              <a:gd name="T0" fmla="*/ 0 w 508"/>
              <a:gd name="T1" fmla="*/ 5 h 5"/>
              <a:gd name="T2" fmla="*/ 508 w 508"/>
              <a:gd name="T3" fmla="*/ 0 h 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508" h="5">
                <a:moveTo>
                  <a:pt x="0" y="5"/>
                </a:moveTo>
                <a:lnTo>
                  <a:pt x="508" y="0"/>
                </a:lnTo>
              </a:path>
            </a:pathLst>
          </a:cu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8" name="Line 15">
            <a:extLst>
              <a:ext uri="{FF2B5EF4-FFF2-40B4-BE49-F238E27FC236}">
                <a16:creationId xmlns:a16="http://schemas.microsoft.com/office/drawing/2014/main" id="{488CBCEE-901D-BF3F-0F86-9C98FE94BC8D}"/>
              </a:ext>
            </a:extLst>
          </p:cNvPr>
          <p:cNvSpPr>
            <a:spLocks noChangeShapeType="1"/>
          </p:cNvSpPr>
          <p:nvPr/>
        </p:nvSpPr>
        <p:spPr bwMode="auto">
          <a:xfrm>
            <a:off x="2637305" y="1510314"/>
            <a:ext cx="735013" cy="0"/>
          </a:xfrm>
          <a:prstGeom prst="line">
            <a:avLst/>
          </a:prstGeom>
          <a:noFill/>
          <a:ln w="5715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9" name="Freeform 16">
            <a:extLst>
              <a:ext uri="{FF2B5EF4-FFF2-40B4-BE49-F238E27FC236}">
                <a16:creationId xmlns:a16="http://schemas.microsoft.com/office/drawing/2014/main" id="{73EBF974-7C8F-D9D2-BE68-12CE87953032}"/>
              </a:ext>
            </a:extLst>
          </p:cNvPr>
          <p:cNvSpPr>
            <a:spLocks/>
          </p:cNvSpPr>
          <p:nvPr/>
        </p:nvSpPr>
        <p:spPr bwMode="auto">
          <a:xfrm>
            <a:off x="2637305" y="1253139"/>
            <a:ext cx="155575" cy="257175"/>
          </a:xfrm>
          <a:custGeom>
            <a:avLst/>
            <a:gdLst>
              <a:gd name="T0" fmla="*/ 173 w 173"/>
              <a:gd name="T1" fmla="*/ 0 h 288"/>
              <a:gd name="T2" fmla="*/ 0 w 173"/>
              <a:gd name="T3" fmla="*/ 288 h 28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73" h="288">
                <a:moveTo>
                  <a:pt x="173" y="0"/>
                </a:moveTo>
                <a:lnTo>
                  <a:pt x="0" y="288"/>
                </a:lnTo>
              </a:path>
            </a:pathLst>
          </a:cu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0" name="Freeform 17">
            <a:extLst>
              <a:ext uri="{FF2B5EF4-FFF2-40B4-BE49-F238E27FC236}">
                <a16:creationId xmlns:a16="http://schemas.microsoft.com/office/drawing/2014/main" id="{481E8493-365E-080B-CFB1-74A628340521}"/>
              </a:ext>
            </a:extLst>
          </p:cNvPr>
          <p:cNvSpPr>
            <a:spLocks/>
          </p:cNvSpPr>
          <p:nvPr/>
        </p:nvSpPr>
        <p:spPr bwMode="auto">
          <a:xfrm>
            <a:off x="3232618" y="1253139"/>
            <a:ext cx="150812" cy="257175"/>
          </a:xfrm>
          <a:custGeom>
            <a:avLst/>
            <a:gdLst>
              <a:gd name="T0" fmla="*/ 0 w 166"/>
              <a:gd name="T1" fmla="*/ 0 h 288"/>
              <a:gd name="T2" fmla="*/ 166 w 166"/>
              <a:gd name="T3" fmla="*/ 288 h 28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66" h="288">
                <a:moveTo>
                  <a:pt x="0" y="0"/>
                </a:moveTo>
                <a:lnTo>
                  <a:pt x="166" y="288"/>
                </a:lnTo>
              </a:path>
            </a:pathLst>
          </a:cu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1" name="Text Box 18">
            <a:extLst>
              <a:ext uri="{FF2B5EF4-FFF2-40B4-BE49-F238E27FC236}">
                <a16:creationId xmlns:a16="http://schemas.microsoft.com/office/drawing/2014/main" id="{A4E0A326-E132-77AD-3458-37F9124D5B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584" y="4441820"/>
            <a:ext cx="373006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/>
            <a:r>
              <a:rPr lang="en-US" altLang="zh-CN" sz="2800" dirty="0">
                <a:solidFill>
                  <a:srgbClr val="C00000"/>
                </a:solidFill>
              </a:rPr>
              <a:t>◆ </a:t>
            </a:r>
            <a:r>
              <a:rPr lang="zh-CN" altLang="en-US" sz="2800" dirty="0">
                <a:solidFill>
                  <a:srgbClr val="C00000"/>
                </a:solidFill>
              </a:rPr>
              <a:t>空间及投影分析：</a:t>
            </a:r>
          </a:p>
        </p:txBody>
      </p:sp>
      <p:sp>
        <p:nvSpPr>
          <p:cNvPr id="22" name="Text Box 19">
            <a:extLst>
              <a:ext uri="{FF2B5EF4-FFF2-40B4-BE49-F238E27FC236}">
                <a16:creationId xmlns:a16="http://schemas.microsoft.com/office/drawing/2014/main" id="{9DE1D310-F1E3-9B09-FCB4-07424D3A79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0456" y="4911401"/>
            <a:ext cx="1040751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en-US" altLang="zh-CN" sz="2400" dirty="0">
                <a:solidFill>
                  <a:schemeClr val="tx1"/>
                </a:solidFill>
              </a:rPr>
              <a:t>    </a:t>
            </a:r>
            <a:r>
              <a:rPr lang="zh-CN" altLang="en-US" sz="2400" dirty="0">
                <a:solidFill>
                  <a:schemeClr val="tx1"/>
                </a:solidFill>
              </a:rPr>
              <a:t>     相贯线为一</a:t>
            </a:r>
            <a:r>
              <a:rPr lang="zh-CN" altLang="en-US" sz="2400" dirty="0">
                <a:solidFill>
                  <a:srgbClr val="C00000"/>
                </a:solidFill>
              </a:rPr>
              <a:t>光滑的封闭的空间曲线</a:t>
            </a:r>
            <a:r>
              <a:rPr lang="zh-CN" altLang="en-US" sz="2400" dirty="0">
                <a:solidFill>
                  <a:schemeClr val="tx1"/>
                </a:solidFill>
              </a:rPr>
              <a:t>。它的侧面投影有积聚性，正面投影、水平投影没有积聚性，应分别求出。</a:t>
            </a:r>
          </a:p>
        </p:txBody>
      </p:sp>
      <p:sp>
        <p:nvSpPr>
          <p:cNvPr id="23" name="Text Box 20">
            <a:extLst>
              <a:ext uri="{FF2B5EF4-FFF2-40B4-BE49-F238E27FC236}">
                <a16:creationId xmlns:a16="http://schemas.microsoft.com/office/drawing/2014/main" id="{9393BB41-8008-F23E-62D6-CC2B3C1183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584" y="5868901"/>
            <a:ext cx="421621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/>
            <a:r>
              <a:rPr lang="en-US" altLang="zh-CN" sz="2800" dirty="0">
                <a:solidFill>
                  <a:srgbClr val="C00000"/>
                </a:solidFill>
              </a:rPr>
              <a:t>◆ </a:t>
            </a:r>
            <a:r>
              <a:rPr lang="zh-CN" altLang="en-US" sz="2800" dirty="0">
                <a:solidFill>
                  <a:srgbClr val="C00000"/>
                </a:solidFill>
              </a:rPr>
              <a:t>解题方法：</a:t>
            </a:r>
            <a:r>
              <a:rPr lang="zh-CN" altLang="en-US" sz="2800" dirty="0"/>
              <a:t>辅助平面法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grpSp>
        <p:nvGrpSpPr>
          <p:cNvPr id="24" name="Group 21">
            <a:extLst>
              <a:ext uri="{FF2B5EF4-FFF2-40B4-BE49-F238E27FC236}">
                <a16:creationId xmlns:a16="http://schemas.microsoft.com/office/drawing/2014/main" id="{3132F283-1110-2C80-54CF-24DCB1C7661F}"/>
              </a:ext>
            </a:extLst>
          </p:cNvPr>
          <p:cNvGrpSpPr>
            <a:grpSpLocks/>
          </p:cNvGrpSpPr>
          <p:nvPr/>
        </p:nvGrpSpPr>
        <p:grpSpPr bwMode="auto">
          <a:xfrm>
            <a:off x="6701306" y="2156426"/>
            <a:ext cx="2093912" cy="1990725"/>
            <a:chOff x="3535" y="1197"/>
            <a:chExt cx="1319" cy="1254"/>
          </a:xfrm>
        </p:grpSpPr>
        <p:sp>
          <p:nvSpPr>
            <p:cNvPr id="25" name="Freeform 22">
              <a:extLst>
                <a:ext uri="{FF2B5EF4-FFF2-40B4-BE49-F238E27FC236}">
                  <a16:creationId xmlns:a16="http://schemas.microsoft.com/office/drawing/2014/main" id="{C246569F-9EAB-8AA3-5A6D-ADCCFBBAB4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3" y="1259"/>
              <a:ext cx="1251" cy="1142"/>
            </a:xfrm>
            <a:custGeom>
              <a:avLst/>
              <a:gdLst>
                <a:gd name="T0" fmla="*/ 379 w 1251"/>
                <a:gd name="T1" fmla="*/ 1142 h 1142"/>
                <a:gd name="T2" fmla="*/ 408 w 1251"/>
                <a:gd name="T3" fmla="*/ 1089 h 1142"/>
                <a:gd name="T4" fmla="*/ 446 w 1251"/>
                <a:gd name="T5" fmla="*/ 1041 h 1142"/>
                <a:gd name="T6" fmla="*/ 451 w 1251"/>
                <a:gd name="T7" fmla="*/ 979 h 1142"/>
                <a:gd name="T8" fmla="*/ 456 w 1251"/>
                <a:gd name="T9" fmla="*/ 907 h 1142"/>
                <a:gd name="T10" fmla="*/ 451 w 1251"/>
                <a:gd name="T11" fmla="*/ 844 h 1142"/>
                <a:gd name="T12" fmla="*/ 432 w 1251"/>
                <a:gd name="T13" fmla="*/ 791 h 1142"/>
                <a:gd name="T14" fmla="*/ 398 w 1251"/>
                <a:gd name="T15" fmla="*/ 724 h 1142"/>
                <a:gd name="T16" fmla="*/ 374 w 1251"/>
                <a:gd name="T17" fmla="*/ 667 h 1142"/>
                <a:gd name="T18" fmla="*/ 341 w 1251"/>
                <a:gd name="T19" fmla="*/ 614 h 1142"/>
                <a:gd name="T20" fmla="*/ 293 w 1251"/>
                <a:gd name="T21" fmla="*/ 556 h 1142"/>
                <a:gd name="T22" fmla="*/ 230 w 1251"/>
                <a:gd name="T23" fmla="*/ 508 h 1142"/>
                <a:gd name="T24" fmla="*/ 158 w 1251"/>
                <a:gd name="T25" fmla="*/ 473 h 1142"/>
                <a:gd name="T26" fmla="*/ 105 w 1251"/>
                <a:gd name="T27" fmla="*/ 460 h 1142"/>
                <a:gd name="T28" fmla="*/ 24 w 1251"/>
                <a:gd name="T29" fmla="*/ 451 h 1142"/>
                <a:gd name="T30" fmla="*/ 0 w 1251"/>
                <a:gd name="T31" fmla="*/ 463 h 1142"/>
                <a:gd name="T32" fmla="*/ 315 w 1251"/>
                <a:gd name="T33" fmla="*/ 282 h 1142"/>
                <a:gd name="T34" fmla="*/ 349 w 1251"/>
                <a:gd name="T35" fmla="*/ 320 h 1142"/>
                <a:gd name="T36" fmla="*/ 382 w 1251"/>
                <a:gd name="T37" fmla="*/ 344 h 1142"/>
                <a:gd name="T38" fmla="*/ 430 w 1251"/>
                <a:gd name="T39" fmla="*/ 382 h 1142"/>
                <a:gd name="T40" fmla="*/ 477 w 1251"/>
                <a:gd name="T41" fmla="*/ 415 h 1142"/>
                <a:gd name="T42" fmla="*/ 516 w 1251"/>
                <a:gd name="T43" fmla="*/ 444 h 1142"/>
                <a:gd name="T44" fmla="*/ 597 w 1251"/>
                <a:gd name="T45" fmla="*/ 468 h 1142"/>
                <a:gd name="T46" fmla="*/ 664 w 1251"/>
                <a:gd name="T47" fmla="*/ 468 h 1142"/>
                <a:gd name="T48" fmla="*/ 711 w 1251"/>
                <a:gd name="T49" fmla="*/ 454 h 1142"/>
                <a:gd name="T50" fmla="*/ 769 w 1251"/>
                <a:gd name="T51" fmla="*/ 420 h 1142"/>
                <a:gd name="T52" fmla="*/ 788 w 1251"/>
                <a:gd name="T53" fmla="*/ 372 h 1142"/>
                <a:gd name="T54" fmla="*/ 816 w 1251"/>
                <a:gd name="T55" fmla="*/ 329 h 1142"/>
                <a:gd name="T56" fmla="*/ 831 w 1251"/>
                <a:gd name="T57" fmla="*/ 282 h 1142"/>
                <a:gd name="T58" fmla="*/ 702 w 1251"/>
                <a:gd name="T59" fmla="*/ 57 h 1142"/>
                <a:gd name="T60" fmla="*/ 769 w 1251"/>
                <a:gd name="T61" fmla="*/ 24 h 1142"/>
                <a:gd name="T62" fmla="*/ 816 w 1251"/>
                <a:gd name="T63" fmla="*/ 5 h 1142"/>
                <a:gd name="T64" fmla="*/ 869 w 1251"/>
                <a:gd name="T65" fmla="*/ 0 h 1142"/>
                <a:gd name="T66" fmla="*/ 931 w 1251"/>
                <a:gd name="T67" fmla="*/ 19 h 1142"/>
                <a:gd name="T68" fmla="*/ 989 w 1251"/>
                <a:gd name="T69" fmla="*/ 47 h 1142"/>
                <a:gd name="T70" fmla="*/ 1036 w 1251"/>
                <a:gd name="T71" fmla="*/ 81 h 1142"/>
                <a:gd name="T72" fmla="*/ 1093 w 1251"/>
                <a:gd name="T73" fmla="*/ 129 h 1142"/>
                <a:gd name="T74" fmla="*/ 1141 w 1251"/>
                <a:gd name="T75" fmla="*/ 186 h 1142"/>
                <a:gd name="T76" fmla="*/ 1179 w 1251"/>
                <a:gd name="T77" fmla="*/ 244 h 1142"/>
                <a:gd name="T78" fmla="*/ 1208 w 1251"/>
                <a:gd name="T79" fmla="*/ 287 h 1142"/>
                <a:gd name="T80" fmla="*/ 1232 w 1251"/>
                <a:gd name="T81" fmla="*/ 368 h 1142"/>
                <a:gd name="T82" fmla="*/ 1246 w 1251"/>
                <a:gd name="T83" fmla="*/ 439 h 1142"/>
                <a:gd name="T84" fmla="*/ 1251 w 1251"/>
                <a:gd name="T85" fmla="*/ 501 h 1142"/>
                <a:gd name="T86" fmla="*/ 1237 w 1251"/>
                <a:gd name="T87" fmla="*/ 583 h 1142"/>
                <a:gd name="T88" fmla="*/ 1208 w 1251"/>
                <a:gd name="T89" fmla="*/ 654 h 1142"/>
                <a:gd name="T90" fmla="*/ 1165 w 1251"/>
                <a:gd name="T91" fmla="*/ 692 h 1142"/>
                <a:gd name="T92" fmla="*/ 379 w 1251"/>
                <a:gd name="T93" fmla="*/ 1142 h 1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251" h="1142">
                  <a:moveTo>
                    <a:pt x="379" y="1142"/>
                  </a:moveTo>
                  <a:lnTo>
                    <a:pt x="408" y="1089"/>
                  </a:lnTo>
                  <a:lnTo>
                    <a:pt x="446" y="1041"/>
                  </a:lnTo>
                  <a:lnTo>
                    <a:pt x="451" y="979"/>
                  </a:lnTo>
                  <a:lnTo>
                    <a:pt x="456" y="907"/>
                  </a:lnTo>
                  <a:lnTo>
                    <a:pt x="451" y="844"/>
                  </a:lnTo>
                  <a:lnTo>
                    <a:pt x="432" y="791"/>
                  </a:lnTo>
                  <a:lnTo>
                    <a:pt x="398" y="724"/>
                  </a:lnTo>
                  <a:lnTo>
                    <a:pt x="374" y="667"/>
                  </a:lnTo>
                  <a:lnTo>
                    <a:pt x="341" y="614"/>
                  </a:lnTo>
                  <a:lnTo>
                    <a:pt x="293" y="556"/>
                  </a:lnTo>
                  <a:lnTo>
                    <a:pt x="230" y="508"/>
                  </a:lnTo>
                  <a:lnTo>
                    <a:pt x="158" y="473"/>
                  </a:lnTo>
                  <a:lnTo>
                    <a:pt x="105" y="460"/>
                  </a:lnTo>
                  <a:lnTo>
                    <a:pt x="24" y="451"/>
                  </a:lnTo>
                  <a:lnTo>
                    <a:pt x="0" y="463"/>
                  </a:lnTo>
                  <a:lnTo>
                    <a:pt x="315" y="282"/>
                  </a:lnTo>
                  <a:lnTo>
                    <a:pt x="349" y="320"/>
                  </a:lnTo>
                  <a:lnTo>
                    <a:pt x="382" y="344"/>
                  </a:lnTo>
                  <a:lnTo>
                    <a:pt x="430" y="382"/>
                  </a:lnTo>
                  <a:lnTo>
                    <a:pt x="477" y="415"/>
                  </a:lnTo>
                  <a:lnTo>
                    <a:pt x="516" y="444"/>
                  </a:lnTo>
                  <a:lnTo>
                    <a:pt x="597" y="468"/>
                  </a:lnTo>
                  <a:lnTo>
                    <a:pt x="664" y="468"/>
                  </a:lnTo>
                  <a:lnTo>
                    <a:pt x="711" y="454"/>
                  </a:lnTo>
                  <a:lnTo>
                    <a:pt x="769" y="420"/>
                  </a:lnTo>
                  <a:lnTo>
                    <a:pt x="788" y="372"/>
                  </a:lnTo>
                  <a:lnTo>
                    <a:pt x="816" y="329"/>
                  </a:lnTo>
                  <a:lnTo>
                    <a:pt x="831" y="282"/>
                  </a:lnTo>
                  <a:lnTo>
                    <a:pt x="702" y="57"/>
                  </a:lnTo>
                  <a:lnTo>
                    <a:pt x="769" y="24"/>
                  </a:lnTo>
                  <a:lnTo>
                    <a:pt x="816" y="5"/>
                  </a:lnTo>
                  <a:lnTo>
                    <a:pt x="869" y="0"/>
                  </a:lnTo>
                  <a:lnTo>
                    <a:pt x="931" y="19"/>
                  </a:lnTo>
                  <a:lnTo>
                    <a:pt x="989" y="47"/>
                  </a:lnTo>
                  <a:lnTo>
                    <a:pt x="1036" y="81"/>
                  </a:lnTo>
                  <a:lnTo>
                    <a:pt x="1093" y="129"/>
                  </a:lnTo>
                  <a:lnTo>
                    <a:pt x="1141" y="186"/>
                  </a:lnTo>
                  <a:lnTo>
                    <a:pt x="1179" y="244"/>
                  </a:lnTo>
                  <a:lnTo>
                    <a:pt x="1208" y="287"/>
                  </a:lnTo>
                  <a:lnTo>
                    <a:pt x="1232" y="368"/>
                  </a:lnTo>
                  <a:lnTo>
                    <a:pt x="1246" y="439"/>
                  </a:lnTo>
                  <a:lnTo>
                    <a:pt x="1251" y="501"/>
                  </a:lnTo>
                  <a:lnTo>
                    <a:pt x="1237" y="583"/>
                  </a:lnTo>
                  <a:lnTo>
                    <a:pt x="1208" y="654"/>
                  </a:lnTo>
                  <a:lnTo>
                    <a:pt x="1165" y="692"/>
                  </a:lnTo>
                  <a:lnTo>
                    <a:pt x="379" y="1142"/>
                  </a:lnTo>
                  <a:close/>
                </a:path>
              </a:pathLst>
            </a:custGeom>
            <a:gradFill rotWithShape="0">
              <a:gsLst>
                <a:gs pos="0">
                  <a:srgbClr val="008000">
                    <a:gamma/>
                    <a:shade val="72941"/>
                    <a:invGamma/>
                  </a:srgbClr>
                </a:gs>
                <a:gs pos="50000">
                  <a:srgbClr val="008000"/>
                </a:gs>
                <a:gs pos="100000">
                  <a:srgbClr val="008000">
                    <a:gamma/>
                    <a:shade val="72941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6" name="Freeform 23">
              <a:extLst>
                <a:ext uri="{FF2B5EF4-FFF2-40B4-BE49-F238E27FC236}">
                  <a16:creationId xmlns:a16="http://schemas.microsoft.com/office/drawing/2014/main" id="{6A191A45-41B6-89B5-1A29-097B0936D2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3" y="1273"/>
              <a:ext cx="521" cy="459"/>
            </a:xfrm>
            <a:custGeom>
              <a:avLst/>
              <a:gdLst>
                <a:gd name="T0" fmla="*/ 276 w 1308"/>
                <a:gd name="T1" fmla="*/ 0 h 1152"/>
                <a:gd name="T2" fmla="*/ 0 w 1308"/>
                <a:gd name="T3" fmla="*/ 708 h 1152"/>
                <a:gd name="T4" fmla="*/ 96 w 1308"/>
                <a:gd name="T5" fmla="*/ 780 h 1152"/>
                <a:gd name="T6" fmla="*/ 192 w 1308"/>
                <a:gd name="T7" fmla="*/ 864 h 1152"/>
                <a:gd name="T8" fmla="*/ 288 w 1308"/>
                <a:gd name="T9" fmla="*/ 936 h 1152"/>
                <a:gd name="T10" fmla="*/ 408 w 1308"/>
                <a:gd name="T11" fmla="*/ 1032 h 1152"/>
                <a:gd name="T12" fmla="*/ 516 w 1308"/>
                <a:gd name="T13" fmla="*/ 1104 h 1152"/>
                <a:gd name="T14" fmla="*/ 636 w 1308"/>
                <a:gd name="T15" fmla="*/ 1140 h 1152"/>
                <a:gd name="T16" fmla="*/ 744 w 1308"/>
                <a:gd name="T17" fmla="*/ 1152 h 1152"/>
                <a:gd name="T18" fmla="*/ 888 w 1308"/>
                <a:gd name="T19" fmla="*/ 1152 h 1152"/>
                <a:gd name="T20" fmla="*/ 1020 w 1308"/>
                <a:gd name="T21" fmla="*/ 1116 h 1152"/>
                <a:gd name="T22" fmla="*/ 1140 w 1308"/>
                <a:gd name="T23" fmla="*/ 1044 h 1152"/>
                <a:gd name="T24" fmla="*/ 1212 w 1308"/>
                <a:gd name="T25" fmla="*/ 960 h 1152"/>
                <a:gd name="T26" fmla="*/ 1284 w 1308"/>
                <a:gd name="T27" fmla="*/ 852 h 1152"/>
                <a:gd name="T28" fmla="*/ 1308 w 1308"/>
                <a:gd name="T29" fmla="*/ 744 h 1152"/>
                <a:gd name="T30" fmla="*/ 1308 w 1308"/>
                <a:gd name="T31" fmla="*/ 636 h 1152"/>
                <a:gd name="T32" fmla="*/ 1044 w 1308"/>
                <a:gd name="T33" fmla="*/ 12 h 1152"/>
                <a:gd name="T34" fmla="*/ 1020 w 1308"/>
                <a:gd name="T35" fmla="*/ 108 h 1152"/>
                <a:gd name="T36" fmla="*/ 960 w 1308"/>
                <a:gd name="T37" fmla="*/ 180 h 1152"/>
                <a:gd name="T38" fmla="*/ 864 w 1308"/>
                <a:gd name="T39" fmla="*/ 204 h 1152"/>
                <a:gd name="T40" fmla="*/ 732 w 1308"/>
                <a:gd name="T41" fmla="*/ 264 h 1152"/>
                <a:gd name="T42" fmla="*/ 588 w 1308"/>
                <a:gd name="T43" fmla="*/ 264 h 1152"/>
                <a:gd name="T44" fmla="*/ 480 w 1308"/>
                <a:gd name="T45" fmla="*/ 240 h 1152"/>
                <a:gd name="T46" fmla="*/ 336 w 1308"/>
                <a:gd name="T47" fmla="*/ 192 h 1152"/>
                <a:gd name="T48" fmla="*/ 276 w 1308"/>
                <a:gd name="T49" fmla="*/ 108 h 1152"/>
                <a:gd name="T50" fmla="*/ 276 w 1308"/>
                <a:gd name="T51" fmla="*/ 0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308" h="1152">
                  <a:moveTo>
                    <a:pt x="276" y="0"/>
                  </a:moveTo>
                  <a:lnTo>
                    <a:pt x="0" y="708"/>
                  </a:lnTo>
                  <a:lnTo>
                    <a:pt x="96" y="780"/>
                  </a:lnTo>
                  <a:lnTo>
                    <a:pt x="192" y="864"/>
                  </a:lnTo>
                  <a:lnTo>
                    <a:pt x="288" y="936"/>
                  </a:lnTo>
                  <a:lnTo>
                    <a:pt x="408" y="1032"/>
                  </a:lnTo>
                  <a:lnTo>
                    <a:pt x="516" y="1104"/>
                  </a:lnTo>
                  <a:lnTo>
                    <a:pt x="636" y="1140"/>
                  </a:lnTo>
                  <a:lnTo>
                    <a:pt x="744" y="1152"/>
                  </a:lnTo>
                  <a:lnTo>
                    <a:pt x="888" y="1152"/>
                  </a:lnTo>
                  <a:lnTo>
                    <a:pt x="1020" y="1116"/>
                  </a:lnTo>
                  <a:lnTo>
                    <a:pt x="1140" y="1044"/>
                  </a:lnTo>
                  <a:lnTo>
                    <a:pt x="1212" y="960"/>
                  </a:lnTo>
                  <a:lnTo>
                    <a:pt x="1284" y="852"/>
                  </a:lnTo>
                  <a:lnTo>
                    <a:pt x="1308" y="744"/>
                  </a:lnTo>
                  <a:lnTo>
                    <a:pt x="1308" y="636"/>
                  </a:lnTo>
                  <a:lnTo>
                    <a:pt x="1044" y="12"/>
                  </a:lnTo>
                  <a:lnTo>
                    <a:pt x="1020" y="108"/>
                  </a:lnTo>
                  <a:lnTo>
                    <a:pt x="960" y="180"/>
                  </a:lnTo>
                  <a:lnTo>
                    <a:pt x="864" y="204"/>
                  </a:lnTo>
                  <a:lnTo>
                    <a:pt x="732" y="264"/>
                  </a:lnTo>
                  <a:lnTo>
                    <a:pt x="588" y="264"/>
                  </a:lnTo>
                  <a:lnTo>
                    <a:pt x="480" y="240"/>
                  </a:lnTo>
                  <a:lnTo>
                    <a:pt x="336" y="192"/>
                  </a:lnTo>
                  <a:lnTo>
                    <a:pt x="276" y="108"/>
                  </a:lnTo>
                  <a:lnTo>
                    <a:pt x="276" y="0"/>
                  </a:lnTo>
                  <a:close/>
                </a:path>
              </a:pathLst>
            </a:custGeom>
            <a:gradFill rotWithShape="0">
              <a:gsLst>
                <a:gs pos="0">
                  <a:srgbClr val="CC0066">
                    <a:gamma/>
                    <a:shade val="46275"/>
                    <a:invGamma/>
                  </a:srgbClr>
                </a:gs>
                <a:gs pos="50000">
                  <a:srgbClr val="CC0066"/>
                </a:gs>
                <a:gs pos="100000">
                  <a:srgbClr val="CC0066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7" name="Oval 24">
              <a:extLst>
                <a:ext uri="{FF2B5EF4-FFF2-40B4-BE49-F238E27FC236}">
                  <a16:creationId xmlns:a16="http://schemas.microsoft.com/office/drawing/2014/main" id="{413F5ABE-BCAD-DA6E-B7DF-74EC76EDF9B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728577">
              <a:off x="3535" y="1673"/>
              <a:ext cx="514" cy="778"/>
            </a:xfrm>
            <a:prstGeom prst="ellipse">
              <a:avLst/>
            </a:prstGeom>
            <a:solidFill>
              <a:srgbClr val="6699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BFBFBF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8" name="Oval 25">
              <a:extLst>
                <a:ext uri="{FF2B5EF4-FFF2-40B4-BE49-F238E27FC236}">
                  <a16:creationId xmlns:a16="http://schemas.microsoft.com/office/drawing/2014/main" id="{CC825510-14DB-52A3-89B9-A68A619D9D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0" y="1197"/>
              <a:ext cx="310" cy="196"/>
            </a:xfrm>
            <a:prstGeom prst="ellipse">
              <a:avLst/>
            </a:prstGeom>
            <a:solidFill>
              <a:srgbClr val="FF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CC66FF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29" name="Line 26">
            <a:extLst>
              <a:ext uri="{FF2B5EF4-FFF2-40B4-BE49-F238E27FC236}">
                <a16:creationId xmlns:a16="http://schemas.microsoft.com/office/drawing/2014/main" id="{B4091D98-5B0A-551D-ECEA-B81797D7479E}"/>
              </a:ext>
            </a:extLst>
          </p:cNvPr>
          <p:cNvSpPr>
            <a:spLocks noChangeShapeType="1"/>
          </p:cNvSpPr>
          <p:nvPr/>
        </p:nvSpPr>
        <p:spPr bwMode="auto">
          <a:xfrm>
            <a:off x="3004018" y="3208939"/>
            <a:ext cx="0" cy="955675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0" name="Line 27">
            <a:extLst>
              <a:ext uri="{FF2B5EF4-FFF2-40B4-BE49-F238E27FC236}">
                <a16:creationId xmlns:a16="http://schemas.microsoft.com/office/drawing/2014/main" id="{FFADA997-C27F-5D03-4E8C-3D8ACCE7AAED}"/>
              </a:ext>
            </a:extLst>
          </p:cNvPr>
          <p:cNvSpPr>
            <a:spLocks noChangeShapeType="1"/>
          </p:cNvSpPr>
          <p:nvPr/>
        </p:nvSpPr>
        <p:spPr bwMode="auto">
          <a:xfrm>
            <a:off x="3004018" y="1142014"/>
            <a:ext cx="0" cy="811213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B6AF11B-010A-B543-F263-E56F57EBB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0255718" y="2046469"/>
            <a:ext cx="1222875" cy="268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958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utoUpdateAnimBg="0"/>
      <p:bldP spid="22" grpId="0" autoUpdateAnimBg="0"/>
      <p:bldP spid="23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EE99A0-96C6-74BB-0F71-68F4B9AFB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54BC8-1703-984D-96CA-A3DFCB461C54}" type="datetime1">
              <a:rPr lang="en-US" altLang="zh-CN" smtClean="0"/>
              <a:t>11/11/25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D651C7-FA80-9206-95AB-C1917E0B5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14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B52388-25C8-E397-3606-249047B0C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26</a:t>
            </a:fld>
            <a:endParaRPr lang="en-US"/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4B78BCE3-AE67-CCDA-DACB-EBF469488A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4744" y="571716"/>
            <a:ext cx="730798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C00000"/>
                </a:solidFill>
              </a:rPr>
              <a:t>例</a:t>
            </a:r>
            <a:r>
              <a:rPr lang="en-US" altLang="zh-CN" sz="2800" b="1" dirty="0">
                <a:solidFill>
                  <a:srgbClr val="C00000"/>
                </a:solidFill>
              </a:rPr>
              <a:t>14.7</a:t>
            </a:r>
            <a:r>
              <a:rPr lang="zh-CN" altLang="en-US" sz="2800" b="1" dirty="0">
                <a:solidFill>
                  <a:srgbClr val="C00000"/>
                </a:solidFill>
              </a:rPr>
              <a:t>：圆柱与圆锥相贯，求其相贯线的投影。 </a:t>
            </a:r>
          </a:p>
        </p:txBody>
      </p:sp>
      <p:sp>
        <p:nvSpPr>
          <p:cNvPr id="6" name="Line 3">
            <a:extLst>
              <a:ext uri="{FF2B5EF4-FFF2-40B4-BE49-F238E27FC236}">
                <a16:creationId xmlns:a16="http://schemas.microsoft.com/office/drawing/2014/main" id="{1592731E-45D4-F65B-94D7-2C193313639D}"/>
              </a:ext>
            </a:extLst>
          </p:cNvPr>
          <p:cNvSpPr>
            <a:spLocks noChangeShapeType="1"/>
          </p:cNvSpPr>
          <p:nvPr/>
        </p:nvSpPr>
        <p:spPr bwMode="auto">
          <a:xfrm>
            <a:off x="3947207" y="2746591"/>
            <a:ext cx="1643063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7" name="Line 4">
            <a:extLst>
              <a:ext uri="{FF2B5EF4-FFF2-40B4-BE49-F238E27FC236}">
                <a16:creationId xmlns:a16="http://schemas.microsoft.com/office/drawing/2014/main" id="{6E29401C-370E-CDB6-6811-A4A26918103D}"/>
              </a:ext>
            </a:extLst>
          </p:cNvPr>
          <p:cNvSpPr>
            <a:spLocks noChangeShapeType="1"/>
          </p:cNvSpPr>
          <p:nvPr/>
        </p:nvSpPr>
        <p:spPr bwMode="auto">
          <a:xfrm>
            <a:off x="4769532" y="1755991"/>
            <a:ext cx="0" cy="1763713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8" name="Oval 5">
            <a:extLst>
              <a:ext uri="{FF2B5EF4-FFF2-40B4-BE49-F238E27FC236}">
                <a16:creationId xmlns:a16="http://schemas.microsoft.com/office/drawing/2014/main" id="{2469C4BB-32D7-2973-C029-9718F1F9CE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5795" y="2098891"/>
            <a:ext cx="1385887" cy="1292225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46D07670-7F6D-8336-CCFE-D33EFB07B4E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69132" y="2746591"/>
            <a:ext cx="2032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F54207FD-6167-232A-A8AC-7D8BCC7D52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2170" y="2098891"/>
            <a:ext cx="1643062" cy="1292225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DA4CA9B2-221E-A846-8342-D06A51DA01F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69132" y="4295991"/>
            <a:ext cx="2032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42E346CA-A4F9-3D93-BB06-2D7319C765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2170" y="3649879"/>
            <a:ext cx="1643062" cy="129063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3" name="Freeform 10">
            <a:extLst>
              <a:ext uri="{FF2B5EF4-FFF2-40B4-BE49-F238E27FC236}">
                <a16:creationId xmlns:a16="http://schemas.microsoft.com/office/drawing/2014/main" id="{E0B87A0C-4892-31F5-5A3B-C6A8B6E4B8B8}"/>
              </a:ext>
            </a:extLst>
          </p:cNvPr>
          <p:cNvSpPr>
            <a:spLocks/>
          </p:cNvSpPr>
          <p:nvPr/>
        </p:nvSpPr>
        <p:spPr bwMode="auto">
          <a:xfrm>
            <a:off x="2583545" y="3592729"/>
            <a:ext cx="0" cy="1392237"/>
          </a:xfrm>
          <a:custGeom>
            <a:avLst/>
            <a:gdLst>
              <a:gd name="T0" fmla="*/ 0 w 1"/>
              <a:gd name="T1" fmla="*/ 0 h 1552"/>
              <a:gd name="T2" fmla="*/ 0 w 1"/>
              <a:gd name="T3" fmla="*/ 1552 h 155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1552">
                <a:moveTo>
                  <a:pt x="0" y="0"/>
                </a:moveTo>
                <a:lnTo>
                  <a:pt x="0" y="1552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lgDash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8E9CF2BF-DEC4-AE8F-0F6B-4EA041E0C6E0}"/>
              </a:ext>
            </a:extLst>
          </p:cNvPr>
          <p:cNvSpPr>
            <a:spLocks/>
          </p:cNvSpPr>
          <p:nvPr/>
        </p:nvSpPr>
        <p:spPr bwMode="auto">
          <a:xfrm>
            <a:off x="2583545" y="1730591"/>
            <a:ext cx="0" cy="811213"/>
          </a:xfrm>
          <a:custGeom>
            <a:avLst/>
            <a:gdLst>
              <a:gd name="T0" fmla="*/ 0 w 1"/>
              <a:gd name="T1" fmla="*/ 903 h 903"/>
              <a:gd name="T2" fmla="*/ 0 w 1"/>
              <a:gd name="T3" fmla="*/ 0 h 90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903">
                <a:moveTo>
                  <a:pt x="0" y="903"/>
                </a:move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lgDash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5" name="Oval 12">
            <a:extLst>
              <a:ext uri="{FF2B5EF4-FFF2-40B4-BE49-F238E27FC236}">
                <a16:creationId xmlns:a16="http://schemas.microsoft.com/office/drawing/2014/main" id="{646A1F4A-27CB-7151-6B5D-F096AD3A03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7007" y="4080091"/>
            <a:ext cx="474663" cy="430213"/>
          </a:xfrm>
          <a:prstGeom prst="ellips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6" name="Freeform 13">
            <a:extLst>
              <a:ext uri="{FF2B5EF4-FFF2-40B4-BE49-F238E27FC236}">
                <a16:creationId xmlns:a16="http://schemas.microsoft.com/office/drawing/2014/main" id="{41F5A576-FFBC-FAE1-4FE0-418E5E5DD499}"/>
              </a:ext>
            </a:extLst>
          </p:cNvPr>
          <p:cNvSpPr>
            <a:spLocks/>
          </p:cNvSpPr>
          <p:nvPr/>
        </p:nvSpPr>
        <p:spPr bwMode="auto">
          <a:xfrm>
            <a:off x="4983845" y="1841716"/>
            <a:ext cx="292100" cy="474663"/>
          </a:xfrm>
          <a:custGeom>
            <a:avLst/>
            <a:gdLst>
              <a:gd name="T0" fmla="*/ 0 w 326"/>
              <a:gd name="T1" fmla="*/ 0 h 528"/>
              <a:gd name="T2" fmla="*/ 326 w 326"/>
              <a:gd name="T3" fmla="*/ 528 h 52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26" h="528">
                <a:moveTo>
                  <a:pt x="0" y="0"/>
                </a:moveTo>
                <a:lnTo>
                  <a:pt x="326" y="528"/>
                </a:lnTo>
              </a:path>
            </a:pathLst>
          </a:cu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7" name="Freeform 14">
            <a:extLst>
              <a:ext uri="{FF2B5EF4-FFF2-40B4-BE49-F238E27FC236}">
                <a16:creationId xmlns:a16="http://schemas.microsoft.com/office/drawing/2014/main" id="{C5D1CE7B-F923-EE77-32BD-D642D2547618}"/>
              </a:ext>
            </a:extLst>
          </p:cNvPr>
          <p:cNvSpPr>
            <a:spLocks/>
          </p:cNvSpPr>
          <p:nvPr/>
        </p:nvSpPr>
        <p:spPr bwMode="auto">
          <a:xfrm flipH="1">
            <a:off x="4258357" y="1841716"/>
            <a:ext cx="295275" cy="474663"/>
          </a:xfrm>
          <a:custGeom>
            <a:avLst/>
            <a:gdLst>
              <a:gd name="T0" fmla="*/ 0 w 326"/>
              <a:gd name="T1" fmla="*/ 0 h 528"/>
              <a:gd name="T2" fmla="*/ 326 w 326"/>
              <a:gd name="T3" fmla="*/ 528 h 52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326" h="528">
                <a:moveTo>
                  <a:pt x="0" y="0"/>
                </a:moveTo>
                <a:lnTo>
                  <a:pt x="326" y="528"/>
                </a:lnTo>
              </a:path>
            </a:pathLst>
          </a:cu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8" name="Line 15">
            <a:extLst>
              <a:ext uri="{FF2B5EF4-FFF2-40B4-BE49-F238E27FC236}">
                <a16:creationId xmlns:a16="http://schemas.microsoft.com/office/drawing/2014/main" id="{0A99D493-578C-49C9-EAE5-DDEBA20A32F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53632" y="1841716"/>
            <a:ext cx="430213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9" name="Freeform 16">
            <a:extLst>
              <a:ext uri="{FF2B5EF4-FFF2-40B4-BE49-F238E27FC236}">
                <a16:creationId xmlns:a16="http://schemas.microsoft.com/office/drawing/2014/main" id="{19C02D3B-09F3-D7B2-5368-9A9B95947CE6}"/>
              </a:ext>
            </a:extLst>
          </p:cNvPr>
          <p:cNvSpPr>
            <a:spLocks/>
          </p:cNvSpPr>
          <p:nvPr/>
        </p:nvSpPr>
        <p:spPr bwMode="auto">
          <a:xfrm>
            <a:off x="2364470" y="1841716"/>
            <a:ext cx="457200" cy="6350"/>
          </a:xfrm>
          <a:custGeom>
            <a:avLst/>
            <a:gdLst>
              <a:gd name="T0" fmla="*/ 0 w 508"/>
              <a:gd name="T1" fmla="*/ 5 h 5"/>
              <a:gd name="T2" fmla="*/ 508 w 508"/>
              <a:gd name="T3" fmla="*/ 0 h 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508" h="5">
                <a:moveTo>
                  <a:pt x="0" y="5"/>
                </a:moveTo>
                <a:lnTo>
                  <a:pt x="508" y="0"/>
                </a:lnTo>
              </a:path>
            </a:pathLst>
          </a:cu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0" name="Line 17">
            <a:extLst>
              <a:ext uri="{FF2B5EF4-FFF2-40B4-BE49-F238E27FC236}">
                <a16:creationId xmlns:a16="http://schemas.microsoft.com/office/drawing/2014/main" id="{3F85D8C4-2D3F-E13F-A3A5-FA8F36D705DF}"/>
              </a:ext>
            </a:extLst>
          </p:cNvPr>
          <p:cNvSpPr>
            <a:spLocks noChangeShapeType="1"/>
          </p:cNvSpPr>
          <p:nvPr/>
        </p:nvSpPr>
        <p:spPr bwMode="auto">
          <a:xfrm>
            <a:off x="2216832" y="2098891"/>
            <a:ext cx="735013" cy="0"/>
          </a:xfrm>
          <a:prstGeom prst="line">
            <a:avLst/>
          </a:prstGeom>
          <a:noFill/>
          <a:ln w="5715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1" name="Freeform 18">
            <a:extLst>
              <a:ext uri="{FF2B5EF4-FFF2-40B4-BE49-F238E27FC236}">
                <a16:creationId xmlns:a16="http://schemas.microsoft.com/office/drawing/2014/main" id="{F1DAF1EC-23EB-3BEF-C32C-A5A665798AD1}"/>
              </a:ext>
            </a:extLst>
          </p:cNvPr>
          <p:cNvSpPr>
            <a:spLocks/>
          </p:cNvSpPr>
          <p:nvPr/>
        </p:nvSpPr>
        <p:spPr bwMode="auto">
          <a:xfrm>
            <a:off x="2216832" y="1841716"/>
            <a:ext cx="155575" cy="257175"/>
          </a:xfrm>
          <a:custGeom>
            <a:avLst/>
            <a:gdLst>
              <a:gd name="T0" fmla="*/ 173 w 173"/>
              <a:gd name="T1" fmla="*/ 0 h 288"/>
              <a:gd name="T2" fmla="*/ 0 w 173"/>
              <a:gd name="T3" fmla="*/ 288 h 28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73" h="288">
                <a:moveTo>
                  <a:pt x="173" y="0"/>
                </a:moveTo>
                <a:lnTo>
                  <a:pt x="0" y="288"/>
                </a:lnTo>
              </a:path>
            </a:pathLst>
          </a:cu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2" name="Freeform 19">
            <a:extLst>
              <a:ext uri="{FF2B5EF4-FFF2-40B4-BE49-F238E27FC236}">
                <a16:creationId xmlns:a16="http://schemas.microsoft.com/office/drawing/2014/main" id="{22426BC5-8AF6-840E-9CE2-08778ACB2333}"/>
              </a:ext>
            </a:extLst>
          </p:cNvPr>
          <p:cNvSpPr>
            <a:spLocks/>
          </p:cNvSpPr>
          <p:nvPr/>
        </p:nvSpPr>
        <p:spPr bwMode="auto">
          <a:xfrm>
            <a:off x="2812145" y="1841716"/>
            <a:ext cx="150812" cy="257175"/>
          </a:xfrm>
          <a:custGeom>
            <a:avLst/>
            <a:gdLst>
              <a:gd name="T0" fmla="*/ 0 w 166"/>
              <a:gd name="T1" fmla="*/ 0 h 288"/>
              <a:gd name="T2" fmla="*/ 166 w 166"/>
              <a:gd name="T3" fmla="*/ 288 h 28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66" h="288">
                <a:moveTo>
                  <a:pt x="0" y="0"/>
                </a:moveTo>
                <a:lnTo>
                  <a:pt x="166" y="288"/>
                </a:lnTo>
              </a:path>
            </a:pathLst>
          </a:custGeom>
          <a:noFill/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23" name="Text Box 20">
            <a:extLst>
              <a:ext uri="{FF2B5EF4-FFF2-40B4-BE49-F238E27FC236}">
                <a16:creationId xmlns:a16="http://schemas.microsoft.com/office/drawing/2014/main" id="{C2298AE2-94AC-7550-B0CE-C61EAE83A4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531" y="5531698"/>
            <a:ext cx="886710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/>
                </a:solidFill>
              </a:rPr>
              <a:t>    </a:t>
            </a:r>
            <a:r>
              <a:rPr lang="zh-CN" altLang="en-US" sz="2000" dirty="0">
                <a:solidFill>
                  <a:schemeClr val="tx1"/>
                </a:solidFill>
              </a:rPr>
              <a:t>    假想用水平面</a:t>
            </a:r>
            <a:r>
              <a:rPr lang="en-US" altLang="zh-CN" sz="2000" dirty="0">
                <a:solidFill>
                  <a:schemeClr val="tx1"/>
                </a:solidFill>
              </a:rPr>
              <a:t>P</a:t>
            </a:r>
            <a:r>
              <a:rPr lang="zh-CN" altLang="en-US" sz="2000" dirty="0">
                <a:solidFill>
                  <a:schemeClr val="tx1"/>
                </a:solidFill>
              </a:rPr>
              <a:t>截切立体</a:t>
            </a:r>
            <a:r>
              <a:rPr lang="zh-CN" altLang="en-US" sz="2000" dirty="0"/>
              <a:t>，</a:t>
            </a:r>
            <a:r>
              <a:rPr lang="en-US" altLang="zh-CN" sz="2000" dirty="0">
                <a:solidFill>
                  <a:schemeClr val="tx1"/>
                </a:solidFill>
              </a:rPr>
              <a:t>P</a:t>
            </a:r>
            <a:r>
              <a:rPr lang="zh-CN" altLang="en-US" sz="2000" dirty="0">
                <a:solidFill>
                  <a:schemeClr val="tx1"/>
                </a:solidFill>
              </a:rPr>
              <a:t>面与圆柱面的交线为两条直线，与圆锥面的交线为圆，圆与两直线的交点即为相贯线上的点。</a:t>
            </a:r>
          </a:p>
        </p:txBody>
      </p:sp>
      <p:grpSp>
        <p:nvGrpSpPr>
          <p:cNvPr id="24" name="Group 21">
            <a:extLst>
              <a:ext uri="{FF2B5EF4-FFF2-40B4-BE49-F238E27FC236}">
                <a16:creationId xmlns:a16="http://schemas.microsoft.com/office/drawing/2014/main" id="{9DC52733-5083-BAF8-F1B1-F153009F6448}"/>
              </a:ext>
            </a:extLst>
          </p:cNvPr>
          <p:cNvGrpSpPr>
            <a:grpSpLocks/>
          </p:cNvGrpSpPr>
          <p:nvPr/>
        </p:nvGrpSpPr>
        <p:grpSpPr bwMode="auto">
          <a:xfrm>
            <a:off x="5936345" y="1511370"/>
            <a:ext cx="3255963" cy="3586162"/>
            <a:chOff x="3442" y="677"/>
            <a:chExt cx="2051" cy="2259"/>
          </a:xfrm>
        </p:grpSpPr>
        <p:grpSp>
          <p:nvGrpSpPr>
            <p:cNvPr id="25" name="Group 22">
              <a:extLst>
                <a:ext uri="{FF2B5EF4-FFF2-40B4-BE49-F238E27FC236}">
                  <a16:creationId xmlns:a16="http://schemas.microsoft.com/office/drawing/2014/main" id="{27C1909F-7B7A-DA62-8FAD-CDA12688C5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42" y="677"/>
              <a:ext cx="1382" cy="908"/>
              <a:chOff x="3430" y="598"/>
              <a:chExt cx="1382" cy="908"/>
            </a:xfrm>
          </p:grpSpPr>
          <p:sp>
            <p:nvSpPr>
              <p:cNvPr id="45" name="Freeform 23">
                <a:extLst>
                  <a:ext uri="{FF2B5EF4-FFF2-40B4-BE49-F238E27FC236}">
                    <a16:creationId xmlns:a16="http://schemas.microsoft.com/office/drawing/2014/main" id="{5955F497-9C6E-AF52-5BAF-E81B1AF65B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1" y="706"/>
                <a:ext cx="501" cy="422"/>
              </a:xfrm>
              <a:custGeom>
                <a:avLst/>
                <a:gdLst>
                  <a:gd name="T0" fmla="*/ 0 w 797"/>
                  <a:gd name="T1" fmla="*/ 135 h 671"/>
                  <a:gd name="T2" fmla="*/ 240 w 797"/>
                  <a:gd name="T3" fmla="*/ 0 h 671"/>
                  <a:gd name="T4" fmla="*/ 322 w 797"/>
                  <a:gd name="T5" fmla="*/ 10 h 671"/>
                  <a:gd name="T6" fmla="*/ 389 w 797"/>
                  <a:gd name="T7" fmla="*/ 29 h 671"/>
                  <a:gd name="T8" fmla="*/ 456 w 797"/>
                  <a:gd name="T9" fmla="*/ 53 h 671"/>
                  <a:gd name="T10" fmla="*/ 524 w 797"/>
                  <a:gd name="T11" fmla="*/ 92 h 671"/>
                  <a:gd name="T12" fmla="*/ 591 w 797"/>
                  <a:gd name="T13" fmla="*/ 130 h 671"/>
                  <a:gd name="T14" fmla="*/ 644 w 797"/>
                  <a:gd name="T15" fmla="*/ 168 h 671"/>
                  <a:gd name="T16" fmla="*/ 692 w 797"/>
                  <a:gd name="T17" fmla="*/ 212 h 671"/>
                  <a:gd name="T18" fmla="*/ 749 w 797"/>
                  <a:gd name="T19" fmla="*/ 269 h 671"/>
                  <a:gd name="T20" fmla="*/ 797 w 797"/>
                  <a:gd name="T21" fmla="*/ 322 h 671"/>
                  <a:gd name="T22" fmla="*/ 192 w 797"/>
                  <a:gd name="T23" fmla="*/ 671 h 671"/>
                  <a:gd name="T24" fmla="*/ 0 w 797"/>
                  <a:gd name="T25" fmla="*/ 135 h 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97" h="671">
                    <a:moveTo>
                      <a:pt x="0" y="135"/>
                    </a:moveTo>
                    <a:lnTo>
                      <a:pt x="240" y="0"/>
                    </a:lnTo>
                    <a:lnTo>
                      <a:pt x="322" y="10"/>
                    </a:lnTo>
                    <a:lnTo>
                      <a:pt x="389" y="29"/>
                    </a:lnTo>
                    <a:lnTo>
                      <a:pt x="456" y="53"/>
                    </a:lnTo>
                    <a:lnTo>
                      <a:pt x="524" y="92"/>
                    </a:lnTo>
                    <a:lnTo>
                      <a:pt x="591" y="130"/>
                    </a:lnTo>
                    <a:lnTo>
                      <a:pt x="644" y="168"/>
                    </a:lnTo>
                    <a:lnTo>
                      <a:pt x="692" y="212"/>
                    </a:lnTo>
                    <a:lnTo>
                      <a:pt x="749" y="269"/>
                    </a:lnTo>
                    <a:lnTo>
                      <a:pt x="797" y="322"/>
                    </a:lnTo>
                    <a:lnTo>
                      <a:pt x="192" y="671"/>
                    </a:lnTo>
                    <a:lnTo>
                      <a:pt x="0" y="13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339933">
                      <a:gamma/>
                      <a:shade val="46275"/>
                      <a:invGamma/>
                    </a:srgbClr>
                  </a:gs>
                  <a:gs pos="50000">
                    <a:srgbClr val="339933"/>
                  </a:gs>
                  <a:gs pos="100000">
                    <a:srgbClr val="339933">
                      <a:gamma/>
                      <a:shade val="46275"/>
                      <a:invGamma/>
                    </a:srgb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46" name="Freeform 24">
                <a:extLst>
                  <a:ext uri="{FF2B5EF4-FFF2-40B4-BE49-F238E27FC236}">
                    <a16:creationId xmlns:a16="http://schemas.microsoft.com/office/drawing/2014/main" id="{D137A9AE-5BA5-B076-BEFA-0E875EE220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0" y="1108"/>
                <a:ext cx="648" cy="398"/>
              </a:xfrm>
              <a:custGeom>
                <a:avLst/>
                <a:gdLst>
                  <a:gd name="T0" fmla="*/ 0 w 1032"/>
                  <a:gd name="T1" fmla="*/ 307 h 633"/>
                  <a:gd name="T2" fmla="*/ 561 w 1032"/>
                  <a:gd name="T3" fmla="*/ 633 h 633"/>
                  <a:gd name="T4" fmla="*/ 1032 w 1032"/>
                  <a:gd name="T5" fmla="*/ 369 h 633"/>
                  <a:gd name="T6" fmla="*/ 950 w 1032"/>
                  <a:gd name="T7" fmla="*/ 254 h 633"/>
                  <a:gd name="T8" fmla="*/ 816 w 1032"/>
                  <a:gd name="T9" fmla="*/ 134 h 633"/>
                  <a:gd name="T10" fmla="*/ 734 w 1032"/>
                  <a:gd name="T11" fmla="*/ 86 h 633"/>
                  <a:gd name="T12" fmla="*/ 638 w 1032"/>
                  <a:gd name="T13" fmla="*/ 33 h 633"/>
                  <a:gd name="T14" fmla="*/ 571 w 1032"/>
                  <a:gd name="T15" fmla="*/ 9 h 633"/>
                  <a:gd name="T16" fmla="*/ 523 w 1032"/>
                  <a:gd name="T17" fmla="*/ 0 h 633"/>
                  <a:gd name="T18" fmla="*/ 0 w 1032"/>
                  <a:gd name="T19" fmla="*/ 307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32" h="633">
                    <a:moveTo>
                      <a:pt x="0" y="307"/>
                    </a:moveTo>
                    <a:lnTo>
                      <a:pt x="561" y="633"/>
                    </a:lnTo>
                    <a:lnTo>
                      <a:pt x="1032" y="369"/>
                    </a:lnTo>
                    <a:lnTo>
                      <a:pt x="950" y="254"/>
                    </a:lnTo>
                    <a:lnTo>
                      <a:pt x="816" y="134"/>
                    </a:lnTo>
                    <a:lnTo>
                      <a:pt x="734" y="86"/>
                    </a:lnTo>
                    <a:lnTo>
                      <a:pt x="638" y="33"/>
                    </a:lnTo>
                    <a:lnTo>
                      <a:pt x="571" y="9"/>
                    </a:lnTo>
                    <a:lnTo>
                      <a:pt x="523" y="0"/>
                    </a:lnTo>
                    <a:lnTo>
                      <a:pt x="0" y="30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339933">
                      <a:gamma/>
                      <a:shade val="46275"/>
                      <a:invGamma/>
                    </a:srgbClr>
                  </a:gs>
                  <a:gs pos="50000">
                    <a:srgbClr val="339933"/>
                  </a:gs>
                  <a:gs pos="100000">
                    <a:srgbClr val="339933">
                      <a:gamma/>
                      <a:shade val="46275"/>
                      <a:invGamma/>
                    </a:srgb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47" name="Freeform 25">
                <a:extLst>
                  <a:ext uri="{FF2B5EF4-FFF2-40B4-BE49-F238E27FC236}">
                    <a16:creationId xmlns:a16="http://schemas.microsoft.com/office/drawing/2014/main" id="{F6C9D524-D2D8-E7F2-F11B-95387E0011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6" y="722"/>
                <a:ext cx="705" cy="624"/>
              </a:xfrm>
              <a:custGeom>
                <a:avLst/>
                <a:gdLst>
                  <a:gd name="T0" fmla="*/ 204 w 1120"/>
                  <a:gd name="T1" fmla="*/ 7 h 992"/>
                  <a:gd name="T2" fmla="*/ 0 w 1120"/>
                  <a:gd name="T3" fmla="*/ 582 h 992"/>
                  <a:gd name="T4" fmla="*/ 0 w 1120"/>
                  <a:gd name="T5" fmla="*/ 633 h 992"/>
                  <a:gd name="T6" fmla="*/ 44 w 1120"/>
                  <a:gd name="T7" fmla="*/ 662 h 992"/>
                  <a:gd name="T8" fmla="*/ 131 w 1120"/>
                  <a:gd name="T9" fmla="*/ 698 h 992"/>
                  <a:gd name="T10" fmla="*/ 226 w 1120"/>
                  <a:gd name="T11" fmla="*/ 749 h 992"/>
                  <a:gd name="T12" fmla="*/ 327 w 1120"/>
                  <a:gd name="T13" fmla="*/ 822 h 992"/>
                  <a:gd name="T14" fmla="*/ 440 w 1120"/>
                  <a:gd name="T15" fmla="*/ 908 h 992"/>
                  <a:gd name="T16" fmla="*/ 524 w 1120"/>
                  <a:gd name="T17" fmla="*/ 992 h 992"/>
                  <a:gd name="T18" fmla="*/ 676 w 1120"/>
                  <a:gd name="T19" fmla="*/ 975 h 992"/>
                  <a:gd name="T20" fmla="*/ 815 w 1120"/>
                  <a:gd name="T21" fmla="*/ 946 h 992"/>
                  <a:gd name="T22" fmla="*/ 932 w 1120"/>
                  <a:gd name="T23" fmla="*/ 884 h 992"/>
                  <a:gd name="T24" fmla="*/ 1047 w 1120"/>
                  <a:gd name="T25" fmla="*/ 793 h 992"/>
                  <a:gd name="T26" fmla="*/ 1105 w 1120"/>
                  <a:gd name="T27" fmla="*/ 684 h 992"/>
                  <a:gd name="T28" fmla="*/ 1120 w 1120"/>
                  <a:gd name="T29" fmla="*/ 589 h 992"/>
                  <a:gd name="T30" fmla="*/ 895 w 1120"/>
                  <a:gd name="T31" fmla="*/ 0 h 992"/>
                  <a:gd name="T32" fmla="*/ 204 w 1120"/>
                  <a:gd name="T33" fmla="*/ 7 h 9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120" h="992">
                    <a:moveTo>
                      <a:pt x="204" y="7"/>
                    </a:moveTo>
                    <a:lnTo>
                      <a:pt x="0" y="582"/>
                    </a:lnTo>
                    <a:lnTo>
                      <a:pt x="0" y="633"/>
                    </a:lnTo>
                    <a:lnTo>
                      <a:pt x="44" y="662"/>
                    </a:lnTo>
                    <a:lnTo>
                      <a:pt x="131" y="698"/>
                    </a:lnTo>
                    <a:lnTo>
                      <a:pt x="226" y="749"/>
                    </a:lnTo>
                    <a:lnTo>
                      <a:pt x="327" y="822"/>
                    </a:lnTo>
                    <a:lnTo>
                      <a:pt x="440" y="908"/>
                    </a:lnTo>
                    <a:lnTo>
                      <a:pt x="524" y="992"/>
                    </a:lnTo>
                    <a:lnTo>
                      <a:pt x="676" y="975"/>
                    </a:lnTo>
                    <a:lnTo>
                      <a:pt x="815" y="946"/>
                    </a:lnTo>
                    <a:lnTo>
                      <a:pt x="932" y="884"/>
                    </a:lnTo>
                    <a:lnTo>
                      <a:pt x="1047" y="793"/>
                    </a:lnTo>
                    <a:lnTo>
                      <a:pt x="1105" y="684"/>
                    </a:lnTo>
                    <a:lnTo>
                      <a:pt x="1120" y="589"/>
                    </a:lnTo>
                    <a:lnTo>
                      <a:pt x="895" y="0"/>
                    </a:lnTo>
                    <a:lnTo>
                      <a:pt x="204" y="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CC0000">
                      <a:gamma/>
                      <a:shade val="46275"/>
                      <a:invGamma/>
                    </a:srgbClr>
                  </a:gs>
                  <a:gs pos="50000">
                    <a:srgbClr val="CC0000"/>
                  </a:gs>
                  <a:gs pos="100000">
                    <a:srgbClr val="CC0000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48" name="Oval 26">
                <a:extLst>
                  <a:ext uri="{FF2B5EF4-FFF2-40B4-BE49-F238E27FC236}">
                    <a16:creationId xmlns:a16="http://schemas.microsoft.com/office/drawing/2014/main" id="{E8062C75-5CC5-8499-814A-2D04E3CAC7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0" y="598"/>
                <a:ext cx="422" cy="270"/>
              </a:xfrm>
              <a:prstGeom prst="ellipse">
                <a:avLst/>
              </a:prstGeom>
              <a:solidFill>
                <a:srgbClr val="FF00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49" name="Freeform 27">
                <a:extLst>
                  <a:ext uri="{FF2B5EF4-FFF2-40B4-BE49-F238E27FC236}">
                    <a16:creationId xmlns:a16="http://schemas.microsoft.com/office/drawing/2014/main" id="{AA1853B8-6291-56D8-C8A6-22009E4511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5" y="1301"/>
                <a:ext cx="347" cy="203"/>
              </a:xfrm>
              <a:custGeom>
                <a:avLst/>
                <a:gdLst>
                  <a:gd name="T0" fmla="*/ 0 w 552"/>
                  <a:gd name="T1" fmla="*/ 5 h 324"/>
                  <a:gd name="T2" fmla="*/ 552 w 552"/>
                  <a:gd name="T3" fmla="*/ 324 h 324"/>
                  <a:gd name="T4" fmla="*/ 500 w 552"/>
                  <a:gd name="T5" fmla="*/ 254 h 324"/>
                  <a:gd name="T6" fmla="*/ 447 w 552"/>
                  <a:gd name="T7" fmla="*/ 202 h 324"/>
                  <a:gd name="T8" fmla="*/ 399 w 552"/>
                  <a:gd name="T9" fmla="*/ 163 h 324"/>
                  <a:gd name="T10" fmla="*/ 341 w 552"/>
                  <a:gd name="T11" fmla="*/ 115 h 324"/>
                  <a:gd name="T12" fmla="*/ 276 w 552"/>
                  <a:gd name="T13" fmla="*/ 76 h 324"/>
                  <a:gd name="T14" fmla="*/ 211 w 552"/>
                  <a:gd name="T15" fmla="*/ 47 h 324"/>
                  <a:gd name="T16" fmla="*/ 135 w 552"/>
                  <a:gd name="T17" fmla="*/ 19 h 324"/>
                  <a:gd name="T18" fmla="*/ 68 w 552"/>
                  <a:gd name="T19" fmla="*/ 0 h 324"/>
                  <a:gd name="T20" fmla="*/ 0 w 552"/>
                  <a:gd name="T21" fmla="*/ 5 h 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52" h="324">
                    <a:moveTo>
                      <a:pt x="0" y="5"/>
                    </a:moveTo>
                    <a:lnTo>
                      <a:pt x="552" y="324"/>
                    </a:lnTo>
                    <a:lnTo>
                      <a:pt x="500" y="254"/>
                    </a:lnTo>
                    <a:lnTo>
                      <a:pt x="447" y="202"/>
                    </a:lnTo>
                    <a:lnTo>
                      <a:pt x="399" y="163"/>
                    </a:lnTo>
                    <a:lnTo>
                      <a:pt x="341" y="115"/>
                    </a:lnTo>
                    <a:lnTo>
                      <a:pt x="276" y="76"/>
                    </a:lnTo>
                    <a:lnTo>
                      <a:pt x="211" y="47"/>
                    </a:lnTo>
                    <a:lnTo>
                      <a:pt x="135" y="19"/>
                    </a:lnTo>
                    <a:lnTo>
                      <a:pt x="68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00CC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26" name="Group 28">
              <a:extLst>
                <a:ext uri="{FF2B5EF4-FFF2-40B4-BE49-F238E27FC236}">
                  <a16:creationId xmlns:a16="http://schemas.microsoft.com/office/drawing/2014/main" id="{FAE3D991-B313-73DC-1953-ADFC079501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25" y="1179"/>
              <a:ext cx="1968" cy="1757"/>
              <a:chOff x="3525" y="1179"/>
              <a:chExt cx="1968" cy="1757"/>
            </a:xfrm>
          </p:grpSpPr>
          <p:sp>
            <p:nvSpPr>
              <p:cNvPr id="27" name="Freeform 29">
                <a:extLst>
                  <a:ext uri="{FF2B5EF4-FFF2-40B4-BE49-F238E27FC236}">
                    <a16:creationId xmlns:a16="http://schemas.microsoft.com/office/drawing/2014/main" id="{F976713D-5391-5801-B50D-1A4CFF607B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1" y="1562"/>
                <a:ext cx="1220" cy="1334"/>
              </a:xfrm>
              <a:custGeom>
                <a:avLst/>
                <a:gdLst>
                  <a:gd name="T0" fmla="*/ 0 w 1939"/>
                  <a:gd name="T1" fmla="*/ 947 h 2119"/>
                  <a:gd name="T2" fmla="*/ 460 w 1939"/>
                  <a:gd name="T3" fmla="*/ 666 h 2119"/>
                  <a:gd name="T4" fmla="*/ 505 w 1939"/>
                  <a:gd name="T5" fmla="*/ 717 h 2119"/>
                  <a:gd name="T6" fmla="*/ 550 w 1939"/>
                  <a:gd name="T7" fmla="*/ 736 h 2119"/>
                  <a:gd name="T8" fmla="*/ 601 w 1939"/>
                  <a:gd name="T9" fmla="*/ 755 h 2119"/>
                  <a:gd name="T10" fmla="*/ 704 w 1939"/>
                  <a:gd name="T11" fmla="*/ 781 h 2119"/>
                  <a:gd name="T12" fmla="*/ 780 w 1939"/>
                  <a:gd name="T13" fmla="*/ 768 h 2119"/>
                  <a:gd name="T14" fmla="*/ 851 w 1939"/>
                  <a:gd name="T15" fmla="*/ 743 h 2119"/>
                  <a:gd name="T16" fmla="*/ 921 w 1939"/>
                  <a:gd name="T17" fmla="*/ 698 h 2119"/>
                  <a:gd name="T18" fmla="*/ 979 w 1939"/>
                  <a:gd name="T19" fmla="*/ 640 h 2119"/>
                  <a:gd name="T20" fmla="*/ 1030 w 1939"/>
                  <a:gd name="T21" fmla="*/ 576 h 2119"/>
                  <a:gd name="T22" fmla="*/ 1056 w 1939"/>
                  <a:gd name="T23" fmla="*/ 506 h 2119"/>
                  <a:gd name="T24" fmla="*/ 1068 w 1939"/>
                  <a:gd name="T25" fmla="*/ 442 h 2119"/>
                  <a:gd name="T26" fmla="*/ 1056 w 1939"/>
                  <a:gd name="T27" fmla="*/ 307 h 2119"/>
                  <a:gd name="T28" fmla="*/ 1651 w 1939"/>
                  <a:gd name="T29" fmla="*/ 0 h 2119"/>
                  <a:gd name="T30" fmla="*/ 1696 w 1939"/>
                  <a:gd name="T31" fmla="*/ 58 h 2119"/>
                  <a:gd name="T32" fmla="*/ 1728 w 1939"/>
                  <a:gd name="T33" fmla="*/ 115 h 2119"/>
                  <a:gd name="T34" fmla="*/ 1779 w 1939"/>
                  <a:gd name="T35" fmla="*/ 192 h 2119"/>
                  <a:gd name="T36" fmla="*/ 1811 w 1939"/>
                  <a:gd name="T37" fmla="*/ 256 h 2119"/>
                  <a:gd name="T38" fmla="*/ 1843 w 1939"/>
                  <a:gd name="T39" fmla="*/ 327 h 2119"/>
                  <a:gd name="T40" fmla="*/ 1875 w 1939"/>
                  <a:gd name="T41" fmla="*/ 397 h 2119"/>
                  <a:gd name="T42" fmla="*/ 1900 w 1939"/>
                  <a:gd name="T43" fmla="*/ 480 h 2119"/>
                  <a:gd name="T44" fmla="*/ 1926 w 1939"/>
                  <a:gd name="T45" fmla="*/ 563 h 2119"/>
                  <a:gd name="T46" fmla="*/ 1939 w 1939"/>
                  <a:gd name="T47" fmla="*/ 647 h 2119"/>
                  <a:gd name="T48" fmla="*/ 1939 w 1939"/>
                  <a:gd name="T49" fmla="*/ 775 h 2119"/>
                  <a:gd name="T50" fmla="*/ 1913 w 1939"/>
                  <a:gd name="T51" fmla="*/ 979 h 2119"/>
                  <a:gd name="T52" fmla="*/ 1868 w 1939"/>
                  <a:gd name="T53" fmla="*/ 1050 h 2119"/>
                  <a:gd name="T54" fmla="*/ 1817 w 1939"/>
                  <a:gd name="T55" fmla="*/ 1114 h 2119"/>
                  <a:gd name="T56" fmla="*/ 1766 w 1939"/>
                  <a:gd name="T57" fmla="*/ 1165 h 2119"/>
                  <a:gd name="T58" fmla="*/ 1721 w 1939"/>
                  <a:gd name="T59" fmla="*/ 1203 h 2119"/>
                  <a:gd name="T60" fmla="*/ 121 w 1939"/>
                  <a:gd name="T61" fmla="*/ 2119 h 2119"/>
                  <a:gd name="T62" fmla="*/ 198 w 1939"/>
                  <a:gd name="T63" fmla="*/ 2055 h 2119"/>
                  <a:gd name="T64" fmla="*/ 236 w 1939"/>
                  <a:gd name="T65" fmla="*/ 1991 h 2119"/>
                  <a:gd name="T66" fmla="*/ 230 w 1939"/>
                  <a:gd name="T67" fmla="*/ 1907 h 2119"/>
                  <a:gd name="T68" fmla="*/ 262 w 1939"/>
                  <a:gd name="T69" fmla="*/ 1863 h 2119"/>
                  <a:gd name="T70" fmla="*/ 268 w 1939"/>
                  <a:gd name="T71" fmla="*/ 1773 h 2119"/>
                  <a:gd name="T72" fmla="*/ 281 w 1939"/>
                  <a:gd name="T73" fmla="*/ 1683 h 2119"/>
                  <a:gd name="T74" fmla="*/ 268 w 1939"/>
                  <a:gd name="T75" fmla="*/ 1587 h 2119"/>
                  <a:gd name="T76" fmla="*/ 256 w 1939"/>
                  <a:gd name="T77" fmla="*/ 1498 h 2119"/>
                  <a:gd name="T78" fmla="*/ 224 w 1939"/>
                  <a:gd name="T79" fmla="*/ 1408 h 2119"/>
                  <a:gd name="T80" fmla="*/ 204 w 1939"/>
                  <a:gd name="T81" fmla="*/ 1338 h 2119"/>
                  <a:gd name="T82" fmla="*/ 160 w 1939"/>
                  <a:gd name="T83" fmla="*/ 1229 h 2119"/>
                  <a:gd name="T84" fmla="*/ 121 w 1939"/>
                  <a:gd name="T85" fmla="*/ 1152 h 2119"/>
                  <a:gd name="T86" fmla="*/ 102 w 1939"/>
                  <a:gd name="T87" fmla="*/ 1120 h 2119"/>
                  <a:gd name="T88" fmla="*/ 89 w 1939"/>
                  <a:gd name="T89" fmla="*/ 1031 h 2119"/>
                  <a:gd name="T90" fmla="*/ 0 w 1939"/>
                  <a:gd name="T91" fmla="*/ 947 h 2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939" h="2119">
                    <a:moveTo>
                      <a:pt x="0" y="947"/>
                    </a:moveTo>
                    <a:lnTo>
                      <a:pt x="460" y="666"/>
                    </a:lnTo>
                    <a:lnTo>
                      <a:pt x="505" y="717"/>
                    </a:lnTo>
                    <a:lnTo>
                      <a:pt x="550" y="736"/>
                    </a:lnTo>
                    <a:lnTo>
                      <a:pt x="601" y="755"/>
                    </a:lnTo>
                    <a:lnTo>
                      <a:pt x="704" y="781"/>
                    </a:lnTo>
                    <a:lnTo>
                      <a:pt x="780" y="768"/>
                    </a:lnTo>
                    <a:lnTo>
                      <a:pt x="851" y="743"/>
                    </a:lnTo>
                    <a:lnTo>
                      <a:pt x="921" y="698"/>
                    </a:lnTo>
                    <a:lnTo>
                      <a:pt x="979" y="640"/>
                    </a:lnTo>
                    <a:lnTo>
                      <a:pt x="1030" y="576"/>
                    </a:lnTo>
                    <a:lnTo>
                      <a:pt x="1056" y="506"/>
                    </a:lnTo>
                    <a:lnTo>
                      <a:pt x="1068" y="442"/>
                    </a:lnTo>
                    <a:lnTo>
                      <a:pt x="1056" y="307"/>
                    </a:lnTo>
                    <a:lnTo>
                      <a:pt x="1651" y="0"/>
                    </a:lnTo>
                    <a:lnTo>
                      <a:pt x="1696" y="58"/>
                    </a:lnTo>
                    <a:lnTo>
                      <a:pt x="1728" y="115"/>
                    </a:lnTo>
                    <a:lnTo>
                      <a:pt x="1779" y="192"/>
                    </a:lnTo>
                    <a:lnTo>
                      <a:pt x="1811" y="256"/>
                    </a:lnTo>
                    <a:lnTo>
                      <a:pt x="1843" y="327"/>
                    </a:lnTo>
                    <a:lnTo>
                      <a:pt x="1875" y="397"/>
                    </a:lnTo>
                    <a:lnTo>
                      <a:pt x="1900" y="480"/>
                    </a:lnTo>
                    <a:lnTo>
                      <a:pt x="1926" y="563"/>
                    </a:lnTo>
                    <a:lnTo>
                      <a:pt x="1939" y="647"/>
                    </a:lnTo>
                    <a:lnTo>
                      <a:pt x="1939" y="775"/>
                    </a:lnTo>
                    <a:lnTo>
                      <a:pt x="1913" y="979"/>
                    </a:lnTo>
                    <a:lnTo>
                      <a:pt x="1868" y="1050"/>
                    </a:lnTo>
                    <a:lnTo>
                      <a:pt x="1817" y="1114"/>
                    </a:lnTo>
                    <a:lnTo>
                      <a:pt x="1766" y="1165"/>
                    </a:lnTo>
                    <a:lnTo>
                      <a:pt x="1721" y="1203"/>
                    </a:lnTo>
                    <a:lnTo>
                      <a:pt x="121" y="2119"/>
                    </a:lnTo>
                    <a:lnTo>
                      <a:pt x="198" y="2055"/>
                    </a:lnTo>
                    <a:lnTo>
                      <a:pt x="236" y="1991"/>
                    </a:lnTo>
                    <a:lnTo>
                      <a:pt x="230" y="1907"/>
                    </a:lnTo>
                    <a:lnTo>
                      <a:pt x="262" y="1863"/>
                    </a:lnTo>
                    <a:lnTo>
                      <a:pt x="268" y="1773"/>
                    </a:lnTo>
                    <a:lnTo>
                      <a:pt x="281" y="1683"/>
                    </a:lnTo>
                    <a:lnTo>
                      <a:pt x="268" y="1587"/>
                    </a:lnTo>
                    <a:lnTo>
                      <a:pt x="256" y="1498"/>
                    </a:lnTo>
                    <a:lnTo>
                      <a:pt x="224" y="1408"/>
                    </a:lnTo>
                    <a:lnTo>
                      <a:pt x="204" y="1338"/>
                    </a:lnTo>
                    <a:lnTo>
                      <a:pt x="160" y="1229"/>
                    </a:lnTo>
                    <a:lnTo>
                      <a:pt x="121" y="1152"/>
                    </a:lnTo>
                    <a:lnTo>
                      <a:pt x="102" y="1120"/>
                    </a:lnTo>
                    <a:lnTo>
                      <a:pt x="89" y="1031"/>
                    </a:lnTo>
                    <a:lnTo>
                      <a:pt x="0" y="947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339933">
                      <a:gamma/>
                      <a:shade val="46275"/>
                      <a:invGamma/>
                    </a:srgbClr>
                  </a:gs>
                  <a:gs pos="50000">
                    <a:srgbClr val="339933"/>
                  </a:gs>
                  <a:gs pos="100000">
                    <a:srgbClr val="339933">
                      <a:gamma/>
                      <a:shade val="46275"/>
                      <a:invGamma/>
                    </a:srgb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8" name="Freeform 30">
                <a:extLst>
                  <a:ext uri="{FF2B5EF4-FFF2-40B4-BE49-F238E27FC236}">
                    <a16:creationId xmlns:a16="http://schemas.microsoft.com/office/drawing/2014/main" id="{DFED3F4B-1669-FA68-5D17-C8FEC21EE3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6" y="1365"/>
                <a:ext cx="1393" cy="797"/>
              </a:xfrm>
              <a:custGeom>
                <a:avLst/>
                <a:gdLst>
                  <a:gd name="T0" fmla="*/ 0 w 2215"/>
                  <a:gd name="T1" fmla="*/ 940 h 1267"/>
                  <a:gd name="T2" fmla="*/ 564 w 2215"/>
                  <a:gd name="T3" fmla="*/ 1267 h 1267"/>
                  <a:gd name="T4" fmla="*/ 1024 w 2215"/>
                  <a:gd name="T5" fmla="*/ 998 h 1267"/>
                  <a:gd name="T6" fmla="*/ 1101 w 2215"/>
                  <a:gd name="T7" fmla="*/ 985 h 1267"/>
                  <a:gd name="T8" fmla="*/ 1204 w 2215"/>
                  <a:gd name="T9" fmla="*/ 992 h 1267"/>
                  <a:gd name="T10" fmla="*/ 1274 w 2215"/>
                  <a:gd name="T11" fmla="*/ 979 h 1267"/>
                  <a:gd name="T12" fmla="*/ 1357 w 2215"/>
                  <a:gd name="T13" fmla="*/ 953 h 1267"/>
                  <a:gd name="T14" fmla="*/ 1440 w 2215"/>
                  <a:gd name="T15" fmla="*/ 915 h 1267"/>
                  <a:gd name="T16" fmla="*/ 1492 w 2215"/>
                  <a:gd name="T17" fmla="*/ 870 h 1267"/>
                  <a:gd name="T18" fmla="*/ 1530 w 2215"/>
                  <a:gd name="T19" fmla="*/ 838 h 1267"/>
                  <a:gd name="T20" fmla="*/ 1581 w 2215"/>
                  <a:gd name="T21" fmla="*/ 780 h 1267"/>
                  <a:gd name="T22" fmla="*/ 1626 w 2215"/>
                  <a:gd name="T23" fmla="*/ 723 h 1267"/>
                  <a:gd name="T24" fmla="*/ 1632 w 2215"/>
                  <a:gd name="T25" fmla="*/ 665 h 1267"/>
                  <a:gd name="T26" fmla="*/ 2215 w 2215"/>
                  <a:gd name="T27" fmla="*/ 320 h 1267"/>
                  <a:gd name="T28" fmla="*/ 1645 w 2215"/>
                  <a:gd name="T29" fmla="*/ 0 h 1267"/>
                  <a:gd name="T30" fmla="*/ 1120 w 2215"/>
                  <a:gd name="T31" fmla="*/ 300 h 1267"/>
                  <a:gd name="T32" fmla="*/ 1050 w 2215"/>
                  <a:gd name="T33" fmla="*/ 294 h 1267"/>
                  <a:gd name="T34" fmla="*/ 986 w 2215"/>
                  <a:gd name="T35" fmla="*/ 294 h 1267"/>
                  <a:gd name="T36" fmla="*/ 909 w 2215"/>
                  <a:gd name="T37" fmla="*/ 307 h 1267"/>
                  <a:gd name="T38" fmla="*/ 820 w 2215"/>
                  <a:gd name="T39" fmla="*/ 326 h 1267"/>
                  <a:gd name="T40" fmla="*/ 736 w 2215"/>
                  <a:gd name="T41" fmla="*/ 352 h 1267"/>
                  <a:gd name="T42" fmla="*/ 679 w 2215"/>
                  <a:gd name="T43" fmla="*/ 390 h 1267"/>
                  <a:gd name="T44" fmla="*/ 628 w 2215"/>
                  <a:gd name="T45" fmla="*/ 422 h 1267"/>
                  <a:gd name="T46" fmla="*/ 564 w 2215"/>
                  <a:gd name="T47" fmla="*/ 480 h 1267"/>
                  <a:gd name="T48" fmla="*/ 525 w 2215"/>
                  <a:gd name="T49" fmla="*/ 544 h 1267"/>
                  <a:gd name="T50" fmla="*/ 506 w 2215"/>
                  <a:gd name="T51" fmla="*/ 614 h 1267"/>
                  <a:gd name="T52" fmla="*/ 506 w 2215"/>
                  <a:gd name="T53" fmla="*/ 659 h 1267"/>
                  <a:gd name="T54" fmla="*/ 0 w 2215"/>
                  <a:gd name="T55" fmla="*/ 940 h 12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2215" h="1267">
                    <a:moveTo>
                      <a:pt x="0" y="940"/>
                    </a:moveTo>
                    <a:lnTo>
                      <a:pt x="564" y="1267"/>
                    </a:lnTo>
                    <a:lnTo>
                      <a:pt x="1024" y="998"/>
                    </a:lnTo>
                    <a:lnTo>
                      <a:pt x="1101" y="985"/>
                    </a:lnTo>
                    <a:lnTo>
                      <a:pt x="1204" y="992"/>
                    </a:lnTo>
                    <a:lnTo>
                      <a:pt x="1274" y="979"/>
                    </a:lnTo>
                    <a:lnTo>
                      <a:pt x="1357" y="953"/>
                    </a:lnTo>
                    <a:lnTo>
                      <a:pt x="1440" y="915"/>
                    </a:lnTo>
                    <a:lnTo>
                      <a:pt x="1492" y="870"/>
                    </a:lnTo>
                    <a:lnTo>
                      <a:pt x="1530" y="838"/>
                    </a:lnTo>
                    <a:lnTo>
                      <a:pt x="1581" y="780"/>
                    </a:lnTo>
                    <a:lnTo>
                      <a:pt x="1626" y="723"/>
                    </a:lnTo>
                    <a:lnTo>
                      <a:pt x="1632" y="665"/>
                    </a:lnTo>
                    <a:lnTo>
                      <a:pt x="2215" y="320"/>
                    </a:lnTo>
                    <a:lnTo>
                      <a:pt x="1645" y="0"/>
                    </a:lnTo>
                    <a:lnTo>
                      <a:pt x="1120" y="300"/>
                    </a:lnTo>
                    <a:lnTo>
                      <a:pt x="1050" y="294"/>
                    </a:lnTo>
                    <a:lnTo>
                      <a:pt x="986" y="294"/>
                    </a:lnTo>
                    <a:lnTo>
                      <a:pt x="909" y="307"/>
                    </a:lnTo>
                    <a:lnTo>
                      <a:pt x="820" y="326"/>
                    </a:lnTo>
                    <a:lnTo>
                      <a:pt x="736" y="352"/>
                    </a:lnTo>
                    <a:lnTo>
                      <a:pt x="679" y="390"/>
                    </a:lnTo>
                    <a:lnTo>
                      <a:pt x="628" y="422"/>
                    </a:lnTo>
                    <a:lnTo>
                      <a:pt x="564" y="480"/>
                    </a:lnTo>
                    <a:lnTo>
                      <a:pt x="525" y="544"/>
                    </a:lnTo>
                    <a:lnTo>
                      <a:pt x="506" y="614"/>
                    </a:lnTo>
                    <a:lnTo>
                      <a:pt x="506" y="659"/>
                    </a:lnTo>
                    <a:lnTo>
                      <a:pt x="0" y="940"/>
                    </a:lnTo>
                    <a:close/>
                  </a:path>
                </a:pathLst>
              </a:custGeom>
              <a:solidFill>
                <a:srgbClr val="CC66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29" name="Freeform 31">
                <a:extLst>
                  <a:ext uri="{FF2B5EF4-FFF2-40B4-BE49-F238E27FC236}">
                    <a16:creationId xmlns:a16="http://schemas.microsoft.com/office/drawing/2014/main" id="{F93C4655-A1E2-36D6-EF13-1919F881AF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7" y="1779"/>
                <a:ext cx="394" cy="291"/>
              </a:xfrm>
              <a:custGeom>
                <a:avLst/>
                <a:gdLst>
                  <a:gd name="T0" fmla="*/ 0 w 627"/>
                  <a:gd name="T1" fmla="*/ 326 h 461"/>
                  <a:gd name="T2" fmla="*/ 45 w 627"/>
                  <a:gd name="T3" fmla="*/ 371 h 461"/>
                  <a:gd name="T4" fmla="*/ 96 w 627"/>
                  <a:gd name="T5" fmla="*/ 397 h 461"/>
                  <a:gd name="T6" fmla="*/ 141 w 627"/>
                  <a:gd name="T7" fmla="*/ 429 h 461"/>
                  <a:gd name="T8" fmla="*/ 230 w 627"/>
                  <a:gd name="T9" fmla="*/ 454 h 461"/>
                  <a:gd name="T10" fmla="*/ 326 w 627"/>
                  <a:gd name="T11" fmla="*/ 461 h 461"/>
                  <a:gd name="T12" fmla="*/ 422 w 627"/>
                  <a:gd name="T13" fmla="*/ 422 h 461"/>
                  <a:gd name="T14" fmla="*/ 518 w 627"/>
                  <a:gd name="T15" fmla="*/ 352 h 461"/>
                  <a:gd name="T16" fmla="*/ 589 w 627"/>
                  <a:gd name="T17" fmla="*/ 230 h 461"/>
                  <a:gd name="T18" fmla="*/ 627 w 627"/>
                  <a:gd name="T19" fmla="*/ 89 h 461"/>
                  <a:gd name="T20" fmla="*/ 614 w 627"/>
                  <a:gd name="T21" fmla="*/ 0 h 461"/>
                  <a:gd name="T22" fmla="*/ 589 w 627"/>
                  <a:gd name="T23" fmla="*/ 57 h 461"/>
                  <a:gd name="T24" fmla="*/ 563 w 627"/>
                  <a:gd name="T25" fmla="*/ 109 h 461"/>
                  <a:gd name="T26" fmla="*/ 518 w 627"/>
                  <a:gd name="T27" fmla="*/ 153 h 461"/>
                  <a:gd name="T28" fmla="*/ 448 w 627"/>
                  <a:gd name="T29" fmla="*/ 211 h 461"/>
                  <a:gd name="T30" fmla="*/ 403 w 627"/>
                  <a:gd name="T31" fmla="*/ 237 h 461"/>
                  <a:gd name="T32" fmla="*/ 352 w 627"/>
                  <a:gd name="T33" fmla="*/ 269 h 461"/>
                  <a:gd name="T34" fmla="*/ 250 w 627"/>
                  <a:gd name="T35" fmla="*/ 294 h 461"/>
                  <a:gd name="T36" fmla="*/ 166 w 627"/>
                  <a:gd name="T37" fmla="*/ 320 h 461"/>
                  <a:gd name="T38" fmla="*/ 51 w 627"/>
                  <a:gd name="T39" fmla="*/ 326 h 461"/>
                  <a:gd name="T40" fmla="*/ 0 w 627"/>
                  <a:gd name="T41" fmla="*/ 326 h 4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627" h="461">
                    <a:moveTo>
                      <a:pt x="0" y="326"/>
                    </a:moveTo>
                    <a:lnTo>
                      <a:pt x="45" y="371"/>
                    </a:lnTo>
                    <a:lnTo>
                      <a:pt x="96" y="397"/>
                    </a:lnTo>
                    <a:lnTo>
                      <a:pt x="141" y="429"/>
                    </a:lnTo>
                    <a:lnTo>
                      <a:pt x="230" y="454"/>
                    </a:lnTo>
                    <a:lnTo>
                      <a:pt x="326" y="461"/>
                    </a:lnTo>
                    <a:lnTo>
                      <a:pt x="422" y="422"/>
                    </a:lnTo>
                    <a:lnTo>
                      <a:pt x="518" y="352"/>
                    </a:lnTo>
                    <a:lnTo>
                      <a:pt x="589" y="230"/>
                    </a:lnTo>
                    <a:lnTo>
                      <a:pt x="627" y="89"/>
                    </a:lnTo>
                    <a:lnTo>
                      <a:pt x="614" y="0"/>
                    </a:lnTo>
                    <a:lnTo>
                      <a:pt x="589" y="57"/>
                    </a:lnTo>
                    <a:lnTo>
                      <a:pt x="563" y="109"/>
                    </a:lnTo>
                    <a:lnTo>
                      <a:pt x="518" y="153"/>
                    </a:lnTo>
                    <a:lnTo>
                      <a:pt x="448" y="211"/>
                    </a:lnTo>
                    <a:lnTo>
                      <a:pt x="403" y="237"/>
                    </a:lnTo>
                    <a:lnTo>
                      <a:pt x="352" y="269"/>
                    </a:lnTo>
                    <a:lnTo>
                      <a:pt x="250" y="294"/>
                    </a:lnTo>
                    <a:lnTo>
                      <a:pt x="166" y="320"/>
                    </a:lnTo>
                    <a:lnTo>
                      <a:pt x="51" y="326"/>
                    </a:lnTo>
                    <a:lnTo>
                      <a:pt x="0" y="32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CC0000">
                      <a:gamma/>
                      <a:shade val="46275"/>
                      <a:invGamma/>
                    </a:srgbClr>
                  </a:gs>
                  <a:gs pos="50000">
                    <a:srgbClr val="CC0000"/>
                  </a:gs>
                  <a:gs pos="100000">
                    <a:srgbClr val="CC0000">
                      <a:gamma/>
                      <a:shade val="46275"/>
                      <a:invGamma/>
                    </a:srgbClr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30" name="Freeform 32">
                <a:extLst>
                  <a:ext uri="{FF2B5EF4-FFF2-40B4-BE49-F238E27FC236}">
                    <a16:creationId xmlns:a16="http://schemas.microsoft.com/office/drawing/2014/main" id="{A3B4D17D-8A45-B0E4-E991-AC573AFE1C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8" y="1360"/>
                <a:ext cx="379" cy="198"/>
              </a:xfrm>
              <a:custGeom>
                <a:avLst/>
                <a:gdLst>
                  <a:gd name="T0" fmla="*/ 0 w 602"/>
                  <a:gd name="T1" fmla="*/ 295 h 314"/>
                  <a:gd name="T2" fmla="*/ 474 w 602"/>
                  <a:gd name="T3" fmla="*/ 13 h 314"/>
                  <a:gd name="T4" fmla="*/ 544 w 602"/>
                  <a:gd name="T5" fmla="*/ 0 h 314"/>
                  <a:gd name="T6" fmla="*/ 602 w 602"/>
                  <a:gd name="T7" fmla="*/ 7 h 314"/>
                  <a:gd name="T8" fmla="*/ 83 w 602"/>
                  <a:gd name="T9" fmla="*/ 314 h 314"/>
                  <a:gd name="T10" fmla="*/ 0 w 602"/>
                  <a:gd name="T11" fmla="*/ 295 h 3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02" h="314">
                    <a:moveTo>
                      <a:pt x="0" y="295"/>
                    </a:moveTo>
                    <a:lnTo>
                      <a:pt x="474" y="13"/>
                    </a:lnTo>
                    <a:lnTo>
                      <a:pt x="544" y="0"/>
                    </a:lnTo>
                    <a:lnTo>
                      <a:pt x="602" y="7"/>
                    </a:lnTo>
                    <a:lnTo>
                      <a:pt x="83" y="314"/>
                    </a:lnTo>
                    <a:lnTo>
                      <a:pt x="0" y="295"/>
                    </a:lnTo>
                    <a:close/>
                  </a:path>
                </a:pathLst>
              </a:custGeom>
              <a:solidFill>
                <a:srgbClr val="008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31" name="Freeform 33">
                <a:extLst>
                  <a:ext uri="{FF2B5EF4-FFF2-40B4-BE49-F238E27FC236}">
                    <a16:creationId xmlns:a16="http://schemas.microsoft.com/office/drawing/2014/main" id="{D29A4CDA-DD25-EC5A-37E8-4B618A6BEC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1" y="1739"/>
                <a:ext cx="459" cy="254"/>
              </a:xfrm>
              <a:custGeom>
                <a:avLst/>
                <a:gdLst>
                  <a:gd name="T0" fmla="*/ 704 w 730"/>
                  <a:gd name="T1" fmla="*/ 0 h 403"/>
                  <a:gd name="T2" fmla="*/ 0 w 730"/>
                  <a:gd name="T3" fmla="*/ 403 h 403"/>
                  <a:gd name="T4" fmla="*/ 51 w 730"/>
                  <a:gd name="T5" fmla="*/ 384 h 403"/>
                  <a:gd name="T6" fmla="*/ 122 w 730"/>
                  <a:gd name="T7" fmla="*/ 377 h 403"/>
                  <a:gd name="T8" fmla="*/ 160 w 730"/>
                  <a:gd name="T9" fmla="*/ 377 h 403"/>
                  <a:gd name="T10" fmla="*/ 730 w 730"/>
                  <a:gd name="T11" fmla="*/ 57 h 403"/>
                  <a:gd name="T12" fmla="*/ 704 w 730"/>
                  <a:gd name="T13" fmla="*/ 0 h 4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0" h="403">
                    <a:moveTo>
                      <a:pt x="704" y="0"/>
                    </a:moveTo>
                    <a:lnTo>
                      <a:pt x="0" y="403"/>
                    </a:lnTo>
                    <a:lnTo>
                      <a:pt x="51" y="384"/>
                    </a:lnTo>
                    <a:lnTo>
                      <a:pt x="122" y="377"/>
                    </a:lnTo>
                    <a:lnTo>
                      <a:pt x="160" y="377"/>
                    </a:lnTo>
                    <a:lnTo>
                      <a:pt x="730" y="57"/>
                    </a:lnTo>
                    <a:lnTo>
                      <a:pt x="704" y="0"/>
                    </a:lnTo>
                    <a:close/>
                  </a:path>
                </a:pathLst>
              </a:custGeom>
              <a:solidFill>
                <a:srgbClr val="008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32" name="Freeform 34">
                <a:extLst>
                  <a:ext uri="{FF2B5EF4-FFF2-40B4-BE49-F238E27FC236}">
                    <a16:creationId xmlns:a16="http://schemas.microsoft.com/office/drawing/2014/main" id="{24EDC786-9B5C-9A4E-856B-0E4CBF583E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2" y="2312"/>
                <a:ext cx="1" cy="6"/>
              </a:xfrm>
              <a:custGeom>
                <a:avLst/>
                <a:gdLst>
                  <a:gd name="T0" fmla="*/ 0 w 1"/>
                  <a:gd name="T1" fmla="*/ 42 h 42"/>
                  <a:gd name="T2" fmla="*/ 0 w 1"/>
                  <a:gd name="T3" fmla="*/ 0 h 42"/>
                  <a:gd name="T4" fmla="*/ 1 w 1"/>
                  <a:gd name="T5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42">
                    <a:moveTo>
                      <a:pt x="0" y="4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0">
                <a:solidFill>
                  <a:srgbClr val="00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3" name="Freeform 35">
                <a:extLst>
                  <a:ext uri="{FF2B5EF4-FFF2-40B4-BE49-F238E27FC236}">
                    <a16:creationId xmlns:a16="http://schemas.microsoft.com/office/drawing/2014/main" id="{7ABC9EB7-B2F3-AB83-B2FC-7F3CE072F9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0" y="1956"/>
                <a:ext cx="794" cy="980"/>
              </a:xfrm>
              <a:custGeom>
                <a:avLst/>
                <a:gdLst>
                  <a:gd name="T0" fmla="*/ 390 w 1261"/>
                  <a:gd name="T1" fmla="*/ 0 h 1556"/>
                  <a:gd name="T2" fmla="*/ 960 w 1261"/>
                  <a:gd name="T3" fmla="*/ 329 h 1556"/>
                  <a:gd name="T4" fmla="*/ 1037 w 1261"/>
                  <a:gd name="T5" fmla="*/ 391 h 1556"/>
                  <a:gd name="T6" fmla="*/ 1101 w 1261"/>
                  <a:gd name="T7" fmla="*/ 500 h 1556"/>
                  <a:gd name="T8" fmla="*/ 1158 w 1261"/>
                  <a:gd name="T9" fmla="*/ 628 h 1556"/>
                  <a:gd name="T10" fmla="*/ 1197 w 1261"/>
                  <a:gd name="T11" fmla="*/ 730 h 1556"/>
                  <a:gd name="T12" fmla="*/ 1242 w 1261"/>
                  <a:gd name="T13" fmla="*/ 877 h 1556"/>
                  <a:gd name="T14" fmla="*/ 1261 w 1261"/>
                  <a:gd name="T15" fmla="*/ 1076 h 1556"/>
                  <a:gd name="T16" fmla="*/ 1242 w 1261"/>
                  <a:gd name="T17" fmla="*/ 1223 h 1556"/>
                  <a:gd name="T18" fmla="*/ 1203 w 1261"/>
                  <a:gd name="T19" fmla="*/ 1344 h 1556"/>
                  <a:gd name="T20" fmla="*/ 1146 w 1261"/>
                  <a:gd name="T21" fmla="*/ 1447 h 1556"/>
                  <a:gd name="T22" fmla="*/ 1082 w 1261"/>
                  <a:gd name="T23" fmla="*/ 1492 h 1556"/>
                  <a:gd name="T24" fmla="*/ 1005 w 1261"/>
                  <a:gd name="T25" fmla="*/ 1530 h 1556"/>
                  <a:gd name="T26" fmla="*/ 915 w 1261"/>
                  <a:gd name="T27" fmla="*/ 1556 h 1556"/>
                  <a:gd name="T28" fmla="*/ 800 w 1261"/>
                  <a:gd name="T29" fmla="*/ 1556 h 1556"/>
                  <a:gd name="T30" fmla="*/ 666 w 1261"/>
                  <a:gd name="T31" fmla="*/ 1524 h 1556"/>
                  <a:gd name="T32" fmla="*/ 589 w 1261"/>
                  <a:gd name="T33" fmla="*/ 1492 h 1556"/>
                  <a:gd name="T34" fmla="*/ 493 w 1261"/>
                  <a:gd name="T35" fmla="*/ 1421 h 1556"/>
                  <a:gd name="T36" fmla="*/ 410 w 1261"/>
                  <a:gd name="T37" fmla="*/ 1357 h 1556"/>
                  <a:gd name="T38" fmla="*/ 352 w 1261"/>
                  <a:gd name="T39" fmla="*/ 1300 h 1556"/>
                  <a:gd name="T40" fmla="*/ 294 w 1261"/>
                  <a:gd name="T41" fmla="*/ 1236 h 1556"/>
                  <a:gd name="T42" fmla="*/ 237 w 1261"/>
                  <a:gd name="T43" fmla="*/ 1152 h 1556"/>
                  <a:gd name="T44" fmla="*/ 179 w 1261"/>
                  <a:gd name="T45" fmla="*/ 1076 h 1556"/>
                  <a:gd name="T46" fmla="*/ 128 w 1261"/>
                  <a:gd name="T47" fmla="*/ 980 h 1556"/>
                  <a:gd name="T48" fmla="*/ 90 w 1261"/>
                  <a:gd name="T49" fmla="*/ 890 h 1556"/>
                  <a:gd name="T50" fmla="*/ 58 w 1261"/>
                  <a:gd name="T51" fmla="*/ 800 h 1556"/>
                  <a:gd name="T52" fmla="*/ 26 w 1261"/>
                  <a:gd name="T53" fmla="*/ 704 h 1556"/>
                  <a:gd name="T54" fmla="*/ 6 w 1261"/>
                  <a:gd name="T55" fmla="*/ 596 h 1556"/>
                  <a:gd name="T56" fmla="*/ 0 w 1261"/>
                  <a:gd name="T57" fmla="*/ 480 h 1556"/>
                  <a:gd name="T58" fmla="*/ 6 w 1261"/>
                  <a:gd name="T59" fmla="*/ 346 h 1556"/>
                  <a:gd name="T60" fmla="*/ 38 w 1261"/>
                  <a:gd name="T61" fmla="*/ 244 h 1556"/>
                  <a:gd name="T62" fmla="*/ 102 w 1261"/>
                  <a:gd name="T63" fmla="*/ 141 h 1556"/>
                  <a:gd name="T64" fmla="*/ 166 w 1261"/>
                  <a:gd name="T65" fmla="*/ 77 h 1556"/>
                  <a:gd name="T66" fmla="*/ 256 w 1261"/>
                  <a:gd name="T67" fmla="*/ 26 h 1556"/>
                  <a:gd name="T68" fmla="*/ 320 w 1261"/>
                  <a:gd name="T69" fmla="*/ 7 h 1556"/>
                  <a:gd name="T70" fmla="*/ 390 w 1261"/>
                  <a:gd name="T71" fmla="*/ 0 h 15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261" h="1556">
                    <a:moveTo>
                      <a:pt x="390" y="0"/>
                    </a:moveTo>
                    <a:lnTo>
                      <a:pt x="960" y="329"/>
                    </a:lnTo>
                    <a:lnTo>
                      <a:pt x="1037" y="391"/>
                    </a:lnTo>
                    <a:lnTo>
                      <a:pt x="1101" y="500"/>
                    </a:lnTo>
                    <a:lnTo>
                      <a:pt x="1158" y="628"/>
                    </a:lnTo>
                    <a:lnTo>
                      <a:pt x="1197" y="730"/>
                    </a:lnTo>
                    <a:lnTo>
                      <a:pt x="1242" y="877"/>
                    </a:lnTo>
                    <a:lnTo>
                      <a:pt x="1261" y="1076"/>
                    </a:lnTo>
                    <a:lnTo>
                      <a:pt x="1242" y="1223"/>
                    </a:lnTo>
                    <a:lnTo>
                      <a:pt x="1203" y="1344"/>
                    </a:lnTo>
                    <a:lnTo>
                      <a:pt x="1146" y="1447"/>
                    </a:lnTo>
                    <a:lnTo>
                      <a:pt x="1082" y="1492"/>
                    </a:lnTo>
                    <a:lnTo>
                      <a:pt x="1005" y="1530"/>
                    </a:lnTo>
                    <a:lnTo>
                      <a:pt x="915" y="1556"/>
                    </a:lnTo>
                    <a:lnTo>
                      <a:pt x="800" y="1556"/>
                    </a:lnTo>
                    <a:lnTo>
                      <a:pt x="666" y="1524"/>
                    </a:lnTo>
                    <a:lnTo>
                      <a:pt x="589" y="1492"/>
                    </a:lnTo>
                    <a:lnTo>
                      <a:pt x="493" y="1421"/>
                    </a:lnTo>
                    <a:lnTo>
                      <a:pt x="410" y="1357"/>
                    </a:lnTo>
                    <a:lnTo>
                      <a:pt x="352" y="1300"/>
                    </a:lnTo>
                    <a:lnTo>
                      <a:pt x="294" y="1236"/>
                    </a:lnTo>
                    <a:lnTo>
                      <a:pt x="237" y="1152"/>
                    </a:lnTo>
                    <a:lnTo>
                      <a:pt x="179" y="1076"/>
                    </a:lnTo>
                    <a:lnTo>
                      <a:pt x="128" y="980"/>
                    </a:lnTo>
                    <a:lnTo>
                      <a:pt x="90" y="890"/>
                    </a:lnTo>
                    <a:lnTo>
                      <a:pt x="58" y="800"/>
                    </a:lnTo>
                    <a:lnTo>
                      <a:pt x="26" y="704"/>
                    </a:lnTo>
                    <a:lnTo>
                      <a:pt x="6" y="596"/>
                    </a:lnTo>
                    <a:lnTo>
                      <a:pt x="0" y="480"/>
                    </a:lnTo>
                    <a:lnTo>
                      <a:pt x="6" y="346"/>
                    </a:lnTo>
                    <a:lnTo>
                      <a:pt x="38" y="244"/>
                    </a:lnTo>
                    <a:lnTo>
                      <a:pt x="102" y="141"/>
                    </a:lnTo>
                    <a:lnTo>
                      <a:pt x="166" y="77"/>
                    </a:lnTo>
                    <a:lnTo>
                      <a:pt x="256" y="26"/>
                    </a:lnTo>
                    <a:lnTo>
                      <a:pt x="320" y="7"/>
                    </a:lnTo>
                    <a:lnTo>
                      <a:pt x="390" y="0"/>
                    </a:lnTo>
                    <a:close/>
                  </a:path>
                </a:pathLst>
              </a:custGeom>
              <a:solidFill>
                <a:srgbClr val="00CC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34" name="Freeform 36">
                <a:extLst>
                  <a:ext uri="{FF2B5EF4-FFF2-40B4-BE49-F238E27FC236}">
                    <a16:creationId xmlns:a16="http://schemas.microsoft.com/office/drawing/2014/main" id="{729B23BF-2922-9463-F114-F26C3C9CB7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5" y="1179"/>
                <a:ext cx="1968" cy="1152"/>
              </a:xfrm>
              <a:custGeom>
                <a:avLst/>
                <a:gdLst>
                  <a:gd name="T0" fmla="*/ 0 w 1968"/>
                  <a:gd name="T1" fmla="*/ 800 h 1152"/>
                  <a:gd name="T2" fmla="*/ 1375 w 1968"/>
                  <a:gd name="T3" fmla="*/ 0 h 1152"/>
                  <a:gd name="T4" fmla="*/ 1968 w 1968"/>
                  <a:gd name="T5" fmla="*/ 370 h 1152"/>
                  <a:gd name="T6" fmla="*/ 619 w 1968"/>
                  <a:gd name="T7" fmla="*/ 1152 h 1152"/>
                  <a:gd name="T8" fmla="*/ 0 w 1968"/>
                  <a:gd name="T9" fmla="*/ 800 h 1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68" h="1152">
                    <a:moveTo>
                      <a:pt x="0" y="800"/>
                    </a:moveTo>
                    <a:lnTo>
                      <a:pt x="1375" y="0"/>
                    </a:lnTo>
                    <a:lnTo>
                      <a:pt x="1968" y="370"/>
                    </a:lnTo>
                    <a:lnTo>
                      <a:pt x="619" y="1152"/>
                    </a:lnTo>
                    <a:lnTo>
                      <a:pt x="0" y="800"/>
                    </a:lnTo>
                    <a:close/>
                  </a:path>
                </a:pathLst>
              </a:custGeom>
              <a:solidFill>
                <a:srgbClr val="FFCCFF">
                  <a:alpha val="50000"/>
                </a:srgbClr>
              </a:solidFill>
              <a:ln w="19050" cap="flat" cmpd="sng">
                <a:solidFill>
                  <a:srgbClr val="CC00C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35" name="Oval 37">
                <a:extLst>
                  <a:ext uri="{FF2B5EF4-FFF2-40B4-BE49-F238E27FC236}">
                    <a16:creationId xmlns:a16="http://schemas.microsoft.com/office/drawing/2014/main" id="{8692B99F-65CA-D38D-F433-EEB9722D13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4276">
                <a:off x="4187" y="1546"/>
                <a:ext cx="701" cy="431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rgbClr val="339933">
                            <a:gamma/>
                            <a:shade val="46275"/>
                            <a:invGamma/>
                          </a:srgbClr>
                        </a:gs>
                        <a:gs pos="50000">
                          <a:srgbClr val="339933"/>
                        </a:gs>
                        <a:gs pos="100000">
                          <a:srgbClr val="339933">
                            <a:gamma/>
                            <a:shade val="46275"/>
                            <a:invGamma/>
                          </a:srgbClr>
                        </a:gs>
                      </a:gsLst>
                      <a:lin ang="2700000" scaled="1"/>
                    </a:gra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36" name="Freeform 38">
                <a:extLst>
                  <a:ext uri="{FF2B5EF4-FFF2-40B4-BE49-F238E27FC236}">
                    <a16:creationId xmlns:a16="http://schemas.microsoft.com/office/drawing/2014/main" id="{EFA404A3-AA61-CEC6-C49E-F3D22C64E4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2" y="1367"/>
                <a:ext cx="1028" cy="599"/>
              </a:xfrm>
              <a:custGeom>
                <a:avLst/>
                <a:gdLst>
                  <a:gd name="T0" fmla="*/ 1073 w 1073"/>
                  <a:gd name="T1" fmla="*/ 0 h 620"/>
                  <a:gd name="T2" fmla="*/ 0 w 1073"/>
                  <a:gd name="T3" fmla="*/ 620 h 620"/>
                  <a:gd name="T4" fmla="*/ 1 w 1073"/>
                  <a:gd name="T5" fmla="*/ 620 h 6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073" h="620">
                    <a:moveTo>
                      <a:pt x="1073" y="0"/>
                    </a:moveTo>
                    <a:lnTo>
                      <a:pt x="0" y="620"/>
                    </a:lnTo>
                    <a:lnTo>
                      <a:pt x="1" y="620"/>
                    </a:lnTo>
                  </a:path>
                </a:pathLst>
              </a:custGeom>
              <a:noFill/>
              <a:ln w="28575" cmpd="sng">
                <a:solidFill>
                  <a:srgbClr val="FFFF66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7" name="Freeform 39">
                <a:extLst>
                  <a:ext uri="{FF2B5EF4-FFF2-40B4-BE49-F238E27FC236}">
                    <a16:creationId xmlns:a16="http://schemas.microsoft.com/office/drawing/2014/main" id="{AF9EAF3E-825B-BAD5-A6A5-5425789FAA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1" y="1562"/>
                <a:ext cx="1038" cy="596"/>
              </a:xfrm>
              <a:custGeom>
                <a:avLst/>
                <a:gdLst>
                  <a:gd name="T0" fmla="*/ 0 w 1651"/>
                  <a:gd name="T1" fmla="*/ 947 h 947"/>
                  <a:gd name="T2" fmla="*/ 1651 w 1651"/>
                  <a:gd name="T3" fmla="*/ 0 h 9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651" h="947">
                    <a:moveTo>
                      <a:pt x="0" y="947"/>
                    </a:moveTo>
                    <a:lnTo>
                      <a:pt x="1651" y="0"/>
                    </a:lnTo>
                  </a:path>
                </a:pathLst>
              </a:custGeom>
              <a:noFill/>
              <a:ln w="28575" cap="flat" cmpd="sng">
                <a:solidFill>
                  <a:srgbClr val="FFFF6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38" name="Line 40">
                <a:extLst>
                  <a:ext uri="{FF2B5EF4-FFF2-40B4-BE49-F238E27FC236}">
                    <a16:creationId xmlns:a16="http://schemas.microsoft.com/office/drawing/2014/main" id="{50A7DE39-A650-409D-63E4-5A943873BF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4" y="1965"/>
                <a:ext cx="350" cy="197"/>
              </a:xfrm>
              <a:prstGeom prst="line">
                <a:avLst/>
              </a:prstGeom>
              <a:noFill/>
              <a:ln w="28575">
                <a:solidFill>
                  <a:srgbClr val="FFFF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39" name="Line 41">
                <a:extLst>
                  <a:ext uri="{FF2B5EF4-FFF2-40B4-BE49-F238E27FC236}">
                    <a16:creationId xmlns:a16="http://schemas.microsoft.com/office/drawing/2014/main" id="{EBC25100-5FFB-7971-EA8A-75B99BAF6D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89" y="1365"/>
                <a:ext cx="363" cy="205"/>
              </a:xfrm>
              <a:prstGeom prst="line">
                <a:avLst/>
              </a:prstGeom>
              <a:noFill/>
              <a:ln w="28575">
                <a:solidFill>
                  <a:srgbClr val="FFFF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40" name="Oval 42">
                <a:extLst>
                  <a:ext uri="{FF2B5EF4-FFF2-40B4-BE49-F238E27FC236}">
                    <a16:creationId xmlns:a16="http://schemas.microsoft.com/office/drawing/2014/main" id="{A74123BE-CB19-00E9-76DC-C1180A1ED2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9" y="1938"/>
                <a:ext cx="73" cy="73"/>
              </a:xfrm>
              <a:prstGeom prst="ellipse">
                <a:avLst/>
              </a:prstGeom>
              <a:solidFill>
                <a:srgbClr val="0066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41" name="Oval 43">
                <a:extLst>
                  <a:ext uri="{FF2B5EF4-FFF2-40B4-BE49-F238E27FC236}">
                    <a16:creationId xmlns:a16="http://schemas.microsoft.com/office/drawing/2014/main" id="{3E8C3DE6-7386-4930-E2A5-8D0B366057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4" y="1746"/>
                <a:ext cx="73" cy="73"/>
              </a:xfrm>
              <a:prstGeom prst="ellipse">
                <a:avLst/>
              </a:prstGeom>
              <a:solidFill>
                <a:srgbClr val="0066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42" name="Oval 44">
                <a:extLst>
                  <a:ext uri="{FF2B5EF4-FFF2-40B4-BE49-F238E27FC236}">
                    <a16:creationId xmlns:a16="http://schemas.microsoft.com/office/drawing/2014/main" id="{62361CFF-A6F9-1A49-C1C1-8B0240E186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38" y="1520"/>
                <a:ext cx="73" cy="73"/>
              </a:xfrm>
              <a:prstGeom prst="ellipse">
                <a:avLst/>
              </a:prstGeom>
              <a:solidFill>
                <a:srgbClr val="0066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43" name="Oval 45">
                <a:extLst>
                  <a:ext uri="{FF2B5EF4-FFF2-40B4-BE49-F238E27FC236}">
                    <a16:creationId xmlns:a16="http://schemas.microsoft.com/office/drawing/2014/main" id="{699DD5A0-21ED-A72B-E2B3-91F739A434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46" y="1737"/>
                <a:ext cx="73" cy="73"/>
              </a:xfrm>
              <a:prstGeom prst="ellipse">
                <a:avLst/>
              </a:prstGeom>
              <a:solidFill>
                <a:srgbClr val="0066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44" name="Text Box 46">
                <a:extLst>
                  <a:ext uri="{FF2B5EF4-FFF2-40B4-BE49-F238E27FC236}">
                    <a16:creationId xmlns:a16="http://schemas.microsoft.com/office/drawing/2014/main" id="{7F5F718F-56C0-2693-09CB-91105AD878E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06" y="1802"/>
                <a:ext cx="253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r>
                  <a:rPr lang="en-US" altLang="zh-CN" sz="2800" i="1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P</a:t>
                </a:r>
              </a:p>
            </p:txBody>
          </p:sp>
        </p:grpSp>
      </p:grpSp>
      <p:pic>
        <p:nvPicPr>
          <p:cNvPr id="50" name="Picture 49">
            <a:extLst>
              <a:ext uri="{FF2B5EF4-FFF2-40B4-BE49-F238E27FC236}">
                <a16:creationId xmlns:a16="http://schemas.microsoft.com/office/drawing/2014/main" id="{9BBD4F87-0AF9-2649-65F6-BD10E6704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9705070" y="2636907"/>
            <a:ext cx="1397492" cy="2973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019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35AF67-EE56-306B-E4FF-8DC722FCE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FEEFB-198B-2E4A-B26C-F6384442896E}" type="datetime1">
              <a:rPr lang="en-US" altLang="zh-CN" smtClean="0"/>
              <a:t>11/11/25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CC67D3-8321-C68B-8CDA-F3BE7B4BE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14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30799C-A557-9C2F-776A-9063D8F48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27</a:t>
            </a:fld>
            <a:endParaRPr lang="en-US"/>
          </a:p>
        </p:txBody>
      </p:sp>
      <p:sp>
        <p:nvSpPr>
          <p:cNvPr id="5" name="Text Box 83">
            <a:extLst>
              <a:ext uri="{FF2B5EF4-FFF2-40B4-BE49-F238E27FC236}">
                <a16:creationId xmlns:a16="http://schemas.microsoft.com/office/drawing/2014/main" id="{BD2ABB4B-4373-5484-6E37-8BB0D1B663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5827" y="3975301"/>
            <a:ext cx="23391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latin typeface="DengXian" charset="-122"/>
                <a:ea typeface="DengXian" charset="-122"/>
                <a:cs typeface="DengXian" charset="-122"/>
                <a:sym typeface="Marlett" charset="2"/>
              </a:rPr>
              <a:t>光滑空间曲线</a:t>
            </a:r>
            <a:endParaRPr lang="zh-CN" altLang="en-US" sz="2800" b="1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6" name="Rectangle 84">
            <a:extLst>
              <a:ext uri="{FF2B5EF4-FFF2-40B4-BE49-F238E27FC236}">
                <a16:creationId xmlns:a16="http://schemas.microsoft.com/office/drawing/2014/main" id="{76F6CB22-A878-197E-A24A-C75C55B48A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5171" y="3900721"/>
            <a:ext cx="3157538" cy="111125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grpSp>
        <p:nvGrpSpPr>
          <p:cNvPr id="7" name="Group 81">
            <a:extLst>
              <a:ext uri="{FF2B5EF4-FFF2-40B4-BE49-F238E27FC236}">
                <a16:creationId xmlns:a16="http://schemas.microsoft.com/office/drawing/2014/main" id="{50B6C429-7A1A-D987-15AA-0A49AA193E10}"/>
              </a:ext>
            </a:extLst>
          </p:cNvPr>
          <p:cNvGrpSpPr>
            <a:grpSpLocks/>
          </p:cNvGrpSpPr>
          <p:nvPr/>
        </p:nvGrpSpPr>
        <p:grpSpPr bwMode="auto">
          <a:xfrm>
            <a:off x="4104452" y="162126"/>
            <a:ext cx="4830763" cy="4652963"/>
            <a:chOff x="2164" y="62"/>
            <a:chExt cx="3043" cy="2931"/>
          </a:xfrm>
        </p:grpSpPr>
        <p:sp>
          <p:nvSpPr>
            <p:cNvPr id="8" name="AutoShape 7">
              <a:extLst>
                <a:ext uri="{FF2B5EF4-FFF2-40B4-BE49-F238E27FC236}">
                  <a16:creationId xmlns:a16="http://schemas.microsoft.com/office/drawing/2014/main" id="{3CE8E5AB-15EE-EC02-2C77-7EA841DB49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3" y="98"/>
              <a:ext cx="864" cy="1041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9" name="AutoShape 8">
              <a:extLst>
                <a:ext uri="{FF2B5EF4-FFF2-40B4-BE49-F238E27FC236}">
                  <a16:creationId xmlns:a16="http://schemas.microsoft.com/office/drawing/2014/main" id="{680184A2-EE83-F260-572E-7CAF7D9047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0" y="100"/>
              <a:ext cx="864" cy="1041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93FA5A7-DC90-0883-0402-A85AE7EF96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2" y="850"/>
              <a:ext cx="1447" cy="95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523D02F-EC06-363B-DC00-A4DA99D16E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6" y="850"/>
              <a:ext cx="935" cy="935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CCBFEC5-771C-28D4-49D1-7F76DE7F11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9" y="2040"/>
              <a:ext cx="1447" cy="95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7AF6F81-83C4-CFEF-E9E7-4522C510F5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4" y="75"/>
              <a:ext cx="439" cy="44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61497C9-4994-B45E-E347-298069AD83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62"/>
              <a:ext cx="476" cy="46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15" name="Line 14">
              <a:extLst>
                <a:ext uri="{FF2B5EF4-FFF2-40B4-BE49-F238E27FC236}">
                  <a16:creationId xmlns:a16="http://schemas.microsoft.com/office/drawing/2014/main" id="{56EFA18B-C090-D10A-0172-E002BC82FF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19" y="1290"/>
              <a:ext cx="1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16" name="Line 15">
              <a:extLst>
                <a:ext uri="{FF2B5EF4-FFF2-40B4-BE49-F238E27FC236}">
                  <a16:creationId xmlns:a16="http://schemas.microsoft.com/office/drawing/2014/main" id="{E6608F01-68A9-7034-5307-7CFB2B2D36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75" y="537"/>
              <a:ext cx="3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17" name="Line 17">
              <a:extLst>
                <a:ext uri="{FF2B5EF4-FFF2-40B4-BE49-F238E27FC236}">
                  <a16:creationId xmlns:a16="http://schemas.microsoft.com/office/drawing/2014/main" id="{FEC30CE8-73C4-ADF2-C309-976E5F47BE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2" y="847"/>
              <a:ext cx="583" cy="0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18" name="Line 18">
              <a:extLst>
                <a:ext uri="{FF2B5EF4-FFF2-40B4-BE49-F238E27FC236}">
                  <a16:creationId xmlns:a16="http://schemas.microsoft.com/office/drawing/2014/main" id="{501893F2-7A0B-811A-E3BC-0730CBB98B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4" y="446"/>
              <a:ext cx="0" cy="14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19" name="Oval 20">
              <a:extLst>
                <a:ext uri="{FF2B5EF4-FFF2-40B4-BE49-F238E27FC236}">
                  <a16:creationId xmlns:a16="http://schemas.microsoft.com/office/drawing/2014/main" id="{7AFE6118-C584-D10D-E136-37D1FDF5F4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1" y="2303"/>
              <a:ext cx="391" cy="391"/>
            </a:xfrm>
            <a:prstGeom prst="ellipse">
              <a:avLst/>
            </a:prstGeom>
            <a:solidFill>
              <a:schemeClr val="bg1">
                <a:alpha val="50000"/>
              </a:schemeClr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20" name="Line 21">
              <a:extLst>
                <a:ext uri="{FF2B5EF4-FFF2-40B4-BE49-F238E27FC236}">
                  <a16:creationId xmlns:a16="http://schemas.microsoft.com/office/drawing/2014/main" id="{811EF4D8-8481-19CE-4B01-DF7B5B34A4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4" y="1291"/>
              <a:ext cx="17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21" name="Line 22">
              <a:extLst>
                <a:ext uri="{FF2B5EF4-FFF2-40B4-BE49-F238E27FC236}">
                  <a16:creationId xmlns:a16="http://schemas.microsoft.com/office/drawing/2014/main" id="{9EA2B412-BFA9-4709-5544-A4CB2098F9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6" y="2500"/>
              <a:ext cx="16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22" name="Line 23">
              <a:extLst>
                <a:ext uri="{FF2B5EF4-FFF2-40B4-BE49-F238E27FC236}">
                  <a16:creationId xmlns:a16="http://schemas.microsoft.com/office/drawing/2014/main" id="{ACF33908-F608-CB0C-9E8D-D546E8B515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6" y="2173"/>
              <a:ext cx="0" cy="6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23" name="Line 19">
              <a:extLst>
                <a:ext uri="{FF2B5EF4-FFF2-40B4-BE49-F238E27FC236}">
                  <a16:creationId xmlns:a16="http://schemas.microsoft.com/office/drawing/2014/main" id="{B20354BE-61FC-9FB5-9465-C7C50847D3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2" y="487"/>
              <a:ext cx="0" cy="14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24" name="Line 16">
              <a:extLst>
                <a:ext uri="{FF2B5EF4-FFF2-40B4-BE49-F238E27FC236}">
                  <a16:creationId xmlns:a16="http://schemas.microsoft.com/office/drawing/2014/main" id="{A5B9E2A6-4EE5-663A-478E-2DAB05C0DA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0" y="537"/>
              <a:ext cx="38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</p:grpSp>
      <p:sp>
        <p:nvSpPr>
          <p:cNvPr id="25" name="Text Box 2">
            <a:extLst>
              <a:ext uri="{FF2B5EF4-FFF2-40B4-BE49-F238E27FC236}">
                <a16:creationId xmlns:a16="http://schemas.microsoft.com/office/drawing/2014/main" id="{3A5141DB-AAB0-1E34-D36B-C400E8468A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040" y="3397451"/>
            <a:ext cx="16209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A50021"/>
                </a:solidFill>
                <a:latin typeface="DengXian" charset="-122"/>
                <a:ea typeface="DengXian" charset="-122"/>
                <a:cs typeface="DengXian" charset="-122"/>
                <a:sym typeface="Marlett" charset="2"/>
              </a:rPr>
              <a:t>交线分析</a:t>
            </a:r>
            <a:endParaRPr lang="zh-CN" altLang="en-US" sz="2800" b="1">
              <a:solidFill>
                <a:srgbClr val="A50021"/>
              </a:solidFill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26" name="Oval 3">
            <a:extLst>
              <a:ext uri="{FF2B5EF4-FFF2-40B4-BE49-F238E27FC236}">
                <a16:creationId xmlns:a16="http://schemas.microsoft.com/office/drawing/2014/main" id="{81AB9621-947D-8DCC-F134-6122749C46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2977" y="4060877"/>
            <a:ext cx="317500" cy="317500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FFCC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graphicFrame>
        <p:nvGraphicFramePr>
          <p:cNvPr id="27" name="Object 5">
            <a:extLst>
              <a:ext uri="{FF2B5EF4-FFF2-40B4-BE49-F238E27FC236}">
                <a16:creationId xmlns:a16="http://schemas.microsoft.com/office/drawing/2014/main" id="{7A61811C-4751-CCA9-FA04-DD5A835D28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8727" y="1306714"/>
          <a:ext cx="2147888" cy="198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象" r:id="rId2" imgW="2392726" imgH="2392726" progId="Paint.Picture">
                  <p:embed/>
                </p:oleObj>
              </mc:Choice>
              <mc:Fallback>
                <p:oleObj name="BMP 图象" r:id="rId2" imgW="2392726" imgH="2392726" progId="Paint.Picture">
                  <p:embed/>
                  <p:pic>
                    <p:nvPicPr>
                      <p:cNvPr id="27" name="Object 5">
                        <a:extLst>
                          <a:ext uri="{FF2B5EF4-FFF2-40B4-BE49-F238E27FC236}">
                            <a16:creationId xmlns:a16="http://schemas.microsoft.com/office/drawing/2014/main" id="{7A61811C-4751-CCA9-FA04-DD5A835D28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8727" y="1306714"/>
                        <a:ext cx="2147888" cy="198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24">
            <a:extLst>
              <a:ext uri="{FF2B5EF4-FFF2-40B4-BE49-F238E27FC236}">
                <a16:creationId xmlns:a16="http://schemas.microsoft.com/office/drawing/2014/main" id="{884887A9-9535-CFA0-4077-44294D8B23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5090" y="3892751"/>
            <a:ext cx="16209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A50021"/>
                </a:solidFill>
                <a:latin typeface="DengXian" charset="-122"/>
                <a:ea typeface="DengXian" charset="-122"/>
                <a:cs typeface="DengXian" charset="-122"/>
                <a:sym typeface="Marlett" charset="2"/>
              </a:rPr>
              <a:t>投影分析</a:t>
            </a:r>
            <a:endParaRPr lang="zh-CN" altLang="en-US" sz="2800" b="1">
              <a:solidFill>
                <a:srgbClr val="A50021"/>
              </a:solidFill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29" name="Line 25">
            <a:extLst>
              <a:ext uri="{FF2B5EF4-FFF2-40B4-BE49-F238E27FC236}">
                <a16:creationId xmlns:a16="http://schemas.microsoft.com/office/drawing/2014/main" id="{2A856AAF-BD16-3A9E-0C5D-443A5730534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98277" y="1768676"/>
            <a:ext cx="3060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30" name="Line 31">
            <a:extLst>
              <a:ext uri="{FF2B5EF4-FFF2-40B4-BE49-F238E27FC236}">
                <a16:creationId xmlns:a16="http://schemas.microsoft.com/office/drawing/2014/main" id="{5163B54D-6193-087F-55E9-866AF393A189}"/>
              </a:ext>
            </a:extLst>
          </p:cNvPr>
          <p:cNvSpPr>
            <a:spLocks noChangeShapeType="1"/>
          </p:cNvSpPr>
          <p:nvPr/>
        </p:nvSpPr>
        <p:spPr bwMode="auto">
          <a:xfrm>
            <a:off x="4982340" y="1409901"/>
            <a:ext cx="0" cy="264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31" name="Line 34">
            <a:extLst>
              <a:ext uri="{FF2B5EF4-FFF2-40B4-BE49-F238E27FC236}">
                <a16:creationId xmlns:a16="http://schemas.microsoft.com/office/drawing/2014/main" id="{B33A36A8-566B-2090-6CF8-B57FB3D9A359}"/>
              </a:ext>
            </a:extLst>
          </p:cNvPr>
          <p:cNvSpPr>
            <a:spLocks noChangeShapeType="1"/>
          </p:cNvSpPr>
          <p:nvPr/>
        </p:nvSpPr>
        <p:spPr bwMode="auto">
          <a:xfrm>
            <a:off x="5968177" y="1471814"/>
            <a:ext cx="0" cy="264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32" name="Text Box 37">
            <a:extLst>
              <a:ext uri="{FF2B5EF4-FFF2-40B4-BE49-F238E27FC236}">
                <a16:creationId xmlns:a16="http://schemas.microsoft.com/office/drawing/2014/main" id="{C12B3213-DE60-94B2-099F-A92708BBF5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4465" y="5332614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333399"/>
                </a:solidFill>
                <a:latin typeface="DengXian" charset="-122"/>
                <a:ea typeface="DengXian" charset="-122"/>
                <a:cs typeface="DengXian" charset="-122"/>
                <a:sym typeface="Marlett" charset="2"/>
              </a:rPr>
              <a:t>找中间点</a:t>
            </a:r>
          </a:p>
        </p:txBody>
      </p:sp>
      <p:sp>
        <p:nvSpPr>
          <p:cNvPr id="33" name="Line 40">
            <a:extLst>
              <a:ext uri="{FF2B5EF4-FFF2-40B4-BE49-F238E27FC236}">
                <a16:creationId xmlns:a16="http://schemas.microsoft.com/office/drawing/2014/main" id="{38A3BE07-A597-E59D-5C8B-EA32BA71275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07640" y="1555951"/>
            <a:ext cx="4918075" cy="0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34" name="Text Box 41">
            <a:extLst>
              <a:ext uri="{FF2B5EF4-FFF2-40B4-BE49-F238E27FC236}">
                <a16:creationId xmlns:a16="http://schemas.microsoft.com/office/drawing/2014/main" id="{DB1AEB60-BBA8-3124-6707-B7857FC5E5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59002" y="1106689"/>
            <a:ext cx="5629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990033"/>
                </a:solidFill>
                <a:latin typeface="DengXian" charset="-122"/>
                <a:ea typeface="DengXian" charset="-122"/>
                <a:cs typeface="DengXian" charset="-122"/>
              </a:rPr>
              <a:t>P</a:t>
            </a:r>
            <a:r>
              <a:rPr lang="en-US" altLang="zh-CN" sz="1600" b="1">
                <a:solidFill>
                  <a:srgbClr val="990033"/>
                </a:solidFill>
                <a:latin typeface="DengXian" charset="-122"/>
                <a:ea typeface="DengXian" charset="-122"/>
                <a:cs typeface="DengXian" charset="-122"/>
                <a:sym typeface="Symbol" charset="2"/>
              </a:rPr>
              <a:t>W</a:t>
            </a:r>
            <a:endParaRPr lang="en-US" altLang="zh-CN" sz="2400" b="1">
              <a:solidFill>
                <a:srgbClr val="990033"/>
              </a:solidFill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35" name="Line 42">
            <a:extLst>
              <a:ext uri="{FF2B5EF4-FFF2-40B4-BE49-F238E27FC236}">
                <a16:creationId xmlns:a16="http://schemas.microsoft.com/office/drawing/2014/main" id="{01016F98-BDDC-2E07-6459-463C20560B41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8452" y="4452785"/>
            <a:ext cx="2295525" cy="0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36" name="Line 43">
            <a:extLst>
              <a:ext uri="{FF2B5EF4-FFF2-40B4-BE49-F238E27FC236}">
                <a16:creationId xmlns:a16="http://schemas.microsoft.com/office/drawing/2014/main" id="{94ACC4BE-4B2B-A317-B611-2A805AA54490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2577" y="3587353"/>
            <a:ext cx="2295525" cy="0"/>
          </a:xfrm>
          <a:prstGeom prst="line">
            <a:avLst/>
          </a:prstGeom>
          <a:noFill/>
          <a:ln w="127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37" name="AutoShape 44">
            <a:extLst>
              <a:ext uri="{FF2B5EF4-FFF2-40B4-BE49-F238E27FC236}">
                <a16:creationId xmlns:a16="http://schemas.microsoft.com/office/drawing/2014/main" id="{6B2B2F47-BF85-5FC6-A180-31361744CFE2}"/>
              </a:ext>
            </a:extLst>
          </p:cNvPr>
          <p:cNvSpPr>
            <a:spLocks noChangeArrowheads="1"/>
          </p:cNvSpPr>
          <p:nvPr/>
        </p:nvSpPr>
        <p:spPr bwMode="auto">
          <a:xfrm rot="5062074">
            <a:off x="6635720" y="3677292"/>
            <a:ext cx="74613" cy="215900"/>
          </a:xfrm>
          <a:prstGeom prst="triangle">
            <a:avLst>
              <a:gd name="adj" fmla="val 500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38" name="AutoShape 45">
            <a:extLst>
              <a:ext uri="{FF2B5EF4-FFF2-40B4-BE49-F238E27FC236}">
                <a16:creationId xmlns:a16="http://schemas.microsoft.com/office/drawing/2014/main" id="{944D2D00-DD19-BF17-FDB5-EE764EEF9CF7}"/>
              </a:ext>
            </a:extLst>
          </p:cNvPr>
          <p:cNvSpPr>
            <a:spLocks noChangeArrowheads="1"/>
          </p:cNvSpPr>
          <p:nvPr/>
        </p:nvSpPr>
        <p:spPr bwMode="auto">
          <a:xfrm rot="5658083">
            <a:off x="6646833" y="4112267"/>
            <a:ext cx="74613" cy="215900"/>
          </a:xfrm>
          <a:prstGeom prst="triangle">
            <a:avLst>
              <a:gd name="adj" fmla="val 500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39" name="AutoShape 46">
            <a:extLst>
              <a:ext uri="{FF2B5EF4-FFF2-40B4-BE49-F238E27FC236}">
                <a16:creationId xmlns:a16="http://schemas.microsoft.com/office/drawing/2014/main" id="{CB4915CC-2AAA-27B6-1F89-35E8A97C52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2840" y="1440064"/>
            <a:ext cx="74612" cy="215900"/>
          </a:xfrm>
          <a:prstGeom prst="triangle">
            <a:avLst>
              <a:gd name="adj" fmla="val 500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40" name="AutoShape 47">
            <a:extLst>
              <a:ext uri="{FF2B5EF4-FFF2-40B4-BE49-F238E27FC236}">
                <a16:creationId xmlns:a16="http://schemas.microsoft.com/office/drawing/2014/main" id="{E1EF8D49-53CD-6303-D520-348CC72A9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5577" y="1435301"/>
            <a:ext cx="74613" cy="215900"/>
          </a:xfrm>
          <a:prstGeom prst="triangle">
            <a:avLst>
              <a:gd name="adj" fmla="val 50000"/>
            </a:avLst>
          </a:prstGeom>
          <a:solidFill>
            <a:srgbClr val="00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41" name="Arc 48">
            <a:extLst>
              <a:ext uri="{FF2B5EF4-FFF2-40B4-BE49-F238E27FC236}">
                <a16:creationId xmlns:a16="http://schemas.microsoft.com/office/drawing/2014/main" id="{A2426A46-1449-6414-7A36-5C5852305970}"/>
              </a:ext>
            </a:extLst>
          </p:cNvPr>
          <p:cNvSpPr>
            <a:spLocks/>
          </p:cNvSpPr>
          <p:nvPr/>
        </p:nvSpPr>
        <p:spPr bwMode="auto">
          <a:xfrm rot="548871" flipH="1" flipV="1">
            <a:off x="4945827" y="3512985"/>
            <a:ext cx="1082675" cy="1038225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21492 w 43200"/>
              <a:gd name="T1" fmla="*/ 0 h 43200"/>
              <a:gd name="T2" fmla="*/ 15504 w 43200"/>
              <a:gd name="T3" fmla="*/ 878 h 43200"/>
              <a:gd name="T4" fmla="*/ 21600 w 43200"/>
              <a:gd name="T5" fmla="*/ 21600 h 43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21492" y="0"/>
                </a:moveTo>
                <a:cubicBezTo>
                  <a:pt x="21528" y="0"/>
                  <a:pt x="21564" y="-1"/>
                  <a:pt x="21600" y="-1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2018"/>
                  <a:pt x="6312" y="3582"/>
                  <a:pt x="15504" y="878"/>
                </a:cubicBezTo>
              </a:path>
              <a:path w="43200" h="43200" stroke="0" extrusionOk="0">
                <a:moveTo>
                  <a:pt x="21492" y="0"/>
                </a:moveTo>
                <a:cubicBezTo>
                  <a:pt x="21528" y="0"/>
                  <a:pt x="21564" y="-1"/>
                  <a:pt x="21600" y="-1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2018"/>
                  <a:pt x="6312" y="3582"/>
                  <a:pt x="15504" y="878"/>
                </a:cubicBezTo>
                <a:lnTo>
                  <a:pt x="21600" y="21600"/>
                </a:lnTo>
                <a:close/>
              </a:path>
            </a:pathLst>
          </a:custGeom>
          <a:noFill/>
          <a:ln w="1270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42" name="Line 49">
            <a:extLst>
              <a:ext uri="{FF2B5EF4-FFF2-40B4-BE49-F238E27FC236}">
                <a16:creationId xmlns:a16="http://schemas.microsoft.com/office/drawing/2014/main" id="{D4C537B9-8526-96AE-B74F-2FCC4B1066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61727" y="1527376"/>
            <a:ext cx="0" cy="2959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43" name="Line 50">
            <a:extLst>
              <a:ext uri="{FF2B5EF4-FFF2-40B4-BE49-F238E27FC236}">
                <a16:creationId xmlns:a16="http://schemas.microsoft.com/office/drawing/2014/main" id="{823403C3-A397-718E-2236-21134422DDE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14190" y="1506739"/>
            <a:ext cx="0" cy="2959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44" name="Text Box 57">
            <a:extLst>
              <a:ext uri="{FF2B5EF4-FFF2-40B4-BE49-F238E27FC236}">
                <a16:creationId xmlns:a16="http://schemas.microsoft.com/office/drawing/2014/main" id="{EE10A9D9-2C93-A455-1967-EE6CFE7631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827" y="5742189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333399"/>
                </a:solidFill>
                <a:latin typeface="DengXian" charset="-122"/>
                <a:ea typeface="DengXian" charset="-122"/>
                <a:cs typeface="DengXian" charset="-122"/>
                <a:sym typeface="Marlett" charset="2"/>
              </a:rPr>
              <a:t>光滑连接曲线</a:t>
            </a:r>
            <a:endParaRPr lang="zh-CN" altLang="en-US" sz="2400" b="1">
              <a:solidFill>
                <a:srgbClr val="333399"/>
              </a:solidFill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45" name="Arc 58">
            <a:extLst>
              <a:ext uri="{FF2B5EF4-FFF2-40B4-BE49-F238E27FC236}">
                <a16:creationId xmlns:a16="http://schemas.microsoft.com/office/drawing/2014/main" id="{327A174A-624D-E853-BB1F-F101730038AB}"/>
              </a:ext>
            </a:extLst>
          </p:cNvPr>
          <p:cNvSpPr>
            <a:spLocks/>
          </p:cNvSpPr>
          <p:nvPr/>
        </p:nvSpPr>
        <p:spPr bwMode="auto">
          <a:xfrm flipV="1">
            <a:off x="4996627" y="3430435"/>
            <a:ext cx="981075" cy="1182688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42771 w 43200"/>
              <a:gd name="T1" fmla="*/ 25884 h 43200"/>
              <a:gd name="T2" fmla="*/ 43085 w 43200"/>
              <a:gd name="T3" fmla="*/ 23824 h 43200"/>
              <a:gd name="T4" fmla="*/ 21600 w 43200"/>
              <a:gd name="T5" fmla="*/ 21600 h 43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42770" y="25883"/>
                </a:moveTo>
                <a:cubicBezTo>
                  <a:pt x="40732" y="35957"/>
                  <a:pt x="31877" y="43199"/>
                  <a:pt x="21600" y="43199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199" y="22342"/>
                  <a:pt x="43161" y="23085"/>
                  <a:pt x="43085" y="23824"/>
                </a:cubicBezTo>
              </a:path>
              <a:path w="43200" h="43200" stroke="0" extrusionOk="0">
                <a:moveTo>
                  <a:pt x="42770" y="25883"/>
                </a:moveTo>
                <a:cubicBezTo>
                  <a:pt x="40732" y="35957"/>
                  <a:pt x="31877" y="43199"/>
                  <a:pt x="21600" y="43199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199" y="22342"/>
                  <a:pt x="43161" y="23085"/>
                  <a:pt x="43085" y="23824"/>
                </a:cubicBezTo>
                <a:lnTo>
                  <a:pt x="21600" y="21600"/>
                </a:lnTo>
                <a:close/>
              </a:path>
            </a:pathLst>
          </a:cu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46" name="Arc 59">
            <a:extLst>
              <a:ext uri="{FF2B5EF4-FFF2-40B4-BE49-F238E27FC236}">
                <a16:creationId xmlns:a16="http://schemas.microsoft.com/office/drawing/2014/main" id="{375D5837-58A6-76B3-ED0F-833487592D46}"/>
              </a:ext>
            </a:extLst>
          </p:cNvPr>
          <p:cNvSpPr>
            <a:spLocks/>
          </p:cNvSpPr>
          <p:nvPr/>
        </p:nvSpPr>
        <p:spPr bwMode="auto">
          <a:xfrm rot="10701584">
            <a:off x="5018852" y="857451"/>
            <a:ext cx="911225" cy="895350"/>
          </a:xfrm>
          <a:custGeom>
            <a:avLst/>
            <a:gdLst>
              <a:gd name="G0" fmla="+- 17253 0 0"/>
              <a:gd name="G1" fmla="+- 21600 0 0"/>
              <a:gd name="G2" fmla="+- 21600 0 0"/>
              <a:gd name="T0" fmla="*/ 0 w 34448"/>
              <a:gd name="T1" fmla="*/ 8604 h 21600"/>
              <a:gd name="T2" fmla="*/ 34448 w 34448"/>
              <a:gd name="T3" fmla="*/ 8527 h 21600"/>
              <a:gd name="T4" fmla="*/ 17253 w 34448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4448" h="21600" fill="none" extrusionOk="0">
                <a:moveTo>
                  <a:pt x="0" y="8604"/>
                </a:moveTo>
                <a:cubicBezTo>
                  <a:pt x="4081" y="3186"/>
                  <a:pt x="10470" y="-1"/>
                  <a:pt x="17253" y="-1"/>
                </a:cubicBezTo>
                <a:cubicBezTo>
                  <a:pt x="24002" y="-1"/>
                  <a:pt x="30363" y="3154"/>
                  <a:pt x="34447" y="8527"/>
                </a:cubicBezTo>
              </a:path>
              <a:path w="34448" h="21600" stroke="0" extrusionOk="0">
                <a:moveTo>
                  <a:pt x="0" y="8604"/>
                </a:moveTo>
                <a:cubicBezTo>
                  <a:pt x="4081" y="3186"/>
                  <a:pt x="10470" y="-1"/>
                  <a:pt x="17253" y="-1"/>
                </a:cubicBezTo>
                <a:cubicBezTo>
                  <a:pt x="24002" y="-1"/>
                  <a:pt x="30363" y="3154"/>
                  <a:pt x="34447" y="8527"/>
                </a:cubicBezTo>
                <a:lnTo>
                  <a:pt x="17253" y="21600"/>
                </a:lnTo>
                <a:close/>
              </a:path>
            </a:pathLst>
          </a:custGeom>
          <a:noFill/>
          <a:ln w="381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</a:extLst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 Box 60">
                <a:extLst>
                  <a:ext uri="{FF2B5EF4-FFF2-40B4-BE49-F238E27FC236}">
                    <a16:creationId xmlns:a16="http://schemas.microsoft.com/office/drawing/2014/main" id="{7B572C24-CC90-B6B9-621B-B75BE05921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64915" y="5504064"/>
                <a:ext cx="2609850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zh-CN" sz="2800" b="1" dirty="0">
                    <a:solidFill>
                      <a:srgbClr val="000066"/>
                    </a:solidFill>
                    <a:latin typeface="DengXian" charset="-122"/>
                    <a:ea typeface="DengXian" charset="-122"/>
                    <a:cs typeface="DengXian" charset="-122"/>
                  </a:rPr>
                  <a:t>P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000066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∩</m:t>
                    </m:r>
                  </m:oMath>
                </a14:m>
                <a:r>
                  <a:rPr lang="zh-CN" altLang="en-US" sz="2800" b="1" dirty="0">
                    <a:solidFill>
                      <a:srgbClr val="000066"/>
                    </a:solidFill>
                    <a:latin typeface="DengXian" charset="-122"/>
                    <a:ea typeface="DengXian" charset="-122"/>
                    <a:cs typeface="DengXian" charset="-122"/>
                    <a:sym typeface="Symbol" charset="2"/>
                  </a:rPr>
                  <a:t>圆锥 </a:t>
                </a:r>
                <a:r>
                  <a:rPr lang="en-US" altLang="zh-CN" sz="2800" b="1" dirty="0">
                    <a:solidFill>
                      <a:srgbClr val="000066"/>
                    </a:solidFill>
                    <a:latin typeface="DengXian" charset="-122"/>
                    <a:ea typeface="DengXian" charset="-122"/>
                    <a:cs typeface="DengXian" charset="-122"/>
                    <a:sym typeface="Symbol" charset="2"/>
                  </a:rPr>
                  <a:t>= </a:t>
                </a:r>
                <a:r>
                  <a:rPr lang="zh-CN" altLang="en-US" sz="2800" b="1" dirty="0">
                    <a:solidFill>
                      <a:srgbClr val="A5002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DengXian" charset="-122"/>
                    <a:ea typeface="DengXian" charset="-122"/>
                    <a:cs typeface="DengXian" charset="-122"/>
                    <a:sym typeface="Symbol" charset="2"/>
                  </a:rPr>
                  <a:t>圆</a:t>
                </a:r>
                <a:endParaRPr lang="zh-CN" altLang="en-US" sz="2800" b="1" dirty="0">
                  <a:solidFill>
                    <a:srgbClr val="000066"/>
                  </a:solidFill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</mc:Choice>
        <mc:Fallback xmlns="">
          <p:sp>
            <p:nvSpPr>
              <p:cNvPr id="47" name="Text Box 60">
                <a:extLst>
                  <a:ext uri="{FF2B5EF4-FFF2-40B4-BE49-F238E27FC236}">
                    <a16:creationId xmlns:a16="http://schemas.microsoft.com/office/drawing/2014/main" id="{7B572C24-CC90-B6B9-621B-B75BE05921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64915" y="5504064"/>
                <a:ext cx="2609850" cy="523220"/>
              </a:xfrm>
              <a:prstGeom prst="rect">
                <a:avLst/>
              </a:prstGeom>
              <a:blipFill>
                <a:blip r:embed="rId4"/>
                <a:stretch>
                  <a:fillRect l="-4831" t="-14286" b="-380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 Box 61">
                <a:extLst>
                  <a:ext uri="{FF2B5EF4-FFF2-40B4-BE49-F238E27FC236}">
                    <a16:creationId xmlns:a16="http://schemas.microsoft.com/office/drawing/2014/main" id="{6D35BAB5-6A12-4840-2CE7-8FA1AE1585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33165" y="5953326"/>
                <a:ext cx="3651962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 sz="2800" b="1" dirty="0">
                    <a:solidFill>
                      <a:srgbClr val="A5002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DengXian" charset="-122"/>
                    <a:ea typeface="DengXian" charset="-122"/>
                    <a:cs typeface="DengXian" charset="-122"/>
                  </a:rPr>
                  <a:t>圆</a:t>
                </a:r>
                <a14:m>
                  <m:oMath xmlns:m="http://schemas.openxmlformats.org/officeDocument/2006/math">
                    <m:r>
                      <a:rPr lang="zh-CN" altLang="en-US" sz="2800" b="1" i="1" smtClean="0">
                        <a:solidFill>
                          <a:srgbClr val="A5002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ambria Math" charset="0"/>
                        <a:ea typeface="Cambria Math" charset="0"/>
                        <a:cs typeface="Cambria Math" charset="0"/>
                      </a:rPr>
                      <m:t>∩</m:t>
                    </m:r>
                  </m:oMath>
                </a14:m>
                <a:r>
                  <a:rPr lang="zh-CN" altLang="en-US" sz="2800" b="1" dirty="0">
                    <a:solidFill>
                      <a:srgbClr val="A5002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DengXian" charset="-122"/>
                    <a:ea typeface="DengXian" charset="-122"/>
                    <a:cs typeface="DengXian" charset="-122"/>
                    <a:sym typeface="Symbol" charset="2"/>
                  </a:rPr>
                  <a:t>直线 </a:t>
                </a:r>
                <a:r>
                  <a:rPr lang="en-US" altLang="zh-CN" sz="2800" b="1" dirty="0">
                    <a:solidFill>
                      <a:srgbClr val="A50021"/>
                    </a:solidFill>
                    <a:latin typeface="DengXian" charset="-122"/>
                    <a:ea typeface="DengXian" charset="-122"/>
                    <a:cs typeface="DengXian" charset="-122"/>
                    <a:sym typeface="Symbol" charset="2"/>
                  </a:rPr>
                  <a:t>=</a:t>
                </a:r>
                <a:r>
                  <a:rPr lang="zh-CN" altLang="en-US" sz="2800" b="1" dirty="0">
                    <a:solidFill>
                      <a:srgbClr val="A5002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DengXian" charset="-122"/>
                    <a:ea typeface="DengXian" charset="-122"/>
                    <a:cs typeface="DengXian" charset="-122"/>
                    <a:sym typeface="Symbol" charset="2"/>
                  </a:rPr>
                  <a:t>交线上的点</a:t>
                </a:r>
                <a:endParaRPr lang="zh-CN" altLang="en-US" sz="2800" b="1" dirty="0">
                  <a:solidFill>
                    <a:srgbClr val="A50021"/>
                  </a:solidFill>
                  <a:latin typeface="DengXian" charset="-122"/>
                  <a:ea typeface="DengXian" charset="-122"/>
                  <a:cs typeface="DengXian" charset="-122"/>
                  <a:sym typeface="Symbol" charset="2"/>
                </a:endParaRPr>
              </a:p>
            </p:txBody>
          </p:sp>
        </mc:Choice>
        <mc:Fallback xmlns="">
          <p:sp>
            <p:nvSpPr>
              <p:cNvPr id="48" name="Text Box 61">
                <a:extLst>
                  <a:ext uri="{FF2B5EF4-FFF2-40B4-BE49-F238E27FC236}">
                    <a16:creationId xmlns:a16="http://schemas.microsoft.com/office/drawing/2014/main" id="{6D35BAB5-6A12-4840-2CE7-8FA1AE1585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33165" y="5953326"/>
                <a:ext cx="3651962" cy="523220"/>
              </a:xfrm>
              <a:prstGeom prst="rect">
                <a:avLst/>
              </a:prstGeom>
              <a:blipFill>
                <a:blip r:embed="rId5"/>
                <a:stretch>
                  <a:fillRect l="-3460" t="-11905" r="-3460" b="-380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Arc 62">
            <a:extLst>
              <a:ext uri="{FF2B5EF4-FFF2-40B4-BE49-F238E27FC236}">
                <a16:creationId xmlns:a16="http://schemas.microsoft.com/office/drawing/2014/main" id="{DE6E2041-4087-EEC2-9DEF-587FF2DB5729}"/>
              </a:ext>
            </a:extLst>
          </p:cNvPr>
          <p:cNvSpPr>
            <a:spLocks/>
          </p:cNvSpPr>
          <p:nvPr/>
        </p:nvSpPr>
        <p:spPr bwMode="auto">
          <a:xfrm rot="14582062" flipV="1">
            <a:off x="7518371" y="1163045"/>
            <a:ext cx="727075" cy="1147763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34087"/>
              <a:gd name="T2" fmla="*/ 17625 w 21600"/>
              <a:gd name="T3" fmla="*/ 34087 h 34087"/>
              <a:gd name="T4" fmla="*/ 0 w 21600"/>
              <a:gd name="T5" fmla="*/ 21600 h 340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34087" fill="none" extrusionOk="0">
                <a:moveTo>
                  <a:pt x="0" y="-1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6073"/>
                  <a:pt x="20211" y="30436"/>
                  <a:pt x="17624" y="34086"/>
                </a:cubicBezTo>
              </a:path>
              <a:path w="21600" h="34087" stroke="0" extrusionOk="0">
                <a:moveTo>
                  <a:pt x="0" y="-1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6073"/>
                  <a:pt x="20211" y="30436"/>
                  <a:pt x="17624" y="34086"/>
                </a:cubicBezTo>
                <a:lnTo>
                  <a:pt x="0" y="21600"/>
                </a:lnTo>
                <a:close/>
              </a:path>
            </a:pathLst>
          </a:custGeom>
          <a:noFill/>
          <a:ln w="762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50" name="Text Box 63">
            <a:extLst>
              <a:ext uri="{FF2B5EF4-FFF2-40B4-BE49-F238E27FC236}">
                <a16:creationId xmlns:a16="http://schemas.microsoft.com/office/drawing/2014/main" id="{96A3F977-9CE2-F213-D40E-B932834886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965" y="4369001"/>
            <a:ext cx="241284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0066"/>
                </a:solidFill>
                <a:latin typeface="DengXian" charset="-122"/>
                <a:ea typeface="DengXian" charset="-122"/>
                <a:cs typeface="DengXian" charset="-122"/>
              </a:rPr>
              <a:t> W</a:t>
            </a:r>
            <a:r>
              <a:rPr lang="zh-CN" altLang="en-US" sz="2400" b="1" dirty="0">
                <a:solidFill>
                  <a:srgbClr val="000066"/>
                </a:solidFill>
                <a:latin typeface="DengXian" charset="-122"/>
                <a:ea typeface="DengXian" charset="-122"/>
                <a:cs typeface="DengXian" charset="-122"/>
              </a:rPr>
              <a:t>面投影已知，</a:t>
            </a:r>
          </a:p>
          <a:p>
            <a:r>
              <a:rPr lang="zh-CN" altLang="en-US" sz="2400" b="1" dirty="0">
                <a:solidFill>
                  <a:srgbClr val="000066"/>
                </a:solidFill>
                <a:latin typeface="DengXian" charset="-122"/>
                <a:ea typeface="DengXian" charset="-122"/>
                <a:cs typeface="DengXian" charset="-122"/>
                <a:sym typeface="Monotype Sorts" charset="2"/>
              </a:rPr>
              <a:t>求</a:t>
            </a:r>
            <a:r>
              <a:rPr lang="en-US" altLang="zh-CN" sz="2400" b="1" dirty="0">
                <a:solidFill>
                  <a:srgbClr val="000066"/>
                </a:solidFill>
                <a:latin typeface="DengXian" charset="-122"/>
                <a:ea typeface="DengXian" charset="-122"/>
                <a:cs typeface="DengXian" charset="-122"/>
                <a:sym typeface="Monotype Sorts" charset="2"/>
              </a:rPr>
              <a:t>V</a:t>
            </a:r>
            <a:r>
              <a:rPr lang="zh-CN" altLang="en-US" sz="2400" b="1" dirty="0">
                <a:solidFill>
                  <a:srgbClr val="000066"/>
                </a:solidFill>
                <a:latin typeface="DengXian" charset="-122"/>
                <a:ea typeface="DengXian" charset="-122"/>
                <a:cs typeface="DengXian" charset="-122"/>
                <a:sym typeface="Monotype Sorts" charset="2"/>
              </a:rPr>
              <a:t>、</a:t>
            </a:r>
            <a:r>
              <a:rPr lang="en-US" altLang="zh-CN" sz="2400" b="1" dirty="0">
                <a:solidFill>
                  <a:srgbClr val="000066"/>
                </a:solidFill>
                <a:latin typeface="DengXian" charset="-122"/>
                <a:ea typeface="DengXian" charset="-122"/>
                <a:cs typeface="DengXian" charset="-122"/>
                <a:sym typeface="Monotype Sorts" charset="2"/>
              </a:rPr>
              <a:t>H</a:t>
            </a:r>
            <a:r>
              <a:rPr lang="zh-CN" altLang="en-US" sz="2400" b="1" dirty="0">
                <a:solidFill>
                  <a:srgbClr val="000066"/>
                </a:solidFill>
                <a:latin typeface="DengXian" charset="-122"/>
                <a:ea typeface="DengXian" charset="-122"/>
                <a:cs typeface="DengXian" charset="-122"/>
                <a:sym typeface="Monotype Sorts" charset="2"/>
              </a:rPr>
              <a:t>面投影</a:t>
            </a:r>
            <a:endParaRPr lang="zh-CN" altLang="en-US" sz="2400" b="1" dirty="0">
              <a:solidFill>
                <a:srgbClr val="000066"/>
              </a:solidFill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51" name="Oval 64">
            <a:extLst>
              <a:ext uri="{FF2B5EF4-FFF2-40B4-BE49-F238E27FC236}">
                <a16:creationId xmlns:a16="http://schemas.microsoft.com/office/drawing/2014/main" id="{D76B1E40-B284-15FA-3F20-5FA5BA137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040" y="3557640"/>
            <a:ext cx="317500" cy="317500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FFCC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52" name="Rectangle 65">
            <a:extLst>
              <a:ext uri="{FF2B5EF4-FFF2-40B4-BE49-F238E27FC236}">
                <a16:creationId xmlns:a16="http://schemas.microsoft.com/office/drawing/2014/main" id="{1B700B68-68E7-4D43-29E9-CC5ADBF55C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9856" y="4438463"/>
            <a:ext cx="3260725" cy="100965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53" name="Oval 66">
            <a:extLst>
              <a:ext uri="{FF2B5EF4-FFF2-40B4-BE49-F238E27FC236}">
                <a16:creationId xmlns:a16="http://schemas.microsoft.com/office/drawing/2014/main" id="{182BC9E6-BE9B-0D92-9284-DCC3461191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2977" y="4570465"/>
            <a:ext cx="317500" cy="317500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FFCC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54" name="Text Box 67">
            <a:extLst>
              <a:ext uri="{FF2B5EF4-FFF2-40B4-BE49-F238E27FC236}">
                <a16:creationId xmlns:a16="http://schemas.microsoft.com/office/drawing/2014/main" id="{364B3DFC-5374-3CE3-159F-93404983E8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3502" y="4416626"/>
            <a:ext cx="16209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A50021"/>
                </a:solidFill>
                <a:latin typeface="DengXian" charset="-122"/>
                <a:ea typeface="DengXian" charset="-122"/>
                <a:cs typeface="DengXian" charset="-122"/>
                <a:sym typeface="Marlett" charset="2"/>
              </a:rPr>
              <a:t>投影作图</a:t>
            </a:r>
          </a:p>
        </p:txBody>
      </p:sp>
      <p:sp>
        <p:nvSpPr>
          <p:cNvPr id="55" name="Text Box 68">
            <a:extLst>
              <a:ext uri="{FF2B5EF4-FFF2-40B4-BE49-F238E27FC236}">
                <a16:creationId xmlns:a16="http://schemas.microsoft.com/office/drawing/2014/main" id="{B59365F3-CF3F-AEA3-FC4A-634AC259A1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0815" y="4932564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333399"/>
                </a:solidFill>
                <a:latin typeface="DengXian" charset="-122"/>
                <a:ea typeface="DengXian" charset="-122"/>
                <a:cs typeface="DengXian" charset="-122"/>
                <a:sym typeface="Marlett" charset="2"/>
              </a:rPr>
              <a:t>找特殊点</a:t>
            </a:r>
            <a:endParaRPr lang="zh-CN" altLang="en-US" sz="2400" b="1" dirty="0">
              <a:solidFill>
                <a:srgbClr val="333399"/>
              </a:solidFill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56" name="Rectangle 69">
            <a:extLst>
              <a:ext uri="{FF2B5EF4-FFF2-40B4-BE49-F238E27FC236}">
                <a16:creationId xmlns:a16="http://schemas.microsoft.com/office/drawing/2014/main" id="{0418152B-032E-80FC-2756-5E43C81BE1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5965" y="3335538"/>
            <a:ext cx="3232150" cy="291465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 Box 70">
                <a:extLst>
                  <a:ext uri="{FF2B5EF4-FFF2-40B4-BE49-F238E27FC236}">
                    <a16:creationId xmlns:a16="http://schemas.microsoft.com/office/drawing/2014/main" id="{FD8BB619-EE12-31C3-0468-4F62BBA2A0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53802" y="4983364"/>
                <a:ext cx="3440113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en-US" altLang="zh-CN" sz="2800" b="1" dirty="0">
                    <a:solidFill>
                      <a:srgbClr val="000066"/>
                    </a:solidFill>
                    <a:latin typeface="DengXian" charset="-122"/>
                    <a:ea typeface="DengXian" charset="-122"/>
                    <a:cs typeface="DengXian" charset="-122"/>
                  </a:rPr>
                  <a:t>P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000066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∩</m:t>
                    </m:r>
                  </m:oMath>
                </a14:m>
                <a:r>
                  <a:rPr lang="zh-CN" altLang="en-US" sz="2800" b="1" dirty="0">
                    <a:solidFill>
                      <a:srgbClr val="000066"/>
                    </a:solidFill>
                    <a:latin typeface="DengXian" charset="-122"/>
                    <a:ea typeface="DengXian" charset="-122"/>
                    <a:cs typeface="DengXian" charset="-122"/>
                    <a:sym typeface="Symbol" charset="2"/>
                  </a:rPr>
                  <a:t>圆柱面 </a:t>
                </a:r>
                <a:r>
                  <a:rPr lang="en-US" altLang="zh-CN" sz="2800" b="1" dirty="0">
                    <a:solidFill>
                      <a:srgbClr val="000066"/>
                    </a:solidFill>
                    <a:latin typeface="DengXian" charset="-122"/>
                    <a:ea typeface="DengXian" charset="-122"/>
                    <a:cs typeface="DengXian" charset="-122"/>
                    <a:sym typeface="Symbol" charset="2"/>
                  </a:rPr>
                  <a:t>= </a:t>
                </a:r>
                <a:r>
                  <a:rPr lang="zh-CN" altLang="en-US" sz="2800" b="1" dirty="0">
                    <a:solidFill>
                      <a:srgbClr val="A5002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DengXian" charset="-122"/>
                    <a:ea typeface="DengXian" charset="-122"/>
                    <a:cs typeface="DengXian" charset="-122"/>
                    <a:sym typeface="Symbol" charset="2"/>
                  </a:rPr>
                  <a:t>直线</a:t>
                </a:r>
                <a:endParaRPr lang="zh-CN" altLang="en-US" sz="2800" b="1" dirty="0">
                  <a:solidFill>
                    <a:srgbClr val="000066"/>
                  </a:solidFill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</mc:Choice>
        <mc:Fallback xmlns="">
          <p:sp>
            <p:nvSpPr>
              <p:cNvPr id="57" name="Text Box 70">
                <a:extLst>
                  <a:ext uri="{FF2B5EF4-FFF2-40B4-BE49-F238E27FC236}">
                    <a16:creationId xmlns:a16="http://schemas.microsoft.com/office/drawing/2014/main" id="{FD8BB619-EE12-31C3-0468-4F62BBA2A0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53802" y="4983364"/>
                <a:ext cx="3440113" cy="523220"/>
              </a:xfrm>
              <a:prstGeom prst="rect">
                <a:avLst/>
              </a:prstGeom>
              <a:blipFill>
                <a:blip r:embed="rId6"/>
                <a:stretch>
                  <a:fillRect l="-3676" t="-14286" b="-380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Rectangle 71">
            <a:extLst>
              <a:ext uri="{FF2B5EF4-FFF2-40B4-BE49-F238E27FC236}">
                <a16:creationId xmlns:a16="http://schemas.microsoft.com/office/drawing/2014/main" id="{210E81CD-4537-142A-EE95-7261AEC5D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6452" y="4938028"/>
            <a:ext cx="4214812" cy="151288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59" name="AutoShape 72" descr="紫色网格">
            <a:extLst>
              <a:ext uri="{FF2B5EF4-FFF2-40B4-BE49-F238E27FC236}">
                <a16:creationId xmlns:a16="http://schemas.microsoft.com/office/drawing/2014/main" id="{F77702A7-D98E-4B34-E280-2F60CB35EA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8340" y="5132588"/>
            <a:ext cx="4381500" cy="1117600"/>
          </a:xfrm>
          <a:prstGeom prst="plaque">
            <a:avLst>
              <a:gd name="adj" fmla="val 16667"/>
            </a:avLst>
          </a:prstGeom>
          <a:blipFill dpi="0" rotWithShape="0">
            <a:blip r:embed="rId7"/>
            <a:srcRect/>
            <a:tile tx="0" ty="0" sx="100000" sy="100000" flip="none" algn="tl"/>
          </a:blip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zh-CN" altLang="en-US" sz="2400" b="1" dirty="0">
                <a:solidFill>
                  <a:schemeClr val="bg1"/>
                </a:solidFill>
                <a:latin typeface="DengXian" charset="-122"/>
                <a:ea typeface="DengXian" charset="-122"/>
                <a:cs typeface="DengXian" charset="-122"/>
              </a:rPr>
              <a:t>辅助平面法</a:t>
            </a:r>
          </a:p>
          <a:p>
            <a:r>
              <a:rPr lang="zh-CN" altLang="en-US" sz="2400" b="1" dirty="0">
                <a:solidFill>
                  <a:schemeClr val="bg1"/>
                </a:solidFill>
                <a:latin typeface="DengXian" charset="-122"/>
                <a:ea typeface="DengXian" charset="-122"/>
                <a:cs typeface="DengXian" charset="-122"/>
              </a:rPr>
              <a:t> </a:t>
            </a:r>
            <a:r>
              <a:rPr lang="en-US" altLang="zh-CN" sz="2400" b="1" dirty="0">
                <a:solidFill>
                  <a:schemeClr val="bg1"/>
                </a:solidFill>
                <a:latin typeface="DengXian" charset="-122"/>
                <a:ea typeface="DengXian" charset="-122"/>
                <a:cs typeface="DengXian" charset="-122"/>
              </a:rPr>
              <a:t>— </a:t>
            </a:r>
            <a:r>
              <a:rPr lang="zh-CN" altLang="en-US" sz="2400" b="1" dirty="0">
                <a:solidFill>
                  <a:schemeClr val="bg1"/>
                </a:solidFill>
                <a:latin typeface="DengXian" charset="-122"/>
                <a:ea typeface="DengXian" charset="-122"/>
                <a:cs typeface="DengXian" charset="-122"/>
              </a:rPr>
              <a:t>利用“三面共点”的原理</a:t>
            </a:r>
          </a:p>
        </p:txBody>
      </p:sp>
      <p:sp>
        <p:nvSpPr>
          <p:cNvPr id="60" name="AutoShape 73" descr="蓝色砂纸">
            <a:extLst>
              <a:ext uri="{FF2B5EF4-FFF2-40B4-BE49-F238E27FC236}">
                <a16:creationId xmlns:a16="http://schemas.microsoft.com/office/drawing/2014/main" id="{41D08B80-DC1E-1768-1C36-416CD2404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9492" y="2988669"/>
            <a:ext cx="2390775" cy="2855913"/>
          </a:xfrm>
          <a:prstGeom prst="wedgeRoundRectCallout">
            <a:avLst>
              <a:gd name="adj1" fmla="val -56972"/>
              <a:gd name="adj2" fmla="val 57005"/>
              <a:gd name="adj3" fmla="val 16667"/>
            </a:avLst>
          </a:prstGeom>
          <a:blipFill dpi="0" rotWithShape="0">
            <a:blip r:embed="rId8"/>
            <a:srcRect/>
            <a:tile tx="0" ty="0" sx="100000" sy="100000" flip="none" algn="tl"/>
          </a:blipFill>
          <a:ln w="28575">
            <a:solidFill>
              <a:schemeClr val="bg2"/>
            </a:solidFill>
            <a:miter lim="800000"/>
            <a:headEnd/>
            <a:tailEnd/>
          </a:ln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 algn="ctr"/>
            <a:endParaRPr lang="en-US" altLang="en-US" sz="1600">
              <a:solidFill>
                <a:srgbClr val="CCFFCC"/>
              </a:solidFill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61" name="Text Box 74">
            <a:extLst>
              <a:ext uri="{FF2B5EF4-FFF2-40B4-BE49-F238E27FC236}">
                <a16:creationId xmlns:a16="http://schemas.microsoft.com/office/drawing/2014/main" id="{23EE9486-D6C8-1E65-708C-D8EB85CF0C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3097" y="3029151"/>
            <a:ext cx="126188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A5002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DengXian" charset="-122"/>
                <a:ea typeface="DengXian" charset="-122"/>
                <a:cs typeface="DengXian" charset="-122"/>
              </a:rPr>
              <a:t>辅助面</a:t>
            </a:r>
          </a:p>
        </p:txBody>
      </p:sp>
      <p:sp>
        <p:nvSpPr>
          <p:cNvPr id="62" name="Rectangle 75">
            <a:extLst>
              <a:ext uri="{FF2B5EF4-FFF2-40B4-BE49-F238E27FC236}">
                <a16:creationId xmlns:a16="http://schemas.microsoft.com/office/drawing/2014/main" id="{F4472EF9-AEC7-D86F-2DA7-385F791F46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0902" y="3967364"/>
            <a:ext cx="1723549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DengXian" charset="-122"/>
                <a:ea typeface="DengXian" charset="-122"/>
                <a:cs typeface="DengXian" charset="-122"/>
              </a:rPr>
              <a:t>辅助面与二</a:t>
            </a:r>
          </a:p>
          <a:p>
            <a:r>
              <a:rPr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DengXian" charset="-122"/>
                <a:ea typeface="DengXian" charset="-122"/>
                <a:cs typeface="DengXian" charset="-122"/>
              </a:rPr>
              <a:t>回转体表面</a:t>
            </a:r>
          </a:p>
          <a:p>
            <a:r>
              <a:rPr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DengXian" charset="-122"/>
                <a:ea typeface="DengXian" charset="-122"/>
                <a:cs typeface="DengXian" charset="-122"/>
              </a:rPr>
              <a:t>交线的投影</a:t>
            </a:r>
          </a:p>
          <a:p>
            <a:r>
              <a:rPr lang="zh-CN" altLang="en-US" sz="2400" b="1" dirty="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DengXian" charset="-122"/>
                <a:ea typeface="DengXian" charset="-122"/>
                <a:cs typeface="DengXian" charset="-122"/>
              </a:rPr>
              <a:t>为直线或圆</a:t>
            </a:r>
          </a:p>
        </p:txBody>
      </p:sp>
      <p:sp>
        <p:nvSpPr>
          <p:cNvPr id="63" name="Line 76">
            <a:extLst>
              <a:ext uri="{FF2B5EF4-FFF2-40B4-BE49-F238E27FC236}">
                <a16:creationId xmlns:a16="http://schemas.microsoft.com/office/drawing/2014/main" id="{E6D7E8C3-C6D2-E1D0-0EF1-8CA5AFED3D27}"/>
              </a:ext>
            </a:extLst>
          </p:cNvPr>
          <p:cNvSpPr>
            <a:spLocks noChangeShapeType="1"/>
          </p:cNvSpPr>
          <p:nvPr/>
        </p:nvSpPr>
        <p:spPr bwMode="auto">
          <a:xfrm>
            <a:off x="7360415" y="1554364"/>
            <a:ext cx="1112837" cy="0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64" name="Line 77">
            <a:extLst>
              <a:ext uri="{FF2B5EF4-FFF2-40B4-BE49-F238E27FC236}">
                <a16:creationId xmlns:a16="http://schemas.microsoft.com/office/drawing/2014/main" id="{CD7FDF65-250D-8C9D-1EFC-5C1C92914F7B}"/>
              </a:ext>
            </a:extLst>
          </p:cNvPr>
          <p:cNvSpPr>
            <a:spLocks noChangeShapeType="1"/>
          </p:cNvSpPr>
          <p:nvPr/>
        </p:nvSpPr>
        <p:spPr bwMode="auto">
          <a:xfrm>
            <a:off x="7355652" y="1554364"/>
            <a:ext cx="1112838" cy="0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65" name="Arc 78">
            <a:extLst>
              <a:ext uri="{FF2B5EF4-FFF2-40B4-BE49-F238E27FC236}">
                <a16:creationId xmlns:a16="http://schemas.microsoft.com/office/drawing/2014/main" id="{71A1D9C0-E822-545E-B1E9-4AAC5743CE74}"/>
              </a:ext>
            </a:extLst>
          </p:cNvPr>
          <p:cNvSpPr>
            <a:spLocks/>
          </p:cNvSpPr>
          <p:nvPr/>
        </p:nvSpPr>
        <p:spPr bwMode="auto">
          <a:xfrm rot="14582062" flipV="1">
            <a:off x="7518371" y="1148757"/>
            <a:ext cx="727075" cy="1147763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34087"/>
              <a:gd name="T2" fmla="*/ 17625 w 21600"/>
              <a:gd name="T3" fmla="*/ 34087 h 34087"/>
              <a:gd name="T4" fmla="*/ 0 w 21600"/>
              <a:gd name="T5" fmla="*/ 21600 h 340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34087" fill="none" extrusionOk="0">
                <a:moveTo>
                  <a:pt x="0" y="-1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6073"/>
                  <a:pt x="20211" y="30436"/>
                  <a:pt x="17624" y="34086"/>
                </a:cubicBezTo>
              </a:path>
              <a:path w="21600" h="34087" stroke="0" extrusionOk="0">
                <a:moveTo>
                  <a:pt x="0" y="-1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26073"/>
                  <a:pt x="20211" y="30436"/>
                  <a:pt x="17624" y="34086"/>
                </a:cubicBezTo>
                <a:lnTo>
                  <a:pt x="0" y="21600"/>
                </a:lnTo>
                <a:close/>
              </a:path>
            </a:pathLst>
          </a:custGeom>
          <a:noFill/>
          <a:ln w="762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66" name="Oval 28">
            <a:extLst>
              <a:ext uri="{FF2B5EF4-FFF2-40B4-BE49-F238E27FC236}">
                <a16:creationId xmlns:a16="http://schemas.microsoft.com/office/drawing/2014/main" id="{DA814BF7-1F7B-6513-34C7-942D7A414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3027" y="1682951"/>
            <a:ext cx="155575" cy="150813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67" name="Oval 55">
            <a:extLst>
              <a:ext uri="{FF2B5EF4-FFF2-40B4-BE49-F238E27FC236}">
                <a16:creationId xmlns:a16="http://schemas.microsoft.com/office/drawing/2014/main" id="{E015DF86-92B1-3ADD-6A62-ECF0B1D45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3227" y="1478164"/>
            <a:ext cx="153988" cy="153987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FFCC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68" name="Oval 56">
            <a:extLst>
              <a:ext uri="{FF2B5EF4-FFF2-40B4-BE49-F238E27FC236}">
                <a16:creationId xmlns:a16="http://schemas.microsoft.com/office/drawing/2014/main" id="{5FFC1F60-0284-1178-1148-3113A3A1F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3940" y="1489276"/>
            <a:ext cx="153987" cy="153988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FFCC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69" name="Oval 32">
            <a:extLst>
              <a:ext uri="{FF2B5EF4-FFF2-40B4-BE49-F238E27FC236}">
                <a16:creationId xmlns:a16="http://schemas.microsoft.com/office/drawing/2014/main" id="{1305A5D6-DA76-4F02-E7B1-6C1B371B6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2490" y="1325764"/>
            <a:ext cx="166687" cy="166687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CC0000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70" name="Oval 35">
            <a:extLst>
              <a:ext uri="{FF2B5EF4-FFF2-40B4-BE49-F238E27FC236}">
                <a16:creationId xmlns:a16="http://schemas.microsoft.com/office/drawing/2014/main" id="{AFFFE02A-AA9A-78B6-E43A-794E54E553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9277" y="1316239"/>
            <a:ext cx="173038" cy="173037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CC0000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71" name="Oval 29">
            <a:extLst>
              <a:ext uri="{FF2B5EF4-FFF2-40B4-BE49-F238E27FC236}">
                <a16:creationId xmlns:a16="http://schemas.microsoft.com/office/drawing/2014/main" id="{AADBB230-95BA-52F1-BB4F-28BBDB658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6202" y="3352648"/>
            <a:ext cx="158750" cy="160337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72" name="Oval 30">
            <a:extLst>
              <a:ext uri="{FF2B5EF4-FFF2-40B4-BE49-F238E27FC236}">
                <a16:creationId xmlns:a16="http://schemas.microsoft.com/office/drawing/2014/main" id="{FE2E293C-0B3C-65F7-7B28-203C7C0B26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9852" y="4530573"/>
            <a:ext cx="174625" cy="174625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73" name="Oval 33">
            <a:extLst>
              <a:ext uri="{FF2B5EF4-FFF2-40B4-BE49-F238E27FC236}">
                <a16:creationId xmlns:a16="http://schemas.microsoft.com/office/drawing/2014/main" id="{5F2AA1A6-CE17-11CB-5224-BC06C7250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7252" y="3935260"/>
            <a:ext cx="161925" cy="161925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CC0000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74" name="Oval 36">
            <a:extLst>
              <a:ext uri="{FF2B5EF4-FFF2-40B4-BE49-F238E27FC236}">
                <a16:creationId xmlns:a16="http://schemas.microsoft.com/office/drawing/2014/main" id="{23A51F89-40BA-A1DA-F026-1FB5D4FB2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5152" y="3935260"/>
            <a:ext cx="163513" cy="163513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CC0000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75" name="Oval 51">
            <a:extLst>
              <a:ext uri="{FF2B5EF4-FFF2-40B4-BE49-F238E27FC236}">
                <a16:creationId xmlns:a16="http://schemas.microsoft.com/office/drawing/2014/main" id="{9A7DA759-1FE2-5503-6885-DFEC2D3936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3940" y="3539973"/>
            <a:ext cx="144462" cy="144462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FFCC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76" name="Oval 52">
            <a:extLst>
              <a:ext uri="{FF2B5EF4-FFF2-40B4-BE49-F238E27FC236}">
                <a16:creationId xmlns:a16="http://schemas.microsoft.com/office/drawing/2014/main" id="{94F5DB40-1A87-8B6F-587A-41FE61770C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0765" y="4379760"/>
            <a:ext cx="144462" cy="144463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FFCC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77" name="Oval 53">
            <a:extLst>
              <a:ext uri="{FF2B5EF4-FFF2-40B4-BE49-F238E27FC236}">
                <a16:creationId xmlns:a16="http://schemas.microsoft.com/office/drawing/2014/main" id="{00A67395-8399-EF89-09A1-7F78E848E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4340" y="4378173"/>
            <a:ext cx="144462" cy="144462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FFCC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78" name="Oval 54">
            <a:extLst>
              <a:ext uri="{FF2B5EF4-FFF2-40B4-BE49-F238E27FC236}">
                <a16:creationId xmlns:a16="http://schemas.microsoft.com/office/drawing/2014/main" id="{2465384C-248D-397F-E051-562FAC2D8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7990" y="3533623"/>
            <a:ext cx="144462" cy="144462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FFCC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79" name="Oval 26">
            <a:extLst>
              <a:ext uri="{FF2B5EF4-FFF2-40B4-BE49-F238E27FC236}">
                <a16:creationId xmlns:a16="http://schemas.microsoft.com/office/drawing/2014/main" id="{80324464-6405-8C6C-00BE-6D949E0F3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4202" y="1686126"/>
            <a:ext cx="158750" cy="15875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80" name="Oval 27">
            <a:extLst>
              <a:ext uri="{FF2B5EF4-FFF2-40B4-BE49-F238E27FC236}">
                <a16:creationId xmlns:a16="http://schemas.microsoft.com/office/drawing/2014/main" id="{5B62F8FC-C28C-DC22-C49F-070979B26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77" y="1684539"/>
            <a:ext cx="158750" cy="153987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81" name="Oval 38">
            <a:extLst>
              <a:ext uri="{FF2B5EF4-FFF2-40B4-BE49-F238E27FC236}">
                <a16:creationId xmlns:a16="http://schemas.microsoft.com/office/drawing/2014/main" id="{FD934E42-DF0F-2B59-8C44-12ABD9576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60527" y="1482926"/>
            <a:ext cx="144463" cy="144463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FFCC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82" name="Oval 39">
            <a:extLst>
              <a:ext uri="{FF2B5EF4-FFF2-40B4-BE49-F238E27FC236}">
                <a16:creationId xmlns:a16="http://schemas.microsoft.com/office/drawing/2014/main" id="{C2B73B0F-D947-D571-E63B-6740944091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7615" y="1340051"/>
            <a:ext cx="155575" cy="155575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CC0000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A81C2C62-B092-B329-3DDB-DD02CD6C1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4402" y="3383164"/>
            <a:ext cx="162095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A5002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DengXian" charset="-122"/>
                <a:ea typeface="DengXian" charset="-122"/>
                <a:cs typeface="DengXian" charset="-122"/>
              </a:rPr>
              <a:t>选择原则</a:t>
            </a:r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8BF0C99D-18AD-C718-2971-51176D9ACF9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flipH="1">
            <a:off x="10372215" y="2356505"/>
            <a:ext cx="1138338" cy="3162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628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75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500"/>
                            </p:stCondLst>
                            <p:childTnLst>
                              <p:par>
                                <p:cTn id="1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500"/>
                            </p:stCondLst>
                            <p:childTnLst>
                              <p:par>
                                <p:cTn id="1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500"/>
                            </p:stCondLst>
                            <p:childTnLst>
                              <p:par>
                                <p:cTn id="1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1000"/>
                            </p:stCondLst>
                            <p:childTnLst>
                              <p:par>
                                <p:cTn id="1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8" fill="hold">
                            <p:stCondLst>
                              <p:cond delay="1500"/>
                            </p:stCondLst>
                            <p:childTnLst>
                              <p:par>
                                <p:cTn id="17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500"/>
                            </p:stCondLst>
                            <p:childTnLst>
                              <p:par>
                                <p:cTn id="18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500"/>
                            </p:stCondLst>
                            <p:childTnLst>
                              <p:par>
                                <p:cTn id="2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1000"/>
                            </p:stCondLst>
                            <p:childTnLst>
                              <p:par>
                                <p:cTn id="2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1500"/>
                            </p:stCondLst>
                            <p:childTnLst>
                              <p:par>
                                <p:cTn id="2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>
                            <p:stCondLst>
                              <p:cond delay="500"/>
                            </p:stCondLst>
                            <p:childTnLst>
                              <p:par>
                                <p:cTn id="2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>
                            <p:stCondLst>
                              <p:cond delay="500"/>
                            </p:stCondLst>
                            <p:childTnLst>
                              <p:par>
                                <p:cTn id="2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2" dur="75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3" dur="75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9" fill="hold">
                            <p:stCondLst>
                              <p:cond delay="500"/>
                            </p:stCondLst>
                            <p:childTnLst>
                              <p:par>
                                <p:cTn id="2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2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" fill="hold">
                            <p:stCondLst>
                              <p:cond delay="1000"/>
                            </p:stCondLst>
                            <p:childTnLst>
                              <p:par>
                                <p:cTn id="2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6" dur="500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1" dur="75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nimBg="1"/>
      <p:bldP spid="25" grpId="0" autoUpdateAnimBg="0"/>
      <p:bldP spid="26" grpId="0" animBg="1"/>
      <p:bldP spid="28" grpId="0" autoUpdateAnimBg="0"/>
      <p:bldP spid="29" grpId="0" animBg="1"/>
      <p:bldP spid="30" grpId="0" animBg="1"/>
      <p:bldP spid="31" grpId="0" animBg="1"/>
      <p:bldP spid="32" grpId="0" autoUpdateAnimBg="0"/>
      <p:bldP spid="33" grpId="0" animBg="1"/>
      <p:bldP spid="34" grpId="0" autoUpdateAnimBg="0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utoUpdateAnimBg="0"/>
      <p:bldP spid="45" grpId="0" animBg="1"/>
      <p:bldP spid="46" grpId="0" animBg="1"/>
      <p:bldP spid="47" grpId="0" autoUpdateAnimBg="0"/>
      <p:bldP spid="48" grpId="0" autoUpdateAnimBg="0"/>
      <p:bldP spid="49" grpId="0" animBg="1"/>
      <p:bldP spid="50" grpId="0" autoUpdateAnimBg="0"/>
      <p:bldP spid="51" grpId="0" animBg="1"/>
      <p:bldP spid="52" grpId="0" animBg="1"/>
      <p:bldP spid="53" grpId="0" animBg="1"/>
      <p:bldP spid="54" grpId="0" autoUpdateAnimBg="0"/>
      <p:bldP spid="55" grpId="0" build="p" autoUpdateAnimBg="0"/>
      <p:bldP spid="56" grpId="0" animBg="1"/>
      <p:bldP spid="57" grpId="0" autoUpdateAnimBg="0"/>
      <p:bldP spid="58" grpId="0" animBg="1"/>
      <p:bldP spid="59" grpId="0" animBg="1" autoUpdateAnimBg="0"/>
      <p:bldP spid="60" grpId="0" animBg="1" autoUpdateAnimBg="0"/>
      <p:bldP spid="61" grpId="0" build="p" autoUpdateAnimBg="0" advAuto="0"/>
      <p:bldP spid="62" grpId="0" autoUpdateAnimBg="0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build="p" autoUpdateAnimBg="0" advAuto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04C146-5B6B-EEF1-9EB0-E7A92423C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D3EDA-4EFF-9249-BB30-7AA8E9A16446}" type="datetime1">
              <a:rPr lang="en-US" altLang="zh-CN" smtClean="0"/>
              <a:t>11/11/25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32369D-DBDB-A159-4E9D-9225198FB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14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B5D48A-2303-994E-4716-DD9F5898C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28</a:t>
            </a:fld>
            <a:endParaRPr lang="en-US"/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D830CDC6-5640-274E-2387-226A42AA87C8}"/>
              </a:ext>
            </a:extLst>
          </p:cNvPr>
          <p:cNvSpPr>
            <a:spLocks/>
          </p:cNvSpPr>
          <p:nvPr/>
        </p:nvSpPr>
        <p:spPr bwMode="auto">
          <a:xfrm>
            <a:off x="2366511" y="3827462"/>
            <a:ext cx="1112838" cy="763588"/>
          </a:xfrm>
          <a:custGeom>
            <a:avLst/>
            <a:gdLst>
              <a:gd name="T0" fmla="*/ 5609 w 5609"/>
              <a:gd name="T1" fmla="*/ 0 h 3849"/>
              <a:gd name="T2" fmla="*/ 5128 w 5609"/>
              <a:gd name="T3" fmla="*/ 19 h 3849"/>
              <a:gd name="T4" fmla="*/ 4649 w 5609"/>
              <a:gd name="T5" fmla="*/ 77 h 3849"/>
              <a:gd name="T6" fmla="*/ 4177 w 5609"/>
              <a:gd name="T7" fmla="*/ 173 h 3849"/>
              <a:gd name="T8" fmla="*/ 3713 w 5609"/>
              <a:gd name="T9" fmla="*/ 306 h 3849"/>
              <a:gd name="T10" fmla="*/ 3263 w 5609"/>
              <a:gd name="T11" fmla="*/ 477 h 3849"/>
              <a:gd name="T12" fmla="*/ 2827 w 5609"/>
              <a:gd name="T13" fmla="*/ 683 h 3849"/>
              <a:gd name="T14" fmla="*/ 2409 w 5609"/>
              <a:gd name="T15" fmla="*/ 923 h 3849"/>
              <a:gd name="T16" fmla="*/ 2012 w 5609"/>
              <a:gd name="T17" fmla="*/ 1195 h 3849"/>
              <a:gd name="T18" fmla="*/ 1638 w 5609"/>
              <a:gd name="T19" fmla="*/ 1499 h 3849"/>
              <a:gd name="T20" fmla="*/ 1289 w 5609"/>
              <a:gd name="T21" fmla="*/ 1831 h 3849"/>
              <a:gd name="T22" fmla="*/ 968 w 5609"/>
              <a:gd name="T23" fmla="*/ 2191 h 3849"/>
              <a:gd name="T24" fmla="*/ 677 w 5609"/>
              <a:gd name="T25" fmla="*/ 2575 h 3849"/>
              <a:gd name="T26" fmla="*/ 417 w 5609"/>
              <a:gd name="T27" fmla="*/ 2981 h 3849"/>
              <a:gd name="T28" fmla="*/ 191 w 5609"/>
              <a:gd name="T29" fmla="*/ 3407 h 3849"/>
              <a:gd name="T30" fmla="*/ 0 w 5609"/>
              <a:gd name="T31" fmla="*/ 3849 h 38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5609" h="3849">
                <a:moveTo>
                  <a:pt x="5609" y="0"/>
                </a:moveTo>
                <a:lnTo>
                  <a:pt x="5128" y="19"/>
                </a:lnTo>
                <a:lnTo>
                  <a:pt x="4649" y="77"/>
                </a:lnTo>
                <a:lnTo>
                  <a:pt x="4177" y="173"/>
                </a:lnTo>
                <a:lnTo>
                  <a:pt x="3713" y="306"/>
                </a:lnTo>
                <a:lnTo>
                  <a:pt x="3263" y="477"/>
                </a:lnTo>
                <a:lnTo>
                  <a:pt x="2827" y="683"/>
                </a:lnTo>
                <a:lnTo>
                  <a:pt x="2409" y="923"/>
                </a:lnTo>
                <a:lnTo>
                  <a:pt x="2012" y="1195"/>
                </a:lnTo>
                <a:lnTo>
                  <a:pt x="1638" y="1499"/>
                </a:lnTo>
                <a:lnTo>
                  <a:pt x="1289" y="1831"/>
                </a:lnTo>
                <a:lnTo>
                  <a:pt x="968" y="2191"/>
                </a:lnTo>
                <a:lnTo>
                  <a:pt x="677" y="2575"/>
                </a:lnTo>
                <a:lnTo>
                  <a:pt x="417" y="2981"/>
                </a:lnTo>
                <a:lnTo>
                  <a:pt x="191" y="3407"/>
                </a:lnTo>
                <a:lnTo>
                  <a:pt x="0" y="3849"/>
                </a:lnTo>
              </a:path>
            </a:pathLst>
          </a:custGeom>
          <a:noFill/>
          <a:ln w="2857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" name="Group 3">
            <a:extLst>
              <a:ext uri="{FF2B5EF4-FFF2-40B4-BE49-F238E27FC236}">
                <a16:creationId xmlns:a16="http://schemas.microsoft.com/office/drawing/2014/main" id="{2E2BCDC3-0DD1-3BDE-8BEC-77B57B243782}"/>
              </a:ext>
            </a:extLst>
          </p:cNvPr>
          <p:cNvGrpSpPr>
            <a:grpSpLocks/>
          </p:cNvGrpSpPr>
          <p:nvPr/>
        </p:nvGrpSpPr>
        <p:grpSpPr bwMode="auto">
          <a:xfrm>
            <a:off x="2047424" y="3827462"/>
            <a:ext cx="2624137" cy="2386013"/>
            <a:chOff x="1203" y="2082"/>
            <a:chExt cx="1653" cy="1503"/>
          </a:xfrm>
        </p:grpSpPr>
        <p:sp>
          <p:nvSpPr>
            <p:cNvPr id="7" name="Freeform 4">
              <a:extLst>
                <a:ext uri="{FF2B5EF4-FFF2-40B4-BE49-F238E27FC236}">
                  <a16:creationId xmlns:a16="http://schemas.microsoft.com/office/drawing/2014/main" id="{C7A65D16-6AB2-D539-AC1E-919A9E88BC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4" y="2082"/>
              <a:ext cx="1452" cy="1503"/>
            </a:xfrm>
            <a:custGeom>
              <a:avLst/>
              <a:gdLst>
                <a:gd name="T0" fmla="*/ 0 w 11621"/>
                <a:gd name="T1" fmla="*/ 8180 h 12029"/>
                <a:gd name="T2" fmla="*/ 188 w 11621"/>
                <a:gd name="T3" fmla="*/ 8616 h 12029"/>
                <a:gd name="T4" fmla="*/ 410 w 11621"/>
                <a:gd name="T5" fmla="*/ 9036 h 12029"/>
                <a:gd name="T6" fmla="*/ 665 w 11621"/>
                <a:gd name="T7" fmla="*/ 9437 h 12029"/>
                <a:gd name="T8" fmla="*/ 950 w 11621"/>
                <a:gd name="T9" fmla="*/ 9816 h 12029"/>
                <a:gd name="T10" fmla="*/ 1264 w 11621"/>
                <a:gd name="T11" fmla="*/ 10173 h 12029"/>
                <a:gd name="T12" fmla="*/ 1606 w 11621"/>
                <a:gd name="T13" fmla="*/ 10502 h 12029"/>
                <a:gd name="T14" fmla="*/ 1973 w 11621"/>
                <a:gd name="T15" fmla="*/ 10804 h 12029"/>
                <a:gd name="T16" fmla="*/ 2361 w 11621"/>
                <a:gd name="T17" fmla="*/ 11077 h 12029"/>
                <a:gd name="T18" fmla="*/ 2770 w 11621"/>
                <a:gd name="T19" fmla="*/ 11317 h 12029"/>
                <a:gd name="T20" fmla="*/ 3197 w 11621"/>
                <a:gd name="T21" fmla="*/ 11525 h 12029"/>
                <a:gd name="T22" fmla="*/ 3640 w 11621"/>
                <a:gd name="T23" fmla="*/ 11698 h 12029"/>
                <a:gd name="T24" fmla="*/ 4094 w 11621"/>
                <a:gd name="T25" fmla="*/ 11836 h 12029"/>
                <a:gd name="T26" fmla="*/ 4558 w 11621"/>
                <a:gd name="T27" fmla="*/ 11937 h 12029"/>
                <a:gd name="T28" fmla="*/ 5029 w 11621"/>
                <a:gd name="T29" fmla="*/ 12002 h 12029"/>
                <a:gd name="T30" fmla="*/ 5502 w 11621"/>
                <a:gd name="T31" fmla="*/ 12029 h 12029"/>
                <a:gd name="T32" fmla="*/ 5977 w 11621"/>
                <a:gd name="T33" fmla="*/ 12019 h 12029"/>
                <a:gd name="T34" fmla="*/ 6449 w 11621"/>
                <a:gd name="T35" fmla="*/ 11971 h 12029"/>
                <a:gd name="T36" fmla="*/ 6917 w 11621"/>
                <a:gd name="T37" fmla="*/ 11886 h 12029"/>
                <a:gd name="T38" fmla="*/ 7375 w 11621"/>
                <a:gd name="T39" fmla="*/ 11764 h 12029"/>
                <a:gd name="T40" fmla="*/ 7823 w 11621"/>
                <a:gd name="T41" fmla="*/ 11607 h 12029"/>
                <a:gd name="T42" fmla="*/ 8257 w 11621"/>
                <a:gd name="T43" fmla="*/ 11415 h 12029"/>
                <a:gd name="T44" fmla="*/ 8674 w 11621"/>
                <a:gd name="T45" fmla="*/ 11189 h 12029"/>
                <a:gd name="T46" fmla="*/ 9073 w 11621"/>
                <a:gd name="T47" fmla="*/ 10931 h 12029"/>
                <a:gd name="T48" fmla="*/ 9450 w 11621"/>
                <a:gd name="T49" fmla="*/ 10642 h 12029"/>
                <a:gd name="T50" fmla="*/ 9803 w 11621"/>
                <a:gd name="T51" fmla="*/ 10324 h 12029"/>
                <a:gd name="T52" fmla="*/ 10130 w 11621"/>
                <a:gd name="T53" fmla="*/ 9980 h 12029"/>
                <a:gd name="T54" fmla="*/ 10429 w 11621"/>
                <a:gd name="T55" fmla="*/ 9611 h 12029"/>
                <a:gd name="T56" fmla="*/ 10697 w 11621"/>
                <a:gd name="T57" fmla="*/ 9219 h 12029"/>
                <a:gd name="T58" fmla="*/ 10934 w 11621"/>
                <a:gd name="T59" fmla="*/ 8807 h 12029"/>
                <a:gd name="T60" fmla="*/ 11137 w 11621"/>
                <a:gd name="T61" fmla="*/ 8379 h 12029"/>
                <a:gd name="T62" fmla="*/ 11307 w 11621"/>
                <a:gd name="T63" fmla="*/ 7935 h 12029"/>
                <a:gd name="T64" fmla="*/ 11440 w 11621"/>
                <a:gd name="T65" fmla="*/ 7478 h 12029"/>
                <a:gd name="T66" fmla="*/ 11537 w 11621"/>
                <a:gd name="T67" fmla="*/ 7013 h 12029"/>
                <a:gd name="T68" fmla="*/ 11598 w 11621"/>
                <a:gd name="T69" fmla="*/ 6543 h 12029"/>
                <a:gd name="T70" fmla="*/ 11621 w 11621"/>
                <a:gd name="T71" fmla="*/ 6068 h 12029"/>
                <a:gd name="T72" fmla="*/ 11607 w 11621"/>
                <a:gd name="T73" fmla="*/ 5593 h 12029"/>
                <a:gd name="T74" fmla="*/ 11554 w 11621"/>
                <a:gd name="T75" fmla="*/ 5121 h 12029"/>
                <a:gd name="T76" fmla="*/ 11466 w 11621"/>
                <a:gd name="T77" fmla="*/ 4655 h 12029"/>
                <a:gd name="T78" fmla="*/ 11340 w 11621"/>
                <a:gd name="T79" fmla="*/ 4196 h 12029"/>
                <a:gd name="T80" fmla="*/ 11179 w 11621"/>
                <a:gd name="T81" fmla="*/ 3750 h 12029"/>
                <a:gd name="T82" fmla="*/ 10983 w 11621"/>
                <a:gd name="T83" fmla="*/ 3317 h 12029"/>
                <a:gd name="T84" fmla="*/ 10753 w 11621"/>
                <a:gd name="T85" fmla="*/ 2901 h 12029"/>
                <a:gd name="T86" fmla="*/ 10492 w 11621"/>
                <a:gd name="T87" fmla="*/ 2505 h 12029"/>
                <a:gd name="T88" fmla="*/ 10200 w 11621"/>
                <a:gd name="T89" fmla="*/ 2131 h 12029"/>
                <a:gd name="T90" fmla="*/ 9879 w 11621"/>
                <a:gd name="T91" fmla="*/ 1780 h 12029"/>
                <a:gd name="T92" fmla="*/ 9532 w 11621"/>
                <a:gd name="T93" fmla="*/ 1456 h 12029"/>
                <a:gd name="T94" fmla="*/ 9160 w 11621"/>
                <a:gd name="T95" fmla="*/ 1160 h 12029"/>
                <a:gd name="T96" fmla="*/ 8766 w 11621"/>
                <a:gd name="T97" fmla="*/ 896 h 12029"/>
                <a:gd name="T98" fmla="*/ 8352 w 11621"/>
                <a:gd name="T99" fmla="*/ 662 h 12029"/>
                <a:gd name="T100" fmla="*/ 7922 w 11621"/>
                <a:gd name="T101" fmla="*/ 463 h 12029"/>
                <a:gd name="T102" fmla="*/ 7477 w 11621"/>
                <a:gd name="T103" fmla="*/ 297 h 12029"/>
                <a:gd name="T104" fmla="*/ 7020 w 11621"/>
                <a:gd name="T105" fmla="*/ 167 h 12029"/>
                <a:gd name="T106" fmla="*/ 6555 w 11621"/>
                <a:gd name="T107" fmla="*/ 75 h 12029"/>
                <a:gd name="T108" fmla="*/ 6084 w 11621"/>
                <a:gd name="T109" fmla="*/ 18 h 12029"/>
                <a:gd name="T110" fmla="*/ 5609 w 11621"/>
                <a:gd name="T111" fmla="*/ 0 h 120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621" h="12029">
                  <a:moveTo>
                    <a:pt x="0" y="8180"/>
                  </a:moveTo>
                  <a:lnTo>
                    <a:pt x="188" y="8616"/>
                  </a:lnTo>
                  <a:lnTo>
                    <a:pt x="410" y="9036"/>
                  </a:lnTo>
                  <a:lnTo>
                    <a:pt x="665" y="9437"/>
                  </a:lnTo>
                  <a:lnTo>
                    <a:pt x="950" y="9816"/>
                  </a:lnTo>
                  <a:lnTo>
                    <a:pt x="1264" y="10173"/>
                  </a:lnTo>
                  <a:lnTo>
                    <a:pt x="1606" y="10502"/>
                  </a:lnTo>
                  <a:lnTo>
                    <a:pt x="1973" y="10804"/>
                  </a:lnTo>
                  <a:lnTo>
                    <a:pt x="2361" y="11077"/>
                  </a:lnTo>
                  <a:lnTo>
                    <a:pt x="2770" y="11317"/>
                  </a:lnTo>
                  <a:lnTo>
                    <a:pt x="3197" y="11525"/>
                  </a:lnTo>
                  <a:lnTo>
                    <a:pt x="3640" y="11698"/>
                  </a:lnTo>
                  <a:lnTo>
                    <a:pt x="4094" y="11836"/>
                  </a:lnTo>
                  <a:lnTo>
                    <a:pt x="4558" y="11937"/>
                  </a:lnTo>
                  <a:lnTo>
                    <a:pt x="5029" y="12002"/>
                  </a:lnTo>
                  <a:lnTo>
                    <a:pt x="5502" y="12029"/>
                  </a:lnTo>
                  <a:lnTo>
                    <a:pt x="5977" y="12019"/>
                  </a:lnTo>
                  <a:lnTo>
                    <a:pt x="6449" y="11971"/>
                  </a:lnTo>
                  <a:lnTo>
                    <a:pt x="6917" y="11886"/>
                  </a:lnTo>
                  <a:lnTo>
                    <a:pt x="7375" y="11764"/>
                  </a:lnTo>
                  <a:lnTo>
                    <a:pt x="7823" y="11607"/>
                  </a:lnTo>
                  <a:lnTo>
                    <a:pt x="8257" y="11415"/>
                  </a:lnTo>
                  <a:lnTo>
                    <a:pt x="8674" y="11189"/>
                  </a:lnTo>
                  <a:lnTo>
                    <a:pt x="9073" y="10931"/>
                  </a:lnTo>
                  <a:lnTo>
                    <a:pt x="9450" y="10642"/>
                  </a:lnTo>
                  <a:lnTo>
                    <a:pt x="9803" y="10324"/>
                  </a:lnTo>
                  <a:lnTo>
                    <a:pt x="10130" y="9980"/>
                  </a:lnTo>
                  <a:lnTo>
                    <a:pt x="10429" y="9611"/>
                  </a:lnTo>
                  <a:lnTo>
                    <a:pt x="10697" y="9219"/>
                  </a:lnTo>
                  <a:lnTo>
                    <a:pt x="10934" y="8807"/>
                  </a:lnTo>
                  <a:lnTo>
                    <a:pt x="11137" y="8379"/>
                  </a:lnTo>
                  <a:lnTo>
                    <a:pt x="11307" y="7935"/>
                  </a:lnTo>
                  <a:lnTo>
                    <a:pt x="11440" y="7478"/>
                  </a:lnTo>
                  <a:lnTo>
                    <a:pt x="11537" y="7013"/>
                  </a:lnTo>
                  <a:lnTo>
                    <a:pt x="11598" y="6543"/>
                  </a:lnTo>
                  <a:lnTo>
                    <a:pt x="11621" y="6068"/>
                  </a:lnTo>
                  <a:lnTo>
                    <a:pt x="11607" y="5593"/>
                  </a:lnTo>
                  <a:lnTo>
                    <a:pt x="11554" y="5121"/>
                  </a:lnTo>
                  <a:lnTo>
                    <a:pt x="11466" y="4655"/>
                  </a:lnTo>
                  <a:lnTo>
                    <a:pt x="11340" y="4196"/>
                  </a:lnTo>
                  <a:lnTo>
                    <a:pt x="11179" y="3750"/>
                  </a:lnTo>
                  <a:lnTo>
                    <a:pt x="10983" y="3317"/>
                  </a:lnTo>
                  <a:lnTo>
                    <a:pt x="10753" y="2901"/>
                  </a:lnTo>
                  <a:lnTo>
                    <a:pt x="10492" y="2505"/>
                  </a:lnTo>
                  <a:lnTo>
                    <a:pt x="10200" y="2131"/>
                  </a:lnTo>
                  <a:lnTo>
                    <a:pt x="9879" y="1780"/>
                  </a:lnTo>
                  <a:lnTo>
                    <a:pt x="9532" y="1456"/>
                  </a:lnTo>
                  <a:lnTo>
                    <a:pt x="9160" y="1160"/>
                  </a:lnTo>
                  <a:lnTo>
                    <a:pt x="8766" y="896"/>
                  </a:lnTo>
                  <a:lnTo>
                    <a:pt x="8352" y="662"/>
                  </a:lnTo>
                  <a:lnTo>
                    <a:pt x="7922" y="463"/>
                  </a:lnTo>
                  <a:lnTo>
                    <a:pt x="7477" y="297"/>
                  </a:lnTo>
                  <a:lnTo>
                    <a:pt x="7020" y="167"/>
                  </a:lnTo>
                  <a:lnTo>
                    <a:pt x="6555" y="75"/>
                  </a:lnTo>
                  <a:lnTo>
                    <a:pt x="6084" y="18"/>
                  </a:lnTo>
                  <a:lnTo>
                    <a:pt x="5609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428830D8-AF67-03D8-EE2D-8DC713D347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03" y="2563"/>
              <a:ext cx="1" cy="27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6">
              <a:extLst>
                <a:ext uri="{FF2B5EF4-FFF2-40B4-BE49-F238E27FC236}">
                  <a16:creationId xmlns:a16="http://schemas.microsoft.com/office/drawing/2014/main" id="{06BDC0FD-48D6-92B4-1481-499476CB6A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03" y="2834"/>
              <a:ext cx="1" cy="27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7">
              <a:extLst>
                <a:ext uri="{FF2B5EF4-FFF2-40B4-BE49-F238E27FC236}">
                  <a16:creationId xmlns:a16="http://schemas.microsoft.com/office/drawing/2014/main" id="{086D9663-1CAC-2C06-2C4C-979D9D5FA9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03" y="2563"/>
              <a:ext cx="392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8">
              <a:extLst>
                <a:ext uri="{FF2B5EF4-FFF2-40B4-BE49-F238E27FC236}">
                  <a16:creationId xmlns:a16="http://schemas.microsoft.com/office/drawing/2014/main" id="{8FC33E6A-630C-CF34-ABB9-011FEDD9FF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03" y="3104"/>
              <a:ext cx="392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9">
            <a:extLst>
              <a:ext uri="{FF2B5EF4-FFF2-40B4-BE49-F238E27FC236}">
                <a16:creationId xmlns:a16="http://schemas.microsoft.com/office/drawing/2014/main" id="{92F2BC95-6CAF-C69B-E97C-54280D6E8999}"/>
              </a:ext>
            </a:extLst>
          </p:cNvPr>
          <p:cNvGrpSpPr>
            <a:grpSpLocks/>
          </p:cNvGrpSpPr>
          <p:nvPr/>
        </p:nvGrpSpPr>
        <p:grpSpPr bwMode="auto">
          <a:xfrm>
            <a:off x="2047424" y="1700212"/>
            <a:ext cx="2624137" cy="1195388"/>
            <a:chOff x="1203" y="742"/>
            <a:chExt cx="1653" cy="753"/>
          </a:xfrm>
        </p:grpSpPr>
        <p:sp>
          <p:nvSpPr>
            <p:cNvPr id="13" name="Line 10">
              <a:extLst>
                <a:ext uri="{FF2B5EF4-FFF2-40B4-BE49-F238E27FC236}">
                  <a16:creationId xmlns:a16="http://schemas.microsoft.com/office/drawing/2014/main" id="{F6260166-405D-B17B-21F4-8DF0E7A782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53" y="1494"/>
              <a:ext cx="1503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11">
              <a:extLst>
                <a:ext uri="{FF2B5EF4-FFF2-40B4-BE49-F238E27FC236}">
                  <a16:creationId xmlns:a16="http://schemas.microsoft.com/office/drawing/2014/main" id="{1499E4AB-B065-53B0-C705-15087E1077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03" y="742"/>
              <a:ext cx="1" cy="54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12">
              <a:extLst>
                <a:ext uri="{FF2B5EF4-FFF2-40B4-BE49-F238E27FC236}">
                  <a16:creationId xmlns:a16="http://schemas.microsoft.com/office/drawing/2014/main" id="{60C924ED-8141-69BC-1D2A-FA060092F4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03" y="742"/>
              <a:ext cx="902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13">
              <a:extLst>
                <a:ext uri="{FF2B5EF4-FFF2-40B4-BE49-F238E27FC236}">
                  <a16:creationId xmlns:a16="http://schemas.microsoft.com/office/drawing/2014/main" id="{35D1A880-0171-2160-BB39-1F386DAAF3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03" y="1283"/>
              <a:ext cx="180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C822C4E3-899C-EBEB-29E5-315086A63F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3" y="1283"/>
              <a:ext cx="30" cy="211"/>
            </a:xfrm>
            <a:custGeom>
              <a:avLst/>
              <a:gdLst>
                <a:gd name="T0" fmla="*/ 240 w 240"/>
                <a:gd name="T1" fmla="*/ 0 h 1684"/>
                <a:gd name="T2" fmla="*/ 136 w 240"/>
                <a:gd name="T3" fmla="*/ 413 h 1684"/>
                <a:gd name="T4" fmla="*/ 60 w 240"/>
                <a:gd name="T5" fmla="*/ 834 h 1684"/>
                <a:gd name="T6" fmla="*/ 15 w 240"/>
                <a:gd name="T7" fmla="*/ 1258 h 1684"/>
                <a:gd name="T8" fmla="*/ 0 w 240"/>
                <a:gd name="T9" fmla="*/ 1684 h 16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0" h="1684">
                  <a:moveTo>
                    <a:pt x="240" y="0"/>
                  </a:moveTo>
                  <a:lnTo>
                    <a:pt x="136" y="413"/>
                  </a:lnTo>
                  <a:lnTo>
                    <a:pt x="60" y="834"/>
                  </a:lnTo>
                  <a:lnTo>
                    <a:pt x="15" y="1258"/>
                  </a:lnTo>
                  <a:lnTo>
                    <a:pt x="0" y="1684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0CDD7F7A-3B8E-3112-AE89-E675A46613A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5" y="742"/>
              <a:ext cx="751" cy="752"/>
            </a:xfrm>
            <a:custGeom>
              <a:avLst/>
              <a:gdLst>
                <a:gd name="T0" fmla="*/ 6013 w 6013"/>
                <a:gd name="T1" fmla="*/ 6015 h 6015"/>
                <a:gd name="T2" fmla="*/ 5993 w 6013"/>
                <a:gd name="T3" fmla="*/ 5543 h 6015"/>
                <a:gd name="T4" fmla="*/ 5938 w 6013"/>
                <a:gd name="T5" fmla="*/ 5074 h 6015"/>
                <a:gd name="T6" fmla="*/ 5846 w 6013"/>
                <a:gd name="T7" fmla="*/ 4611 h 6015"/>
                <a:gd name="T8" fmla="*/ 5718 w 6013"/>
                <a:gd name="T9" fmla="*/ 4157 h 6015"/>
                <a:gd name="T10" fmla="*/ 5555 w 6013"/>
                <a:gd name="T11" fmla="*/ 3713 h 6015"/>
                <a:gd name="T12" fmla="*/ 5357 w 6013"/>
                <a:gd name="T13" fmla="*/ 3284 h 6015"/>
                <a:gd name="T14" fmla="*/ 5126 w 6013"/>
                <a:gd name="T15" fmla="*/ 2872 h 6015"/>
                <a:gd name="T16" fmla="*/ 4864 w 6013"/>
                <a:gd name="T17" fmla="*/ 2480 h 6015"/>
                <a:gd name="T18" fmla="*/ 4572 w 6013"/>
                <a:gd name="T19" fmla="*/ 2109 h 6015"/>
                <a:gd name="T20" fmla="*/ 4252 w 6013"/>
                <a:gd name="T21" fmla="*/ 1762 h 6015"/>
                <a:gd name="T22" fmla="*/ 3905 w 6013"/>
                <a:gd name="T23" fmla="*/ 1441 h 6015"/>
                <a:gd name="T24" fmla="*/ 3534 w 6013"/>
                <a:gd name="T25" fmla="*/ 1149 h 6015"/>
                <a:gd name="T26" fmla="*/ 3141 w 6013"/>
                <a:gd name="T27" fmla="*/ 886 h 6015"/>
                <a:gd name="T28" fmla="*/ 2729 w 6013"/>
                <a:gd name="T29" fmla="*/ 656 h 6015"/>
                <a:gd name="T30" fmla="*/ 2301 w 6013"/>
                <a:gd name="T31" fmla="*/ 457 h 6015"/>
                <a:gd name="T32" fmla="*/ 1858 w 6013"/>
                <a:gd name="T33" fmla="*/ 294 h 6015"/>
                <a:gd name="T34" fmla="*/ 1404 w 6013"/>
                <a:gd name="T35" fmla="*/ 166 h 6015"/>
                <a:gd name="T36" fmla="*/ 941 w 6013"/>
                <a:gd name="T37" fmla="*/ 75 h 6015"/>
                <a:gd name="T38" fmla="*/ 471 w 6013"/>
                <a:gd name="T39" fmla="*/ 19 h 6015"/>
                <a:gd name="T40" fmla="*/ 0 w 6013"/>
                <a:gd name="T41" fmla="*/ 0 h 60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013" h="6015">
                  <a:moveTo>
                    <a:pt x="6013" y="6015"/>
                  </a:moveTo>
                  <a:lnTo>
                    <a:pt x="5993" y="5543"/>
                  </a:lnTo>
                  <a:lnTo>
                    <a:pt x="5938" y="5074"/>
                  </a:lnTo>
                  <a:lnTo>
                    <a:pt x="5846" y="4611"/>
                  </a:lnTo>
                  <a:lnTo>
                    <a:pt x="5718" y="4157"/>
                  </a:lnTo>
                  <a:lnTo>
                    <a:pt x="5555" y="3713"/>
                  </a:lnTo>
                  <a:lnTo>
                    <a:pt x="5357" y="3284"/>
                  </a:lnTo>
                  <a:lnTo>
                    <a:pt x="5126" y="2872"/>
                  </a:lnTo>
                  <a:lnTo>
                    <a:pt x="4864" y="2480"/>
                  </a:lnTo>
                  <a:lnTo>
                    <a:pt x="4572" y="2109"/>
                  </a:lnTo>
                  <a:lnTo>
                    <a:pt x="4252" y="1762"/>
                  </a:lnTo>
                  <a:lnTo>
                    <a:pt x="3905" y="1441"/>
                  </a:lnTo>
                  <a:lnTo>
                    <a:pt x="3534" y="1149"/>
                  </a:lnTo>
                  <a:lnTo>
                    <a:pt x="3141" y="886"/>
                  </a:lnTo>
                  <a:lnTo>
                    <a:pt x="2729" y="656"/>
                  </a:lnTo>
                  <a:lnTo>
                    <a:pt x="2301" y="457"/>
                  </a:lnTo>
                  <a:lnTo>
                    <a:pt x="1858" y="294"/>
                  </a:lnTo>
                  <a:lnTo>
                    <a:pt x="1404" y="166"/>
                  </a:lnTo>
                  <a:lnTo>
                    <a:pt x="941" y="75"/>
                  </a:lnTo>
                  <a:lnTo>
                    <a:pt x="471" y="19"/>
                  </a:ln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6">
            <a:extLst>
              <a:ext uri="{FF2B5EF4-FFF2-40B4-BE49-F238E27FC236}">
                <a16:creationId xmlns:a16="http://schemas.microsoft.com/office/drawing/2014/main" id="{62895344-B70D-E4F7-2928-E79CB7694D4F}"/>
              </a:ext>
            </a:extLst>
          </p:cNvPr>
          <p:cNvGrpSpPr>
            <a:grpSpLocks/>
          </p:cNvGrpSpPr>
          <p:nvPr/>
        </p:nvGrpSpPr>
        <p:grpSpPr bwMode="auto">
          <a:xfrm>
            <a:off x="5424036" y="1700212"/>
            <a:ext cx="2386013" cy="1195388"/>
            <a:chOff x="3330" y="742"/>
            <a:chExt cx="1503" cy="753"/>
          </a:xfrm>
        </p:grpSpPr>
        <p:sp>
          <p:nvSpPr>
            <p:cNvPr id="20" name="Line 17">
              <a:extLst>
                <a:ext uri="{FF2B5EF4-FFF2-40B4-BE49-F238E27FC236}">
                  <a16:creationId xmlns:a16="http://schemas.microsoft.com/office/drawing/2014/main" id="{4B38F48A-FDAF-4C9E-DFBC-9E7FBFE39F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0" y="1494"/>
              <a:ext cx="1503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0A3AE012-9AEB-D8E2-D9DD-D0D6982169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1" y="742"/>
              <a:ext cx="541" cy="541"/>
            </a:xfrm>
            <a:custGeom>
              <a:avLst/>
              <a:gdLst>
                <a:gd name="T0" fmla="*/ 4328 w 4328"/>
                <a:gd name="T1" fmla="*/ 2165 h 4331"/>
                <a:gd name="T2" fmla="*/ 4310 w 4328"/>
                <a:gd name="T3" fmla="*/ 1883 h 4331"/>
                <a:gd name="T4" fmla="*/ 4255 w 4328"/>
                <a:gd name="T5" fmla="*/ 1605 h 4331"/>
                <a:gd name="T6" fmla="*/ 4164 w 4328"/>
                <a:gd name="T7" fmla="*/ 1336 h 4331"/>
                <a:gd name="T8" fmla="*/ 4038 w 4328"/>
                <a:gd name="T9" fmla="*/ 1083 h 4331"/>
                <a:gd name="T10" fmla="*/ 3881 w 4328"/>
                <a:gd name="T11" fmla="*/ 847 h 4331"/>
                <a:gd name="T12" fmla="*/ 3695 w 4328"/>
                <a:gd name="T13" fmla="*/ 635 h 4331"/>
                <a:gd name="T14" fmla="*/ 3481 w 4328"/>
                <a:gd name="T15" fmla="*/ 448 h 4331"/>
                <a:gd name="T16" fmla="*/ 3247 w 4328"/>
                <a:gd name="T17" fmla="*/ 290 h 4331"/>
                <a:gd name="T18" fmla="*/ 2993 w 4328"/>
                <a:gd name="T19" fmla="*/ 165 h 4331"/>
                <a:gd name="T20" fmla="*/ 2724 w 4328"/>
                <a:gd name="T21" fmla="*/ 73 h 4331"/>
                <a:gd name="T22" fmla="*/ 2447 w 4328"/>
                <a:gd name="T23" fmla="*/ 19 h 4331"/>
                <a:gd name="T24" fmla="*/ 2164 w 4328"/>
                <a:gd name="T25" fmla="*/ 0 h 4331"/>
                <a:gd name="T26" fmla="*/ 1881 w 4328"/>
                <a:gd name="T27" fmla="*/ 19 h 4331"/>
                <a:gd name="T28" fmla="*/ 1604 w 4328"/>
                <a:gd name="T29" fmla="*/ 73 h 4331"/>
                <a:gd name="T30" fmla="*/ 1336 w 4328"/>
                <a:gd name="T31" fmla="*/ 165 h 4331"/>
                <a:gd name="T32" fmla="*/ 1082 w 4328"/>
                <a:gd name="T33" fmla="*/ 290 h 4331"/>
                <a:gd name="T34" fmla="*/ 847 w 4328"/>
                <a:gd name="T35" fmla="*/ 448 h 4331"/>
                <a:gd name="T36" fmla="*/ 633 w 4328"/>
                <a:gd name="T37" fmla="*/ 635 h 4331"/>
                <a:gd name="T38" fmla="*/ 447 w 4328"/>
                <a:gd name="T39" fmla="*/ 847 h 4331"/>
                <a:gd name="T40" fmla="*/ 290 w 4328"/>
                <a:gd name="T41" fmla="*/ 1083 h 4331"/>
                <a:gd name="T42" fmla="*/ 165 w 4328"/>
                <a:gd name="T43" fmla="*/ 1336 h 4331"/>
                <a:gd name="T44" fmla="*/ 73 w 4328"/>
                <a:gd name="T45" fmla="*/ 1605 h 4331"/>
                <a:gd name="T46" fmla="*/ 18 w 4328"/>
                <a:gd name="T47" fmla="*/ 1883 h 4331"/>
                <a:gd name="T48" fmla="*/ 0 w 4328"/>
                <a:gd name="T49" fmla="*/ 2165 h 4331"/>
                <a:gd name="T50" fmla="*/ 18 w 4328"/>
                <a:gd name="T51" fmla="*/ 2448 h 4331"/>
                <a:gd name="T52" fmla="*/ 73 w 4328"/>
                <a:gd name="T53" fmla="*/ 2726 h 4331"/>
                <a:gd name="T54" fmla="*/ 165 w 4328"/>
                <a:gd name="T55" fmla="*/ 2994 h 4331"/>
                <a:gd name="T56" fmla="*/ 290 w 4328"/>
                <a:gd name="T57" fmla="*/ 3248 h 4331"/>
                <a:gd name="T58" fmla="*/ 447 w 4328"/>
                <a:gd name="T59" fmla="*/ 3484 h 4331"/>
                <a:gd name="T60" fmla="*/ 633 w 4328"/>
                <a:gd name="T61" fmla="*/ 3697 h 4331"/>
                <a:gd name="T62" fmla="*/ 847 w 4328"/>
                <a:gd name="T63" fmla="*/ 3884 h 4331"/>
                <a:gd name="T64" fmla="*/ 1082 w 4328"/>
                <a:gd name="T65" fmla="*/ 4040 h 4331"/>
                <a:gd name="T66" fmla="*/ 1336 w 4328"/>
                <a:gd name="T67" fmla="*/ 4166 h 4331"/>
                <a:gd name="T68" fmla="*/ 1604 w 4328"/>
                <a:gd name="T69" fmla="*/ 4257 h 4331"/>
                <a:gd name="T70" fmla="*/ 1881 w 4328"/>
                <a:gd name="T71" fmla="*/ 4312 h 4331"/>
                <a:gd name="T72" fmla="*/ 2164 w 4328"/>
                <a:gd name="T73" fmla="*/ 4331 h 4331"/>
                <a:gd name="T74" fmla="*/ 2447 w 4328"/>
                <a:gd name="T75" fmla="*/ 4312 h 4331"/>
                <a:gd name="T76" fmla="*/ 2724 w 4328"/>
                <a:gd name="T77" fmla="*/ 4257 h 4331"/>
                <a:gd name="T78" fmla="*/ 2993 w 4328"/>
                <a:gd name="T79" fmla="*/ 4166 h 4331"/>
                <a:gd name="T80" fmla="*/ 3247 w 4328"/>
                <a:gd name="T81" fmla="*/ 4040 h 4331"/>
                <a:gd name="T82" fmla="*/ 3481 w 4328"/>
                <a:gd name="T83" fmla="*/ 3884 h 4331"/>
                <a:gd name="T84" fmla="*/ 3695 w 4328"/>
                <a:gd name="T85" fmla="*/ 3697 h 4331"/>
                <a:gd name="T86" fmla="*/ 3881 w 4328"/>
                <a:gd name="T87" fmla="*/ 3484 h 4331"/>
                <a:gd name="T88" fmla="*/ 4038 w 4328"/>
                <a:gd name="T89" fmla="*/ 3248 h 4331"/>
                <a:gd name="T90" fmla="*/ 4164 w 4328"/>
                <a:gd name="T91" fmla="*/ 2994 h 4331"/>
                <a:gd name="T92" fmla="*/ 4255 w 4328"/>
                <a:gd name="T93" fmla="*/ 2726 h 4331"/>
                <a:gd name="T94" fmla="*/ 4310 w 4328"/>
                <a:gd name="T95" fmla="*/ 2448 h 4331"/>
                <a:gd name="T96" fmla="*/ 4328 w 4328"/>
                <a:gd name="T97" fmla="*/ 2165 h 4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328" h="4331">
                  <a:moveTo>
                    <a:pt x="4328" y="2165"/>
                  </a:moveTo>
                  <a:lnTo>
                    <a:pt x="4310" y="1883"/>
                  </a:lnTo>
                  <a:lnTo>
                    <a:pt x="4255" y="1605"/>
                  </a:lnTo>
                  <a:lnTo>
                    <a:pt x="4164" y="1336"/>
                  </a:lnTo>
                  <a:lnTo>
                    <a:pt x="4038" y="1083"/>
                  </a:lnTo>
                  <a:lnTo>
                    <a:pt x="3881" y="847"/>
                  </a:lnTo>
                  <a:lnTo>
                    <a:pt x="3695" y="635"/>
                  </a:lnTo>
                  <a:lnTo>
                    <a:pt x="3481" y="448"/>
                  </a:lnTo>
                  <a:lnTo>
                    <a:pt x="3247" y="290"/>
                  </a:lnTo>
                  <a:lnTo>
                    <a:pt x="2993" y="165"/>
                  </a:lnTo>
                  <a:lnTo>
                    <a:pt x="2724" y="73"/>
                  </a:lnTo>
                  <a:lnTo>
                    <a:pt x="2447" y="19"/>
                  </a:lnTo>
                  <a:lnTo>
                    <a:pt x="2164" y="0"/>
                  </a:lnTo>
                  <a:lnTo>
                    <a:pt x="1881" y="19"/>
                  </a:lnTo>
                  <a:lnTo>
                    <a:pt x="1604" y="73"/>
                  </a:lnTo>
                  <a:lnTo>
                    <a:pt x="1336" y="165"/>
                  </a:lnTo>
                  <a:lnTo>
                    <a:pt x="1082" y="290"/>
                  </a:lnTo>
                  <a:lnTo>
                    <a:pt x="847" y="448"/>
                  </a:lnTo>
                  <a:lnTo>
                    <a:pt x="633" y="635"/>
                  </a:lnTo>
                  <a:lnTo>
                    <a:pt x="447" y="847"/>
                  </a:lnTo>
                  <a:lnTo>
                    <a:pt x="290" y="1083"/>
                  </a:lnTo>
                  <a:lnTo>
                    <a:pt x="165" y="1336"/>
                  </a:lnTo>
                  <a:lnTo>
                    <a:pt x="73" y="1605"/>
                  </a:lnTo>
                  <a:lnTo>
                    <a:pt x="18" y="1883"/>
                  </a:lnTo>
                  <a:lnTo>
                    <a:pt x="0" y="2165"/>
                  </a:lnTo>
                  <a:lnTo>
                    <a:pt x="18" y="2448"/>
                  </a:lnTo>
                  <a:lnTo>
                    <a:pt x="73" y="2726"/>
                  </a:lnTo>
                  <a:lnTo>
                    <a:pt x="165" y="2994"/>
                  </a:lnTo>
                  <a:lnTo>
                    <a:pt x="290" y="3248"/>
                  </a:lnTo>
                  <a:lnTo>
                    <a:pt x="447" y="3484"/>
                  </a:lnTo>
                  <a:lnTo>
                    <a:pt x="633" y="3697"/>
                  </a:lnTo>
                  <a:lnTo>
                    <a:pt x="847" y="3884"/>
                  </a:lnTo>
                  <a:lnTo>
                    <a:pt x="1082" y="4040"/>
                  </a:lnTo>
                  <a:lnTo>
                    <a:pt x="1336" y="4166"/>
                  </a:lnTo>
                  <a:lnTo>
                    <a:pt x="1604" y="4257"/>
                  </a:lnTo>
                  <a:lnTo>
                    <a:pt x="1881" y="4312"/>
                  </a:lnTo>
                  <a:lnTo>
                    <a:pt x="2164" y="4331"/>
                  </a:lnTo>
                  <a:lnTo>
                    <a:pt x="2447" y="4312"/>
                  </a:lnTo>
                  <a:lnTo>
                    <a:pt x="2724" y="4257"/>
                  </a:lnTo>
                  <a:lnTo>
                    <a:pt x="2993" y="4166"/>
                  </a:lnTo>
                  <a:lnTo>
                    <a:pt x="3247" y="4040"/>
                  </a:lnTo>
                  <a:lnTo>
                    <a:pt x="3481" y="3884"/>
                  </a:lnTo>
                  <a:lnTo>
                    <a:pt x="3695" y="3697"/>
                  </a:lnTo>
                  <a:lnTo>
                    <a:pt x="3881" y="3484"/>
                  </a:lnTo>
                  <a:lnTo>
                    <a:pt x="4038" y="3248"/>
                  </a:lnTo>
                  <a:lnTo>
                    <a:pt x="4164" y="2994"/>
                  </a:lnTo>
                  <a:lnTo>
                    <a:pt x="4255" y="2726"/>
                  </a:lnTo>
                  <a:lnTo>
                    <a:pt x="4310" y="2448"/>
                  </a:lnTo>
                  <a:lnTo>
                    <a:pt x="4328" y="2165"/>
                  </a:lnTo>
                  <a:close/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3F9917A7-8589-175A-A940-3D47C2374D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0" y="742"/>
              <a:ext cx="1503" cy="752"/>
            </a:xfrm>
            <a:custGeom>
              <a:avLst/>
              <a:gdLst>
                <a:gd name="T0" fmla="*/ 12025 w 12025"/>
                <a:gd name="T1" fmla="*/ 6015 h 6015"/>
                <a:gd name="T2" fmla="*/ 12006 w 12025"/>
                <a:gd name="T3" fmla="*/ 5543 h 6015"/>
                <a:gd name="T4" fmla="*/ 11950 w 12025"/>
                <a:gd name="T5" fmla="*/ 5074 h 6015"/>
                <a:gd name="T6" fmla="*/ 11858 w 12025"/>
                <a:gd name="T7" fmla="*/ 4611 h 6015"/>
                <a:gd name="T8" fmla="*/ 11730 w 12025"/>
                <a:gd name="T9" fmla="*/ 4157 h 6015"/>
                <a:gd name="T10" fmla="*/ 11567 w 12025"/>
                <a:gd name="T11" fmla="*/ 3713 h 6015"/>
                <a:gd name="T12" fmla="*/ 11369 w 12025"/>
                <a:gd name="T13" fmla="*/ 3284 h 6015"/>
                <a:gd name="T14" fmla="*/ 11138 w 12025"/>
                <a:gd name="T15" fmla="*/ 2872 h 6015"/>
                <a:gd name="T16" fmla="*/ 10876 w 12025"/>
                <a:gd name="T17" fmla="*/ 2480 h 6015"/>
                <a:gd name="T18" fmla="*/ 10584 w 12025"/>
                <a:gd name="T19" fmla="*/ 2109 h 6015"/>
                <a:gd name="T20" fmla="*/ 10264 w 12025"/>
                <a:gd name="T21" fmla="*/ 1762 h 6015"/>
                <a:gd name="T22" fmla="*/ 9917 w 12025"/>
                <a:gd name="T23" fmla="*/ 1441 h 6015"/>
                <a:gd name="T24" fmla="*/ 9546 w 12025"/>
                <a:gd name="T25" fmla="*/ 1149 h 6015"/>
                <a:gd name="T26" fmla="*/ 9153 w 12025"/>
                <a:gd name="T27" fmla="*/ 886 h 6015"/>
                <a:gd name="T28" fmla="*/ 8742 w 12025"/>
                <a:gd name="T29" fmla="*/ 656 h 6015"/>
                <a:gd name="T30" fmla="*/ 8313 w 12025"/>
                <a:gd name="T31" fmla="*/ 457 h 6015"/>
                <a:gd name="T32" fmla="*/ 7870 w 12025"/>
                <a:gd name="T33" fmla="*/ 294 h 6015"/>
                <a:gd name="T34" fmla="*/ 7416 w 12025"/>
                <a:gd name="T35" fmla="*/ 166 h 6015"/>
                <a:gd name="T36" fmla="*/ 6953 w 12025"/>
                <a:gd name="T37" fmla="*/ 75 h 6015"/>
                <a:gd name="T38" fmla="*/ 6484 w 12025"/>
                <a:gd name="T39" fmla="*/ 19 h 6015"/>
                <a:gd name="T40" fmla="*/ 6012 w 12025"/>
                <a:gd name="T41" fmla="*/ 0 h 6015"/>
                <a:gd name="T42" fmla="*/ 5541 w 12025"/>
                <a:gd name="T43" fmla="*/ 19 h 6015"/>
                <a:gd name="T44" fmla="*/ 5071 w 12025"/>
                <a:gd name="T45" fmla="*/ 75 h 6015"/>
                <a:gd name="T46" fmla="*/ 4608 w 12025"/>
                <a:gd name="T47" fmla="*/ 166 h 6015"/>
                <a:gd name="T48" fmla="*/ 4154 w 12025"/>
                <a:gd name="T49" fmla="*/ 294 h 6015"/>
                <a:gd name="T50" fmla="*/ 3711 w 12025"/>
                <a:gd name="T51" fmla="*/ 457 h 6015"/>
                <a:gd name="T52" fmla="*/ 3282 w 12025"/>
                <a:gd name="T53" fmla="*/ 656 h 6015"/>
                <a:gd name="T54" fmla="*/ 2871 w 12025"/>
                <a:gd name="T55" fmla="*/ 886 h 6015"/>
                <a:gd name="T56" fmla="*/ 2478 w 12025"/>
                <a:gd name="T57" fmla="*/ 1149 h 6015"/>
                <a:gd name="T58" fmla="*/ 2108 w 12025"/>
                <a:gd name="T59" fmla="*/ 1441 h 6015"/>
                <a:gd name="T60" fmla="*/ 1761 w 12025"/>
                <a:gd name="T61" fmla="*/ 1762 h 6015"/>
                <a:gd name="T62" fmla="*/ 1440 w 12025"/>
                <a:gd name="T63" fmla="*/ 2109 h 6015"/>
                <a:gd name="T64" fmla="*/ 1148 w 12025"/>
                <a:gd name="T65" fmla="*/ 2480 h 6015"/>
                <a:gd name="T66" fmla="*/ 886 w 12025"/>
                <a:gd name="T67" fmla="*/ 2872 h 6015"/>
                <a:gd name="T68" fmla="*/ 655 w 12025"/>
                <a:gd name="T69" fmla="*/ 3284 h 6015"/>
                <a:gd name="T70" fmla="*/ 458 w 12025"/>
                <a:gd name="T71" fmla="*/ 3713 h 6015"/>
                <a:gd name="T72" fmla="*/ 295 w 12025"/>
                <a:gd name="T73" fmla="*/ 4157 h 6015"/>
                <a:gd name="T74" fmla="*/ 166 w 12025"/>
                <a:gd name="T75" fmla="*/ 4611 h 6015"/>
                <a:gd name="T76" fmla="*/ 74 w 12025"/>
                <a:gd name="T77" fmla="*/ 5074 h 6015"/>
                <a:gd name="T78" fmla="*/ 18 w 12025"/>
                <a:gd name="T79" fmla="*/ 5543 h 6015"/>
                <a:gd name="T80" fmla="*/ 0 w 12025"/>
                <a:gd name="T81" fmla="*/ 6015 h 60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2025" h="6015">
                  <a:moveTo>
                    <a:pt x="12025" y="6015"/>
                  </a:moveTo>
                  <a:lnTo>
                    <a:pt x="12006" y="5543"/>
                  </a:lnTo>
                  <a:lnTo>
                    <a:pt x="11950" y="5074"/>
                  </a:lnTo>
                  <a:lnTo>
                    <a:pt x="11858" y="4611"/>
                  </a:lnTo>
                  <a:lnTo>
                    <a:pt x="11730" y="4157"/>
                  </a:lnTo>
                  <a:lnTo>
                    <a:pt x="11567" y="3713"/>
                  </a:lnTo>
                  <a:lnTo>
                    <a:pt x="11369" y="3284"/>
                  </a:lnTo>
                  <a:lnTo>
                    <a:pt x="11138" y="2872"/>
                  </a:lnTo>
                  <a:lnTo>
                    <a:pt x="10876" y="2480"/>
                  </a:lnTo>
                  <a:lnTo>
                    <a:pt x="10584" y="2109"/>
                  </a:lnTo>
                  <a:lnTo>
                    <a:pt x="10264" y="1762"/>
                  </a:lnTo>
                  <a:lnTo>
                    <a:pt x="9917" y="1441"/>
                  </a:lnTo>
                  <a:lnTo>
                    <a:pt x="9546" y="1149"/>
                  </a:lnTo>
                  <a:lnTo>
                    <a:pt x="9153" y="886"/>
                  </a:lnTo>
                  <a:lnTo>
                    <a:pt x="8742" y="656"/>
                  </a:lnTo>
                  <a:lnTo>
                    <a:pt x="8313" y="457"/>
                  </a:lnTo>
                  <a:lnTo>
                    <a:pt x="7870" y="294"/>
                  </a:lnTo>
                  <a:lnTo>
                    <a:pt x="7416" y="166"/>
                  </a:lnTo>
                  <a:lnTo>
                    <a:pt x="6953" y="75"/>
                  </a:lnTo>
                  <a:lnTo>
                    <a:pt x="6484" y="19"/>
                  </a:lnTo>
                  <a:lnTo>
                    <a:pt x="6012" y="0"/>
                  </a:lnTo>
                  <a:lnTo>
                    <a:pt x="5541" y="19"/>
                  </a:lnTo>
                  <a:lnTo>
                    <a:pt x="5071" y="75"/>
                  </a:lnTo>
                  <a:lnTo>
                    <a:pt x="4608" y="166"/>
                  </a:lnTo>
                  <a:lnTo>
                    <a:pt x="4154" y="294"/>
                  </a:lnTo>
                  <a:lnTo>
                    <a:pt x="3711" y="457"/>
                  </a:lnTo>
                  <a:lnTo>
                    <a:pt x="3282" y="656"/>
                  </a:lnTo>
                  <a:lnTo>
                    <a:pt x="2871" y="886"/>
                  </a:lnTo>
                  <a:lnTo>
                    <a:pt x="2478" y="1149"/>
                  </a:lnTo>
                  <a:lnTo>
                    <a:pt x="2108" y="1441"/>
                  </a:lnTo>
                  <a:lnTo>
                    <a:pt x="1761" y="1762"/>
                  </a:lnTo>
                  <a:lnTo>
                    <a:pt x="1440" y="2109"/>
                  </a:lnTo>
                  <a:lnTo>
                    <a:pt x="1148" y="2480"/>
                  </a:lnTo>
                  <a:lnTo>
                    <a:pt x="886" y="2872"/>
                  </a:lnTo>
                  <a:lnTo>
                    <a:pt x="655" y="3284"/>
                  </a:lnTo>
                  <a:lnTo>
                    <a:pt x="458" y="3713"/>
                  </a:lnTo>
                  <a:lnTo>
                    <a:pt x="295" y="4157"/>
                  </a:lnTo>
                  <a:lnTo>
                    <a:pt x="166" y="4611"/>
                  </a:lnTo>
                  <a:lnTo>
                    <a:pt x="74" y="5074"/>
                  </a:lnTo>
                  <a:lnTo>
                    <a:pt x="18" y="5543"/>
                  </a:lnTo>
                  <a:lnTo>
                    <a:pt x="0" y="6015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0">
            <a:extLst>
              <a:ext uri="{FF2B5EF4-FFF2-40B4-BE49-F238E27FC236}">
                <a16:creationId xmlns:a16="http://schemas.microsoft.com/office/drawing/2014/main" id="{412D4140-82D7-3A6E-D9CA-B5083ACC1A15}"/>
              </a:ext>
            </a:extLst>
          </p:cNvPr>
          <p:cNvGrpSpPr>
            <a:grpSpLocks/>
          </p:cNvGrpSpPr>
          <p:nvPr/>
        </p:nvGrpSpPr>
        <p:grpSpPr bwMode="auto">
          <a:xfrm>
            <a:off x="1814061" y="5021262"/>
            <a:ext cx="3105150" cy="1588"/>
            <a:chOff x="1056" y="2834"/>
            <a:chExt cx="1956" cy="1"/>
          </a:xfrm>
        </p:grpSpPr>
        <p:sp>
          <p:nvSpPr>
            <p:cNvPr id="24" name="Line 21">
              <a:extLst>
                <a:ext uri="{FF2B5EF4-FFF2-40B4-BE49-F238E27FC236}">
                  <a16:creationId xmlns:a16="http://schemas.microsoft.com/office/drawing/2014/main" id="{4ABDB055-4143-F1EE-3D26-143088FC3C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834"/>
              <a:ext cx="167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22">
              <a:extLst>
                <a:ext uri="{FF2B5EF4-FFF2-40B4-BE49-F238E27FC236}">
                  <a16:creationId xmlns:a16="http://schemas.microsoft.com/office/drawing/2014/main" id="{F889A678-6765-250D-55CF-8D1D00B3EE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4" y="2834"/>
              <a:ext cx="3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23">
              <a:extLst>
                <a:ext uri="{FF2B5EF4-FFF2-40B4-BE49-F238E27FC236}">
                  <a16:creationId xmlns:a16="http://schemas.microsoft.com/office/drawing/2014/main" id="{04E2DD63-802B-ADAD-B301-DE984C93F6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8" y="2834"/>
              <a:ext cx="15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Line 24">
              <a:extLst>
                <a:ext uri="{FF2B5EF4-FFF2-40B4-BE49-F238E27FC236}">
                  <a16:creationId xmlns:a16="http://schemas.microsoft.com/office/drawing/2014/main" id="{EFD5219F-A2BB-BD3C-E6AD-A8696D2264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9" y="2834"/>
              <a:ext cx="3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25">
              <a:extLst>
                <a:ext uri="{FF2B5EF4-FFF2-40B4-BE49-F238E27FC236}">
                  <a16:creationId xmlns:a16="http://schemas.microsoft.com/office/drawing/2014/main" id="{141C2604-3D80-BF48-3F88-23A03EAA28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3" y="2834"/>
              <a:ext cx="15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26">
              <a:extLst>
                <a:ext uri="{FF2B5EF4-FFF2-40B4-BE49-F238E27FC236}">
                  <a16:creationId xmlns:a16="http://schemas.microsoft.com/office/drawing/2014/main" id="{68DAA0A3-2B31-3041-0182-B6C4FAED8F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4" y="2834"/>
              <a:ext cx="31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27">
              <a:extLst>
                <a:ext uri="{FF2B5EF4-FFF2-40B4-BE49-F238E27FC236}">
                  <a16:creationId xmlns:a16="http://schemas.microsoft.com/office/drawing/2014/main" id="{BD950C4F-8E4A-8423-5EB7-E00F842D3C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7" y="2834"/>
              <a:ext cx="15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Line 28">
              <a:extLst>
                <a:ext uri="{FF2B5EF4-FFF2-40B4-BE49-F238E27FC236}">
                  <a16:creationId xmlns:a16="http://schemas.microsoft.com/office/drawing/2014/main" id="{44C32B5E-91A5-FD47-35DF-4E62144160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8" y="2834"/>
              <a:ext cx="3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Line 29">
              <a:extLst>
                <a:ext uri="{FF2B5EF4-FFF2-40B4-BE49-F238E27FC236}">
                  <a16:creationId xmlns:a16="http://schemas.microsoft.com/office/drawing/2014/main" id="{C805A9CA-376C-A74E-4F26-F8E49991DF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2" y="2834"/>
              <a:ext cx="15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Line 30">
              <a:extLst>
                <a:ext uri="{FF2B5EF4-FFF2-40B4-BE49-F238E27FC236}">
                  <a16:creationId xmlns:a16="http://schemas.microsoft.com/office/drawing/2014/main" id="{C2D1D53E-DAC2-D5E1-4F84-586353838D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3" y="2834"/>
              <a:ext cx="31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Line 31">
              <a:extLst>
                <a:ext uri="{FF2B5EF4-FFF2-40B4-BE49-F238E27FC236}">
                  <a16:creationId xmlns:a16="http://schemas.microsoft.com/office/drawing/2014/main" id="{238E559B-402F-0C78-66EB-4B3A757148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6" y="2834"/>
              <a:ext cx="15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32">
              <a:extLst>
                <a:ext uri="{FF2B5EF4-FFF2-40B4-BE49-F238E27FC236}">
                  <a16:creationId xmlns:a16="http://schemas.microsoft.com/office/drawing/2014/main" id="{FC4B7BF9-060D-DF6B-D095-3B406831FC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7" y="2834"/>
              <a:ext cx="3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Line 33">
              <a:extLst>
                <a:ext uri="{FF2B5EF4-FFF2-40B4-BE49-F238E27FC236}">
                  <a16:creationId xmlns:a16="http://schemas.microsoft.com/office/drawing/2014/main" id="{687C30C5-3712-091C-0655-7908B5AD86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1" y="2834"/>
              <a:ext cx="15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34">
              <a:extLst>
                <a:ext uri="{FF2B5EF4-FFF2-40B4-BE49-F238E27FC236}">
                  <a16:creationId xmlns:a16="http://schemas.microsoft.com/office/drawing/2014/main" id="{04B7327B-072F-1A7F-9B3D-686F8C806B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2" y="2834"/>
              <a:ext cx="31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35">
              <a:extLst>
                <a:ext uri="{FF2B5EF4-FFF2-40B4-BE49-F238E27FC236}">
                  <a16:creationId xmlns:a16="http://schemas.microsoft.com/office/drawing/2014/main" id="{2924FA78-0936-614B-D485-24ADF457F7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5" y="2834"/>
              <a:ext cx="167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9" name="Group 36">
            <a:extLst>
              <a:ext uri="{FF2B5EF4-FFF2-40B4-BE49-F238E27FC236}">
                <a16:creationId xmlns:a16="http://schemas.microsoft.com/office/drawing/2014/main" id="{5BE3235E-DD62-4E89-F875-FE76183E69F2}"/>
              </a:ext>
            </a:extLst>
          </p:cNvPr>
          <p:cNvGrpSpPr>
            <a:grpSpLocks/>
          </p:cNvGrpSpPr>
          <p:nvPr/>
        </p:nvGrpSpPr>
        <p:grpSpPr bwMode="auto">
          <a:xfrm>
            <a:off x="3479349" y="3613150"/>
            <a:ext cx="1587" cy="2743200"/>
            <a:chOff x="2105" y="1947"/>
            <a:chExt cx="1" cy="1728"/>
          </a:xfrm>
        </p:grpSpPr>
        <p:sp>
          <p:nvSpPr>
            <p:cNvPr id="40" name="Line 37">
              <a:extLst>
                <a:ext uri="{FF2B5EF4-FFF2-40B4-BE49-F238E27FC236}">
                  <a16:creationId xmlns:a16="http://schemas.microsoft.com/office/drawing/2014/main" id="{C376E2A4-41B4-9553-52DB-22DAC3A002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5" y="1947"/>
              <a:ext cx="1" cy="1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Line 38">
              <a:extLst>
                <a:ext uri="{FF2B5EF4-FFF2-40B4-BE49-F238E27FC236}">
                  <a16:creationId xmlns:a16="http://schemas.microsoft.com/office/drawing/2014/main" id="{B9BBD15C-A3BA-0079-4867-A3B1437526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5" y="2158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Line 39">
              <a:extLst>
                <a:ext uri="{FF2B5EF4-FFF2-40B4-BE49-F238E27FC236}">
                  <a16:creationId xmlns:a16="http://schemas.microsoft.com/office/drawing/2014/main" id="{FDD5DDA7-1EAC-3899-993A-800BC02831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5" y="2222"/>
              <a:ext cx="1" cy="15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Line 40">
              <a:extLst>
                <a:ext uri="{FF2B5EF4-FFF2-40B4-BE49-F238E27FC236}">
                  <a16:creationId xmlns:a16="http://schemas.microsoft.com/office/drawing/2014/main" id="{FE0E5D42-1D0A-9041-8F92-2DB68251D5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5" y="2413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Line 41">
              <a:extLst>
                <a:ext uri="{FF2B5EF4-FFF2-40B4-BE49-F238E27FC236}">
                  <a16:creationId xmlns:a16="http://schemas.microsoft.com/office/drawing/2014/main" id="{E9492AAC-B8A1-63A7-3F58-FF90A12B77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5" y="2477"/>
              <a:ext cx="1" cy="15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Line 42">
              <a:extLst>
                <a:ext uri="{FF2B5EF4-FFF2-40B4-BE49-F238E27FC236}">
                  <a16:creationId xmlns:a16="http://schemas.microsoft.com/office/drawing/2014/main" id="{FF102C5B-B0A2-6297-7BD1-E83C07477F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5" y="2668"/>
              <a:ext cx="1" cy="3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Line 43">
              <a:extLst>
                <a:ext uri="{FF2B5EF4-FFF2-40B4-BE49-F238E27FC236}">
                  <a16:creationId xmlns:a16="http://schemas.microsoft.com/office/drawing/2014/main" id="{1EFA4ED7-18C4-ADE2-8B2F-B8B11594D0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5" y="2731"/>
              <a:ext cx="1" cy="16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Line 44">
              <a:extLst>
                <a:ext uri="{FF2B5EF4-FFF2-40B4-BE49-F238E27FC236}">
                  <a16:creationId xmlns:a16="http://schemas.microsoft.com/office/drawing/2014/main" id="{729A8A9E-CA72-F4E2-5DD6-A5ACD37EC8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5" y="292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Line 45">
              <a:extLst>
                <a:ext uri="{FF2B5EF4-FFF2-40B4-BE49-F238E27FC236}">
                  <a16:creationId xmlns:a16="http://schemas.microsoft.com/office/drawing/2014/main" id="{7010B0CE-52F0-8DA1-0CF4-DD627AC179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5" y="2986"/>
              <a:ext cx="1" cy="15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Line 46">
              <a:extLst>
                <a:ext uri="{FF2B5EF4-FFF2-40B4-BE49-F238E27FC236}">
                  <a16:creationId xmlns:a16="http://schemas.microsoft.com/office/drawing/2014/main" id="{94FFDEB3-EFE8-453F-DE4E-BFDB6CD628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5" y="3177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Line 47">
              <a:extLst>
                <a:ext uri="{FF2B5EF4-FFF2-40B4-BE49-F238E27FC236}">
                  <a16:creationId xmlns:a16="http://schemas.microsoft.com/office/drawing/2014/main" id="{635CF533-E53F-973B-0709-1701DB385D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5" y="3241"/>
              <a:ext cx="1" cy="15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Line 48">
              <a:extLst>
                <a:ext uri="{FF2B5EF4-FFF2-40B4-BE49-F238E27FC236}">
                  <a16:creationId xmlns:a16="http://schemas.microsoft.com/office/drawing/2014/main" id="{BDC4B4A4-D194-3F31-468F-B9EAEBD5A5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5" y="3432"/>
              <a:ext cx="1" cy="3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Line 49">
              <a:extLst>
                <a:ext uri="{FF2B5EF4-FFF2-40B4-BE49-F238E27FC236}">
                  <a16:creationId xmlns:a16="http://schemas.microsoft.com/office/drawing/2014/main" id="{7CACC2F9-ADE7-3ABD-1560-2610A744C3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5" y="3495"/>
              <a:ext cx="1" cy="1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3" name="Group 50">
            <a:extLst>
              <a:ext uri="{FF2B5EF4-FFF2-40B4-BE49-F238E27FC236}">
                <a16:creationId xmlns:a16="http://schemas.microsoft.com/office/drawing/2014/main" id="{05E12A8E-574D-C9D9-9C3A-208292EA950C}"/>
              </a:ext>
            </a:extLst>
          </p:cNvPr>
          <p:cNvGrpSpPr>
            <a:grpSpLocks/>
          </p:cNvGrpSpPr>
          <p:nvPr/>
        </p:nvGrpSpPr>
        <p:grpSpPr bwMode="auto">
          <a:xfrm>
            <a:off x="3479349" y="1446212"/>
            <a:ext cx="1587" cy="1703388"/>
            <a:chOff x="2105" y="582"/>
            <a:chExt cx="1" cy="1073"/>
          </a:xfrm>
        </p:grpSpPr>
        <p:sp>
          <p:nvSpPr>
            <p:cNvPr id="54" name="Line 51">
              <a:extLst>
                <a:ext uri="{FF2B5EF4-FFF2-40B4-BE49-F238E27FC236}">
                  <a16:creationId xmlns:a16="http://schemas.microsoft.com/office/drawing/2014/main" id="{E469E4E2-BF47-F8AE-4BD6-BD43DD4E21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05" y="1548"/>
              <a:ext cx="1" cy="10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Line 52">
              <a:extLst>
                <a:ext uri="{FF2B5EF4-FFF2-40B4-BE49-F238E27FC236}">
                  <a16:creationId xmlns:a16="http://schemas.microsoft.com/office/drawing/2014/main" id="{A7342B56-405A-1805-D4AF-7E237F9BE8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05" y="1485"/>
              <a:ext cx="1" cy="3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Line 53">
              <a:extLst>
                <a:ext uri="{FF2B5EF4-FFF2-40B4-BE49-F238E27FC236}">
                  <a16:creationId xmlns:a16="http://schemas.microsoft.com/office/drawing/2014/main" id="{FE002A33-6E43-99F8-92AC-B0E6F1B86B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05" y="1294"/>
              <a:ext cx="1" cy="15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Line 54">
              <a:extLst>
                <a:ext uri="{FF2B5EF4-FFF2-40B4-BE49-F238E27FC236}">
                  <a16:creationId xmlns:a16="http://schemas.microsoft.com/office/drawing/2014/main" id="{17A6834D-6F2B-C8D6-CCF4-100F59CE46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05" y="1230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Line 55">
              <a:extLst>
                <a:ext uri="{FF2B5EF4-FFF2-40B4-BE49-F238E27FC236}">
                  <a16:creationId xmlns:a16="http://schemas.microsoft.com/office/drawing/2014/main" id="{FB3DB842-0F17-A3EC-7968-892C4FACCB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05" y="1039"/>
              <a:ext cx="1" cy="15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Line 56">
              <a:extLst>
                <a:ext uri="{FF2B5EF4-FFF2-40B4-BE49-F238E27FC236}">
                  <a16:creationId xmlns:a16="http://schemas.microsoft.com/office/drawing/2014/main" id="{6F5CCA00-1807-305A-B8CD-D0D2B85718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05" y="975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Line 57">
              <a:extLst>
                <a:ext uri="{FF2B5EF4-FFF2-40B4-BE49-F238E27FC236}">
                  <a16:creationId xmlns:a16="http://schemas.microsoft.com/office/drawing/2014/main" id="{056B395B-051B-B448-91D2-29963E4D17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05" y="784"/>
              <a:ext cx="1" cy="15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Line 58">
              <a:extLst>
                <a:ext uri="{FF2B5EF4-FFF2-40B4-BE49-F238E27FC236}">
                  <a16:creationId xmlns:a16="http://schemas.microsoft.com/office/drawing/2014/main" id="{E8B62139-884E-B9CF-7755-00225CFFED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05" y="721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Line 59">
              <a:extLst>
                <a:ext uri="{FF2B5EF4-FFF2-40B4-BE49-F238E27FC236}">
                  <a16:creationId xmlns:a16="http://schemas.microsoft.com/office/drawing/2014/main" id="{188562EF-5D24-626C-2798-54A909681E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05" y="582"/>
              <a:ext cx="1" cy="10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3" name="Group 60">
            <a:extLst>
              <a:ext uri="{FF2B5EF4-FFF2-40B4-BE49-F238E27FC236}">
                <a16:creationId xmlns:a16="http://schemas.microsoft.com/office/drawing/2014/main" id="{3CEDA94C-923D-5412-03C9-D205F60D6893}"/>
              </a:ext>
            </a:extLst>
          </p:cNvPr>
          <p:cNvGrpSpPr>
            <a:grpSpLocks/>
          </p:cNvGrpSpPr>
          <p:nvPr/>
        </p:nvGrpSpPr>
        <p:grpSpPr bwMode="auto">
          <a:xfrm>
            <a:off x="1829936" y="2128837"/>
            <a:ext cx="2049463" cy="1588"/>
            <a:chOff x="1066" y="1012"/>
            <a:chExt cx="1291" cy="1"/>
          </a:xfrm>
        </p:grpSpPr>
        <p:sp>
          <p:nvSpPr>
            <p:cNvPr id="64" name="Line 61">
              <a:extLst>
                <a:ext uri="{FF2B5EF4-FFF2-40B4-BE49-F238E27FC236}">
                  <a16:creationId xmlns:a16="http://schemas.microsoft.com/office/drawing/2014/main" id="{AE87C886-EC29-4E8B-E4C7-6CB11BD9E8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" y="1012"/>
              <a:ext cx="8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Line 62">
              <a:extLst>
                <a:ext uri="{FF2B5EF4-FFF2-40B4-BE49-F238E27FC236}">
                  <a16:creationId xmlns:a16="http://schemas.microsoft.com/office/drawing/2014/main" id="{84120088-28B0-B432-F97E-49C7D45E37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7" y="1012"/>
              <a:ext cx="31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Line 63">
              <a:extLst>
                <a:ext uri="{FF2B5EF4-FFF2-40B4-BE49-F238E27FC236}">
                  <a16:creationId xmlns:a16="http://schemas.microsoft.com/office/drawing/2014/main" id="{721BE6E7-88CF-FE9A-3C04-1144844FEB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0" y="1012"/>
              <a:ext cx="15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Line 64">
              <a:extLst>
                <a:ext uri="{FF2B5EF4-FFF2-40B4-BE49-F238E27FC236}">
                  <a16:creationId xmlns:a16="http://schemas.microsoft.com/office/drawing/2014/main" id="{B2CA69F3-314B-8367-E5AD-80929C1A59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1" y="1012"/>
              <a:ext cx="3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Line 65">
              <a:extLst>
                <a:ext uri="{FF2B5EF4-FFF2-40B4-BE49-F238E27FC236}">
                  <a16:creationId xmlns:a16="http://schemas.microsoft.com/office/drawing/2014/main" id="{17CEA4DF-F216-5ACD-3DBF-5DA06F58BF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5" y="1012"/>
              <a:ext cx="15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Line 66">
              <a:extLst>
                <a:ext uri="{FF2B5EF4-FFF2-40B4-BE49-F238E27FC236}">
                  <a16:creationId xmlns:a16="http://schemas.microsoft.com/office/drawing/2014/main" id="{46699E6F-3EE9-59A5-3AB6-EC6F11248B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6" y="1012"/>
              <a:ext cx="31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Line 67">
              <a:extLst>
                <a:ext uri="{FF2B5EF4-FFF2-40B4-BE49-F238E27FC236}">
                  <a16:creationId xmlns:a16="http://schemas.microsoft.com/office/drawing/2014/main" id="{BE7C494D-9298-B8CF-0AA1-94A3C6A60E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9" y="1012"/>
              <a:ext cx="15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Line 68">
              <a:extLst>
                <a:ext uri="{FF2B5EF4-FFF2-40B4-BE49-F238E27FC236}">
                  <a16:creationId xmlns:a16="http://schemas.microsoft.com/office/drawing/2014/main" id="{34E5886A-4562-FF8C-3B39-0992CB1FAE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0" y="1012"/>
              <a:ext cx="3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Line 69">
              <a:extLst>
                <a:ext uri="{FF2B5EF4-FFF2-40B4-BE49-F238E27FC236}">
                  <a16:creationId xmlns:a16="http://schemas.microsoft.com/office/drawing/2014/main" id="{70199DBB-A5CE-2B8F-9994-746C1E2524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4" y="1012"/>
              <a:ext cx="15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Line 70">
              <a:extLst>
                <a:ext uri="{FF2B5EF4-FFF2-40B4-BE49-F238E27FC236}">
                  <a16:creationId xmlns:a16="http://schemas.microsoft.com/office/drawing/2014/main" id="{418A0A68-5226-D46A-F825-5B925DBE0D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5" y="1012"/>
              <a:ext cx="31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Line 71">
              <a:extLst>
                <a:ext uri="{FF2B5EF4-FFF2-40B4-BE49-F238E27FC236}">
                  <a16:creationId xmlns:a16="http://schemas.microsoft.com/office/drawing/2014/main" id="{8DE841C2-B4C6-4D08-E334-A3F4BAA7AB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8" y="1012"/>
              <a:ext cx="8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5" name="Group 72">
            <a:extLst>
              <a:ext uri="{FF2B5EF4-FFF2-40B4-BE49-F238E27FC236}">
                <a16:creationId xmlns:a16="http://schemas.microsoft.com/office/drawing/2014/main" id="{9C808E48-69BD-3652-F336-AC2F83D5F6DC}"/>
              </a:ext>
            </a:extLst>
          </p:cNvPr>
          <p:cNvGrpSpPr>
            <a:grpSpLocks/>
          </p:cNvGrpSpPr>
          <p:nvPr/>
        </p:nvGrpSpPr>
        <p:grpSpPr bwMode="auto">
          <a:xfrm>
            <a:off x="6616249" y="1485900"/>
            <a:ext cx="1587" cy="1635125"/>
            <a:chOff x="4081" y="607"/>
            <a:chExt cx="1" cy="1030"/>
          </a:xfrm>
        </p:grpSpPr>
        <p:sp>
          <p:nvSpPr>
            <p:cNvPr id="76" name="Line 73">
              <a:extLst>
                <a:ext uri="{FF2B5EF4-FFF2-40B4-BE49-F238E27FC236}">
                  <a16:creationId xmlns:a16="http://schemas.microsoft.com/office/drawing/2014/main" id="{A7B265AA-08D7-98B2-2D78-5AF76CDD1F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1" y="1552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Line 74">
              <a:extLst>
                <a:ext uri="{FF2B5EF4-FFF2-40B4-BE49-F238E27FC236}">
                  <a16:creationId xmlns:a16="http://schemas.microsoft.com/office/drawing/2014/main" id="{97C787D3-83B0-FBAE-0F75-C489229208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1" y="1488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Line 75">
              <a:extLst>
                <a:ext uri="{FF2B5EF4-FFF2-40B4-BE49-F238E27FC236}">
                  <a16:creationId xmlns:a16="http://schemas.microsoft.com/office/drawing/2014/main" id="{E5A816B7-1B8D-0A0A-73B8-677075CF43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1" y="1297"/>
              <a:ext cx="1" cy="15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Line 76">
              <a:extLst>
                <a:ext uri="{FF2B5EF4-FFF2-40B4-BE49-F238E27FC236}">
                  <a16:creationId xmlns:a16="http://schemas.microsoft.com/office/drawing/2014/main" id="{85F507BF-80EF-B98F-99CB-34905E0FEE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1" y="1234"/>
              <a:ext cx="1" cy="3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Line 77">
              <a:extLst>
                <a:ext uri="{FF2B5EF4-FFF2-40B4-BE49-F238E27FC236}">
                  <a16:creationId xmlns:a16="http://schemas.microsoft.com/office/drawing/2014/main" id="{F1618E86-E1C4-5F99-9FDB-72BC58CB72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1" y="1043"/>
              <a:ext cx="1" cy="15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Line 78">
              <a:extLst>
                <a:ext uri="{FF2B5EF4-FFF2-40B4-BE49-F238E27FC236}">
                  <a16:creationId xmlns:a16="http://schemas.microsoft.com/office/drawing/2014/main" id="{D93B20EA-5408-287E-99CB-9809BCA966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1" y="979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Line 79">
              <a:extLst>
                <a:ext uri="{FF2B5EF4-FFF2-40B4-BE49-F238E27FC236}">
                  <a16:creationId xmlns:a16="http://schemas.microsoft.com/office/drawing/2014/main" id="{4CED6219-9796-7231-FB90-63F2158374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1" y="788"/>
              <a:ext cx="1" cy="15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Line 80">
              <a:extLst>
                <a:ext uri="{FF2B5EF4-FFF2-40B4-BE49-F238E27FC236}">
                  <a16:creationId xmlns:a16="http://schemas.microsoft.com/office/drawing/2014/main" id="{B65A20FD-415A-85CF-E355-871A732BF6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1" y="724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Line 81">
              <a:extLst>
                <a:ext uri="{FF2B5EF4-FFF2-40B4-BE49-F238E27FC236}">
                  <a16:creationId xmlns:a16="http://schemas.microsoft.com/office/drawing/2014/main" id="{3B483363-966C-3812-B342-B25E6EF187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1" y="607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5" name="Group 82">
            <a:extLst>
              <a:ext uri="{FF2B5EF4-FFF2-40B4-BE49-F238E27FC236}">
                <a16:creationId xmlns:a16="http://schemas.microsoft.com/office/drawing/2014/main" id="{8C80BA73-7B19-59B3-1EC0-A5C3C3320F13}"/>
              </a:ext>
            </a:extLst>
          </p:cNvPr>
          <p:cNvGrpSpPr>
            <a:grpSpLocks/>
          </p:cNvGrpSpPr>
          <p:nvPr/>
        </p:nvGrpSpPr>
        <p:grpSpPr bwMode="auto">
          <a:xfrm>
            <a:off x="6022524" y="2128837"/>
            <a:ext cx="1219200" cy="1588"/>
            <a:chOff x="3707" y="1012"/>
            <a:chExt cx="768" cy="1"/>
          </a:xfrm>
        </p:grpSpPr>
        <p:sp>
          <p:nvSpPr>
            <p:cNvPr id="86" name="Line 83">
              <a:extLst>
                <a:ext uri="{FF2B5EF4-FFF2-40B4-BE49-F238E27FC236}">
                  <a16:creationId xmlns:a16="http://schemas.microsoft.com/office/drawing/2014/main" id="{43649688-7082-CFE9-FFDB-DD79C1F402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7" y="1012"/>
              <a:ext cx="8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Line 84">
              <a:extLst>
                <a:ext uri="{FF2B5EF4-FFF2-40B4-BE49-F238E27FC236}">
                  <a16:creationId xmlns:a16="http://schemas.microsoft.com/office/drawing/2014/main" id="{946A75F5-42A9-A805-FEFA-2EA3405D98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0" y="1012"/>
              <a:ext cx="3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Line 85">
              <a:extLst>
                <a:ext uri="{FF2B5EF4-FFF2-40B4-BE49-F238E27FC236}">
                  <a16:creationId xmlns:a16="http://schemas.microsoft.com/office/drawing/2014/main" id="{5725C64E-99E3-2351-D495-8581491FFB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4" y="1012"/>
              <a:ext cx="15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Line 86">
              <a:extLst>
                <a:ext uri="{FF2B5EF4-FFF2-40B4-BE49-F238E27FC236}">
                  <a16:creationId xmlns:a16="http://schemas.microsoft.com/office/drawing/2014/main" id="{0F697EA2-08C5-8C67-FDD7-4274E64B39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5" y="1012"/>
              <a:ext cx="3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Line 87">
              <a:extLst>
                <a:ext uri="{FF2B5EF4-FFF2-40B4-BE49-F238E27FC236}">
                  <a16:creationId xmlns:a16="http://schemas.microsoft.com/office/drawing/2014/main" id="{A4543349-028D-9E2C-5008-79E97FEA3B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39" y="1012"/>
              <a:ext cx="15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Line 88">
              <a:extLst>
                <a:ext uri="{FF2B5EF4-FFF2-40B4-BE49-F238E27FC236}">
                  <a16:creationId xmlns:a16="http://schemas.microsoft.com/office/drawing/2014/main" id="{F05364EE-52A6-0C5D-4B47-47291223EC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9" y="1012"/>
              <a:ext cx="3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Line 89">
              <a:extLst>
                <a:ext uri="{FF2B5EF4-FFF2-40B4-BE49-F238E27FC236}">
                  <a16:creationId xmlns:a16="http://schemas.microsoft.com/office/drawing/2014/main" id="{529445C7-BF91-F5ED-88C2-5EF4DAF6DD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3" y="1012"/>
              <a:ext cx="8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3" name="Rectangle 90">
            <a:extLst>
              <a:ext uri="{FF2B5EF4-FFF2-40B4-BE49-F238E27FC236}">
                <a16:creationId xmlns:a16="http://schemas.microsoft.com/office/drawing/2014/main" id="{54566102-2BA8-FB83-FE00-A1882E4EE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510" y="673100"/>
            <a:ext cx="5237163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14.8 </a:t>
            </a:r>
            <a:r>
              <a:rPr lang="zh-CN" altLang="en-US" sz="2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求圆柱与圆球的交线</a:t>
            </a:r>
            <a:endParaRPr lang="zh-CN" altLang="en-US" sz="48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4" name="Text Box 91">
            <a:extLst>
              <a:ext uri="{FF2B5EF4-FFF2-40B4-BE49-F238E27FC236}">
                <a16:creationId xmlns:a16="http://schemas.microsoft.com/office/drawing/2014/main" id="{B31E7989-A67A-D24D-8674-BB2CC1BE2E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7076" y="4209256"/>
            <a:ext cx="5152648" cy="150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/>
            <a:r>
              <a:rPr lang="en-US" altLang="zh-CN" sz="3200" b="1" dirty="0">
                <a:latin typeface="仿宋_GB2312" pitchFamily="49" charset="-122"/>
              </a:rPr>
              <a:t>  </a:t>
            </a:r>
            <a:r>
              <a:rPr lang="zh-CN" altLang="en-US" sz="2000" b="1" dirty="0">
                <a:latin typeface="仿宋_GB2312" pitchFamily="49" charset="-122"/>
              </a:rPr>
              <a:t>相贯线为一</a:t>
            </a:r>
            <a:r>
              <a:rPr lang="zh-CN" altLang="en-US" sz="2000" b="1" dirty="0">
                <a:solidFill>
                  <a:srgbClr val="FF0000"/>
                </a:solidFill>
                <a:latin typeface="仿宋_GB2312" pitchFamily="49" charset="-122"/>
              </a:rPr>
              <a:t>光滑的封闭的空间曲线</a:t>
            </a:r>
            <a:r>
              <a:rPr lang="zh-CN" altLang="en-US" sz="2000" b="1" dirty="0">
                <a:latin typeface="仿宋_GB2312" pitchFamily="49" charset="-122"/>
              </a:rPr>
              <a:t>。其中圆柱面的侧面投影有积聚性，因此，相贯线的侧面投影在柱面的侧面投影上。相贯线的正面投影、水平投影应分别求出。</a:t>
            </a:r>
          </a:p>
        </p:txBody>
      </p:sp>
    </p:spTree>
    <p:extLst>
      <p:ext uri="{BB962C8B-B14F-4D97-AF65-F5344CB8AC3E}">
        <p14:creationId xmlns:p14="http://schemas.microsoft.com/office/powerpoint/2010/main" val="1595475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C98908-3CF4-1C4C-7A7F-F8770AF26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F4D1A-F316-6E48-9101-A0F5E820434C}" type="datetime1">
              <a:rPr lang="en-US" altLang="zh-CN" smtClean="0"/>
              <a:t>11/11/25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79E279-67DA-B15D-7F08-4FA8D6260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14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7FDFA6-4353-EE35-8A91-1A3FF232E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29</a:t>
            </a:fld>
            <a:endParaRPr lang="en-US"/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8E56B3DA-3884-DA9C-5AE7-F9545580AC0D}"/>
              </a:ext>
            </a:extLst>
          </p:cNvPr>
          <p:cNvSpPr>
            <a:spLocks/>
          </p:cNvSpPr>
          <p:nvPr/>
        </p:nvSpPr>
        <p:spPr bwMode="auto">
          <a:xfrm>
            <a:off x="2709862" y="3697061"/>
            <a:ext cx="1112838" cy="763588"/>
          </a:xfrm>
          <a:custGeom>
            <a:avLst/>
            <a:gdLst>
              <a:gd name="T0" fmla="*/ 5609 w 5609"/>
              <a:gd name="T1" fmla="*/ 0 h 3849"/>
              <a:gd name="T2" fmla="*/ 5128 w 5609"/>
              <a:gd name="T3" fmla="*/ 19 h 3849"/>
              <a:gd name="T4" fmla="*/ 4649 w 5609"/>
              <a:gd name="T5" fmla="*/ 77 h 3849"/>
              <a:gd name="T6" fmla="*/ 4177 w 5609"/>
              <a:gd name="T7" fmla="*/ 173 h 3849"/>
              <a:gd name="T8" fmla="*/ 3713 w 5609"/>
              <a:gd name="T9" fmla="*/ 306 h 3849"/>
              <a:gd name="T10" fmla="*/ 3263 w 5609"/>
              <a:gd name="T11" fmla="*/ 477 h 3849"/>
              <a:gd name="T12" fmla="*/ 2827 w 5609"/>
              <a:gd name="T13" fmla="*/ 683 h 3849"/>
              <a:gd name="T14" fmla="*/ 2409 w 5609"/>
              <a:gd name="T15" fmla="*/ 923 h 3849"/>
              <a:gd name="T16" fmla="*/ 2012 w 5609"/>
              <a:gd name="T17" fmla="*/ 1195 h 3849"/>
              <a:gd name="T18" fmla="*/ 1638 w 5609"/>
              <a:gd name="T19" fmla="*/ 1499 h 3849"/>
              <a:gd name="T20" fmla="*/ 1289 w 5609"/>
              <a:gd name="T21" fmla="*/ 1831 h 3849"/>
              <a:gd name="T22" fmla="*/ 968 w 5609"/>
              <a:gd name="T23" fmla="*/ 2191 h 3849"/>
              <a:gd name="T24" fmla="*/ 677 w 5609"/>
              <a:gd name="T25" fmla="*/ 2575 h 3849"/>
              <a:gd name="T26" fmla="*/ 417 w 5609"/>
              <a:gd name="T27" fmla="*/ 2981 h 3849"/>
              <a:gd name="T28" fmla="*/ 191 w 5609"/>
              <a:gd name="T29" fmla="*/ 3407 h 3849"/>
              <a:gd name="T30" fmla="*/ 0 w 5609"/>
              <a:gd name="T31" fmla="*/ 3849 h 38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5609" h="3849">
                <a:moveTo>
                  <a:pt x="5609" y="0"/>
                </a:moveTo>
                <a:lnTo>
                  <a:pt x="5128" y="19"/>
                </a:lnTo>
                <a:lnTo>
                  <a:pt x="4649" y="77"/>
                </a:lnTo>
                <a:lnTo>
                  <a:pt x="4177" y="173"/>
                </a:lnTo>
                <a:lnTo>
                  <a:pt x="3713" y="306"/>
                </a:lnTo>
                <a:lnTo>
                  <a:pt x="3263" y="477"/>
                </a:lnTo>
                <a:lnTo>
                  <a:pt x="2827" y="683"/>
                </a:lnTo>
                <a:lnTo>
                  <a:pt x="2409" y="923"/>
                </a:lnTo>
                <a:lnTo>
                  <a:pt x="2012" y="1195"/>
                </a:lnTo>
                <a:lnTo>
                  <a:pt x="1638" y="1499"/>
                </a:lnTo>
                <a:lnTo>
                  <a:pt x="1289" y="1831"/>
                </a:lnTo>
                <a:lnTo>
                  <a:pt x="968" y="2191"/>
                </a:lnTo>
                <a:lnTo>
                  <a:pt x="677" y="2575"/>
                </a:lnTo>
                <a:lnTo>
                  <a:pt x="417" y="2981"/>
                </a:lnTo>
                <a:lnTo>
                  <a:pt x="191" y="3407"/>
                </a:lnTo>
                <a:lnTo>
                  <a:pt x="0" y="3849"/>
                </a:lnTo>
              </a:path>
            </a:pathLst>
          </a:custGeom>
          <a:noFill/>
          <a:ln w="2857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" name="Group 3">
            <a:extLst>
              <a:ext uri="{FF2B5EF4-FFF2-40B4-BE49-F238E27FC236}">
                <a16:creationId xmlns:a16="http://schemas.microsoft.com/office/drawing/2014/main" id="{19B2B36C-5D98-02DA-5C14-7DAD4F6DD8A7}"/>
              </a:ext>
            </a:extLst>
          </p:cNvPr>
          <p:cNvGrpSpPr>
            <a:grpSpLocks/>
          </p:cNvGrpSpPr>
          <p:nvPr/>
        </p:nvGrpSpPr>
        <p:grpSpPr bwMode="auto">
          <a:xfrm>
            <a:off x="3013075" y="4460649"/>
            <a:ext cx="809625" cy="858837"/>
            <a:chOff x="1595" y="2563"/>
            <a:chExt cx="510" cy="541"/>
          </a:xfrm>
        </p:grpSpPr>
        <p:sp>
          <p:nvSpPr>
            <p:cNvPr id="7" name="Freeform 4">
              <a:extLst>
                <a:ext uri="{FF2B5EF4-FFF2-40B4-BE49-F238E27FC236}">
                  <a16:creationId xmlns:a16="http://schemas.microsoft.com/office/drawing/2014/main" id="{1FFE129D-ACD6-2456-B139-D030169E24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5" y="2834"/>
              <a:ext cx="510" cy="270"/>
            </a:xfrm>
            <a:custGeom>
              <a:avLst/>
              <a:gdLst>
                <a:gd name="T0" fmla="*/ 4081 w 4081"/>
                <a:gd name="T1" fmla="*/ 0 h 2165"/>
                <a:gd name="T2" fmla="*/ 3021 w 4081"/>
                <a:gd name="T3" fmla="*/ 782 h 2165"/>
                <a:gd name="T4" fmla="*/ 2486 w 4081"/>
                <a:gd name="T5" fmla="*/ 1150 h 2165"/>
                <a:gd name="T6" fmla="*/ 2221 w 4081"/>
                <a:gd name="T7" fmla="*/ 1321 h 2165"/>
                <a:gd name="T8" fmla="*/ 1958 w 4081"/>
                <a:gd name="T9" fmla="*/ 1481 h 2165"/>
                <a:gd name="T10" fmla="*/ 1698 w 4081"/>
                <a:gd name="T11" fmla="*/ 1629 h 2165"/>
                <a:gd name="T12" fmla="*/ 1441 w 4081"/>
                <a:gd name="T13" fmla="*/ 1761 h 2165"/>
                <a:gd name="T14" fmla="*/ 1188 w 4081"/>
                <a:gd name="T15" fmla="*/ 1878 h 2165"/>
                <a:gd name="T16" fmla="*/ 940 w 4081"/>
                <a:gd name="T17" fmla="*/ 1977 h 2165"/>
                <a:gd name="T18" fmla="*/ 696 w 4081"/>
                <a:gd name="T19" fmla="*/ 2056 h 2165"/>
                <a:gd name="T20" fmla="*/ 458 w 4081"/>
                <a:gd name="T21" fmla="*/ 2116 h 2165"/>
                <a:gd name="T22" fmla="*/ 226 w 4081"/>
                <a:gd name="T23" fmla="*/ 2152 h 2165"/>
                <a:gd name="T24" fmla="*/ 0 w 4081"/>
                <a:gd name="T25" fmla="*/ 2165 h 2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81" h="2165">
                  <a:moveTo>
                    <a:pt x="4081" y="0"/>
                  </a:moveTo>
                  <a:lnTo>
                    <a:pt x="3021" y="782"/>
                  </a:lnTo>
                  <a:lnTo>
                    <a:pt x="2486" y="1150"/>
                  </a:lnTo>
                  <a:lnTo>
                    <a:pt x="2221" y="1321"/>
                  </a:lnTo>
                  <a:lnTo>
                    <a:pt x="1958" y="1481"/>
                  </a:lnTo>
                  <a:lnTo>
                    <a:pt x="1698" y="1629"/>
                  </a:lnTo>
                  <a:lnTo>
                    <a:pt x="1441" y="1761"/>
                  </a:lnTo>
                  <a:lnTo>
                    <a:pt x="1188" y="1878"/>
                  </a:lnTo>
                  <a:lnTo>
                    <a:pt x="940" y="1977"/>
                  </a:lnTo>
                  <a:lnTo>
                    <a:pt x="696" y="2056"/>
                  </a:lnTo>
                  <a:lnTo>
                    <a:pt x="458" y="2116"/>
                  </a:lnTo>
                  <a:lnTo>
                    <a:pt x="226" y="2152"/>
                  </a:lnTo>
                  <a:lnTo>
                    <a:pt x="0" y="2165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558C11B5-F7E9-3B03-084E-4CB697C2A1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5" y="2563"/>
              <a:ext cx="510" cy="271"/>
            </a:xfrm>
            <a:custGeom>
              <a:avLst/>
              <a:gdLst>
                <a:gd name="T0" fmla="*/ 0 w 4081"/>
                <a:gd name="T1" fmla="*/ 0 h 2166"/>
                <a:gd name="T2" fmla="*/ 226 w 4081"/>
                <a:gd name="T3" fmla="*/ 13 h 2166"/>
                <a:gd name="T4" fmla="*/ 458 w 4081"/>
                <a:gd name="T5" fmla="*/ 50 h 2166"/>
                <a:gd name="T6" fmla="*/ 696 w 4081"/>
                <a:gd name="T7" fmla="*/ 108 h 2166"/>
                <a:gd name="T8" fmla="*/ 940 w 4081"/>
                <a:gd name="T9" fmla="*/ 188 h 2166"/>
                <a:gd name="T10" fmla="*/ 1188 w 4081"/>
                <a:gd name="T11" fmla="*/ 287 h 2166"/>
                <a:gd name="T12" fmla="*/ 1441 w 4081"/>
                <a:gd name="T13" fmla="*/ 405 h 2166"/>
                <a:gd name="T14" fmla="*/ 1698 w 4081"/>
                <a:gd name="T15" fmla="*/ 537 h 2166"/>
                <a:gd name="T16" fmla="*/ 1958 w 4081"/>
                <a:gd name="T17" fmla="*/ 684 h 2166"/>
                <a:gd name="T18" fmla="*/ 2221 w 4081"/>
                <a:gd name="T19" fmla="*/ 844 h 2166"/>
                <a:gd name="T20" fmla="*/ 2486 w 4081"/>
                <a:gd name="T21" fmla="*/ 1016 h 2166"/>
                <a:gd name="T22" fmla="*/ 3021 w 4081"/>
                <a:gd name="T23" fmla="*/ 1384 h 2166"/>
                <a:gd name="T24" fmla="*/ 4081 w 4081"/>
                <a:gd name="T25" fmla="*/ 2166 h 2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81" h="2166">
                  <a:moveTo>
                    <a:pt x="0" y="0"/>
                  </a:moveTo>
                  <a:lnTo>
                    <a:pt x="226" y="13"/>
                  </a:lnTo>
                  <a:lnTo>
                    <a:pt x="458" y="50"/>
                  </a:lnTo>
                  <a:lnTo>
                    <a:pt x="696" y="108"/>
                  </a:lnTo>
                  <a:lnTo>
                    <a:pt x="940" y="188"/>
                  </a:lnTo>
                  <a:lnTo>
                    <a:pt x="1188" y="287"/>
                  </a:lnTo>
                  <a:lnTo>
                    <a:pt x="1441" y="405"/>
                  </a:lnTo>
                  <a:lnTo>
                    <a:pt x="1698" y="537"/>
                  </a:lnTo>
                  <a:lnTo>
                    <a:pt x="1958" y="684"/>
                  </a:lnTo>
                  <a:lnTo>
                    <a:pt x="2221" y="844"/>
                  </a:lnTo>
                  <a:lnTo>
                    <a:pt x="2486" y="1016"/>
                  </a:lnTo>
                  <a:lnTo>
                    <a:pt x="3021" y="1384"/>
                  </a:lnTo>
                  <a:lnTo>
                    <a:pt x="4081" y="2166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6">
            <a:extLst>
              <a:ext uri="{FF2B5EF4-FFF2-40B4-BE49-F238E27FC236}">
                <a16:creationId xmlns:a16="http://schemas.microsoft.com/office/drawing/2014/main" id="{21CE0000-9D67-2401-2A1F-679982F36448}"/>
              </a:ext>
            </a:extLst>
          </p:cNvPr>
          <p:cNvGrpSpPr>
            <a:grpSpLocks/>
          </p:cNvGrpSpPr>
          <p:nvPr/>
        </p:nvGrpSpPr>
        <p:grpSpPr bwMode="auto">
          <a:xfrm>
            <a:off x="2390775" y="3697061"/>
            <a:ext cx="2624137" cy="2386013"/>
            <a:chOff x="1203" y="2082"/>
            <a:chExt cx="1653" cy="1503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B2BE4D78-3BD2-AF94-70C1-6230CBE234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4" y="2082"/>
              <a:ext cx="1452" cy="1503"/>
            </a:xfrm>
            <a:custGeom>
              <a:avLst/>
              <a:gdLst>
                <a:gd name="T0" fmla="*/ 0 w 11621"/>
                <a:gd name="T1" fmla="*/ 8180 h 12029"/>
                <a:gd name="T2" fmla="*/ 188 w 11621"/>
                <a:gd name="T3" fmla="*/ 8616 h 12029"/>
                <a:gd name="T4" fmla="*/ 410 w 11621"/>
                <a:gd name="T5" fmla="*/ 9036 h 12029"/>
                <a:gd name="T6" fmla="*/ 665 w 11621"/>
                <a:gd name="T7" fmla="*/ 9437 h 12029"/>
                <a:gd name="T8" fmla="*/ 950 w 11621"/>
                <a:gd name="T9" fmla="*/ 9816 h 12029"/>
                <a:gd name="T10" fmla="*/ 1264 w 11621"/>
                <a:gd name="T11" fmla="*/ 10173 h 12029"/>
                <a:gd name="T12" fmla="*/ 1606 w 11621"/>
                <a:gd name="T13" fmla="*/ 10502 h 12029"/>
                <a:gd name="T14" fmla="*/ 1973 w 11621"/>
                <a:gd name="T15" fmla="*/ 10804 h 12029"/>
                <a:gd name="T16" fmla="*/ 2361 w 11621"/>
                <a:gd name="T17" fmla="*/ 11077 h 12029"/>
                <a:gd name="T18" fmla="*/ 2770 w 11621"/>
                <a:gd name="T19" fmla="*/ 11317 h 12029"/>
                <a:gd name="T20" fmla="*/ 3197 w 11621"/>
                <a:gd name="T21" fmla="*/ 11525 h 12029"/>
                <a:gd name="T22" fmla="*/ 3640 w 11621"/>
                <a:gd name="T23" fmla="*/ 11698 h 12029"/>
                <a:gd name="T24" fmla="*/ 4094 w 11621"/>
                <a:gd name="T25" fmla="*/ 11836 h 12029"/>
                <a:gd name="T26" fmla="*/ 4558 w 11621"/>
                <a:gd name="T27" fmla="*/ 11937 h 12029"/>
                <a:gd name="T28" fmla="*/ 5029 w 11621"/>
                <a:gd name="T29" fmla="*/ 12002 h 12029"/>
                <a:gd name="T30" fmla="*/ 5502 w 11621"/>
                <a:gd name="T31" fmla="*/ 12029 h 12029"/>
                <a:gd name="T32" fmla="*/ 5977 w 11621"/>
                <a:gd name="T33" fmla="*/ 12019 h 12029"/>
                <a:gd name="T34" fmla="*/ 6449 w 11621"/>
                <a:gd name="T35" fmla="*/ 11971 h 12029"/>
                <a:gd name="T36" fmla="*/ 6917 w 11621"/>
                <a:gd name="T37" fmla="*/ 11886 h 12029"/>
                <a:gd name="T38" fmla="*/ 7375 w 11621"/>
                <a:gd name="T39" fmla="*/ 11764 h 12029"/>
                <a:gd name="T40" fmla="*/ 7823 w 11621"/>
                <a:gd name="T41" fmla="*/ 11607 h 12029"/>
                <a:gd name="T42" fmla="*/ 8257 w 11621"/>
                <a:gd name="T43" fmla="*/ 11415 h 12029"/>
                <a:gd name="T44" fmla="*/ 8674 w 11621"/>
                <a:gd name="T45" fmla="*/ 11189 h 12029"/>
                <a:gd name="T46" fmla="*/ 9073 w 11621"/>
                <a:gd name="T47" fmla="*/ 10931 h 12029"/>
                <a:gd name="T48" fmla="*/ 9450 w 11621"/>
                <a:gd name="T49" fmla="*/ 10642 h 12029"/>
                <a:gd name="T50" fmla="*/ 9803 w 11621"/>
                <a:gd name="T51" fmla="*/ 10324 h 12029"/>
                <a:gd name="T52" fmla="*/ 10130 w 11621"/>
                <a:gd name="T53" fmla="*/ 9980 h 12029"/>
                <a:gd name="T54" fmla="*/ 10429 w 11621"/>
                <a:gd name="T55" fmla="*/ 9611 h 12029"/>
                <a:gd name="T56" fmla="*/ 10697 w 11621"/>
                <a:gd name="T57" fmla="*/ 9219 h 12029"/>
                <a:gd name="T58" fmla="*/ 10934 w 11621"/>
                <a:gd name="T59" fmla="*/ 8807 h 12029"/>
                <a:gd name="T60" fmla="*/ 11137 w 11621"/>
                <a:gd name="T61" fmla="*/ 8379 h 12029"/>
                <a:gd name="T62" fmla="*/ 11307 w 11621"/>
                <a:gd name="T63" fmla="*/ 7935 h 12029"/>
                <a:gd name="T64" fmla="*/ 11440 w 11621"/>
                <a:gd name="T65" fmla="*/ 7478 h 12029"/>
                <a:gd name="T66" fmla="*/ 11537 w 11621"/>
                <a:gd name="T67" fmla="*/ 7013 h 12029"/>
                <a:gd name="T68" fmla="*/ 11598 w 11621"/>
                <a:gd name="T69" fmla="*/ 6543 h 12029"/>
                <a:gd name="T70" fmla="*/ 11621 w 11621"/>
                <a:gd name="T71" fmla="*/ 6068 h 12029"/>
                <a:gd name="T72" fmla="*/ 11607 w 11621"/>
                <a:gd name="T73" fmla="*/ 5593 h 12029"/>
                <a:gd name="T74" fmla="*/ 11554 w 11621"/>
                <a:gd name="T75" fmla="*/ 5121 h 12029"/>
                <a:gd name="T76" fmla="*/ 11466 w 11621"/>
                <a:gd name="T77" fmla="*/ 4655 h 12029"/>
                <a:gd name="T78" fmla="*/ 11340 w 11621"/>
                <a:gd name="T79" fmla="*/ 4196 h 12029"/>
                <a:gd name="T80" fmla="*/ 11179 w 11621"/>
                <a:gd name="T81" fmla="*/ 3750 h 12029"/>
                <a:gd name="T82" fmla="*/ 10983 w 11621"/>
                <a:gd name="T83" fmla="*/ 3317 h 12029"/>
                <a:gd name="T84" fmla="*/ 10753 w 11621"/>
                <a:gd name="T85" fmla="*/ 2901 h 12029"/>
                <a:gd name="T86" fmla="*/ 10492 w 11621"/>
                <a:gd name="T87" fmla="*/ 2505 h 12029"/>
                <a:gd name="T88" fmla="*/ 10200 w 11621"/>
                <a:gd name="T89" fmla="*/ 2131 h 12029"/>
                <a:gd name="T90" fmla="*/ 9879 w 11621"/>
                <a:gd name="T91" fmla="*/ 1780 h 12029"/>
                <a:gd name="T92" fmla="*/ 9532 w 11621"/>
                <a:gd name="T93" fmla="*/ 1456 h 12029"/>
                <a:gd name="T94" fmla="*/ 9160 w 11621"/>
                <a:gd name="T95" fmla="*/ 1160 h 12029"/>
                <a:gd name="T96" fmla="*/ 8766 w 11621"/>
                <a:gd name="T97" fmla="*/ 896 h 12029"/>
                <a:gd name="T98" fmla="*/ 8352 w 11621"/>
                <a:gd name="T99" fmla="*/ 662 h 12029"/>
                <a:gd name="T100" fmla="*/ 7922 w 11621"/>
                <a:gd name="T101" fmla="*/ 463 h 12029"/>
                <a:gd name="T102" fmla="*/ 7477 w 11621"/>
                <a:gd name="T103" fmla="*/ 297 h 12029"/>
                <a:gd name="T104" fmla="*/ 7020 w 11621"/>
                <a:gd name="T105" fmla="*/ 167 h 12029"/>
                <a:gd name="T106" fmla="*/ 6555 w 11621"/>
                <a:gd name="T107" fmla="*/ 75 h 12029"/>
                <a:gd name="T108" fmla="*/ 6084 w 11621"/>
                <a:gd name="T109" fmla="*/ 18 h 12029"/>
                <a:gd name="T110" fmla="*/ 5609 w 11621"/>
                <a:gd name="T111" fmla="*/ 0 h 120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621" h="12029">
                  <a:moveTo>
                    <a:pt x="0" y="8180"/>
                  </a:moveTo>
                  <a:lnTo>
                    <a:pt x="188" y="8616"/>
                  </a:lnTo>
                  <a:lnTo>
                    <a:pt x="410" y="9036"/>
                  </a:lnTo>
                  <a:lnTo>
                    <a:pt x="665" y="9437"/>
                  </a:lnTo>
                  <a:lnTo>
                    <a:pt x="950" y="9816"/>
                  </a:lnTo>
                  <a:lnTo>
                    <a:pt x="1264" y="10173"/>
                  </a:lnTo>
                  <a:lnTo>
                    <a:pt x="1606" y="10502"/>
                  </a:lnTo>
                  <a:lnTo>
                    <a:pt x="1973" y="10804"/>
                  </a:lnTo>
                  <a:lnTo>
                    <a:pt x="2361" y="11077"/>
                  </a:lnTo>
                  <a:lnTo>
                    <a:pt x="2770" y="11317"/>
                  </a:lnTo>
                  <a:lnTo>
                    <a:pt x="3197" y="11525"/>
                  </a:lnTo>
                  <a:lnTo>
                    <a:pt x="3640" y="11698"/>
                  </a:lnTo>
                  <a:lnTo>
                    <a:pt x="4094" y="11836"/>
                  </a:lnTo>
                  <a:lnTo>
                    <a:pt x="4558" y="11937"/>
                  </a:lnTo>
                  <a:lnTo>
                    <a:pt x="5029" y="12002"/>
                  </a:lnTo>
                  <a:lnTo>
                    <a:pt x="5502" y="12029"/>
                  </a:lnTo>
                  <a:lnTo>
                    <a:pt x="5977" y="12019"/>
                  </a:lnTo>
                  <a:lnTo>
                    <a:pt x="6449" y="11971"/>
                  </a:lnTo>
                  <a:lnTo>
                    <a:pt x="6917" y="11886"/>
                  </a:lnTo>
                  <a:lnTo>
                    <a:pt x="7375" y="11764"/>
                  </a:lnTo>
                  <a:lnTo>
                    <a:pt x="7823" y="11607"/>
                  </a:lnTo>
                  <a:lnTo>
                    <a:pt x="8257" y="11415"/>
                  </a:lnTo>
                  <a:lnTo>
                    <a:pt x="8674" y="11189"/>
                  </a:lnTo>
                  <a:lnTo>
                    <a:pt x="9073" y="10931"/>
                  </a:lnTo>
                  <a:lnTo>
                    <a:pt x="9450" y="10642"/>
                  </a:lnTo>
                  <a:lnTo>
                    <a:pt x="9803" y="10324"/>
                  </a:lnTo>
                  <a:lnTo>
                    <a:pt x="10130" y="9980"/>
                  </a:lnTo>
                  <a:lnTo>
                    <a:pt x="10429" y="9611"/>
                  </a:lnTo>
                  <a:lnTo>
                    <a:pt x="10697" y="9219"/>
                  </a:lnTo>
                  <a:lnTo>
                    <a:pt x="10934" y="8807"/>
                  </a:lnTo>
                  <a:lnTo>
                    <a:pt x="11137" y="8379"/>
                  </a:lnTo>
                  <a:lnTo>
                    <a:pt x="11307" y="7935"/>
                  </a:lnTo>
                  <a:lnTo>
                    <a:pt x="11440" y="7478"/>
                  </a:lnTo>
                  <a:lnTo>
                    <a:pt x="11537" y="7013"/>
                  </a:lnTo>
                  <a:lnTo>
                    <a:pt x="11598" y="6543"/>
                  </a:lnTo>
                  <a:lnTo>
                    <a:pt x="11621" y="6068"/>
                  </a:lnTo>
                  <a:lnTo>
                    <a:pt x="11607" y="5593"/>
                  </a:lnTo>
                  <a:lnTo>
                    <a:pt x="11554" y="5121"/>
                  </a:lnTo>
                  <a:lnTo>
                    <a:pt x="11466" y="4655"/>
                  </a:lnTo>
                  <a:lnTo>
                    <a:pt x="11340" y="4196"/>
                  </a:lnTo>
                  <a:lnTo>
                    <a:pt x="11179" y="3750"/>
                  </a:lnTo>
                  <a:lnTo>
                    <a:pt x="10983" y="3317"/>
                  </a:lnTo>
                  <a:lnTo>
                    <a:pt x="10753" y="2901"/>
                  </a:lnTo>
                  <a:lnTo>
                    <a:pt x="10492" y="2505"/>
                  </a:lnTo>
                  <a:lnTo>
                    <a:pt x="10200" y="2131"/>
                  </a:lnTo>
                  <a:lnTo>
                    <a:pt x="9879" y="1780"/>
                  </a:lnTo>
                  <a:lnTo>
                    <a:pt x="9532" y="1456"/>
                  </a:lnTo>
                  <a:lnTo>
                    <a:pt x="9160" y="1160"/>
                  </a:lnTo>
                  <a:lnTo>
                    <a:pt x="8766" y="896"/>
                  </a:lnTo>
                  <a:lnTo>
                    <a:pt x="8352" y="662"/>
                  </a:lnTo>
                  <a:lnTo>
                    <a:pt x="7922" y="463"/>
                  </a:lnTo>
                  <a:lnTo>
                    <a:pt x="7477" y="297"/>
                  </a:lnTo>
                  <a:lnTo>
                    <a:pt x="7020" y="167"/>
                  </a:lnTo>
                  <a:lnTo>
                    <a:pt x="6555" y="75"/>
                  </a:lnTo>
                  <a:lnTo>
                    <a:pt x="6084" y="18"/>
                  </a:lnTo>
                  <a:lnTo>
                    <a:pt x="5609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8">
              <a:extLst>
                <a:ext uri="{FF2B5EF4-FFF2-40B4-BE49-F238E27FC236}">
                  <a16:creationId xmlns:a16="http://schemas.microsoft.com/office/drawing/2014/main" id="{BC76C1D1-D6C3-717D-1AC7-FBEC614199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03" y="2563"/>
              <a:ext cx="1" cy="27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9">
              <a:extLst>
                <a:ext uri="{FF2B5EF4-FFF2-40B4-BE49-F238E27FC236}">
                  <a16:creationId xmlns:a16="http://schemas.microsoft.com/office/drawing/2014/main" id="{7414D597-344A-79AE-E838-031ED508C5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03" y="2834"/>
              <a:ext cx="1" cy="27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10">
              <a:extLst>
                <a:ext uri="{FF2B5EF4-FFF2-40B4-BE49-F238E27FC236}">
                  <a16:creationId xmlns:a16="http://schemas.microsoft.com/office/drawing/2014/main" id="{AC1F8791-D90E-42F5-4CB4-A54CF29C5B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03" y="2563"/>
              <a:ext cx="392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11">
              <a:extLst>
                <a:ext uri="{FF2B5EF4-FFF2-40B4-BE49-F238E27FC236}">
                  <a16:creationId xmlns:a16="http://schemas.microsoft.com/office/drawing/2014/main" id="{A135B643-25DA-DB6B-7049-9C672D6503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03" y="3104"/>
              <a:ext cx="392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Freeform 12">
            <a:extLst>
              <a:ext uri="{FF2B5EF4-FFF2-40B4-BE49-F238E27FC236}">
                <a16:creationId xmlns:a16="http://schemas.microsoft.com/office/drawing/2014/main" id="{20E5352E-CAAD-494E-05D4-9BD348DD91FB}"/>
              </a:ext>
            </a:extLst>
          </p:cNvPr>
          <p:cNvSpPr>
            <a:spLocks/>
          </p:cNvSpPr>
          <p:nvPr/>
        </p:nvSpPr>
        <p:spPr bwMode="auto">
          <a:xfrm>
            <a:off x="2676525" y="1569811"/>
            <a:ext cx="1146175" cy="858838"/>
          </a:xfrm>
          <a:custGeom>
            <a:avLst/>
            <a:gdLst>
              <a:gd name="T0" fmla="*/ 5772 w 5772"/>
              <a:gd name="T1" fmla="*/ 0 h 4331"/>
              <a:gd name="T2" fmla="*/ 5547 w 5772"/>
              <a:gd name="T3" fmla="*/ 6 h 4331"/>
              <a:gd name="T4" fmla="*/ 5321 w 5772"/>
              <a:gd name="T5" fmla="*/ 27 h 4331"/>
              <a:gd name="T6" fmla="*/ 5092 w 5772"/>
              <a:gd name="T7" fmla="*/ 61 h 4331"/>
              <a:gd name="T8" fmla="*/ 4863 w 5772"/>
              <a:gd name="T9" fmla="*/ 108 h 4331"/>
              <a:gd name="T10" fmla="*/ 4633 w 5772"/>
              <a:gd name="T11" fmla="*/ 168 h 4331"/>
              <a:gd name="T12" fmla="*/ 4403 w 5772"/>
              <a:gd name="T13" fmla="*/ 243 h 4331"/>
              <a:gd name="T14" fmla="*/ 4174 w 5772"/>
              <a:gd name="T15" fmla="*/ 332 h 4331"/>
              <a:gd name="T16" fmla="*/ 3947 w 5772"/>
              <a:gd name="T17" fmla="*/ 433 h 4331"/>
              <a:gd name="T18" fmla="*/ 3721 w 5772"/>
              <a:gd name="T19" fmla="*/ 547 h 4331"/>
              <a:gd name="T20" fmla="*/ 3496 w 5772"/>
              <a:gd name="T21" fmla="*/ 673 h 4331"/>
              <a:gd name="T22" fmla="*/ 3274 w 5772"/>
              <a:gd name="T23" fmla="*/ 812 h 4331"/>
              <a:gd name="T24" fmla="*/ 3055 w 5772"/>
              <a:gd name="T25" fmla="*/ 960 h 4331"/>
              <a:gd name="T26" fmla="*/ 2839 w 5772"/>
              <a:gd name="T27" fmla="*/ 1119 h 4331"/>
              <a:gd name="T28" fmla="*/ 2625 w 5772"/>
              <a:gd name="T29" fmla="*/ 1287 h 4331"/>
              <a:gd name="T30" fmla="*/ 2211 w 5772"/>
              <a:gd name="T31" fmla="*/ 1649 h 4331"/>
              <a:gd name="T32" fmla="*/ 1813 w 5772"/>
              <a:gd name="T33" fmla="*/ 2037 h 4331"/>
              <a:gd name="T34" fmla="*/ 1620 w 5772"/>
              <a:gd name="T35" fmla="*/ 2241 h 4331"/>
              <a:gd name="T36" fmla="*/ 1427 w 5772"/>
              <a:gd name="T37" fmla="*/ 2454 h 4331"/>
              <a:gd name="T38" fmla="*/ 1051 w 5772"/>
              <a:gd name="T39" fmla="*/ 2898 h 4331"/>
              <a:gd name="T40" fmla="*/ 875 w 5772"/>
              <a:gd name="T41" fmla="*/ 3118 h 4331"/>
              <a:gd name="T42" fmla="*/ 709 w 5772"/>
              <a:gd name="T43" fmla="*/ 3331 h 4331"/>
              <a:gd name="T44" fmla="*/ 559 w 5772"/>
              <a:gd name="T45" fmla="*/ 3533 h 4331"/>
              <a:gd name="T46" fmla="*/ 425 w 5772"/>
              <a:gd name="T47" fmla="*/ 3718 h 4331"/>
              <a:gd name="T48" fmla="*/ 305 w 5772"/>
              <a:gd name="T49" fmla="*/ 3886 h 4331"/>
              <a:gd name="T50" fmla="*/ 200 w 5772"/>
              <a:gd name="T51" fmla="*/ 4037 h 4331"/>
              <a:gd name="T52" fmla="*/ 154 w 5772"/>
              <a:gd name="T53" fmla="*/ 4103 h 4331"/>
              <a:gd name="T54" fmla="*/ 113 w 5772"/>
              <a:gd name="T55" fmla="*/ 4162 h 4331"/>
              <a:gd name="T56" fmla="*/ 79 w 5772"/>
              <a:gd name="T57" fmla="*/ 4213 h 4331"/>
              <a:gd name="T58" fmla="*/ 50 w 5772"/>
              <a:gd name="T59" fmla="*/ 4256 h 4331"/>
              <a:gd name="T60" fmla="*/ 28 w 5772"/>
              <a:gd name="T61" fmla="*/ 4289 h 4331"/>
              <a:gd name="T62" fmla="*/ 13 w 5772"/>
              <a:gd name="T63" fmla="*/ 4312 h 4331"/>
              <a:gd name="T64" fmla="*/ 3 w 5772"/>
              <a:gd name="T65" fmla="*/ 4326 h 4331"/>
              <a:gd name="T66" fmla="*/ 0 w 5772"/>
              <a:gd name="T67" fmla="*/ 4331 h 43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5772" h="4331">
                <a:moveTo>
                  <a:pt x="5772" y="0"/>
                </a:moveTo>
                <a:lnTo>
                  <a:pt x="5547" y="6"/>
                </a:lnTo>
                <a:lnTo>
                  <a:pt x="5321" y="27"/>
                </a:lnTo>
                <a:lnTo>
                  <a:pt x="5092" y="61"/>
                </a:lnTo>
                <a:lnTo>
                  <a:pt x="4863" y="108"/>
                </a:lnTo>
                <a:lnTo>
                  <a:pt x="4633" y="168"/>
                </a:lnTo>
                <a:lnTo>
                  <a:pt x="4403" y="243"/>
                </a:lnTo>
                <a:lnTo>
                  <a:pt x="4174" y="332"/>
                </a:lnTo>
                <a:lnTo>
                  <a:pt x="3947" y="433"/>
                </a:lnTo>
                <a:lnTo>
                  <a:pt x="3721" y="547"/>
                </a:lnTo>
                <a:lnTo>
                  <a:pt x="3496" y="673"/>
                </a:lnTo>
                <a:lnTo>
                  <a:pt x="3274" y="812"/>
                </a:lnTo>
                <a:lnTo>
                  <a:pt x="3055" y="960"/>
                </a:lnTo>
                <a:lnTo>
                  <a:pt x="2839" y="1119"/>
                </a:lnTo>
                <a:lnTo>
                  <a:pt x="2625" y="1287"/>
                </a:lnTo>
                <a:lnTo>
                  <a:pt x="2211" y="1649"/>
                </a:lnTo>
                <a:lnTo>
                  <a:pt x="1813" y="2037"/>
                </a:lnTo>
                <a:lnTo>
                  <a:pt x="1620" y="2241"/>
                </a:lnTo>
                <a:lnTo>
                  <a:pt x="1427" y="2454"/>
                </a:lnTo>
                <a:lnTo>
                  <a:pt x="1051" y="2898"/>
                </a:lnTo>
                <a:lnTo>
                  <a:pt x="875" y="3118"/>
                </a:lnTo>
                <a:lnTo>
                  <a:pt x="709" y="3331"/>
                </a:lnTo>
                <a:lnTo>
                  <a:pt x="559" y="3533"/>
                </a:lnTo>
                <a:lnTo>
                  <a:pt x="425" y="3718"/>
                </a:lnTo>
                <a:lnTo>
                  <a:pt x="305" y="3886"/>
                </a:lnTo>
                <a:lnTo>
                  <a:pt x="200" y="4037"/>
                </a:lnTo>
                <a:lnTo>
                  <a:pt x="154" y="4103"/>
                </a:lnTo>
                <a:lnTo>
                  <a:pt x="113" y="4162"/>
                </a:lnTo>
                <a:lnTo>
                  <a:pt x="79" y="4213"/>
                </a:lnTo>
                <a:lnTo>
                  <a:pt x="50" y="4256"/>
                </a:lnTo>
                <a:lnTo>
                  <a:pt x="28" y="4289"/>
                </a:lnTo>
                <a:lnTo>
                  <a:pt x="13" y="4312"/>
                </a:lnTo>
                <a:lnTo>
                  <a:pt x="3" y="4326"/>
                </a:lnTo>
                <a:lnTo>
                  <a:pt x="0" y="4331"/>
                </a:lnTo>
              </a:path>
            </a:pathLst>
          </a:custGeom>
          <a:noFill/>
          <a:ln w="28575" cmpd="sng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6" name="Group 13">
            <a:extLst>
              <a:ext uri="{FF2B5EF4-FFF2-40B4-BE49-F238E27FC236}">
                <a16:creationId xmlns:a16="http://schemas.microsoft.com/office/drawing/2014/main" id="{25709DE6-3194-3006-44E4-7B8698AD6AF9}"/>
              </a:ext>
            </a:extLst>
          </p:cNvPr>
          <p:cNvGrpSpPr>
            <a:grpSpLocks/>
          </p:cNvGrpSpPr>
          <p:nvPr/>
        </p:nvGrpSpPr>
        <p:grpSpPr bwMode="auto">
          <a:xfrm>
            <a:off x="2390775" y="1569811"/>
            <a:ext cx="2624137" cy="1195388"/>
            <a:chOff x="1203" y="742"/>
            <a:chExt cx="1653" cy="753"/>
          </a:xfrm>
        </p:grpSpPr>
        <p:sp>
          <p:nvSpPr>
            <p:cNvPr id="17" name="Line 14">
              <a:extLst>
                <a:ext uri="{FF2B5EF4-FFF2-40B4-BE49-F238E27FC236}">
                  <a16:creationId xmlns:a16="http://schemas.microsoft.com/office/drawing/2014/main" id="{B29FAD21-48D7-C42F-7E09-607AA2823C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53" y="1494"/>
              <a:ext cx="1503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15">
              <a:extLst>
                <a:ext uri="{FF2B5EF4-FFF2-40B4-BE49-F238E27FC236}">
                  <a16:creationId xmlns:a16="http://schemas.microsoft.com/office/drawing/2014/main" id="{F17F5EA5-7D7A-028F-16C1-B8E017D193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03" y="742"/>
              <a:ext cx="1" cy="54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Line 16">
              <a:extLst>
                <a:ext uri="{FF2B5EF4-FFF2-40B4-BE49-F238E27FC236}">
                  <a16:creationId xmlns:a16="http://schemas.microsoft.com/office/drawing/2014/main" id="{0968DBD0-0B41-0D74-D667-E7649EF771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03" y="742"/>
              <a:ext cx="902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17">
              <a:extLst>
                <a:ext uri="{FF2B5EF4-FFF2-40B4-BE49-F238E27FC236}">
                  <a16:creationId xmlns:a16="http://schemas.microsoft.com/office/drawing/2014/main" id="{27C5C69F-6970-566D-8A42-9AD4C3C6C6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03" y="1283"/>
              <a:ext cx="180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F837B876-BCE7-0780-03ED-1F5754A354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3" y="1283"/>
              <a:ext cx="30" cy="211"/>
            </a:xfrm>
            <a:custGeom>
              <a:avLst/>
              <a:gdLst>
                <a:gd name="T0" fmla="*/ 240 w 240"/>
                <a:gd name="T1" fmla="*/ 0 h 1684"/>
                <a:gd name="T2" fmla="*/ 136 w 240"/>
                <a:gd name="T3" fmla="*/ 413 h 1684"/>
                <a:gd name="T4" fmla="*/ 60 w 240"/>
                <a:gd name="T5" fmla="*/ 834 h 1684"/>
                <a:gd name="T6" fmla="*/ 15 w 240"/>
                <a:gd name="T7" fmla="*/ 1258 h 1684"/>
                <a:gd name="T8" fmla="*/ 0 w 240"/>
                <a:gd name="T9" fmla="*/ 1684 h 16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0" h="1684">
                  <a:moveTo>
                    <a:pt x="240" y="0"/>
                  </a:moveTo>
                  <a:lnTo>
                    <a:pt x="136" y="413"/>
                  </a:lnTo>
                  <a:lnTo>
                    <a:pt x="60" y="834"/>
                  </a:lnTo>
                  <a:lnTo>
                    <a:pt x="15" y="1258"/>
                  </a:lnTo>
                  <a:lnTo>
                    <a:pt x="0" y="1684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8AB1ACAA-0A48-3C13-280C-349EF8C194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5" y="742"/>
              <a:ext cx="751" cy="752"/>
            </a:xfrm>
            <a:custGeom>
              <a:avLst/>
              <a:gdLst>
                <a:gd name="T0" fmla="*/ 6013 w 6013"/>
                <a:gd name="T1" fmla="*/ 6015 h 6015"/>
                <a:gd name="T2" fmla="*/ 5993 w 6013"/>
                <a:gd name="T3" fmla="*/ 5543 h 6015"/>
                <a:gd name="T4" fmla="*/ 5938 w 6013"/>
                <a:gd name="T5" fmla="*/ 5074 h 6015"/>
                <a:gd name="T6" fmla="*/ 5846 w 6013"/>
                <a:gd name="T7" fmla="*/ 4611 h 6015"/>
                <a:gd name="T8" fmla="*/ 5718 w 6013"/>
                <a:gd name="T9" fmla="*/ 4157 h 6015"/>
                <a:gd name="T10" fmla="*/ 5555 w 6013"/>
                <a:gd name="T11" fmla="*/ 3713 h 6015"/>
                <a:gd name="T12" fmla="*/ 5357 w 6013"/>
                <a:gd name="T13" fmla="*/ 3284 h 6015"/>
                <a:gd name="T14" fmla="*/ 5126 w 6013"/>
                <a:gd name="T15" fmla="*/ 2872 h 6015"/>
                <a:gd name="T16" fmla="*/ 4864 w 6013"/>
                <a:gd name="T17" fmla="*/ 2480 h 6015"/>
                <a:gd name="T18" fmla="*/ 4572 w 6013"/>
                <a:gd name="T19" fmla="*/ 2109 h 6015"/>
                <a:gd name="T20" fmla="*/ 4252 w 6013"/>
                <a:gd name="T21" fmla="*/ 1762 h 6015"/>
                <a:gd name="T22" fmla="*/ 3905 w 6013"/>
                <a:gd name="T23" fmla="*/ 1441 h 6015"/>
                <a:gd name="T24" fmla="*/ 3534 w 6013"/>
                <a:gd name="T25" fmla="*/ 1149 h 6015"/>
                <a:gd name="T26" fmla="*/ 3141 w 6013"/>
                <a:gd name="T27" fmla="*/ 886 h 6015"/>
                <a:gd name="T28" fmla="*/ 2729 w 6013"/>
                <a:gd name="T29" fmla="*/ 656 h 6015"/>
                <a:gd name="T30" fmla="*/ 2301 w 6013"/>
                <a:gd name="T31" fmla="*/ 457 h 6015"/>
                <a:gd name="T32" fmla="*/ 1858 w 6013"/>
                <a:gd name="T33" fmla="*/ 294 h 6015"/>
                <a:gd name="T34" fmla="*/ 1404 w 6013"/>
                <a:gd name="T35" fmla="*/ 166 h 6015"/>
                <a:gd name="T36" fmla="*/ 941 w 6013"/>
                <a:gd name="T37" fmla="*/ 75 h 6015"/>
                <a:gd name="T38" fmla="*/ 471 w 6013"/>
                <a:gd name="T39" fmla="*/ 19 h 6015"/>
                <a:gd name="T40" fmla="*/ 0 w 6013"/>
                <a:gd name="T41" fmla="*/ 0 h 60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013" h="6015">
                  <a:moveTo>
                    <a:pt x="6013" y="6015"/>
                  </a:moveTo>
                  <a:lnTo>
                    <a:pt x="5993" y="5543"/>
                  </a:lnTo>
                  <a:lnTo>
                    <a:pt x="5938" y="5074"/>
                  </a:lnTo>
                  <a:lnTo>
                    <a:pt x="5846" y="4611"/>
                  </a:lnTo>
                  <a:lnTo>
                    <a:pt x="5718" y="4157"/>
                  </a:lnTo>
                  <a:lnTo>
                    <a:pt x="5555" y="3713"/>
                  </a:lnTo>
                  <a:lnTo>
                    <a:pt x="5357" y="3284"/>
                  </a:lnTo>
                  <a:lnTo>
                    <a:pt x="5126" y="2872"/>
                  </a:lnTo>
                  <a:lnTo>
                    <a:pt x="4864" y="2480"/>
                  </a:lnTo>
                  <a:lnTo>
                    <a:pt x="4572" y="2109"/>
                  </a:lnTo>
                  <a:lnTo>
                    <a:pt x="4252" y="1762"/>
                  </a:lnTo>
                  <a:lnTo>
                    <a:pt x="3905" y="1441"/>
                  </a:lnTo>
                  <a:lnTo>
                    <a:pt x="3534" y="1149"/>
                  </a:lnTo>
                  <a:lnTo>
                    <a:pt x="3141" y="886"/>
                  </a:lnTo>
                  <a:lnTo>
                    <a:pt x="2729" y="656"/>
                  </a:lnTo>
                  <a:lnTo>
                    <a:pt x="2301" y="457"/>
                  </a:lnTo>
                  <a:lnTo>
                    <a:pt x="1858" y="294"/>
                  </a:lnTo>
                  <a:lnTo>
                    <a:pt x="1404" y="166"/>
                  </a:lnTo>
                  <a:lnTo>
                    <a:pt x="941" y="75"/>
                  </a:lnTo>
                  <a:lnTo>
                    <a:pt x="471" y="19"/>
                  </a:ln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0">
            <a:extLst>
              <a:ext uri="{FF2B5EF4-FFF2-40B4-BE49-F238E27FC236}">
                <a16:creationId xmlns:a16="http://schemas.microsoft.com/office/drawing/2014/main" id="{716A2A01-6593-33B0-505B-3096F69B4321}"/>
              </a:ext>
            </a:extLst>
          </p:cNvPr>
          <p:cNvGrpSpPr>
            <a:grpSpLocks/>
          </p:cNvGrpSpPr>
          <p:nvPr/>
        </p:nvGrpSpPr>
        <p:grpSpPr bwMode="auto">
          <a:xfrm>
            <a:off x="5767387" y="1569811"/>
            <a:ext cx="2386013" cy="1195388"/>
            <a:chOff x="3330" y="742"/>
            <a:chExt cx="1503" cy="753"/>
          </a:xfrm>
        </p:grpSpPr>
        <p:sp>
          <p:nvSpPr>
            <p:cNvPr id="24" name="Line 21">
              <a:extLst>
                <a:ext uri="{FF2B5EF4-FFF2-40B4-BE49-F238E27FC236}">
                  <a16:creationId xmlns:a16="http://schemas.microsoft.com/office/drawing/2014/main" id="{B1F7DC5F-2EA7-7723-FFEA-8207D8B378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0" y="1494"/>
              <a:ext cx="1503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2">
              <a:extLst>
                <a:ext uri="{FF2B5EF4-FFF2-40B4-BE49-F238E27FC236}">
                  <a16:creationId xmlns:a16="http://schemas.microsoft.com/office/drawing/2014/main" id="{791FAE5F-3042-AE02-4042-9B3F1ABAA2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1" y="742"/>
              <a:ext cx="541" cy="541"/>
            </a:xfrm>
            <a:custGeom>
              <a:avLst/>
              <a:gdLst>
                <a:gd name="T0" fmla="*/ 4328 w 4328"/>
                <a:gd name="T1" fmla="*/ 2165 h 4331"/>
                <a:gd name="T2" fmla="*/ 4310 w 4328"/>
                <a:gd name="T3" fmla="*/ 1883 h 4331"/>
                <a:gd name="T4" fmla="*/ 4255 w 4328"/>
                <a:gd name="T5" fmla="*/ 1605 h 4331"/>
                <a:gd name="T6" fmla="*/ 4164 w 4328"/>
                <a:gd name="T7" fmla="*/ 1336 h 4331"/>
                <a:gd name="T8" fmla="*/ 4038 w 4328"/>
                <a:gd name="T9" fmla="*/ 1083 h 4331"/>
                <a:gd name="T10" fmla="*/ 3881 w 4328"/>
                <a:gd name="T11" fmla="*/ 847 h 4331"/>
                <a:gd name="T12" fmla="*/ 3695 w 4328"/>
                <a:gd name="T13" fmla="*/ 635 h 4331"/>
                <a:gd name="T14" fmla="*/ 3481 w 4328"/>
                <a:gd name="T15" fmla="*/ 448 h 4331"/>
                <a:gd name="T16" fmla="*/ 3247 w 4328"/>
                <a:gd name="T17" fmla="*/ 290 h 4331"/>
                <a:gd name="T18" fmla="*/ 2993 w 4328"/>
                <a:gd name="T19" fmla="*/ 165 h 4331"/>
                <a:gd name="T20" fmla="*/ 2724 w 4328"/>
                <a:gd name="T21" fmla="*/ 73 h 4331"/>
                <a:gd name="T22" fmla="*/ 2447 w 4328"/>
                <a:gd name="T23" fmla="*/ 19 h 4331"/>
                <a:gd name="T24" fmla="*/ 2164 w 4328"/>
                <a:gd name="T25" fmla="*/ 0 h 4331"/>
                <a:gd name="T26" fmla="*/ 1881 w 4328"/>
                <a:gd name="T27" fmla="*/ 19 h 4331"/>
                <a:gd name="T28" fmla="*/ 1604 w 4328"/>
                <a:gd name="T29" fmla="*/ 73 h 4331"/>
                <a:gd name="T30" fmla="*/ 1336 w 4328"/>
                <a:gd name="T31" fmla="*/ 165 h 4331"/>
                <a:gd name="T32" fmla="*/ 1082 w 4328"/>
                <a:gd name="T33" fmla="*/ 290 h 4331"/>
                <a:gd name="T34" fmla="*/ 847 w 4328"/>
                <a:gd name="T35" fmla="*/ 448 h 4331"/>
                <a:gd name="T36" fmla="*/ 633 w 4328"/>
                <a:gd name="T37" fmla="*/ 635 h 4331"/>
                <a:gd name="T38" fmla="*/ 447 w 4328"/>
                <a:gd name="T39" fmla="*/ 847 h 4331"/>
                <a:gd name="T40" fmla="*/ 290 w 4328"/>
                <a:gd name="T41" fmla="*/ 1083 h 4331"/>
                <a:gd name="T42" fmla="*/ 165 w 4328"/>
                <a:gd name="T43" fmla="*/ 1336 h 4331"/>
                <a:gd name="T44" fmla="*/ 73 w 4328"/>
                <a:gd name="T45" fmla="*/ 1605 h 4331"/>
                <a:gd name="T46" fmla="*/ 18 w 4328"/>
                <a:gd name="T47" fmla="*/ 1883 h 4331"/>
                <a:gd name="T48" fmla="*/ 0 w 4328"/>
                <a:gd name="T49" fmla="*/ 2165 h 4331"/>
                <a:gd name="T50" fmla="*/ 18 w 4328"/>
                <a:gd name="T51" fmla="*/ 2448 h 4331"/>
                <a:gd name="T52" fmla="*/ 73 w 4328"/>
                <a:gd name="T53" fmla="*/ 2726 h 4331"/>
                <a:gd name="T54" fmla="*/ 165 w 4328"/>
                <a:gd name="T55" fmla="*/ 2994 h 4331"/>
                <a:gd name="T56" fmla="*/ 290 w 4328"/>
                <a:gd name="T57" fmla="*/ 3248 h 4331"/>
                <a:gd name="T58" fmla="*/ 447 w 4328"/>
                <a:gd name="T59" fmla="*/ 3484 h 4331"/>
                <a:gd name="T60" fmla="*/ 633 w 4328"/>
                <a:gd name="T61" fmla="*/ 3697 h 4331"/>
                <a:gd name="T62" fmla="*/ 847 w 4328"/>
                <a:gd name="T63" fmla="*/ 3884 h 4331"/>
                <a:gd name="T64" fmla="*/ 1082 w 4328"/>
                <a:gd name="T65" fmla="*/ 4040 h 4331"/>
                <a:gd name="T66" fmla="*/ 1336 w 4328"/>
                <a:gd name="T67" fmla="*/ 4166 h 4331"/>
                <a:gd name="T68" fmla="*/ 1604 w 4328"/>
                <a:gd name="T69" fmla="*/ 4257 h 4331"/>
                <a:gd name="T70" fmla="*/ 1881 w 4328"/>
                <a:gd name="T71" fmla="*/ 4312 h 4331"/>
                <a:gd name="T72" fmla="*/ 2164 w 4328"/>
                <a:gd name="T73" fmla="*/ 4331 h 4331"/>
                <a:gd name="T74" fmla="*/ 2447 w 4328"/>
                <a:gd name="T75" fmla="*/ 4312 h 4331"/>
                <a:gd name="T76" fmla="*/ 2724 w 4328"/>
                <a:gd name="T77" fmla="*/ 4257 h 4331"/>
                <a:gd name="T78" fmla="*/ 2993 w 4328"/>
                <a:gd name="T79" fmla="*/ 4166 h 4331"/>
                <a:gd name="T80" fmla="*/ 3247 w 4328"/>
                <a:gd name="T81" fmla="*/ 4040 h 4331"/>
                <a:gd name="T82" fmla="*/ 3481 w 4328"/>
                <a:gd name="T83" fmla="*/ 3884 h 4331"/>
                <a:gd name="T84" fmla="*/ 3695 w 4328"/>
                <a:gd name="T85" fmla="*/ 3697 h 4331"/>
                <a:gd name="T86" fmla="*/ 3881 w 4328"/>
                <a:gd name="T87" fmla="*/ 3484 h 4331"/>
                <a:gd name="T88" fmla="*/ 4038 w 4328"/>
                <a:gd name="T89" fmla="*/ 3248 h 4331"/>
                <a:gd name="T90" fmla="*/ 4164 w 4328"/>
                <a:gd name="T91" fmla="*/ 2994 h 4331"/>
                <a:gd name="T92" fmla="*/ 4255 w 4328"/>
                <a:gd name="T93" fmla="*/ 2726 h 4331"/>
                <a:gd name="T94" fmla="*/ 4310 w 4328"/>
                <a:gd name="T95" fmla="*/ 2448 h 4331"/>
                <a:gd name="T96" fmla="*/ 4328 w 4328"/>
                <a:gd name="T97" fmla="*/ 2165 h 4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328" h="4331">
                  <a:moveTo>
                    <a:pt x="4328" y="2165"/>
                  </a:moveTo>
                  <a:lnTo>
                    <a:pt x="4310" y="1883"/>
                  </a:lnTo>
                  <a:lnTo>
                    <a:pt x="4255" y="1605"/>
                  </a:lnTo>
                  <a:lnTo>
                    <a:pt x="4164" y="1336"/>
                  </a:lnTo>
                  <a:lnTo>
                    <a:pt x="4038" y="1083"/>
                  </a:lnTo>
                  <a:lnTo>
                    <a:pt x="3881" y="847"/>
                  </a:lnTo>
                  <a:lnTo>
                    <a:pt x="3695" y="635"/>
                  </a:lnTo>
                  <a:lnTo>
                    <a:pt x="3481" y="448"/>
                  </a:lnTo>
                  <a:lnTo>
                    <a:pt x="3247" y="290"/>
                  </a:lnTo>
                  <a:lnTo>
                    <a:pt x="2993" y="165"/>
                  </a:lnTo>
                  <a:lnTo>
                    <a:pt x="2724" y="73"/>
                  </a:lnTo>
                  <a:lnTo>
                    <a:pt x="2447" y="19"/>
                  </a:lnTo>
                  <a:lnTo>
                    <a:pt x="2164" y="0"/>
                  </a:lnTo>
                  <a:lnTo>
                    <a:pt x="1881" y="19"/>
                  </a:lnTo>
                  <a:lnTo>
                    <a:pt x="1604" y="73"/>
                  </a:lnTo>
                  <a:lnTo>
                    <a:pt x="1336" y="165"/>
                  </a:lnTo>
                  <a:lnTo>
                    <a:pt x="1082" y="290"/>
                  </a:lnTo>
                  <a:lnTo>
                    <a:pt x="847" y="448"/>
                  </a:lnTo>
                  <a:lnTo>
                    <a:pt x="633" y="635"/>
                  </a:lnTo>
                  <a:lnTo>
                    <a:pt x="447" y="847"/>
                  </a:lnTo>
                  <a:lnTo>
                    <a:pt x="290" y="1083"/>
                  </a:lnTo>
                  <a:lnTo>
                    <a:pt x="165" y="1336"/>
                  </a:lnTo>
                  <a:lnTo>
                    <a:pt x="73" y="1605"/>
                  </a:lnTo>
                  <a:lnTo>
                    <a:pt x="18" y="1883"/>
                  </a:lnTo>
                  <a:lnTo>
                    <a:pt x="0" y="2165"/>
                  </a:lnTo>
                  <a:lnTo>
                    <a:pt x="18" y="2448"/>
                  </a:lnTo>
                  <a:lnTo>
                    <a:pt x="73" y="2726"/>
                  </a:lnTo>
                  <a:lnTo>
                    <a:pt x="165" y="2994"/>
                  </a:lnTo>
                  <a:lnTo>
                    <a:pt x="290" y="3248"/>
                  </a:lnTo>
                  <a:lnTo>
                    <a:pt x="447" y="3484"/>
                  </a:lnTo>
                  <a:lnTo>
                    <a:pt x="633" y="3697"/>
                  </a:lnTo>
                  <a:lnTo>
                    <a:pt x="847" y="3884"/>
                  </a:lnTo>
                  <a:lnTo>
                    <a:pt x="1082" y="4040"/>
                  </a:lnTo>
                  <a:lnTo>
                    <a:pt x="1336" y="4166"/>
                  </a:lnTo>
                  <a:lnTo>
                    <a:pt x="1604" y="4257"/>
                  </a:lnTo>
                  <a:lnTo>
                    <a:pt x="1881" y="4312"/>
                  </a:lnTo>
                  <a:lnTo>
                    <a:pt x="2164" y="4331"/>
                  </a:lnTo>
                  <a:lnTo>
                    <a:pt x="2447" y="4312"/>
                  </a:lnTo>
                  <a:lnTo>
                    <a:pt x="2724" y="4257"/>
                  </a:lnTo>
                  <a:lnTo>
                    <a:pt x="2993" y="4166"/>
                  </a:lnTo>
                  <a:lnTo>
                    <a:pt x="3247" y="4040"/>
                  </a:lnTo>
                  <a:lnTo>
                    <a:pt x="3481" y="3884"/>
                  </a:lnTo>
                  <a:lnTo>
                    <a:pt x="3695" y="3697"/>
                  </a:lnTo>
                  <a:lnTo>
                    <a:pt x="3881" y="3484"/>
                  </a:lnTo>
                  <a:lnTo>
                    <a:pt x="4038" y="3248"/>
                  </a:lnTo>
                  <a:lnTo>
                    <a:pt x="4164" y="2994"/>
                  </a:lnTo>
                  <a:lnTo>
                    <a:pt x="4255" y="2726"/>
                  </a:lnTo>
                  <a:lnTo>
                    <a:pt x="4310" y="2448"/>
                  </a:lnTo>
                  <a:lnTo>
                    <a:pt x="4328" y="2165"/>
                  </a:lnTo>
                  <a:close/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3">
              <a:extLst>
                <a:ext uri="{FF2B5EF4-FFF2-40B4-BE49-F238E27FC236}">
                  <a16:creationId xmlns:a16="http://schemas.microsoft.com/office/drawing/2014/main" id="{FC3989B4-3483-5C6B-4812-4638150D07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0" y="742"/>
              <a:ext cx="1503" cy="752"/>
            </a:xfrm>
            <a:custGeom>
              <a:avLst/>
              <a:gdLst>
                <a:gd name="T0" fmla="*/ 12025 w 12025"/>
                <a:gd name="T1" fmla="*/ 6015 h 6015"/>
                <a:gd name="T2" fmla="*/ 12006 w 12025"/>
                <a:gd name="T3" fmla="*/ 5543 h 6015"/>
                <a:gd name="T4" fmla="*/ 11950 w 12025"/>
                <a:gd name="T5" fmla="*/ 5074 h 6015"/>
                <a:gd name="T6" fmla="*/ 11858 w 12025"/>
                <a:gd name="T7" fmla="*/ 4611 h 6015"/>
                <a:gd name="T8" fmla="*/ 11730 w 12025"/>
                <a:gd name="T9" fmla="*/ 4157 h 6015"/>
                <a:gd name="T10" fmla="*/ 11567 w 12025"/>
                <a:gd name="T11" fmla="*/ 3713 h 6015"/>
                <a:gd name="T12" fmla="*/ 11369 w 12025"/>
                <a:gd name="T13" fmla="*/ 3284 h 6015"/>
                <a:gd name="T14" fmla="*/ 11138 w 12025"/>
                <a:gd name="T15" fmla="*/ 2872 h 6015"/>
                <a:gd name="T16" fmla="*/ 10876 w 12025"/>
                <a:gd name="T17" fmla="*/ 2480 h 6015"/>
                <a:gd name="T18" fmla="*/ 10584 w 12025"/>
                <a:gd name="T19" fmla="*/ 2109 h 6015"/>
                <a:gd name="T20" fmla="*/ 10264 w 12025"/>
                <a:gd name="T21" fmla="*/ 1762 h 6015"/>
                <a:gd name="T22" fmla="*/ 9917 w 12025"/>
                <a:gd name="T23" fmla="*/ 1441 h 6015"/>
                <a:gd name="T24" fmla="*/ 9546 w 12025"/>
                <a:gd name="T25" fmla="*/ 1149 h 6015"/>
                <a:gd name="T26" fmla="*/ 9153 w 12025"/>
                <a:gd name="T27" fmla="*/ 886 h 6015"/>
                <a:gd name="T28" fmla="*/ 8742 w 12025"/>
                <a:gd name="T29" fmla="*/ 656 h 6015"/>
                <a:gd name="T30" fmla="*/ 8313 w 12025"/>
                <a:gd name="T31" fmla="*/ 457 h 6015"/>
                <a:gd name="T32" fmla="*/ 7870 w 12025"/>
                <a:gd name="T33" fmla="*/ 294 h 6015"/>
                <a:gd name="T34" fmla="*/ 7416 w 12025"/>
                <a:gd name="T35" fmla="*/ 166 h 6015"/>
                <a:gd name="T36" fmla="*/ 6953 w 12025"/>
                <a:gd name="T37" fmla="*/ 75 h 6015"/>
                <a:gd name="T38" fmla="*/ 6484 w 12025"/>
                <a:gd name="T39" fmla="*/ 19 h 6015"/>
                <a:gd name="T40" fmla="*/ 6012 w 12025"/>
                <a:gd name="T41" fmla="*/ 0 h 6015"/>
                <a:gd name="T42" fmla="*/ 5541 w 12025"/>
                <a:gd name="T43" fmla="*/ 19 h 6015"/>
                <a:gd name="T44" fmla="*/ 5071 w 12025"/>
                <a:gd name="T45" fmla="*/ 75 h 6015"/>
                <a:gd name="T46" fmla="*/ 4608 w 12025"/>
                <a:gd name="T47" fmla="*/ 166 h 6015"/>
                <a:gd name="T48" fmla="*/ 4154 w 12025"/>
                <a:gd name="T49" fmla="*/ 294 h 6015"/>
                <a:gd name="T50" fmla="*/ 3711 w 12025"/>
                <a:gd name="T51" fmla="*/ 457 h 6015"/>
                <a:gd name="T52" fmla="*/ 3282 w 12025"/>
                <a:gd name="T53" fmla="*/ 656 h 6015"/>
                <a:gd name="T54" fmla="*/ 2871 w 12025"/>
                <a:gd name="T55" fmla="*/ 886 h 6015"/>
                <a:gd name="T56" fmla="*/ 2478 w 12025"/>
                <a:gd name="T57" fmla="*/ 1149 h 6015"/>
                <a:gd name="T58" fmla="*/ 2108 w 12025"/>
                <a:gd name="T59" fmla="*/ 1441 h 6015"/>
                <a:gd name="T60" fmla="*/ 1761 w 12025"/>
                <a:gd name="T61" fmla="*/ 1762 h 6015"/>
                <a:gd name="T62" fmla="*/ 1440 w 12025"/>
                <a:gd name="T63" fmla="*/ 2109 h 6015"/>
                <a:gd name="T64" fmla="*/ 1148 w 12025"/>
                <a:gd name="T65" fmla="*/ 2480 h 6015"/>
                <a:gd name="T66" fmla="*/ 886 w 12025"/>
                <a:gd name="T67" fmla="*/ 2872 h 6015"/>
                <a:gd name="T68" fmla="*/ 655 w 12025"/>
                <a:gd name="T69" fmla="*/ 3284 h 6015"/>
                <a:gd name="T70" fmla="*/ 458 w 12025"/>
                <a:gd name="T71" fmla="*/ 3713 h 6015"/>
                <a:gd name="T72" fmla="*/ 295 w 12025"/>
                <a:gd name="T73" fmla="*/ 4157 h 6015"/>
                <a:gd name="T74" fmla="*/ 166 w 12025"/>
                <a:gd name="T75" fmla="*/ 4611 h 6015"/>
                <a:gd name="T76" fmla="*/ 74 w 12025"/>
                <a:gd name="T77" fmla="*/ 5074 h 6015"/>
                <a:gd name="T78" fmla="*/ 18 w 12025"/>
                <a:gd name="T79" fmla="*/ 5543 h 6015"/>
                <a:gd name="T80" fmla="*/ 0 w 12025"/>
                <a:gd name="T81" fmla="*/ 6015 h 60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2025" h="6015">
                  <a:moveTo>
                    <a:pt x="12025" y="6015"/>
                  </a:moveTo>
                  <a:lnTo>
                    <a:pt x="12006" y="5543"/>
                  </a:lnTo>
                  <a:lnTo>
                    <a:pt x="11950" y="5074"/>
                  </a:lnTo>
                  <a:lnTo>
                    <a:pt x="11858" y="4611"/>
                  </a:lnTo>
                  <a:lnTo>
                    <a:pt x="11730" y="4157"/>
                  </a:lnTo>
                  <a:lnTo>
                    <a:pt x="11567" y="3713"/>
                  </a:lnTo>
                  <a:lnTo>
                    <a:pt x="11369" y="3284"/>
                  </a:lnTo>
                  <a:lnTo>
                    <a:pt x="11138" y="2872"/>
                  </a:lnTo>
                  <a:lnTo>
                    <a:pt x="10876" y="2480"/>
                  </a:lnTo>
                  <a:lnTo>
                    <a:pt x="10584" y="2109"/>
                  </a:lnTo>
                  <a:lnTo>
                    <a:pt x="10264" y="1762"/>
                  </a:lnTo>
                  <a:lnTo>
                    <a:pt x="9917" y="1441"/>
                  </a:lnTo>
                  <a:lnTo>
                    <a:pt x="9546" y="1149"/>
                  </a:lnTo>
                  <a:lnTo>
                    <a:pt x="9153" y="886"/>
                  </a:lnTo>
                  <a:lnTo>
                    <a:pt x="8742" y="656"/>
                  </a:lnTo>
                  <a:lnTo>
                    <a:pt x="8313" y="457"/>
                  </a:lnTo>
                  <a:lnTo>
                    <a:pt x="7870" y="294"/>
                  </a:lnTo>
                  <a:lnTo>
                    <a:pt x="7416" y="166"/>
                  </a:lnTo>
                  <a:lnTo>
                    <a:pt x="6953" y="75"/>
                  </a:lnTo>
                  <a:lnTo>
                    <a:pt x="6484" y="19"/>
                  </a:lnTo>
                  <a:lnTo>
                    <a:pt x="6012" y="0"/>
                  </a:lnTo>
                  <a:lnTo>
                    <a:pt x="5541" y="19"/>
                  </a:lnTo>
                  <a:lnTo>
                    <a:pt x="5071" y="75"/>
                  </a:lnTo>
                  <a:lnTo>
                    <a:pt x="4608" y="166"/>
                  </a:lnTo>
                  <a:lnTo>
                    <a:pt x="4154" y="294"/>
                  </a:lnTo>
                  <a:lnTo>
                    <a:pt x="3711" y="457"/>
                  </a:lnTo>
                  <a:lnTo>
                    <a:pt x="3282" y="656"/>
                  </a:lnTo>
                  <a:lnTo>
                    <a:pt x="2871" y="886"/>
                  </a:lnTo>
                  <a:lnTo>
                    <a:pt x="2478" y="1149"/>
                  </a:lnTo>
                  <a:lnTo>
                    <a:pt x="2108" y="1441"/>
                  </a:lnTo>
                  <a:lnTo>
                    <a:pt x="1761" y="1762"/>
                  </a:lnTo>
                  <a:lnTo>
                    <a:pt x="1440" y="2109"/>
                  </a:lnTo>
                  <a:lnTo>
                    <a:pt x="1148" y="2480"/>
                  </a:lnTo>
                  <a:lnTo>
                    <a:pt x="886" y="2872"/>
                  </a:lnTo>
                  <a:lnTo>
                    <a:pt x="655" y="3284"/>
                  </a:lnTo>
                  <a:lnTo>
                    <a:pt x="458" y="3713"/>
                  </a:lnTo>
                  <a:lnTo>
                    <a:pt x="295" y="4157"/>
                  </a:lnTo>
                  <a:lnTo>
                    <a:pt x="166" y="4611"/>
                  </a:lnTo>
                  <a:lnTo>
                    <a:pt x="74" y="5074"/>
                  </a:lnTo>
                  <a:lnTo>
                    <a:pt x="18" y="5543"/>
                  </a:lnTo>
                  <a:lnTo>
                    <a:pt x="0" y="6015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" name="Freeform 24">
            <a:extLst>
              <a:ext uri="{FF2B5EF4-FFF2-40B4-BE49-F238E27FC236}">
                <a16:creationId xmlns:a16="http://schemas.microsoft.com/office/drawing/2014/main" id="{744709AB-9B76-FFC8-836B-3607ACA118BA}"/>
              </a:ext>
            </a:extLst>
          </p:cNvPr>
          <p:cNvSpPr>
            <a:spLocks/>
          </p:cNvSpPr>
          <p:nvPr/>
        </p:nvSpPr>
        <p:spPr bwMode="auto">
          <a:xfrm>
            <a:off x="2630487" y="4460649"/>
            <a:ext cx="79375" cy="858837"/>
          </a:xfrm>
          <a:custGeom>
            <a:avLst/>
            <a:gdLst>
              <a:gd name="T0" fmla="*/ 399 w 399"/>
              <a:gd name="T1" fmla="*/ 0 h 4331"/>
              <a:gd name="T2" fmla="*/ 240 w 399"/>
              <a:gd name="T3" fmla="*/ 467 h 4331"/>
              <a:gd name="T4" fmla="*/ 121 w 399"/>
              <a:gd name="T5" fmla="*/ 943 h 4331"/>
              <a:gd name="T6" fmla="*/ 41 w 399"/>
              <a:gd name="T7" fmla="*/ 1429 h 4331"/>
              <a:gd name="T8" fmla="*/ 0 w 399"/>
              <a:gd name="T9" fmla="*/ 1919 h 4331"/>
              <a:gd name="T10" fmla="*/ 0 w 399"/>
              <a:gd name="T11" fmla="*/ 2412 h 4331"/>
              <a:gd name="T12" fmla="*/ 41 w 399"/>
              <a:gd name="T13" fmla="*/ 2902 h 4331"/>
              <a:gd name="T14" fmla="*/ 121 w 399"/>
              <a:gd name="T15" fmla="*/ 3388 h 4331"/>
              <a:gd name="T16" fmla="*/ 240 w 399"/>
              <a:gd name="T17" fmla="*/ 3865 h 4331"/>
              <a:gd name="T18" fmla="*/ 399 w 399"/>
              <a:gd name="T19" fmla="*/ 4331 h 43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99" h="4331">
                <a:moveTo>
                  <a:pt x="399" y="0"/>
                </a:moveTo>
                <a:lnTo>
                  <a:pt x="240" y="467"/>
                </a:lnTo>
                <a:lnTo>
                  <a:pt x="121" y="943"/>
                </a:lnTo>
                <a:lnTo>
                  <a:pt x="41" y="1429"/>
                </a:lnTo>
                <a:lnTo>
                  <a:pt x="0" y="1919"/>
                </a:lnTo>
                <a:lnTo>
                  <a:pt x="0" y="2412"/>
                </a:lnTo>
                <a:lnTo>
                  <a:pt x="41" y="2902"/>
                </a:lnTo>
                <a:lnTo>
                  <a:pt x="121" y="3388"/>
                </a:lnTo>
                <a:lnTo>
                  <a:pt x="240" y="3865"/>
                </a:lnTo>
                <a:lnTo>
                  <a:pt x="399" y="4331"/>
                </a:lnTo>
              </a:path>
            </a:pathLst>
          </a:custGeom>
          <a:noFill/>
          <a:ln w="12700" cap="flat" cmpd="sng">
            <a:solidFill>
              <a:srgbClr val="00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Freeform 25">
            <a:extLst>
              <a:ext uri="{FF2B5EF4-FFF2-40B4-BE49-F238E27FC236}">
                <a16:creationId xmlns:a16="http://schemas.microsoft.com/office/drawing/2014/main" id="{E0746238-3CD7-7037-B971-85CC151C49F5}"/>
              </a:ext>
            </a:extLst>
          </p:cNvPr>
          <p:cNvSpPr>
            <a:spLocks/>
          </p:cNvSpPr>
          <p:nvPr/>
        </p:nvSpPr>
        <p:spPr bwMode="auto">
          <a:xfrm>
            <a:off x="2676525" y="4460649"/>
            <a:ext cx="336550" cy="858837"/>
          </a:xfrm>
          <a:custGeom>
            <a:avLst/>
            <a:gdLst>
              <a:gd name="T0" fmla="*/ 1691 w 1691"/>
              <a:gd name="T1" fmla="*/ 4331 h 4331"/>
              <a:gd name="T2" fmla="*/ 1530 w 1691"/>
              <a:gd name="T3" fmla="*/ 4324 h 4331"/>
              <a:gd name="T4" fmla="*/ 1369 w 1691"/>
              <a:gd name="T5" fmla="*/ 4302 h 4331"/>
              <a:gd name="T6" fmla="*/ 1210 w 1691"/>
              <a:gd name="T7" fmla="*/ 4263 h 4331"/>
              <a:gd name="T8" fmla="*/ 1055 w 1691"/>
              <a:gd name="T9" fmla="*/ 4205 h 4331"/>
              <a:gd name="T10" fmla="*/ 907 w 1691"/>
              <a:gd name="T11" fmla="*/ 4131 h 4331"/>
              <a:gd name="T12" fmla="*/ 767 w 1691"/>
              <a:gd name="T13" fmla="*/ 4036 h 4331"/>
              <a:gd name="T14" fmla="*/ 636 w 1691"/>
              <a:gd name="T15" fmla="*/ 3924 h 4331"/>
              <a:gd name="T16" fmla="*/ 514 w 1691"/>
              <a:gd name="T17" fmla="*/ 3794 h 4331"/>
              <a:gd name="T18" fmla="*/ 405 w 1691"/>
              <a:gd name="T19" fmla="*/ 3647 h 4331"/>
              <a:gd name="T20" fmla="*/ 306 w 1691"/>
              <a:gd name="T21" fmla="*/ 3484 h 4331"/>
              <a:gd name="T22" fmla="*/ 217 w 1691"/>
              <a:gd name="T23" fmla="*/ 3298 h 4331"/>
              <a:gd name="T24" fmla="*/ 141 w 1691"/>
              <a:gd name="T25" fmla="*/ 3092 h 4331"/>
              <a:gd name="T26" fmla="*/ 79 w 1691"/>
              <a:gd name="T27" fmla="*/ 2871 h 4331"/>
              <a:gd name="T28" fmla="*/ 35 w 1691"/>
              <a:gd name="T29" fmla="*/ 2639 h 4331"/>
              <a:gd name="T30" fmla="*/ 9 w 1691"/>
              <a:gd name="T31" fmla="*/ 2402 h 4331"/>
              <a:gd name="T32" fmla="*/ 0 w 1691"/>
              <a:gd name="T33" fmla="*/ 2166 h 4331"/>
              <a:gd name="T34" fmla="*/ 9 w 1691"/>
              <a:gd name="T35" fmla="*/ 1930 h 4331"/>
              <a:gd name="T36" fmla="*/ 35 w 1691"/>
              <a:gd name="T37" fmla="*/ 1692 h 4331"/>
              <a:gd name="T38" fmla="*/ 79 w 1691"/>
              <a:gd name="T39" fmla="*/ 1461 h 4331"/>
              <a:gd name="T40" fmla="*/ 141 w 1691"/>
              <a:gd name="T41" fmla="*/ 1240 h 4331"/>
              <a:gd name="T42" fmla="*/ 217 w 1691"/>
              <a:gd name="T43" fmla="*/ 1034 h 4331"/>
              <a:gd name="T44" fmla="*/ 306 w 1691"/>
              <a:gd name="T45" fmla="*/ 847 h 4331"/>
              <a:gd name="T46" fmla="*/ 405 w 1691"/>
              <a:gd name="T47" fmla="*/ 684 h 4331"/>
              <a:gd name="T48" fmla="*/ 514 w 1691"/>
              <a:gd name="T49" fmla="*/ 538 h 4331"/>
              <a:gd name="T50" fmla="*/ 636 w 1691"/>
              <a:gd name="T51" fmla="*/ 408 h 4331"/>
              <a:gd name="T52" fmla="*/ 767 w 1691"/>
              <a:gd name="T53" fmla="*/ 296 h 4331"/>
              <a:gd name="T54" fmla="*/ 907 w 1691"/>
              <a:gd name="T55" fmla="*/ 201 h 4331"/>
              <a:gd name="T56" fmla="*/ 1055 w 1691"/>
              <a:gd name="T57" fmla="*/ 125 h 4331"/>
              <a:gd name="T58" fmla="*/ 1210 w 1691"/>
              <a:gd name="T59" fmla="*/ 69 h 4331"/>
              <a:gd name="T60" fmla="*/ 1369 w 1691"/>
              <a:gd name="T61" fmla="*/ 29 h 4331"/>
              <a:gd name="T62" fmla="*/ 1530 w 1691"/>
              <a:gd name="T63" fmla="*/ 7 h 4331"/>
              <a:gd name="T64" fmla="*/ 1691 w 1691"/>
              <a:gd name="T65" fmla="*/ 0 h 43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691" h="4331">
                <a:moveTo>
                  <a:pt x="1691" y="4331"/>
                </a:moveTo>
                <a:lnTo>
                  <a:pt x="1530" y="4324"/>
                </a:lnTo>
                <a:lnTo>
                  <a:pt x="1369" y="4302"/>
                </a:lnTo>
                <a:lnTo>
                  <a:pt x="1210" y="4263"/>
                </a:lnTo>
                <a:lnTo>
                  <a:pt x="1055" y="4205"/>
                </a:lnTo>
                <a:lnTo>
                  <a:pt x="907" y="4131"/>
                </a:lnTo>
                <a:lnTo>
                  <a:pt x="767" y="4036"/>
                </a:lnTo>
                <a:lnTo>
                  <a:pt x="636" y="3924"/>
                </a:lnTo>
                <a:lnTo>
                  <a:pt x="514" y="3794"/>
                </a:lnTo>
                <a:lnTo>
                  <a:pt x="405" y="3647"/>
                </a:lnTo>
                <a:lnTo>
                  <a:pt x="306" y="3484"/>
                </a:lnTo>
                <a:lnTo>
                  <a:pt x="217" y="3298"/>
                </a:lnTo>
                <a:lnTo>
                  <a:pt x="141" y="3092"/>
                </a:lnTo>
                <a:lnTo>
                  <a:pt x="79" y="2871"/>
                </a:lnTo>
                <a:lnTo>
                  <a:pt x="35" y="2639"/>
                </a:lnTo>
                <a:lnTo>
                  <a:pt x="9" y="2402"/>
                </a:lnTo>
                <a:lnTo>
                  <a:pt x="0" y="2166"/>
                </a:lnTo>
                <a:lnTo>
                  <a:pt x="9" y="1930"/>
                </a:lnTo>
                <a:lnTo>
                  <a:pt x="35" y="1692"/>
                </a:lnTo>
                <a:lnTo>
                  <a:pt x="79" y="1461"/>
                </a:lnTo>
                <a:lnTo>
                  <a:pt x="141" y="1240"/>
                </a:lnTo>
                <a:lnTo>
                  <a:pt x="217" y="1034"/>
                </a:lnTo>
                <a:lnTo>
                  <a:pt x="306" y="847"/>
                </a:lnTo>
                <a:lnTo>
                  <a:pt x="405" y="684"/>
                </a:lnTo>
                <a:lnTo>
                  <a:pt x="514" y="538"/>
                </a:lnTo>
                <a:lnTo>
                  <a:pt x="636" y="408"/>
                </a:lnTo>
                <a:lnTo>
                  <a:pt x="767" y="296"/>
                </a:lnTo>
                <a:lnTo>
                  <a:pt x="907" y="201"/>
                </a:lnTo>
                <a:lnTo>
                  <a:pt x="1055" y="125"/>
                </a:lnTo>
                <a:lnTo>
                  <a:pt x="1210" y="69"/>
                </a:lnTo>
                <a:lnTo>
                  <a:pt x="1369" y="29"/>
                </a:lnTo>
                <a:lnTo>
                  <a:pt x="1530" y="7"/>
                </a:lnTo>
                <a:lnTo>
                  <a:pt x="1691" y="0"/>
                </a:lnTo>
              </a:path>
            </a:pathLst>
          </a:custGeom>
          <a:noFill/>
          <a:ln w="12700" cap="flat" cmpd="sng">
            <a:solidFill>
              <a:srgbClr val="00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9" name="Group 26">
            <a:extLst>
              <a:ext uri="{FF2B5EF4-FFF2-40B4-BE49-F238E27FC236}">
                <a16:creationId xmlns:a16="http://schemas.microsoft.com/office/drawing/2014/main" id="{8BAC5D6B-5670-B02B-8F5E-37D9F4EB7E80}"/>
              </a:ext>
            </a:extLst>
          </p:cNvPr>
          <p:cNvGrpSpPr>
            <a:grpSpLocks/>
          </p:cNvGrpSpPr>
          <p:nvPr/>
        </p:nvGrpSpPr>
        <p:grpSpPr bwMode="auto">
          <a:xfrm>
            <a:off x="2157412" y="4890861"/>
            <a:ext cx="3105150" cy="1588"/>
            <a:chOff x="1056" y="2834"/>
            <a:chExt cx="1956" cy="1"/>
          </a:xfrm>
        </p:grpSpPr>
        <p:sp>
          <p:nvSpPr>
            <p:cNvPr id="30" name="Line 27">
              <a:extLst>
                <a:ext uri="{FF2B5EF4-FFF2-40B4-BE49-F238E27FC236}">
                  <a16:creationId xmlns:a16="http://schemas.microsoft.com/office/drawing/2014/main" id="{CDBEFE2C-040E-D1FF-641A-E6518BA111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834"/>
              <a:ext cx="167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Line 28">
              <a:extLst>
                <a:ext uri="{FF2B5EF4-FFF2-40B4-BE49-F238E27FC236}">
                  <a16:creationId xmlns:a16="http://schemas.microsoft.com/office/drawing/2014/main" id="{25950E63-0F9E-A972-9D29-D038445289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4" y="2834"/>
              <a:ext cx="3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Line 29">
              <a:extLst>
                <a:ext uri="{FF2B5EF4-FFF2-40B4-BE49-F238E27FC236}">
                  <a16:creationId xmlns:a16="http://schemas.microsoft.com/office/drawing/2014/main" id="{44B37D82-7094-54C6-01EB-94AEE7343B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8" y="2834"/>
              <a:ext cx="15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Line 30">
              <a:extLst>
                <a:ext uri="{FF2B5EF4-FFF2-40B4-BE49-F238E27FC236}">
                  <a16:creationId xmlns:a16="http://schemas.microsoft.com/office/drawing/2014/main" id="{2454EAB0-B400-D466-AFA7-E79AD0EF5F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9" y="2834"/>
              <a:ext cx="3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Line 31">
              <a:extLst>
                <a:ext uri="{FF2B5EF4-FFF2-40B4-BE49-F238E27FC236}">
                  <a16:creationId xmlns:a16="http://schemas.microsoft.com/office/drawing/2014/main" id="{4F30A764-AE99-CCDB-3B0B-4DC76F8F18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3" y="2834"/>
              <a:ext cx="15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32">
              <a:extLst>
                <a:ext uri="{FF2B5EF4-FFF2-40B4-BE49-F238E27FC236}">
                  <a16:creationId xmlns:a16="http://schemas.microsoft.com/office/drawing/2014/main" id="{464DE1D6-FC75-875B-157F-7CB93A1A32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4" y="2834"/>
              <a:ext cx="31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Line 33">
              <a:extLst>
                <a:ext uri="{FF2B5EF4-FFF2-40B4-BE49-F238E27FC236}">
                  <a16:creationId xmlns:a16="http://schemas.microsoft.com/office/drawing/2014/main" id="{0AC2B11D-0B89-922D-E6A4-238857AD18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7" y="2834"/>
              <a:ext cx="15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34">
              <a:extLst>
                <a:ext uri="{FF2B5EF4-FFF2-40B4-BE49-F238E27FC236}">
                  <a16:creationId xmlns:a16="http://schemas.microsoft.com/office/drawing/2014/main" id="{CE0DBC8D-31BF-AD6E-DE11-683A7A73EE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8" y="2834"/>
              <a:ext cx="3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35">
              <a:extLst>
                <a:ext uri="{FF2B5EF4-FFF2-40B4-BE49-F238E27FC236}">
                  <a16:creationId xmlns:a16="http://schemas.microsoft.com/office/drawing/2014/main" id="{B5F541C9-4545-8D55-B352-67F8B5AE18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2" y="2834"/>
              <a:ext cx="15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36">
              <a:extLst>
                <a:ext uri="{FF2B5EF4-FFF2-40B4-BE49-F238E27FC236}">
                  <a16:creationId xmlns:a16="http://schemas.microsoft.com/office/drawing/2014/main" id="{CBF86D9F-8DCA-7B5E-8018-EA930C3583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3" y="2834"/>
              <a:ext cx="31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37">
              <a:extLst>
                <a:ext uri="{FF2B5EF4-FFF2-40B4-BE49-F238E27FC236}">
                  <a16:creationId xmlns:a16="http://schemas.microsoft.com/office/drawing/2014/main" id="{683E6741-74F7-989A-EC39-7CF74BAF3C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6" y="2834"/>
              <a:ext cx="15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Line 38">
              <a:extLst>
                <a:ext uri="{FF2B5EF4-FFF2-40B4-BE49-F238E27FC236}">
                  <a16:creationId xmlns:a16="http://schemas.microsoft.com/office/drawing/2014/main" id="{ED77001A-FF62-6F08-312D-18B9BA031D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7" y="2834"/>
              <a:ext cx="3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Line 39">
              <a:extLst>
                <a:ext uri="{FF2B5EF4-FFF2-40B4-BE49-F238E27FC236}">
                  <a16:creationId xmlns:a16="http://schemas.microsoft.com/office/drawing/2014/main" id="{6506667F-862D-915E-F721-53899D60B5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1" y="2834"/>
              <a:ext cx="15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Line 40">
              <a:extLst>
                <a:ext uri="{FF2B5EF4-FFF2-40B4-BE49-F238E27FC236}">
                  <a16:creationId xmlns:a16="http://schemas.microsoft.com/office/drawing/2014/main" id="{3C649E06-2A8C-C1F8-6DDC-49F6987A25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2" y="2834"/>
              <a:ext cx="31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Line 41">
              <a:extLst>
                <a:ext uri="{FF2B5EF4-FFF2-40B4-BE49-F238E27FC236}">
                  <a16:creationId xmlns:a16="http://schemas.microsoft.com/office/drawing/2014/main" id="{4062E11F-457E-8AE6-FAD4-2BB1B28ECB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5" y="2834"/>
              <a:ext cx="167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5" name="Group 42">
            <a:extLst>
              <a:ext uri="{FF2B5EF4-FFF2-40B4-BE49-F238E27FC236}">
                <a16:creationId xmlns:a16="http://schemas.microsoft.com/office/drawing/2014/main" id="{84C9D0F1-862C-881E-3CFF-E656463ACEFC}"/>
              </a:ext>
            </a:extLst>
          </p:cNvPr>
          <p:cNvGrpSpPr>
            <a:grpSpLocks/>
          </p:cNvGrpSpPr>
          <p:nvPr/>
        </p:nvGrpSpPr>
        <p:grpSpPr bwMode="auto">
          <a:xfrm>
            <a:off x="3822700" y="3482749"/>
            <a:ext cx="1587" cy="2743200"/>
            <a:chOff x="2105" y="1947"/>
            <a:chExt cx="1" cy="1728"/>
          </a:xfrm>
        </p:grpSpPr>
        <p:sp>
          <p:nvSpPr>
            <p:cNvPr id="46" name="Line 43">
              <a:extLst>
                <a:ext uri="{FF2B5EF4-FFF2-40B4-BE49-F238E27FC236}">
                  <a16:creationId xmlns:a16="http://schemas.microsoft.com/office/drawing/2014/main" id="{D637427F-4567-9449-405A-5C0EE03948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5" y="1947"/>
              <a:ext cx="1" cy="1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Line 44">
              <a:extLst>
                <a:ext uri="{FF2B5EF4-FFF2-40B4-BE49-F238E27FC236}">
                  <a16:creationId xmlns:a16="http://schemas.microsoft.com/office/drawing/2014/main" id="{15D8CD80-F60D-362E-DB17-CC9D63FA94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5" y="2158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Line 45">
              <a:extLst>
                <a:ext uri="{FF2B5EF4-FFF2-40B4-BE49-F238E27FC236}">
                  <a16:creationId xmlns:a16="http://schemas.microsoft.com/office/drawing/2014/main" id="{EB10B1AF-2C0E-CB98-CB7D-9D982784B7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5" y="2222"/>
              <a:ext cx="1" cy="15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Line 46">
              <a:extLst>
                <a:ext uri="{FF2B5EF4-FFF2-40B4-BE49-F238E27FC236}">
                  <a16:creationId xmlns:a16="http://schemas.microsoft.com/office/drawing/2014/main" id="{DB203C83-8BC2-E730-8C4F-0402529922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5" y="2413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Line 47">
              <a:extLst>
                <a:ext uri="{FF2B5EF4-FFF2-40B4-BE49-F238E27FC236}">
                  <a16:creationId xmlns:a16="http://schemas.microsoft.com/office/drawing/2014/main" id="{6679DDA5-3E8F-1AB5-2A94-DB7B171875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5" y="2477"/>
              <a:ext cx="1" cy="15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Line 48">
              <a:extLst>
                <a:ext uri="{FF2B5EF4-FFF2-40B4-BE49-F238E27FC236}">
                  <a16:creationId xmlns:a16="http://schemas.microsoft.com/office/drawing/2014/main" id="{28472AA1-7BAE-BCAC-5608-EF878DBFFD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5" y="2668"/>
              <a:ext cx="1" cy="3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Line 49">
              <a:extLst>
                <a:ext uri="{FF2B5EF4-FFF2-40B4-BE49-F238E27FC236}">
                  <a16:creationId xmlns:a16="http://schemas.microsoft.com/office/drawing/2014/main" id="{5AA4F130-4C81-766D-7424-8129BBCEF1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5" y="2731"/>
              <a:ext cx="1" cy="16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Line 50">
              <a:extLst>
                <a:ext uri="{FF2B5EF4-FFF2-40B4-BE49-F238E27FC236}">
                  <a16:creationId xmlns:a16="http://schemas.microsoft.com/office/drawing/2014/main" id="{5DD9E165-D9AC-82B8-76CD-DF0CED9D98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5" y="292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Line 51">
              <a:extLst>
                <a:ext uri="{FF2B5EF4-FFF2-40B4-BE49-F238E27FC236}">
                  <a16:creationId xmlns:a16="http://schemas.microsoft.com/office/drawing/2014/main" id="{2136BFCB-7901-3655-F5A5-7EE5FA0556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5" y="2986"/>
              <a:ext cx="1" cy="15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Line 52">
              <a:extLst>
                <a:ext uri="{FF2B5EF4-FFF2-40B4-BE49-F238E27FC236}">
                  <a16:creationId xmlns:a16="http://schemas.microsoft.com/office/drawing/2014/main" id="{E72A8651-8009-5F59-1555-5E30E370B4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5" y="3177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Line 53">
              <a:extLst>
                <a:ext uri="{FF2B5EF4-FFF2-40B4-BE49-F238E27FC236}">
                  <a16:creationId xmlns:a16="http://schemas.microsoft.com/office/drawing/2014/main" id="{7A0D50C3-7849-E7C3-F545-9D3C40B77A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5" y="3241"/>
              <a:ext cx="1" cy="15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Line 54">
              <a:extLst>
                <a:ext uri="{FF2B5EF4-FFF2-40B4-BE49-F238E27FC236}">
                  <a16:creationId xmlns:a16="http://schemas.microsoft.com/office/drawing/2014/main" id="{4450FDA0-7E2E-5325-B619-2FDB6BC3A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5" y="3432"/>
              <a:ext cx="1" cy="3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Line 55">
              <a:extLst>
                <a:ext uri="{FF2B5EF4-FFF2-40B4-BE49-F238E27FC236}">
                  <a16:creationId xmlns:a16="http://schemas.microsoft.com/office/drawing/2014/main" id="{2FA6ECC8-829E-DEA9-3ED5-B232870B77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5" y="3495"/>
              <a:ext cx="1" cy="1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9" name="Group 56">
            <a:extLst>
              <a:ext uri="{FF2B5EF4-FFF2-40B4-BE49-F238E27FC236}">
                <a16:creationId xmlns:a16="http://schemas.microsoft.com/office/drawing/2014/main" id="{7B22AE18-511B-FDA9-2376-FE81E1F2B2BA}"/>
              </a:ext>
            </a:extLst>
          </p:cNvPr>
          <p:cNvGrpSpPr>
            <a:grpSpLocks/>
          </p:cNvGrpSpPr>
          <p:nvPr/>
        </p:nvGrpSpPr>
        <p:grpSpPr bwMode="auto">
          <a:xfrm>
            <a:off x="3822700" y="1315811"/>
            <a:ext cx="1587" cy="1703388"/>
            <a:chOff x="2105" y="582"/>
            <a:chExt cx="1" cy="1073"/>
          </a:xfrm>
        </p:grpSpPr>
        <p:sp>
          <p:nvSpPr>
            <p:cNvPr id="60" name="Line 57">
              <a:extLst>
                <a:ext uri="{FF2B5EF4-FFF2-40B4-BE49-F238E27FC236}">
                  <a16:creationId xmlns:a16="http://schemas.microsoft.com/office/drawing/2014/main" id="{41BF6421-7D9D-B670-4235-F6C5593937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05" y="1548"/>
              <a:ext cx="1" cy="10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Line 58">
              <a:extLst>
                <a:ext uri="{FF2B5EF4-FFF2-40B4-BE49-F238E27FC236}">
                  <a16:creationId xmlns:a16="http://schemas.microsoft.com/office/drawing/2014/main" id="{7E9E26B1-DF7D-1A0D-49C7-AF92FCCA33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05" y="1485"/>
              <a:ext cx="1" cy="3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Line 59">
              <a:extLst>
                <a:ext uri="{FF2B5EF4-FFF2-40B4-BE49-F238E27FC236}">
                  <a16:creationId xmlns:a16="http://schemas.microsoft.com/office/drawing/2014/main" id="{CD352A3D-75AA-7E38-3207-9E5F823BEE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05" y="1294"/>
              <a:ext cx="1" cy="15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Line 60">
              <a:extLst>
                <a:ext uri="{FF2B5EF4-FFF2-40B4-BE49-F238E27FC236}">
                  <a16:creationId xmlns:a16="http://schemas.microsoft.com/office/drawing/2014/main" id="{B6683556-D492-BE05-7768-9B5B6BEEAF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05" y="1230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Line 61">
              <a:extLst>
                <a:ext uri="{FF2B5EF4-FFF2-40B4-BE49-F238E27FC236}">
                  <a16:creationId xmlns:a16="http://schemas.microsoft.com/office/drawing/2014/main" id="{8102C218-644F-3406-9DDF-6E5789BB06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05" y="1039"/>
              <a:ext cx="1" cy="15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Line 62">
              <a:extLst>
                <a:ext uri="{FF2B5EF4-FFF2-40B4-BE49-F238E27FC236}">
                  <a16:creationId xmlns:a16="http://schemas.microsoft.com/office/drawing/2014/main" id="{BB55F972-6C1C-2217-E676-7DD060A720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05" y="975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Line 63">
              <a:extLst>
                <a:ext uri="{FF2B5EF4-FFF2-40B4-BE49-F238E27FC236}">
                  <a16:creationId xmlns:a16="http://schemas.microsoft.com/office/drawing/2014/main" id="{B1074F2A-D9D3-2C96-F5E7-61233A8EA1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05" y="784"/>
              <a:ext cx="1" cy="15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Line 64">
              <a:extLst>
                <a:ext uri="{FF2B5EF4-FFF2-40B4-BE49-F238E27FC236}">
                  <a16:creationId xmlns:a16="http://schemas.microsoft.com/office/drawing/2014/main" id="{39AD46BF-D65A-DF85-D51A-E71D514EAE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05" y="721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Line 65">
              <a:extLst>
                <a:ext uri="{FF2B5EF4-FFF2-40B4-BE49-F238E27FC236}">
                  <a16:creationId xmlns:a16="http://schemas.microsoft.com/office/drawing/2014/main" id="{ED13B8BD-36B0-9A20-3091-68C6E883EE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05" y="582"/>
              <a:ext cx="1" cy="10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9" name="Group 66">
            <a:extLst>
              <a:ext uri="{FF2B5EF4-FFF2-40B4-BE49-F238E27FC236}">
                <a16:creationId xmlns:a16="http://schemas.microsoft.com/office/drawing/2014/main" id="{4B756677-45B2-6D99-A21C-2D509D7726C0}"/>
              </a:ext>
            </a:extLst>
          </p:cNvPr>
          <p:cNvGrpSpPr>
            <a:grpSpLocks/>
          </p:cNvGrpSpPr>
          <p:nvPr/>
        </p:nvGrpSpPr>
        <p:grpSpPr bwMode="auto">
          <a:xfrm>
            <a:off x="2173287" y="1998436"/>
            <a:ext cx="2049463" cy="1588"/>
            <a:chOff x="1066" y="1012"/>
            <a:chExt cx="1291" cy="1"/>
          </a:xfrm>
        </p:grpSpPr>
        <p:sp>
          <p:nvSpPr>
            <p:cNvPr id="70" name="Line 67">
              <a:extLst>
                <a:ext uri="{FF2B5EF4-FFF2-40B4-BE49-F238E27FC236}">
                  <a16:creationId xmlns:a16="http://schemas.microsoft.com/office/drawing/2014/main" id="{E8CC5217-2429-DE2E-030A-74D8F86150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" y="1012"/>
              <a:ext cx="8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Line 68">
              <a:extLst>
                <a:ext uri="{FF2B5EF4-FFF2-40B4-BE49-F238E27FC236}">
                  <a16:creationId xmlns:a16="http://schemas.microsoft.com/office/drawing/2014/main" id="{991AAA64-8768-C5C8-D9B4-6D22C582F5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7" y="1012"/>
              <a:ext cx="31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Line 69">
              <a:extLst>
                <a:ext uri="{FF2B5EF4-FFF2-40B4-BE49-F238E27FC236}">
                  <a16:creationId xmlns:a16="http://schemas.microsoft.com/office/drawing/2014/main" id="{0186D548-0864-1C53-F0CC-BE345D607F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0" y="1012"/>
              <a:ext cx="15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Line 70">
              <a:extLst>
                <a:ext uri="{FF2B5EF4-FFF2-40B4-BE49-F238E27FC236}">
                  <a16:creationId xmlns:a16="http://schemas.microsoft.com/office/drawing/2014/main" id="{11477F41-0ABC-577A-4088-42EF3236BB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1" y="1012"/>
              <a:ext cx="3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Line 71">
              <a:extLst>
                <a:ext uri="{FF2B5EF4-FFF2-40B4-BE49-F238E27FC236}">
                  <a16:creationId xmlns:a16="http://schemas.microsoft.com/office/drawing/2014/main" id="{D7C6B3BD-CC27-3137-EFC6-DBCF139E1A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5" y="1012"/>
              <a:ext cx="15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Line 72">
              <a:extLst>
                <a:ext uri="{FF2B5EF4-FFF2-40B4-BE49-F238E27FC236}">
                  <a16:creationId xmlns:a16="http://schemas.microsoft.com/office/drawing/2014/main" id="{0FFCAE93-FBA5-185C-0F4A-E34D5590AC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6" y="1012"/>
              <a:ext cx="31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Line 73">
              <a:extLst>
                <a:ext uri="{FF2B5EF4-FFF2-40B4-BE49-F238E27FC236}">
                  <a16:creationId xmlns:a16="http://schemas.microsoft.com/office/drawing/2014/main" id="{CB2BCBD8-A277-E854-6627-2712A92AAA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9" y="1012"/>
              <a:ext cx="15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Line 74">
              <a:extLst>
                <a:ext uri="{FF2B5EF4-FFF2-40B4-BE49-F238E27FC236}">
                  <a16:creationId xmlns:a16="http://schemas.microsoft.com/office/drawing/2014/main" id="{017E2379-C4C7-ECCA-801F-2EF3B1A335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0" y="1012"/>
              <a:ext cx="3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Line 75">
              <a:extLst>
                <a:ext uri="{FF2B5EF4-FFF2-40B4-BE49-F238E27FC236}">
                  <a16:creationId xmlns:a16="http://schemas.microsoft.com/office/drawing/2014/main" id="{41F9A06F-BD86-BEE2-C8B5-A222D94B16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4" y="1012"/>
              <a:ext cx="15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Line 76">
              <a:extLst>
                <a:ext uri="{FF2B5EF4-FFF2-40B4-BE49-F238E27FC236}">
                  <a16:creationId xmlns:a16="http://schemas.microsoft.com/office/drawing/2014/main" id="{3362E63A-177F-B0EE-A746-9426D12081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5" y="1012"/>
              <a:ext cx="31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Line 77">
              <a:extLst>
                <a:ext uri="{FF2B5EF4-FFF2-40B4-BE49-F238E27FC236}">
                  <a16:creationId xmlns:a16="http://schemas.microsoft.com/office/drawing/2014/main" id="{B26DA0F4-A379-25D2-4B25-F0341925BD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8" y="1012"/>
              <a:ext cx="8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1" name="Group 78">
            <a:extLst>
              <a:ext uri="{FF2B5EF4-FFF2-40B4-BE49-F238E27FC236}">
                <a16:creationId xmlns:a16="http://schemas.microsoft.com/office/drawing/2014/main" id="{68233291-43F3-03C6-B75C-D690E94B747B}"/>
              </a:ext>
            </a:extLst>
          </p:cNvPr>
          <p:cNvGrpSpPr>
            <a:grpSpLocks/>
          </p:cNvGrpSpPr>
          <p:nvPr/>
        </p:nvGrpSpPr>
        <p:grpSpPr bwMode="auto">
          <a:xfrm>
            <a:off x="6959600" y="1355499"/>
            <a:ext cx="1587" cy="1635125"/>
            <a:chOff x="4081" y="607"/>
            <a:chExt cx="1" cy="1030"/>
          </a:xfrm>
        </p:grpSpPr>
        <p:sp>
          <p:nvSpPr>
            <p:cNvPr id="82" name="Line 79">
              <a:extLst>
                <a:ext uri="{FF2B5EF4-FFF2-40B4-BE49-F238E27FC236}">
                  <a16:creationId xmlns:a16="http://schemas.microsoft.com/office/drawing/2014/main" id="{2A6A167A-39AC-7E89-8D3B-5AFB35E22A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1" y="1552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Line 80">
              <a:extLst>
                <a:ext uri="{FF2B5EF4-FFF2-40B4-BE49-F238E27FC236}">
                  <a16:creationId xmlns:a16="http://schemas.microsoft.com/office/drawing/2014/main" id="{EB456DD7-BE80-E2F0-5699-EFA6C342BB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1" y="1488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Line 81">
              <a:extLst>
                <a:ext uri="{FF2B5EF4-FFF2-40B4-BE49-F238E27FC236}">
                  <a16:creationId xmlns:a16="http://schemas.microsoft.com/office/drawing/2014/main" id="{3FC1EF0F-AB9F-38D1-4179-A6989BBA5B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1" y="1297"/>
              <a:ext cx="1" cy="15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Line 82">
              <a:extLst>
                <a:ext uri="{FF2B5EF4-FFF2-40B4-BE49-F238E27FC236}">
                  <a16:creationId xmlns:a16="http://schemas.microsoft.com/office/drawing/2014/main" id="{6BEF9283-064E-B70F-BA34-AAD2A07BE8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1" y="1234"/>
              <a:ext cx="1" cy="3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Line 83">
              <a:extLst>
                <a:ext uri="{FF2B5EF4-FFF2-40B4-BE49-F238E27FC236}">
                  <a16:creationId xmlns:a16="http://schemas.microsoft.com/office/drawing/2014/main" id="{E9678B0C-D6A9-3F6E-F2DF-B247618B9F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1" y="1043"/>
              <a:ext cx="1" cy="15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Line 84">
              <a:extLst>
                <a:ext uri="{FF2B5EF4-FFF2-40B4-BE49-F238E27FC236}">
                  <a16:creationId xmlns:a16="http://schemas.microsoft.com/office/drawing/2014/main" id="{DE08606A-A998-AC9B-C072-19E5FF4230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1" y="979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Line 85">
              <a:extLst>
                <a:ext uri="{FF2B5EF4-FFF2-40B4-BE49-F238E27FC236}">
                  <a16:creationId xmlns:a16="http://schemas.microsoft.com/office/drawing/2014/main" id="{D47A0278-5DC2-88CF-0C68-CC30666F2B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1" y="788"/>
              <a:ext cx="1" cy="15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Line 86">
              <a:extLst>
                <a:ext uri="{FF2B5EF4-FFF2-40B4-BE49-F238E27FC236}">
                  <a16:creationId xmlns:a16="http://schemas.microsoft.com/office/drawing/2014/main" id="{28A7E3AB-02BD-5E4B-19D9-5F67C07454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1" y="724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Line 87">
              <a:extLst>
                <a:ext uri="{FF2B5EF4-FFF2-40B4-BE49-F238E27FC236}">
                  <a16:creationId xmlns:a16="http://schemas.microsoft.com/office/drawing/2014/main" id="{ED6CAB42-61E5-E1F6-96C1-CA05EBC4D6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1" y="607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1" name="Group 88">
            <a:extLst>
              <a:ext uri="{FF2B5EF4-FFF2-40B4-BE49-F238E27FC236}">
                <a16:creationId xmlns:a16="http://schemas.microsoft.com/office/drawing/2014/main" id="{4A61A4B0-EC5A-FDD4-8FCB-3BDEBD0DD65B}"/>
              </a:ext>
            </a:extLst>
          </p:cNvPr>
          <p:cNvGrpSpPr>
            <a:grpSpLocks/>
          </p:cNvGrpSpPr>
          <p:nvPr/>
        </p:nvGrpSpPr>
        <p:grpSpPr bwMode="auto">
          <a:xfrm>
            <a:off x="6365875" y="1998436"/>
            <a:ext cx="1219200" cy="1588"/>
            <a:chOff x="3707" y="1012"/>
            <a:chExt cx="768" cy="1"/>
          </a:xfrm>
        </p:grpSpPr>
        <p:sp>
          <p:nvSpPr>
            <p:cNvPr id="92" name="Line 89">
              <a:extLst>
                <a:ext uri="{FF2B5EF4-FFF2-40B4-BE49-F238E27FC236}">
                  <a16:creationId xmlns:a16="http://schemas.microsoft.com/office/drawing/2014/main" id="{F41971DF-349F-6071-EE01-76551F85F1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7" y="1012"/>
              <a:ext cx="8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Line 90">
              <a:extLst>
                <a:ext uri="{FF2B5EF4-FFF2-40B4-BE49-F238E27FC236}">
                  <a16:creationId xmlns:a16="http://schemas.microsoft.com/office/drawing/2014/main" id="{CCE57BC0-4664-D769-2699-862804DD4A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0" y="1012"/>
              <a:ext cx="3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Line 91">
              <a:extLst>
                <a:ext uri="{FF2B5EF4-FFF2-40B4-BE49-F238E27FC236}">
                  <a16:creationId xmlns:a16="http://schemas.microsoft.com/office/drawing/2014/main" id="{6504F7F5-E9A9-0E64-5AD9-08707B2132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4" y="1012"/>
              <a:ext cx="15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Line 92">
              <a:extLst>
                <a:ext uri="{FF2B5EF4-FFF2-40B4-BE49-F238E27FC236}">
                  <a16:creationId xmlns:a16="http://schemas.microsoft.com/office/drawing/2014/main" id="{DD96AD7F-9DB7-1C03-B527-0C5401F15D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5" y="1012"/>
              <a:ext cx="3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Line 93">
              <a:extLst>
                <a:ext uri="{FF2B5EF4-FFF2-40B4-BE49-F238E27FC236}">
                  <a16:creationId xmlns:a16="http://schemas.microsoft.com/office/drawing/2014/main" id="{A22450E0-EAA0-3626-E700-6FE4664EC2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39" y="1012"/>
              <a:ext cx="15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Line 94">
              <a:extLst>
                <a:ext uri="{FF2B5EF4-FFF2-40B4-BE49-F238E27FC236}">
                  <a16:creationId xmlns:a16="http://schemas.microsoft.com/office/drawing/2014/main" id="{B4E95FCC-87E6-2ED3-7030-7A3C95483A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9" y="1012"/>
              <a:ext cx="3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Line 95">
              <a:extLst>
                <a:ext uri="{FF2B5EF4-FFF2-40B4-BE49-F238E27FC236}">
                  <a16:creationId xmlns:a16="http://schemas.microsoft.com/office/drawing/2014/main" id="{508371CE-126E-2029-7B21-F3C95A1A5C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3" y="1012"/>
              <a:ext cx="8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9" name="Oval 96">
            <a:extLst>
              <a:ext uri="{FF2B5EF4-FFF2-40B4-BE49-F238E27FC236}">
                <a16:creationId xmlns:a16="http://schemas.microsoft.com/office/drawing/2014/main" id="{EDAF9C30-6CCD-AB22-3836-55F26C9DC0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5712" y="1534886"/>
            <a:ext cx="76200" cy="76200"/>
          </a:xfrm>
          <a:prstGeom prst="ellipse">
            <a:avLst/>
          </a:prstGeom>
          <a:solidFill>
            <a:srgbClr val="FF5050"/>
          </a:solidFill>
          <a:ln w="38100">
            <a:solidFill>
              <a:srgbClr val="FF505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0" name="Oval 97">
            <a:extLst>
              <a:ext uri="{FF2B5EF4-FFF2-40B4-BE49-F238E27FC236}">
                <a16:creationId xmlns:a16="http://schemas.microsoft.com/office/drawing/2014/main" id="{779D8E7E-2DE9-03C2-4AF5-94E9367B4B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4600" y="4852761"/>
            <a:ext cx="76200" cy="76200"/>
          </a:xfrm>
          <a:prstGeom prst="ellipse">
            <a:avLst/>
          </a:prstGeom>
          <a:solidFill>
            <a:srgbClr val="FF5050"/>
          </a:solidFill>
          <a:ln w="38100">
            <a:solidFill>
              <a:srgbClr val="FF505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1" name="Oval 98">
            <a:extLst>
              <a:ext uri="{FF2B5EF4-FFF2-40B4-BE49-F238E27FC236}">
                <a16:creationId xmlns:a16="http://schemas.microsoft.com/office/drawing/2014/main" id="{817CD453-3569-8724-2DA8-E1C6810711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1500" y="1541236"/>
            <a:ext cx="76200" cy="76200"/>
          </a:xfrm>
          <a:prstGeom prst="ellipse">
            <a:avLst/>
          </a:prstGeom>
          <a:solidFill>
            <a:srgbClr val="FF0000"/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" name="Oval 99">
            <a:extLst>
              <a:ext uri="{FF2B5EF4-FFF2-40B4-BE49-F238E27FC236}">
                <a16:creationId xmlns:a16="http://schemas.microsoft.com/office/drawing/2014/main" id="{4381A94A-73C0-7CF3-0B87-5398D2A42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600" y="4852761"/>
            <a:ext cx="76200" cy="76200"/>
          </a:xfrm>
          <a:prstGeom prst="ellipse">
            <a:avLst/>
          </a:prstGeom>
          <a:solidFill>
            <a:srgbClr val="FF5050"/>
          </a:solidFill>
          <a:ln w="38100">
            <a:solidFill>
              <a:srgbClr val="FF505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" name="Oval 100">
            <a:extLst>
              <a:ext uri="{FF2B5EF4-FFF2-40B4-BE49-F238E27FC236}">
                <a16:creationId xmlns:a16="http://schemas.microsoft.com/office/drawing/2014/main" id="{9DD40601-6A9C-3F7A-9B5F-548173F36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00" y="2392136"/>
            <a:ext cx="76200" cy="76200"/>
          </a:xfrm>
          <a:prstGeom prst="ellipse">
            <a:avLst/>
          </a:prstGeom>
          <a:solidFill>
            <a:srgbClr val="FF5050"/>
          </a:solidFill>
          <a:ln w="38100">
            <a:solidFill>
              <a:srgbClr val="FF505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" name="Oval 101">
            <a:extLst>
              <a:ext uri="{FF2B5EF4-FFF2-40B4-BE49-F238E27FC236}">
                <a16:creationId xmlns:a16="http://schemas.microsoft.com/office/drawing/2014/main" id="{F464CCB3-6A8F-4904-212B-11D6BD89F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1500" y="2392136"/>
            <a:ext cx="76200" cy="76200"/>
          </a:xfrm>
          <a:prstGeom prst="ellipse">
            <a:avLst/>
          </a:prstGeom>
          <a:solidFill>
            <a:srgbClr val="FF5050"/>
          </a:solidFill>
          <a:ln w="38100">
            <a:solidFill>
              <a:srgbClr val="FF505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5" name="Oval 102">
            <a:extLst>
              <a:ext uri="{FF2B5EF4-FFF2-40B4-BE49-F238E27FC236}">
                <a16:creationId xmlns:a16="http://schemas.microsoft.com/office/drawing/2014/main" id="{086E491A-A59A-3781-0D43-D4BAD925CD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8150" y="5281386"/>
            <a:ext cx="76200" cy="76200"/>
          </a:xfrm>
          <a:prstGeom prst="ellipse">
            <a:avLst/>
          </a:prstGeom>
          <a:solidFill>
            <a:srgbClr val="FF5050"/>
          </a:solidFill>
          <a:ln w="38100">
            <a:solidFill>
              <a:srgbClr val="FF505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" name="Oval 103">
            <a:extLst>
              <a:ext uri="{FF2B5EF4-FFF2-40B4-BE49-F238E27FC236}">
                <a16:creationId xmlns:a16="http://schemas.microsoft.com/office/drawing/2014/main" id="{E9BD108A-8D39-26B0-5784-C8BA9794B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4975" y="1952399"/>
            <a:ext cx="76200" cy="76200"/>
          </a:xfrm>
          <a:prstGeom prst="ellipse">
            <a:avLst/>
          </a:prstGeom>
          <a:solidFill>
            <a:srgbClr val="FF5050"/>
          </a:solidFill>
          <a:ln w="38100">
            <a:solidFill>
              <a:srgbClr val="FF505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7" name="Group 104">
            <a:extLst>
              <a:ext uri="{FF2B5EF4-FFF2-40B4-BE49-F238E27FC236}">
                <a16:creationId xmlns:a16="http://schemas.microsoft.com/office/drawing/2014/main" id="{8B5E648A-D13A-F971-237E-CDA1D98BD80F}"/>
              </a:ext>
            </a:extLst>
          </p:cNvPr>
          <p:cNvGrpSpPr>
            <a:grpSpLocks/>
          </p:cNvGrpSpPr>
          <p:nvPr/>
        </p:nvGrpSpPr>
        <p:grpSpPr bwMode="auto">
          <a:xfrm>
            <a:off x="6507162" y="1952399"/>
            <a:ext cx="935038" cy="95250"/>
            <a:chOff x="3796" y="983"/>
            <a:chExt cx="589" cy="60"/>
          </a:xfrm>
        </p:grpSpPr>
        <p:sp>
          <p:nvSpPr>
            <p:cNvPr id="108" name="Oval 105">
              <a:extLst>
                <a:ext uri="{FF2B5EF4-FFF2-40B4-BE49-F238E27FC236}">
                  <a16:creationId xmlns:a16="http://schemas.microsoft.com/office/drawing/2014/main" id="{29E64688-9A17-AC7C-904A-20A7A17266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6" y="995"/>
              <a:ext cx="48" cy="48"/>
            </a:xfrm>
            <a:prstGeom prst="ellipse">
              <a:avLst/>
            </a:prstGeom>
            <a:solidFill>
              <a:srgbClr val="FF5050"/>
            </a:solidFill>
            <a:ln w="38100">
              <a:solidFill>
                <a:srgbClr val="FF505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" name="Oval 106">
              <a:extLst>
                <a:ext uri="{FF2B5EF4-FFF2-40B4-BE49-F238E27FC236}">
                  <a16:creationId xmlns:a16="http://schemas.microsoft.com/office/drawing/2014/main" id="{A0DC933F-64AF-D1AB-5C89-C84D7FFAAA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7" y="983"/>
              <a:ext cx="48" cy="48"/>
            </a:xfrm>
            <a:prstGeom prst="ellipse">
              <a:avLst/>
            </a:prstGeom>
            <a:solidFill>
              <a:srgbClr val="FF5050"/>
            </a:solidFill>
            <a:ln w="38100">
              <a:solidFill>
                <a:srgbClr val="FF505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0" name="Line 107">
            <a:extLst>
              <a:ext uri="{FF2B5EF4-FFF2-40B4-BE49-F238E27FC236}">
                <a16:creationId xmlns:a16="http://schemas.microsoft.com/office/drawing/2014/main" id="{4E2EB497-EE2F-474F-1D5E-2CABE7D6E09C}"/>
              </a:ext>
            </a:extLst>
          </p:cNvPr>
          <p:cNvSpPr>
            <a:spLocks noChangeShapeType="1"/>
          </p:cNvSpPr>
          <p:nvPr/>
        </p:nvSpPr>
        <p:spPr bwMode="auto">
          <a:xfrm>
            <a:off x="3013075" y="1990499"/>
            <a:ext cx="0" cy="3546475"/>
          </a:xfrm>
          <a:prstGeom prst="line">
            <a:avLst/>
          </a:prstGeom>
          <a:noFill/>
          <a:ln w="12700">
            <a:solidFill>
              <a:srgbClr val="FF5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1" name="Oval 108">
            <a:extLst>
              <a:ext uri="{FF2B5EF4-FFF2-40B4-BE49-F238E27FC236}">
                <a16:creationId xmlns:a16="http://schemas.microsoft.com/office/drawing/2014/main" id="{8544DB3C-2A63-534D-17D3-F983D27BB8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0837" y="3995511"/>
            <a:ext cx="1790700" cy="17907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" name="Oval 109">
            <a:extLst>
              <a:ext uri="{FF2B5EF4-FFF2-40B4-BE49-F238E27FC236}">
                <a16:creationId xmlns:a16="http://schemas.microsoft.com/office/drawing/2014/main" id="{3BF8CDC0-1807-DDA7-7873-3FE413B08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8150" y="4422549"/>
            <a:ext cx="76200" cy="76200"/>
          </a:xfrm>
          <a:prstGeom prst="ellipse">
            <a:avLst/>
          </a:prstGeom>
          <a:solidFill>
            <a:srgbClr val="FF5050"/>
          </a:solidFill>
          <a:ln w="38100">
            <a:solidFill>
              <a:srgbClr val="FF505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" name="Line 110">
            <a:extLst>
              <a:ext uri="{FF2B5EF4-FFF2-40B4-BE49-F238E27FC236}">
                <a16:creationId xmlns:a16="http://schemas.microsoft.com/office/drawing/2014/main" id="{BDAB9095-A343-5A17-E232-BC129C9A1550}"/>
              </a:ext>
            </a:extLst>
          </p:cNvPr>
          <p:cNvSpPr>
            <a:spLocks noChangeShapeType="1"/>
          </p:cNvSpPr>
          <p:nvPr/>
        </p:nvSpPr>
        <p:spPr bwMode="auto">
          <a:xfrm>
            <a:off x="2233612" y="1763486"/>
            <a:ext cx="5791200" cy="0"/>
          </a:xfrm>
          <a:prstGeom prst="line">
            <a:avLst/>
          </a:prstGeom>
          <a:noFill/>
          <a:ln w="127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4" name="Line 111">
            <a:extLst>
              <a:ext uri="{FF2B5EF4-FFF2-40B4-BE49-F238E27FC236}">
                <a16:creationId xmlns:a16="http://schemas.microsoft.com/office/drawing/2014/main" id="{129FDAA9-4482-D5CF-EDE8-502B7F39C11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3425" y="1763486"/>
            <a:ext cx="0" cy="3810000"/>
          </a:xfrm>
          <a:prstGeom prst="line">
            <a:avLst/>
          </a:prstGeom>
          <a:noFill/>
          <a:ln w="127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5" name="Oval 112">
            <a:extLst>
              <a:ext uri="{FF2B5EF4-FFF2-40B4-BE49-F238E27FC236}">
                <a16:creationId xmlns:a16="http://schemas.microsoft.com/office/drawing/2014/main" id="{1E681F77-79A8-552B-E01C-A23D6C2B1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8012" y="4239986"/>
            <a:ext cx="1295400" cy="1295400"/>
          </a:xfrm>
          <a:prstGeom prst="ellipse">
            <a:avLst/>
          </a:prstGeom>
          <a:noFill/>
          <a:ln w="127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6" name="Line 113">
            <a:extLst>
              <a:ext uri="{FF2B5EF4-FFF2-40B4-BE49-F238E27FC236}">
                <a16:creationId xmlns:a16="http://schemas.microsoft.com/office/drawing/2014/main" id="{925ACFE5-5BC8-D3CF-021A-0B2F6C79987B}"/>
              </a:ext>
            </a:extLst>
          </p:cNvPr>
          <p:cNvSpPr>
            <a:spLocks noChangeShapeType="1"/>
          </p:cNvSpPr>
          <p:nvPr/>
        </p:nvSpPr>
        <p:spPr bwMode="auto">
          <a:xfrm>
            <a:off x="2757487" y="1915886"/>
            <a:ext cx="0" cy="3581400"/>
          </a:xfrm>
          <a:prstGeom prst="line">
            <a:avLst/>
          </a:prstGeom>
          <a:noFill/>
          <a:ln w="127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7" name="Line 114">
            <a:extLst>
              <a:ext uri="{FF2B5EF4-FFF2-40B4-BE49-F238E27FC236}">
                <a16:creationId xmlns:a16="http://schemas.microsoft.com/office/drawing/2014/main" id="{B32CD51E-9E49-E6A7-5B09-B2D3EAF30DA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57462" y="2296886"/>
            <a:ext cx="5562600" cy="0"/>
          </a:xfrm>
          <a:prstGeom prst="line">
            <a:avLst/>
          </a:prstGeom>
          <a:noFill/>
          <a:ln w="127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8" name="Oval 115">
            <a:extLst>
              <a:ext uri="{FF2B5EF4-FFF2-40B4-BE49-F238E27FC236}">
                <a16:creationId xmlns:a16="http://schemas.microsoft.com/office/drawing/2014/main" id="{59B4574D-6FA3-26E3-4F23-B282226649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9387" y="3811361"/>
            <a:ext cx="2190750" cy="2105025"/>
          </a:xfrm>
          <a:prstGeom prst="ellipse">
            <a:avLst/>
          </a:prstGeom>
          <a:noFill/>
          <a:ln w="127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9" name="Oval 116">
            <a:extLst>
              <a:ext uri="{FF2B5EF4-FFF2-40B4-BE49-F238E27FC236}">
                <a16:creationId xmlns:a16="http://schemas.microsoft.com/office/drawing/2014/main" id="{703A5E51-2003-2C0C-D8A7-CC4734C53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5112" y="2258786"/>
            <a:ext cx="76200" cy="76200"/>
          </a:xfrm>
          <a:prstGeom prst="ellipse">
            <a:avLst/>
          </a:prstGeom>
          <a:solidFill>
            <a:srgbClr val="00B0F0"/>
          </a:solidFill>
          <a:ln w="38100">
            <a:solidFill>
              <a:srgbClr val="00B0F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0" name="Oval 117">
            <a:extLst>
              <a:ext uri="{FF2B5EF4-FFF2-40B4-BE49-F238E27FC236}">
                <a16:creationId xmlns:a16="http://schemas.microsoft.com/office/drawing/2014/main" id="{9728050C-C802-7595-5FAF-E7C6386C9A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3737" y="5202011"/>
            <a:ext cx="76200" cy="76200"/>
          </a:xfrm>
          <a:prstGeom prst="ellipse">
            <a:avLst/>
          </a:prstGeom>
          <a:solidFill>
            <a:srgbClr val="00B0F0"/>
          </a:solidFill>
          <a:ln w="38100">
            <a:solidFill>
              <a:srgbClr val="00B0F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1" name="Oval 118">
            <a:extLst>
              <a:ext uri="{FF2B5EF4-FFF2-40B4-BE49-F238E27FC236}">
                <a16:creationId xmlns:a16="http://schemas.microsoft.com/office/drawing/2014/main" id="{40A78AAE-EF67-166E-645D-8657AAEDE7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4237" y="2268311"/>
            <a:ext cx="76200" cy="76200"/>
          </a:xfrm>
          <a:prstGeom prst="ellipse">
            <a:avLst/>
          </a:prstGeom>
          <a:solidFill>
            <a:srgbClr val="00B0F0"/>
          </a:solidFill>
          <a:ln w="38100">
            <a:solidFill>
              <a:srgbClr val="00B0F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2" name="Oval 119">
            <a:extLst>
              <a:ext uri="{FF2B5EF4-FFF2-40B4-BE49-F238E27FC236}">
                <a16:creationId xmlns:a16="http://schemas.microsoft.com/office/drawing/2014/main" id="{2CEBCEBD-7245-AC9D-418A-A22ABFF23F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2" y="1744436"/>
            <a:ext cx="76200" cy="76200"/>
          </a:xfrm>
          <a:prstGeom prst="ellipse">
            <a:avLst/>
          </a:prstGeom>
          <a:solidFill>
            <a:srgbClr val="00B0F0"/>
          </a:solidFill>
          <a:ln w="38100">
            <a:solidFill>
              <a:srgbClr val="00B0F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23" name="Group 120">
            <a:extLst>
              <a:ext uri="{FF2B5EF4-FFF2-40B4-BE49-F238E27FC236}">
                <a16:creationId xmlns:a16="http://schemas.microsoft.com/office/drawing/2014/main" id="{8A54AC2D-6230-DEE4-5E75-E232E4429AD4}"/>
              </a:ext>
            </a:extLst>
          </p:cNvPr>
          <p:cNvGrpSpPr>
            <a:grpSpLocks/>
          </p:cNvGrpSpPr>
          <p:nvPr/>
        </p:nvGrpSpPr>
        <p:grpSpPr bwMode="auto">
          <a:xfrm>
            <a:off x="6557962" y="1715861"/>
            <a:ext cx="800100" cy="95250"/>
            <a:chOff x="3828" y="834"/>
            <a:chExt cx="504" cy="60"/>
          </a:xfrm>
          <a:solidFill>
            <a:srgbClr val="00B0F0"/>
          </a:solidFill>
        </p:grpSpPr>
        <p:sp>
          <p:nvSpPr>
            <p:cNvPr id="124" name="Oval 121">
              <a:extLst>
                <a:ext uri="{FF2B5EF4-FFF2-40B4-BE49-F238E27FC236}">
                  <a16:creationId xmlns:a16="http://schemas.microsoft.com/office/drawing/2014/main" id="{9486C48A-3852-FB97-1535-2DFA8BF247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4" y="834"/>
              <a:ext cx="48" cy="48"/>
            </a:xfrm>
            <a:prstGeom prst="ellipse">
              <a:avLst/>
            </a:prstGeom>
            <a:grpFill/>
            <a:ln w="38100">
              <a:solidFill>
                <a:srgbClr val="00B0F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" name="Oval 122">
              <a:extLst>
                <a:ext uri="{FF2B5EF4-FFF2-40B4-BE49-F238E27FC236}">
                  <a16:creationId xmlns:a16="http://schemas.microsoft.com/office/drawing/2014/main" id="{26D9C82A-ADB3-81AF-2B4D-F28C14E856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8" y="846"/>
              <a:ext cx="48" cy="48"/>
            </a:xfrm>
            <a:prstGeom prst="ellipse">
              <a:avLst/>
            </a:prstGeom>
            <a:grpFill/>
            <a:ln w="38100">
              <a:solidFill>
                <a:srgbClr val="00B0F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26" name="Oval 123">
            <a:extLst>
              <a:ext uri="{FF2B5EF4-FFF2-40B4-BE49-F238E27FC236}">
                <a16:creationId xmlns:a16="http://schemas.microsoft.com/office/drawing/2014/main" id="{17232758-9FFB-0156-C637-FE3D01388F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9862" y="2277836"/>
            <a:ext cx="76200" cy="76200"/>
          </a:xfrm>
          <a:prstGeom prst="ellipse">
            <a:avLst/>
          </a:prstGeom>
          <a:solidFill>
            <a:srgbClr val="00B0F0"/>
          </a:solidFill>
          <a:ln w="38100">
            <a:solidFill>
              <a:srgbClr val="00B0F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7" name="Oval 124">
            <a:extLst>
              <a:ext uri="{FF2B5EF4-FFF2-40B4-BE49-F238E27FC236}">
                <a16:creationId xmlns:a16="http://schemas.microsoft.com/office/drawing/2014/main" id="{F74296EA-0019-A562-BB1D-E64917D59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2" y="4497161"/>
            <a:ext cx="76200" cy="76200"/>
          </a:xfrm>
          <a:prstGeom prst="ellipse">
            <a:avLst/>
          </a:prstGeom>
          <a:solidFill>
            <a:srgbClr val="00B0F0"/>
          </a:solidFill>
          <a:ln w="38100">
            <a:solidFill>
              <a:srgbClr val="00B0F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8" name="Oval 125">
            <a:extLst>
              <a:ext uri="{FF2B5EF4-FFF2-40B4-BE49-F238E27FC236}">
                <a16:creationId xmlns:a16="http://schemas.microsoft.com/office/drawing/2014/main" id="{7C6A13D1-3A0E-548E-65E2-EA7849033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8912" y="5154386"/>
            <a:ext cx="76200" cy="76200"/>
          </a:xfrm>
          <a:prstGeom prst="ellipse">
            <a:avLst/>
          </a:prstGeom>
          <a:solidFill>
            <a:srgbClr val="00B0F0"/>
          </a:solidFill>
          <a:ln w="38100">
            <a:solidFill>
              <a:srgbClr val="00B0F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9" name="Oval 126">
            <a:extLst>
              <a:ext uri="{FF2B5EF4-FFF2-40B4-BE49-F238E27FC236}">
                <a16:creationId xmlns:a16="http://schemas.microsoft.com/office/drawing/2014/main" id="{6D95E9A1-F144-FBC6-BDA6-E98CBEFAD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9387" y="4554311"/>
            <a:ext cx="76200" cy="76200"/>
          </a:xfrm>
          <a:prstGeom prst="ellipse">
            <a:avLst/>
          </a:prstGeom>
          <a:solidFill>
            <a:srgbClr val="00B0F0"/>
          </a:solidFill>
          <a:ln w="38100">
            <a:solidFill>
              <a:srgbClr val="00B0F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0" name="Line 127">
            <a:extLst>
              <a:ext uri="{FF2B5EF4-FFF2-40B4-BE49-F238E27FC236}">
                <a16:creationId xmlns:a16="http://schemas.microsoft.com/office/drawing/2014/main" id="{D5237B56-1120-BF6C-48D9-963176313B49}"/>
              </a:ext>
            </a:extLst>
          </p:cNvPr>
          <p:cNvSpPr>
            <a:spLocks noChangeShapeType="1"/>
          </p:cNvSpPr>
          <p:nvPr/>
        </p:nvSpPr>
        <p:spPr bwMode="auto">
          <a:xfrm>
            <a:off x="6958012" y="1992086"/>
            <a:ext cx="914400" cy="0"/>
          </a:xfrm>
          <a:prstGeom prst="line">
            <a:avLst/>
          </a:prstGeom>
          <a:noFill/>
          <a:ln w="38100">
            <a:solidFill>
              <a:srgbClr val="9966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1" name="Line 128">
            <a:extLst>
              <a:ext uri="{FF2B5EF4-FFF2-40B4-BE49-F238E27FC236}">
                <a16:creationId xmlns:a16="http://schemas.microsoft.com/office/drawing/2014/main" id="{86F949E6-8556-9B1F-71D7-57E2A22958E3}"/>
              </a:ext>
            </a:extLst>
          </p:cNvPr>
          <p:cNvSpPr>
            <a:spLocks noChangeShapeType="1"/>
          </p:cNvSpPr>
          <p:nvPr/>
        </p:nvSpPr>
        <p:spPr bwMode="auto">
          <a:xfrm>
            <a:off x="6967537" y="1763486"/>
            <a:ext cx="628650" cy="0"/>
          </a:xfrm>
          <a:prstGeom prst="line">
            <a:avLst/>
          </a:prstGeom>
          <a:noFill/>
          <a:ln w="381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2" name="Line 129">
            <a:extLst>
              <a:ext uri="{FF2B5EF4-FFF2-40B4-BE49-F238E27FC236}">
                <a16:creationId xmlns:a16="http://schemas.microsoft.com/office/drawing/2014/main" id="{2E4EED3C-9F7E-BD5C-2910-1F03B9E530F2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8387" y="4535261"/>
            <a:ext cx="1676400" cy="0"/>
          </a:xfrm>
          <a:prstGeom prst="line">
            <a:avLst/>
          </a:prstGeom>
          <a:noFill/>
          <a:ln w="127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" name="Line 130">
            <a:extLst>
              <a:ext uri="{FF2B5EF4-FFF2-40B4-BE49-F238E27FC236}">
                <a16:creationId xmlns:a16="http://schemas.microsoft.com/office/drawing/2014/main" id="{CFC0B30E-8AC9-65D8-AA43-3609EE642EE6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8362" y="5249636"/>
            <a:ext cx="1657350" cy="0"/>
          </a:xfrm>
          <a:prstGeom prst="line">
            <a:avLst/>
          </a:prstGeom>
          <a:noFill/>
          <a:ln w="127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4" name="Line 131">
            <a:extLst>
              <a:ext uri="{FF2B5EF4-FFF2-40B4-BE49-F238E27FC236}">
                <a16:creationId xmlns:a16="http://schemas.microsoft.com/office/drawing/2014/main" id="{216B00AD-D79A-B890-C49A-4C9ECAF7D6B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77012" y="1763486"/>
            <a:ext cx="381000" cy="0"/>
          </a:xfrm>
          <a:prstGeom prst="line">
            <a:avLst/>
          </a:prstGeom>
          <a:noFill/>
          <a:ln w="381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5" name="Line 132">
            <a:extLst>
              <a:ext uri="{FF2B5EF4-FFF2-40B4-BE49-F238E27FC236}">
                <a16:creationId xmlns:a16="http://schemas.microsoft.com/office/drawing/2014/main" id="{7E8E14A4-FA41-CB9F-A18B-68DC383B47F5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2205037" y="4735286"/>
            <a:ext cx="381000" cy="0"/>
          </a:xfrm>
          <a:prstGeom prst="line">
            <a:avLst/>
          </a:prstGeom>
          <a:noFill/>
          <a:ln w="381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6" name="Line 133">
            <a:extLst>
              <a:ext uri="{FF2B5EF4-FFF2-40B4-BE49-F238E27FC236}">
                <a16:creationId xmlns:a16="http://schemas.microsoft.com/office/drawing/2014/main" id="{3AAAA812-8C98-2A46-B7A2-A961BCF15E39}"/>
              </a:ext>
            </a:extLst>
          </p:cNvPr>
          <p:cNvSpPr>
            <a:spLocks noChangeShapeType="1"/>
          </p:cNvSpPr>
          <p:nvPr/>
        </p:nvSpPr>
        <p:spPr bwMode="auto">
          <a:xfrm>
            <a:off x="2233612" y="4582886"/>
            <a:ext cx="1828800" cy="0"/>
          </a:xfrm>
          <a:prstGeom prst="line">
            <a:avLst/>
          </a:prstGeom>
          <a:noFill/>
          <a:ln w="127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7" name="Line 134">
            <a:extLst>
              <a:ext uri="{FF2B5EF4-FFF2-40B4-BE49-F238E27FC236}">
                <a16:creationId xmlns:a16="http://schemas.microsoft.com/office/drawing/2014/main" id="{140291FF-DE94-0CC8-1CFA-B0F0EFD067F6}"/>
              </a:ext>
            </a:extLst>
          </p:cNvPr>
          <p:cNvSpPr>
            <a:spLocks noChangeShapeType="1"/>
          </p:cNvSpPr>
          <p:nvPr/>
        </p:nvSpPr>
        <p:spPr bwMode="auto">
          <a:xfrm>
            <a:off x="2185987" y="5192486"/>
            <a:ext cx="1847850" cy="0"/>
          </a:xfrm>
          <a:prstGeom prst="line">
            <a:avLst/>
          </a:prstGeom>
          <a:noFill/>
          <a:ln w="12700">
            <a:solidFill>
              <a:srgbClr val="00B0F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8" name="Rectangle 135">
            <a:extLst>
              <a:ext uri="{FF2B5EF4-FFF2-40B4-BE49-F238E27FC236}">
                <a16:creationId xmlns:a16="http://schemas.microsoft.com/office/drawing/2014/main" id="{1A9132B1-78AA-1BB9-496A-F4B9931F26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5537" y="655186"/>
            <a:ext cx="4953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14.8 </a:t>
            </a:r>
            <a:r>
              <a:rPr lang="zh-CN" altLang="en-US" sz="2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求圆柱与圆球的交线</a:t>
            </a:r>
            <a:endParaRPr lang="zh-CN" altLang="en-US" sz="480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9" name="Text Box 136">
            <a:extLst>
              <a:ext uri="{FF2B5EF4-FFF2-40B4-BE49-F238E27FC236}">
                <a16:creationId xmlns:a16="http://schemas.microsoft.com/office/drawing/2014/main" id="{B230B76D-C3BD-D7DD-C59C-81592EC2A2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4129" y="3422338"/>
            <a:ext cx="162095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800" b="1" dirty="0">
                <a:solidFill>
                  <a:srgbClr val="C00000"/>
                </a:solidFill>
                <a:latin typeface="仿宋_GB2312" pitchFamily="49" charset="-122"/>
              </a:rPr>
              <a:t>解题步骤</a:t>
            </a:r>
          </a:p>
        </p:txBody>
      </p:sp>
      <p:sp>
        <p:nvSpPr>
          <p:cNvPr id="140" name="Text Box 137">
            <a:extLst>
              <a:ext uri="{FF2B5EF4-FFF2-40B4-BE49-F238E27FC236}">
                <a16:creationId xmlns:a16="http://schemas.microsoft.com/office/drawing/2014/main" id="{E15660D5-6078-50E7-EEAA-B67BEC9413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9119" y="3991368"/>
            <a:ext cx="18149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1" hangingPunct="1"/>
            <a:r>
              <a:rPr lang="en-US" altLang="zh-CN" sz="2400" b="1" dirty="0">
                <a:solidFill>
                  <a:srgbClr val="003399"/>
                </a:solidFill>
                <a:latin typeface="仿宋_GB2312" pitchFamily="49" charset="-122"/>
              </a:rPr>
              <a:t>★ </a:t>
            </a:r>
            <a:r>
              <a:rPr lang="zh-CN" altLang="en-US" sz="2400" b="1" dirty="0">
                <a:solidFill>
                  <a:srgbClr val="003399"/>
                </a:solidFill>
                <a:latin typeface="仿宋_GB2312" pitchFamily="49" charset="-122"/>
              </a:rPr>
              <a:t>求特殊点</a:t>
            </a:r>
          </a:p>
        </p:txBody>
      </p:sp>
      <p:sp>
        <p:nvSpPr>
          <p:cNvPr id="141" name="Text Box 138">
            <a:extLst>
              <a:ext uri="{FF2B5EF4-FFF2-40B4-BE49-F238E27FC236}">
                <a16:creationId xmlns:a16="http://schemas.microsoft.com/office/drawing/2014/main" id="{52A778E5-B408-0A4B-ECD2-29AFD1BFE9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9119" y="4497161"/>
            <a:ext cx="42709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/>
            <a:r>
              <a:rPr lang="en-US" altLang="zh-CN" sz="2400" b="1" dirty="0">
                <a:solidFill>
                  <a:srgbClr val="003399"/>
                </a:solidFill>
                <a:latin typeface="仿宋_GB2312" pitchFamily="49" charset="-122"/>
              </a:rPr>
              <a:t>★ </a:t>
            </a:r>
            <a:r>
              <a:rPr lang="zh-CN" altLang="en-US" sz="2400" b="1" dirty="0">
                <a:solidFill>
                  <a:srgbClr val="003399"/>
                </a:solidFill>
                <a:latin typeface="仿宋_GB2312" pitchFamily="49" charset="-122"/>
              </a:rPr>
              <a:t>用辅助平面法求中间点</a:t>
            </a:r>
          </a:p>
        </p:txBody>
      </p:sp>
      <p:sp>
        <p:nvSpPr>
          <p:cNvPr id="142" name="Text Box 139">
            <a:extLst>
              <a:ext uri="{FF2B5EF4-FFF2-40B4-BE49-F238E27FC236}">
                <a16:creationId xmlns:a16="http://schemas.microsoft.com/office/drawing/2014/main" id="{07A32EBA-7B03-A2A9-3967-BF9E04C962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9119" y="4992194"/>
            <a:ext cx="52484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eaLnBrk="1" hangingPunct="1"/>
            <a:r>
              <a:rPr lang="en-US" altLang="zh-CN" sz="2400" b="1" dirty="0">
                <a:solidFill>
                  <a:srgbClr val="003399"/>
                </a:solidFill>
                <a:latin typeface="仿宋_GB2312" pitchFamily="49" charset="-122"/>
              </a:rPr>
              <a:t>★ </a:t>
            </a:r>
            <a:r>
              <a:rPr lang="zh-CN" altLang="en-US" sz="2400" b="1" dirty="0">
                <a:solidFill>
                  <a:srgbClr val="003399"/>
                </a:solidFill>
                <a:latin typeface="仿宋_GB2312" pitchFamily="49" charset="-122"/>
              </a:rPr>
              <a:t>光滑连接各点，注意投影的可见性</a:t>
            </a:r>
          </a:p>
        </p:txBody>
      </p:sp>
      <p:sp>
        <p:nvSpPr>
          <p:cNvPr id="143" name="Text Box 140">
            <a:extLst>
              <a:ext uri="{FF2B5EF4-FFF2-40B4-BE49-F238E27FC236}">
                <a16:creationId xmlns:a16="http://schemas.microsoft.com/office/drawing/2014/main" id="{A873457D-6DB7-2E2D-A81C-79ADD6A7DF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9119" y="5479724"/>
            <a:ext cx="35274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1" hangingPunct="1"/>
            <a:r>
              <a:rPr lang="en-US" altLang="zh-CN" sz="2400" b="1">
                <a:solidFill>
                  <a:srgbClr val="003399"/>
                </a:solidFill>
                <a:latin typeface="仿宋_GB2312" pitchFamily="49" charset="-122"/>
              </a:rPr>
              <a:t>★ </a:t>
            </a:r>
            <a:r>
              <a:rPr lang="zh-CN" altLang="en-US" sz="2400" b="1">
                <a:solidFill>
                  <a:srgbClr val="003399"/>
                </a:solidFill>
                <a:latin typeface="仿宋_GB2312" pitchFamily="49" charset="-122"/>
              </a:rPr>
              <a:t>补全轮廓线的投影</a:t>
            </a:r>
          </a:p>
        </p:txBody>
      </p:sp>
    </p:spTree>
    <p:extLst>
      <p:ext uri="{BB962C8B-B14F-4D97-AF65-F5344CB8AC3E}">
        <p14:creationId xmlns:p14="http://schemas.microsoft.com/office/powerpoint/2010/main" val="3777167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7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2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2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7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2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7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7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" grpId="0" autoUpdateAnimBg="0"/>
      <p:bldP spid="140" grpId="0" autoUpdateAnimBg="0"/>
      <p:bldP spid="141" grpId="0" autoUpdateAnimBg="0"/>
      <p:bldP spid="142" grpId="0" autoUpdateAnimBg="0"/>
      <p:bldP spid="143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B8F4C6-884E-7443-82E3-045DDD348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78575-BB55-BF43-87F2-06E4A2A894DD}" type="datetime1">
              <a:rPr lang="en-US" altLang="zh-CN" smtClean="0"/>
              <a:t>11/11/25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ECFFE8-FA26-C6E5-1187-F396C018C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14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518C1-FFD3-26DF-1BDD-18B8E024F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30</a:t>
            </a:fld>
            <a:endParaRPr lang="en-US"/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69EFAE42-EAD8-96A5-7FFA-11B95D1D6AA4}"/>
              </a:ext>
            </a:extLst>
          </p:cNvPr>
          <p:cNvGrpSpPr>
            <a:grpSpLocks/>
          </p:cNvGrpSpPr>
          <p:nvPr/>
        </p:nvGrpSpPr>
        <p:grpSpPr bwMode="auto">
          <a:xfrm>
            <a:off x="2289175" y="1446212"/>
            <a:ext cx="5995988" cy="4910138"/>
            <a:chOff x="1056" y="582"/>
            <a:chExt cx="3777" cy="3093"/>
          </a:xfrm>
        </p:grpSpPr>
        <p:sp>
          <p:nvSpPr>
            <p:cNvPr id="6" name="Freeform 3">
              <a:extLst>
                <a:ext uri="{FF2B5EF4-FFF2-40B4-BE49-F238E27FC236}">
                  <a16:creationId xmlns:a16="http://schemas.microsoft.com/office/drawing/2014/main" id="{ED3B6F55-4A5B-46D2-8956-38499332A3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4" y="2082"/>
              <a:ext cx="1452" cy="1503"/>
            </a:xfrm>
            <a:custGeom>
              <a:avLst/>
              <a:gdLst>
                <a:gd name="T0" fmla="*/ 0 w 11621"/>
                <a:gd name="T1" fmla="*/ 8180 h 12029"/>
                <a:gd name="T2" fmla="*/ 188 w 11621"/>
                <a:gd name="T3" fmla="*/ 8616 h 12029"/>
                <a:gd name="T4" fmla="*/ 410 w 11621"/>
                <a:gd name="T5" fmla="*/ 9036 h 12029"/>
                <a:gd name="T6" fmla="*/ 665 w 11621"/>
                <a:gd name="T7" fmla="*/ 9437 h 12029"/>
                <a:gd name="T8" fmla="*/ 950 w 11621"/>
                <a:gd name="T9" fmla="*/ 9816 h 12029"/>
                <a:gd name="T10" fmla="*/ 1264 w 11621"/>
                <a:gd name="T11" fmla="*/ 10173 h 12029"/>
                <a:gd name="T12" fmla="*/ 1606 w 11621"/>
                <a:gd name="T13" fmla="*/ 10502 h 12029"/>
                <a:gd name="T14" fmla="*/ 1973 w 11621"/>
                <a:gd name="T15" fmla="*/ 10804 h 12029"/>
                <a:gd name="T16" fmla="*/ 2361 w 11621"/>
                <a:gd name="T17" fmla="*/ 11077 h 12029"/>
                <a:gd name="T18" fmla="*/ 2770 w 11621"/>
                <a:gd name="T19" fmla="*/ 11317 h 12029"/>
                <a:gd name="T20" fmla="*/ 3197 w 11621"/>
                <a:gd name="T21" fmla="*/ 11525 h 12029"/>
                <a:gd name="T22" fmla="*/ 3640 w 11621"/>
                <a:gd name="T23" fmla="*/ 11698 h 12029"/>
                <a:gd name="T24" fmla="*/ 4094 w 11621"/>
                <a:gd name="T25" fmla="*/ 11836 h 12029"/>
                <a:gd name="T26" fmla="*/ 4558 w 11621"/>
                <a:gd name="T27" fmla="*/ 11937 h 12029"/>
                <a:gd name="T28" fmla="*/ 5029 w 11621"/>
                <a:gd name="T29" fmla="*/ 12002 h 12029"/>
                <a:gd name="T30" fmla="*/ 5502 w 11621"/>
                <a:gd name="T31" fmla="*/ 12029 h 12029"/>
                <a:gd name="T32" fmla="*/ 5977 w 11621"/>
                <a:gd name="T33" fmla="*/ 12019 h 12029"/>
                <a:gd name="T34" fmla="*/ 6449 w 11621"/>
                <a:gd name="T35" fmla="*/ 11971 h 12029"/>
                <a:gd name="T36" fmla="*/ 6917 w 11621"/>
                <a:gd name="T37" fmla="*/ 11886 h 12029"/>
                <a:gd name="T38" fmla="*/ 7375 w 11621"/>
                <a:gd name="T39" fmla="*/ 11764 h 12029"/>
                <a:gd name="T40" fmla="*/ 7823 w 11621"/>
                <a:gd name="T41" fmla="*/ 11607 h 12029"/>
                <a:gd name="T42" fmla="*/ 8257 w 11621"/>
                <a:gd name="T43" fmla="*/ 11415 h 12029"/>
                <a:gd name="T44" fmla="*/ 8674 w 11621"/>
                <a:gd name="T45" fmla="*/ 11189 h 12029"/>
                <a:gd name="T46" fmla="*/ 9073 w 11621"/>
                <a:gd name="T47" fmla="*/ 10931 h 12029"/>
                <a:gd name="T48" fmla="*/ 9450 w 11621"/>
                <a:gd name="T49" fmla="*/ 10642 h 12029"/>
                <a:gd name="T50" fmla="*/ 9803 w 11621"/>
                <a:gd name="T51" fmla="*/ 10324 h 12029"/>
                <a:gd name="T52" fmla="*/ 10130 w 11621"/>
                <a:gd name="T53" fmla="*/ 9980 h 12029"/>
                <a:gd name="T54" fmla="*/ 10429 w 11621"/>
                <a:gd name="T55" fmla="*/ 9611 h 12029"/>
                <a:gd name="T56" fmla="*/ 10697 w 11621"/>
                <a:gd name="T57" fmla="*/ 9219 h 12029"/>
                <a:gd name="T58" fmla="*/ 10934 w 11621"/>
                <a:gd name="T59" fmla="*/ 8807 h 12029"/>
                <a:gd name="T60" fmla="*/ 11137 w 11621"/>
                <a:gd name="T61" fmla="*/ 8379 h 12029"/>
                <a:gd name="T62" fmla="*/ 11307 w 11621"/>
                <a:gd name="T63" fmla="*/ 7935 h 12029"/>
                <a:gd name="T64" fmla="*/ 11440 w 11621"/>
                <a:gd name="T65" fmla="*/ 7478 h 12029"/>
                <a:gd name="T66" fmla="*/ 11537 w 11621"/>
                <a:gd name="T67" fmla="*/ 7013 h 12029"/>
                <a:gd name="T68" fmla="*/ 11598 w 11621"/>
                <a:gd name="T69" fmla="*/ 6543 h 12029"/>
                <a:gd name="T70" fmla="*/ 11621 w 11621"/>
                <a:gd name="T71" fmla="*/ 6068 h 12029"/>
                <a:gd name="T72" fmla="*/ 11607 w 11621"/>
                <a:gd name="T73" fmla="*/ 5593 h 12029"/>
                <a:gd name="T74" fmla="*/ 11554 w 11621"/>
                <a:gd name="T75" fmla="*/ 5121 h 12029"/>
                <a:gd name="T76" fmla="*/ 11466 w 11621"/>
                <a:gd name="T77" fmla="*/ 4655 h 12029"/>
                <a:gd name="T78" fmla="*/ 11340 w 11621"/>
                <a:gd name="T79" fmla="*/ 4196 h 12029"/>
                <a:gd name="T80" fmla="*/ 11179 w 11621"/>
                <a:gd name="T81" fmla="*/ 3750 h 12029"/>
                <a:gd name="T82" fmla="*/ 10983 w 11621"/>
                <a:gd name="T83" fmla="*/ 3317 h 12029"/>
                <a:gd name="T84" fmla="*/ 10753 w 11621"/>
                <a:gd name="T85" fmla="*/ 2901 h 12029"/>
                <a:gd name="T86" fmla="*/ 10492 w 11621"/>
                <a:gd name="T87" fmla="*/ 2505 h 12029"/>
                <a:gd name="T88" fmla="*/ 10200 w 11621"/>
                <a:gd name="T89" fmla="*/ 2131 h 12029"/>
                <a:gd name="T90" fmla="*/ 9879 w 11621"/>
                <a:gd name="T91" fmla="*/ 1780 h 12029"/>
                <a:gd name="T92" fmla="*/ 9532 w 11621"/>
                <a:gd name="T93" fmla="*/ 1456 h 12029"/>
                <a:gd name="T94" fmla="*/ 9160 w 11621"/>
                <a:gd name="T95" fmla="*/ 1160 h 12029"/>
                <a:gd name="T96" fmla="*/ 8766 w 11621"/>
                <a:gd name="T97" fmla="*/ 896 h 12029"/>
                <a:gd name="T98" fmla="*/ 8352 w 11621"/>
                <a:gd name="T99" fmla="*/ 662 h 12029"/>
                <a:gd name="T100" fmla="*/ 7922 w 11621"/>
                <a:gd name="T101" fmla="*/ 463 h 12029"/>
                <a:gd name="T102" fmla="*/ 7477 w 11621"/>
                <a:gd name="T103" fmla="*/ 297 h 12029"/>
                <a:gd name="T104" fmla="*/ 7020 w 11621"/>
                <a:gd name="T105" fmla="*/ 167 h 12029"/>
                <a:gd name="T106" fmla="*/ 6555 w 11621"/>
                <a:gd name="T107" fmla="*/ 75 h 12029"/>
                <a:gd name="T108" fmla="*/ 6084 w 11621"/>
                <a:gd name="T109" fmla="*/ 18 h 12029"/>
                <a:gd name="T110" fmla="*/ 5609 w 11621"/>
                <a:gd name="T111" fmla="*/ 0 h 120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621" h="12029">
                  <a:moveTo>
                    <a:pt x="0" y="8180"/>
                  </a:moveTo>
                  <a:lnTo>
                    <a:pt x="188" y="8616"/>
                  </a:lnTo>
                  <a:lnTo>
                    <a:pt x="410" y="9036"/>
                  </a:lnTo>
                  <a:lnTo>
                    <a:pt x="665" y="9437"/>
                  </a:lnTo>
                  <a:lnTo>
                    <a:pt x="950" y="9816"/>
                  </a:lnTo>
                  <a:lnTo>
                    <a:pt x="1264" y="10173"/>
                  </a:lnTo>
                  <a:lnTo>
                    <a:pt x="1606" y="10502"/>
                  </a:lnTo>
                  <a:lnTo>
                    <a:pt x="1973" y="10804"/>
                  </a:lnTo>
                  <a:lnTo>
                    <a:pt x="2361" y="11077"/>
                  </a:lnTo>
                  <a:lnTo>
                    <a:pt x="2770" y="11317"/>
                  </a:lnTo>
                  <a:lnTo>
                    <a:pt x="3197" y="11525"/>
                  </a:lnTo>
                  <a:lnTo>
                    <a:pt x="3640" y="11698"/>
                  </a:lnTo>
                  <a:lnTo>
                    <a:pt x="4094" y="11836"/>
                  </a:lnTo>
                  <a:lnTo>
                    <a:pt x="4558" y="11937"/>
                  </a:lnTo>
                  <a:lnTo>
                    <a:pt x="5029" y="12002"/>
                  </a:lnTo>
                  <a:lnTo>
                    <a:pt x="5502" y="12029"/>
                  </a:lnTo>
                  <a:lnTo>
                    <a:pt x="5977" y="12019"/>
                  </a:lnTo>
                  <a:lnTo>
                    <a:pt x="6449" y="11971"/>
                  </a:lnTo>
                  <a:lnTo>
                    <a:pt x="6917" y="11886"/>
                  </a:lnTo>
                  <a:lnTo>
                    <a:pt x="7375" y="11764"/>
                  </a:lnTo>
                  <a:lnTo>
                    <a:pt x="7823" y="11607"/>
                  </a:lnTo>
                  <a:lnTo>
                    <a:pt x="8257" y="11415"/>
                  </a:lnTo>
                  <a:lnTo>
                    <a:pt x="8674" y="11189"/>
                  </a:lnTo>
                  <a:lnTo>
                    <a:pt x="9073" y="10931"/>
                  </a:lnTo>
                  <a:lnTo>
                    <a:pt x="9450" y="10642"/>
                  </a:lnTo>
                  <a:lnTo>
                    <a:pt x="9803" y="10324"/>
                  </a:lnTo>
                  <a:lnTo>
                    <a:pt x="10130" y="9980"/>
                  </a:lnTo>
                  <a:lnTo>
                    <a:pt x="10429" y="9611"/>
                  </a:lnTo>
                  <a:lnTo>
                    <a:pt x="10697" y="9219"/>
                  </a:lnTo>
                  <a:lnTo>
                    <a:pt x="10934" y="8807"/>
                  </a:lnTo>
                  <a:lnTo>
                    <a:pt x="11137" y="8379"/>
                  </a:lnTo>
                  <a:lnTo>
                    <a:pt x="11307" y="7935"/>
                  </a:lnTo>
                  <a:lnTo>
                    <a:pt x="11440" y="7478"/>
                  </a:lnTo>
                  <a:lnTo>
                    <a:pt x="11537" y="7013"/>
                  </a:lnTo>
                  <a:lnTo>
                    <a:pt x="11598" y="6543"/>
                  </a:lnTo>
                  <a:lnTo>
                    <a:pt x="11621" y="6068"/>
                  </a:lnTo>
                  <a:lnTo>
                    <a:pt x="11607" y="5593"/>
                  </a:lnTo>
                  <a:lnTo>
                    <a:pt x="11554" y="5121"/>
                  </a:lnTo>
                  <a:lnTo>
                    <a:pt x="11466" y="4655"/>
                  </a:lnTo>
                  <a:lnTo>
                    <a:pt x="11340" y="4196"/>
                  </a:lnTo>
                  <a:lnTo>
                    <a:pt x="11179" y="3750"/>
                  </a:lnTo>
                  <a:lnTo>
                    <a:pt x="10983" y="3317"/>
                  </a:lnTo>
                  <a:lnTo>
                    <a:pt x="10753" y="2901"/>
                  </a:lnTo>
                  <a:lnTo>
                    <a:pt x="10492" y="2505"/>
                  </a:lnTo>
                  <a:lnTo>
                    <a:pt x="10200" y="2131"/>
                  </a:lnTo>
                  <a:lnTo>
                    <a:pt x="9879" y="1780"/>
                  </a:lnTo>
                  <a:lnTo>
                    <a:pt x="9532" y="1456"/>
                  </a:lnTo>
                  <a:lnTo>
                    <a:pt x="9160" y="1160"/>
                  </a:lnTo>
                  <a:lnTo>
                    <a:pt x="8766" y="896"/>
                  </a:lnTo>
                  <a:lnTo>
                    <a:pt x="8352" y="662"/>
                  </a:lnTo>
                  <a:lnTo>
                    <a:pt x="7922" y="463"/>
                  </a:lnTo>
                  <a:lnTo>
                    <a:pt x="7477" y="297"/>
                  </a:lnTo>
                  <a:lnTo>
                    <a:pt x="7020" y="167"/>
                  </a:lnTo>
                  <a:lnTo>
                    <a:pt x="6555" y="75"/>
                  </a:lnTo>
                  <a:lnTo>
                    <a:pt x="6084" y="18"/>
                  </a:lnTo>
                  <a:lnTo>
                    <a:pt x="5609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4">
              <a:extLst>
                <a:ext uri="{FF2B5EF4-FFF2-40B4-BE49-F238E27FC236}">
                  <a16:creationId xmlns:a16="http://schemas.microsoft.com/office/drawing/2014/main" id="{8BB2EE49-8695-A6F0-19CB-A9340F981D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4" y="2082"/>
              <a:ext cx="701" cy="481"/>
            </a:xfrm>
            <a:custGeom>
              <a:avLst/>
              <a:gdLst>
                <a:gd name="T0" fmla="*/ 5609 w 5609"/>
                <a:gd name="T1" fmla="*/ 0 h 3849"/>
                <a:gd name="T2" fmla="*/ 5128 w 5609"/>
                <a:gd name="T3" fmla="*/ 19 h 3849"/>
                <a:gd name="T4" fmla="*/ 4649 w 5609"/>
                <a:gd name="T5" fmla="*/ 77 h 3849"/>
                <a:gd name="T6" fmla="*/ 4177 w 5609"/>
                <a:gd name="T7" fmla="*/ 173 h 3849"/>
                <a:gd name="T8" fmla="*/ 3713 w 5609"/>
                <a:gd name="T9" fmla="*/ 306 h 3849"/>
                <a:gd name="T10" fmla="*/ 3263 w 5609"/>
                <a:gd name="T11" fmla="*/ 477 h 3849"/>
                <a:gd name="T12" fmla="*/ 2827 w 5609"/>
                <a:gd name="T13" fmla="*/ 683 h 3849"/>
                <a:gd name="T14" fmla="*/ 2409 w 5609"/>
                <a:gd name="T15" fmla="*/ 923 h 3849"/>
                <a:gd name="T16" fmla="*/ 2012 w 5609"/>
                <a:gd name="T17" fmla="*/ 1195 h 3849"/>
                <a:gd name="T18" fmla="*/ 1638 w 5609"/>
                <a:gd name="T19" fmla="*/ 1499 h 3849"/>
                <a:gd name="T20" fmla="*/ 1289 w 5609"/>
                <a:gd name="T21" fmla="*/ 1831 h 3849"/>
                <a:gd name="T22" fmla="*/ 968 w 5609"/>
                <a:gd name="T23" fmla="*/ 2191 h 3849"/>
                <a:gd name="T24" fmla="*/ 677 w 5609"/>
                <a:gd name="T25" fmla="*/ 2575 h 3849"/>
                <a:gd name="T26" fmla="*/ 417 w 5609"/>
                <a:gd name="T27" fmla="*/ 2981 h 3849"/>
                <a:gd name="T28" fmla="*/ 191 w 5609"/>
                <a:gd name="T29" fmla="*/ 3407 h 3849"/>
                <a:gd name="T30" fmla="*/ 0 w 5609"/>
                <a:gd name="T31" fmla="*/ 3849 h 38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5609" h="3849">
                  <a:moveTo>
                    <a:pt x="5609" y="0"/>
                  </a:moveTo>
                  <a:lnTo>
                    <a:pt x="5128" y="19"/>
                  </a:lnTo>
                  <a:lnTo>
                    <a:pt x="4649" y="77"/>
                  </a:lnTo>
                  <a:lnTo>
                    <a:pt x="4177" y="173"/>
                  </a:lnTo>
                  <a:lnTo>
                    <a:pt x="3713" y="306"/>
                  </a:lnTo>
                  <a:lnTo>
                    <a:pt x="3263" y="477"/>
                  </a:lnTo>
                  <a:lnTo>
                    <a:pt x="2827" y="683"/>
                  </a:lnTo>
                  <a:lnTo>
                    <a:pt x="2409" y="923"/>
                  </a:lnTo>
                  <a:lnTo>
                    <a:pt x="2012" y="1195"/>
                  </a:lnTo>
                  <a:lnTo>
                    <a:pt x="1638" y="1499"/>
                  </a:lnTo>
                  <a:lnTo>
                    <a:pt x="1289" y="1831"/>
                  </a:lnTo>
                  <a:lnTo>
                    <a:pt x="968" y="2191"/>
                  </a:lnTo>
                  <a:lnTo>
                    <a:pt x="677" y="2575"/>
                  </a:lnTo>
                  <a:lnTo>
                    <a:pt x="417" y="2981"/>
                  </a:lnTo>
                  <a:lnTo>
                    <a:pt x="191" y="3407"/>
                  </a:lnTo>
                  <a:lnTo>
                    <a:pt x="0" y="3849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D0E87F6F-809E-2C76-6BE1-7AE51CEE9D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03" y="2563"/>
              <a:ext cx="1" cy="27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6">
              <a:extLst>
                <a:ext uri="{FF2B5EF4-FFF2-40B4-BE49-F238E27FC236}">
                  <a16:creationId xmlns:a16="http://schemas.microsoft.com/office/drawing/2014/main" id="{2A10A211-4C52-9DE7-06F9-58F26B2083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03" y="2834"/>
              <a:ext cx="1" cy="27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54D51CB1-2793-D775-DFE3-3557A0688A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5" y="2834"/>
              <a:ext cx="510" cy="270"/>
            </a:xfrm>
            <a:custGeom>
              <a:avLst/>
              <a:gdLst>
                <a:gd name="T0" fmla="*/ 4081 w 4081"/>
                <a:gd name="T1" fmla="*/ 0 h 2165"/>
                <a:gd name="T2" fmla="*/ 3021 w 4081"/>
                <a:gd name="T3" fmla="*/ 782 h 2165"/>
                <a:gd name="T4" fmla="*/ 2486 w 4081"/>
                <a:gd name="T5" fmla="*/ 1150 h 2165"/>
                <a:gd name="T6" fmla="*/ 2221 w 4081"/>
                <a:gd name="T7" fmla="*/ 1321 h 2165"/>
                <a:gd name="T8" fmla="*/ 1958 w 4081"/>
                <a:gd name="T9" fmla="*/ 1481 h 2165"/>
                <a:gd name="T10" fmla="*/ 1698 w 4081"/>
                <a:gd name="T11" fmla="*/ 1629 h 2165"/>
                <a:gd name="T12" fmla="*/ 1441 w 4081"/>
                <a:gd name="T13" fmla="*/ 1761 h 2165"/>
                <a:gd name="T14" fmla="*/ 1188 w 4081"/>
                <a:gd name="T15" fmla="*/ 1878 h 2165"/>
                <a:gd name="T16" fmla="*/ 940 w 4081"/>
                <a:gd name="T17" fmla="*/ 1977 h 2165"/>
                <a:gd name="T18" fmla="*/ 696 w 4081"/>
                <a:gd name="T19" fmla="*/ 2056 h 2165"/>
                <a:gd name="T20" fmla="*/ 458 w 4081"/>
                <a:gd name="T21" fmla="*/ 2116 h 2165"/>
                <a:gd name="T22" fmla="*/ 226 w 4081"/>
                <a:gd name="T23" fmla="*/ 2152 h 2165"/>
                <a:gd name="T24" fmla="*/ 0 w 4081"/>
                <a:gd name="T25" fmla="*/ 2165 h 2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81" h="2165">
                  <a:moveTo>
                    <a:pt x="4081" y="0"/>
                  </a:moveTo>
                  <a:lnTo>
                    <a:pt x="3021" y="782"/>
                  </a:lnTo>
                  <a:lnTo>
                    <a:pt x="2486" y="1150"/>
                  </a:lnTo>
                  <a:lnTo>
                    <a:pt x="2221" y="1321"/>
                  </a:lnTo>
                  <a:lnTo>
                    <a:pt x="1958" y="1481"/>
                  </a:lnTo>
                  <a:lnTo>
                    <a:pt x="1698" y="1629"/>
                  </a:lnTo>
                  <a:lnTo>
                    <a:pt x="1441" y="1761"/>
                  </a:lnTo>
                  <a:lnTo>
                    <a:pt x="1188" y="1878"/>
                  </a:lnTo>
                  <a:lnTo>
                    <a:pt x="940" y="1977"/>
                  </a:lnTo>
                  <a:lnTo>
                    <a:pt x="696" y="2056"/>
                  </a:lnTo>
                  <a:lnTo>
                    <a:pt x="458" y="2116"/>
                  </a:lnTo>
                  <a:lnTo>
                    <a:pt x="226" y="2152"/>
                  </a:lnTo>
                  <a:lnTo>
                    <a:pt x="0" y="2165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D91533D9-4966-5BE8-DBBF-EF3C33EC33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5" y="2563"/>
              <a:ext cx="510" cy="271"/>
            </a:xfrm>
            <a:custGeom>
              <a:avLst/>
              <a:gdLst>
                <a:gd name="T0" fmla="*/ 0 w 4081"/>
                <a:gd name="T1" fmla="*/ 0 h 2166"/>
                <a:gd name="T2" fmla="*/ 226 w 4081"/>
                <a:gd name="T3" fmla="*/ 13 h 2166"/>
                <a:gd name="T4" fmla="*/ 458 w 4081"/>
                <a:gd name="T5" fmla="*/ 50 h 2166"/>
                <a:gd name="T6" fmla="*/ 696 w 4081"/>
                <a:gd name="T7" fmla="*/ 108 h 2166"/>
                <a:gd name="T8" fmla="*/ 940 w 4081"/>
                <a:gd name="T9" fmla="*/ 188 h 2166"/>
                <a:gd name="T10" fmla="*/ 1188 w 4081"/>
                <a:gd name="T11" fmla="*/ 287 h 2166"/>
                <a:gd name="T12" fmla="*/ 1441 w 4081"/>
                <a:gd name="T13" fmla="*/ 405 h 2166"/>
                <a:gd name="T14" fmla="*/ 1698 w 4081"/>
                <a:gd name="T15" fmla="*/ 537 h 2166"/>
                <a:gd name="T16" fmla="*/ 1958 w 4081"/>
                <a:gd name="T17" fmla="*/ 684 h 2166"/>
                <a:gd name="T18" fmla="*/ 2221 w 4081"/>
                <a:gd name="T19" fmla="*/ 844 h 2166"/>
                <a:gd name="T20" fmla="*/ 2486 w 4081"/>
                <a:gd name="T21" fmla="*/ 1016 h 2166"/>
                <a:gd name="T22" fmla="*/ 3021 w 4081"/>
                <a:gd name="T23" fmla="*/ 1384 h 2166"/>
                <a:gd name="T24" fmla="*/ 4081 w 4081"/>
                <a:gd name="T25" fmla="*/ 2166 h 2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81" h="2166">
                  <a:moveTo>
                    <a:pt x="0" y="0"/>
                  </a:moveTo>
                  <a:lnTo>
                    <a:pt x="226" y="13"/>
                  </a:lnTo>
                  <a:lnTo>
                    <a:pt x="458" y="50"/>
                  </a:lnTo>
                  <a:lnTo>
                    <a:pt x="696" y="108"/>
                  </a:lnTo>
                  <a:lnTo>
                    <a:pt x="940" y="188"/>
                  </a:lnTo>
                  <a:lnTo>
                    <a:pt x="1188" y="287"/>
                  </a:lnTo>
                  <a:lnTo>
                    <a:pt x="1441" y="405"/>
                  </a:lnTo>
                  <a:lnTo>
                    <a:pt x="1698" y="537"/>
                  </a:lnTo>
                  <a:lnTo>
                    <a:pt x="1958" y="684"/>
                  </a:lnTo>
                  <a:lnTo>
                    <a:pt x="2221" y="844"/>
                  </a:lnTo>
                  <a:lnTo>
                    <a:pt x="2486" y="1016"/>
                  </a:lnTo>
                  <a:lnTo>
                    <a:pt x="3021" y="1384"/>
                  </a:lnTo>
                  <a:lnTo>
                    <a:pt x="4081" y="2166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9">
              <a:extLst>
                <a:ext uri="{FF2B5EF4-FFF2-40B4-BE49-F238E27FC236}">
                  <a16:creationId xmlns:a16="http://schemas.microsoft.com/office/drawing/2014/main" id="{49FB963D-296E-4E69-E651-D80ECD94F9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03" y="2563"/>
              <a:ext cx="392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10">
              <a:extLst>
                <a:ext uri="{FF2B5EF4-FFF2-40B4-BE49-F238E27FC236}">
                  <a16:creationId xmlns:a16="http://schemas.microsoft.com/office/drawing/2014/main" id="{61EF1517-AAF5-C060-AD20-0555CC303D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03" y="3104"/>
              <a:ext cx="392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11">
              <a:extLst>
                <a:ext uri="{FF2B5EF4-FFF2-40B4-BE49-F238E27FC236}">
                  <a16:creationId xmlns:a16="http://schemas.microsoft.com/office/drawing/2014/main" id="{B5DB6606-5FA7-AC9E-4D78-F21EBAED54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53" y="1494"/>
              <a:ext cx="1503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12">
              <a:extLst>
                <a:ext uri="{FF2B5EF4-FFF2-40B4-BE49-F238E27FC236}">
                  <a16:creationId xmlns:a16="http://schemas.microsoft.com/office/drawing/2014/main" id="{C42AE720-5C51-28C0-5461-0BC412CD61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03" y="742"/>
              <a:ext cx="1" cy="54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410D110B-F69E-9F24-DA7D-91D8FB43E9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3" y="742"/>
              <a:ext cx="722" cy="541"/>
            </a:xfrm>
            <a:custGeom>
              <a:avLst/>
              <a:gdLst>
                <a:gd name="T0" fmla="*/ 5772 w 5772"/>
                <a:gd name="T1" fmla="*/ 0 h 4331"/>
                <a:gd name="T2" fmla="*/ 5547 w 5772"/>
                <a:gd name="T3" fmla="*/ 6 h 4331"/>
                <a:gd name="T4" fmla="*/ 5321 w 5772"/>
                <a:gd name="T5" fmla="*/ 27 h 4331"/>
                <a:gd name="T6" fmla="*/ 5092 w 5772"/>
                <a:gd name="T7" fmla="*/ 61 h 4331"/>
                <a:gd name="T8" fmla="*/ 4863 w 5772"/>
                <a:gd name="T9" fmla="*/ 108 h 4331"/>
                <a:gd name="T10" fmla="*/ 4633 w 5772"/>
                <a:gd name="T11" fmla="*/ 168 h 4331"/>
                <a:gd name="T12" fmla="*/ 4403 w 5772"/>
                <a:gd name="T13" fmla="*/ 243 h 4331"/>
                <a:gd name="T14" fmla="*/ 4174 w 5772"/>
                <a:gd name="T15" fmla="*/ 332 h 4331"/>
                <a:gd name="T16" fmla="*/ 3947 w 5772"/>
                <a:gd name="T17" fmla="*/ 433 h 4331"/>
                <a:gd name="T18" fmla="*/ 3721 w 5772"/>
                <a:gd name="T19" fmla="*/ 547 h 4331"/>
                <a:gd name="T20" fmla="*/ 3496 w 5772"/>
                <a:gd name="T21" fmla="*/ 673 h 4331"/>
                <a:gd name="T22" fmla="*/ 3274 w 5772"/>
                <a:gd name="T23" fmla="*/ 812 h 4331"/>
                <a:gd name="T24" fmla="*/ 3055 w 5772"/>
                <a:gd name="T25" fmla="*/ 960 h 4331"/>
                <a:gd name="T26" fmla="*/ 2839 w 5772"/>
                <a:gd name="T27" fmla="*/ 1119 h 4331"/>
                <a:gd name="T28" fmla="*/ 2625 w 5772"/>
                <a:gd name="T29" fmla="*/ 1287 h 4331"/>
                <a:gd name="T30" fmla="*/ 2211 w 5772"/>
                <a:gd name="T31" fmla="*/ 1649 h 4331"/>
                <a:gd name="T32" fmla="*/ 1813 w 5772"/>
                <a:gd name="T33" fmla="*/ 2037 h 4331"/>
                <a:gd name="T34" fmla="*/ 1620 w 5772"/>
                <a:gd name="T35" fmla="*/ 2241 h 4331"/>
                <a:gd name="T36" fmla="*/ 1427 w 5772"/>
                <a:gd name="T37" fmla="*/ 2454 h 4331"/>
                <a:gd name="T38" fmla="*/ 1051 w 5772"/>
                <a:gd name="T39" fmla="*/ 2898 h 4331"/>
                <a:gd name="T40" fmla="*/ 875 w 5772"/>
                <a:gd name="T41" fmla="*/ 3118 h 4331"/>
                <a:gd name="T42" fmla="*/ 709 w 5772"/>
                <a:gd name="T43" fmla="*/ 3331 h 4331"/>
                <a:gd name="T44" fmla="*/ 559 w 5772"/>
                <a:gd name="T45" fmla="*/ 3533 h 4331"/>
                <a:gd name="T46" fmla="*/ 425 w 5772"/>
                <a:gd name="T47" fmla="*/ 3718 h 4331"/>
                <a:gd name="T48" fmla="*/ 305 w 5772"/>
                <a:gd name="T49" fmla="*/ 3886 h 4331"/>
                <a:gd name="T50" fmla="*/ 200 w 5772"/>
                <a:gd name="T51" fmla="*/ 4037 h 4331"/>
                <a:gd name="T52" fmla="*/ 154 w 5772"/>
                <a:gd name="T53" fmla="*/ 4103 h 4331"/>
                <a:gd name="T54" fmla="*/ 113 w 5772"/>
                <a:gd name="T55" fmla="*/ 4162 h 4331"/>
                <a:gd name="T56" fmla="*/ 79 w 5772"/>
                <a:gd name="T57" fmla="*/ 4213 h 4331"/>
                <a:gd name="T58" fmla="*/ 50 w 5772"/>
                <a:gd name="T59" fmla="*/ 4256 h 4331"/>
                <a:gd name="T60" fmla="*/ 28 w 5772"/>
                <a:gd name="T61" fmla="*/ 4289 h 4331"/>
                <a:gd name="T62" fmla="*/ 13 w 5772"/>
                <a:gd name="T63" fmla="*/ 4312 h 4331"/>
                <a:gd name="T64" fmla="*/ 3 w 5772"/>
                <a:gd name="T65" fmla="*/ 4326 h 4331"/>
                <a:gd name="T66" fmla="*/ 0 w 5772"/>
                <a:gd name="T67" fmla="*/ 4331 h 4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772" h="4331">
                  <a:moveTo>
                    <a:pt x="5772" y="0"/>
                  </a:moveTo>
                  <a:lnTo>
                    <a:pt x="5547" y="6"/>
                  </a:lnTo>
                  <a:lnTo>
                    <a:pt x="5321" y="27"/>
                  </a:lnTo>
                  <a:lnTo>
                    <a:pt x="5092" y="61"/>
                  </a:lnTo>
                  <a:lnTo>
                    <a:pt x="4863" y="108"/>
                  </a:lnTo>
                  <a:lnTo>
                    <a:pt x="4633" y="168"/>
                  </a:lnTo>
                  <a:lnTo>
                    <a:pt x="4403" y="243"/>
                  </a:lnTo>
                  <a:lnTo>
                    <a:pt x="4174" y="332"/>
                  </a:lnTo>
                  <a:lnTo>
                    <a:pt x="3947" y="433"/>
                  </a:lnTo>
                  <a:lnTo>
                    <a:pt x="3721" y="547"/>
                  </a:lnTo>
                  <a:lnTo>
                    <a:pt x="3496" y="673"/>
                  </a:lnTo>
                  <a:lnTo>
                    <a:pt x="3274" y="812"/>
                  </a:lnTo>
                  <a:lnTo>
                    <a:pt x="3055" y="960"/>
                  </a:lnTo>
                  <a:lnTo>
                    <a:pt x="2839" y="1119"/>
                  </a:lnTo>
                  <a:lnTo>
                    <a:pt x="2625" y="1287"/>
                  </a:lnTo>
                  <a:lnTo>
                    <a:pt x="2211" y="1649"/>
                  </a:lnTo>
                  <a:lnTo>
                    <a:pt x="1813" y="2037"/>
                  </a:lnTo>
                  <a:lnTo>
                    <a:pt x="1620" y="2241"/>
                  </a:lnTo>
                  <a:lnTo>
                    <a:pt x="1427" y="2454"/>
                  </a:lnTo>
                  <a:lnTo>
                    <a:pt x="1051" y="2898"/>
                  </a:lnTo>
                  <a:lnTo>
                    <a:pt x="875" y="3118"/>
                  </a:lnTo>
                  <a:lnTo>
                    <a:pt x="709" y="3331"/>
                  </a:lnTo>
                  <a:lnTo>
                    <a:pt x="559" y="3533"/>
                  </a:lnTo>
                  <a:lnTo>
                    <a:pt x="425" y="3718"/>
                  </a:lnTo>
                  <a:lnTo>
                    <a:pt x="305" y="3886"/>
                  </a:lnTo>
                  <a:lnTo>
                    <a:pt x="200" y="4037"/>
                  </a:lnTo>
                  <a:lnTo>
                    <a:pt x="154" y="4103"/>
                  </a:lnTo>
                  <a:lnTo>
                    <a:pt x="113" y="4162"/>
                  </a:lnTo>
                  <a:lnTo>
                    <a:pt x="79" y="4213"/>
                  </a:lnTo>
                  <a:lnTo>
                    <a:pt x="50" y="4256"/>
                  </a:lnTo>
                  <a:lnTo>
                    <a:pt x="28" y="4289"/>
                  </a:lnTo>
                  <a:lnTo>
                    <a:pt x="13" y="4312"/>
                  </a:lnTo>
                  <a:lnTo>
                    <a:pt x="3" y="4326"/>
                  </a:lnTo>
                  <a:lnTo>
                    <a:pt x="0" y="4331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14">
              <a:extLst>
                <a:ext uri="{FF2B5EF4-FFF2-40B4-BE49-F238E27FC236}">
                  <a16:creationId xmlns:a16="http://schemas.microsoft.com/office/drawing/2014/main" id="{369271E2-B5C4-7739-43E3-6B45129291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03" y="742"/>
              <a:ext cx="902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15">
              <a:extLst>
                <a:ext uri="{FF2B5EF4-FFF2-40B4-BE49-F238E27FC236}">
                  <a16:creationId xmlns:a16="http://schemas.microsoft.com/office/drawing/2014/main" id="{DEDF88E9-6009-D183-2398-00BE991323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03" y="1283"/>
              <a:ext cx="180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0350A3B3-3731-4D7C-BAA5-3A2A99CD0B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3" y="1283"/>
              <a:ext cx="30" cy="211"/>
            </a:xfrm>
            <a:custGeom>
              <a:avLst/>
              <a:gdLst>
                <a:gd name="T0" fmla="*/ 240 w 240"/>
                <a:gd name="T1" fmla="*/ 0 h 1684"/>
                <a:gd name="T2" fmla="*/ 136 w 240"/>
                <a:gd name="T3" fmla="*/ 413 h 1684"/>
                <a:gd name="T4" fmla="*/ 60 w 240"/>
                <a:gd name="T5" fmla="*/ 834 h 1684"/>
                <a:gd name="T6" fmla="*/ 15 w 240"/>
                <a:gd name="T7" fmla="*/ 1258 h 1684"/>
                <a:gd name="T8" fmla="*/ 0 w 240"/>
                <a:gd name="T9" fmla="*/ 1684 h 16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0" h="1684">
                  <a:moveTo>
                    <a:pt x="240" y="0"/>
                  </a:moveTo>
                  <a:lnTo>
                    <a:pt x="136" y="413"/>
                  </a:lnTo>
                  <a:lnTo>
                    <a:pt x="60" y="834"/>
                  </a:lnTo>
                  <a:lnTo>
                    <a:pt x="15" y="1258"/>
                  </a:lnTo>
                  <a:lnTo>
                    <a:pt x="0" y="1684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7">
              <a:extLst>
                <a:ext uri="{FF2B5EF4-FFF2-40B4-BE49-F238E27FC236}">
                  <a16:creationId xmlns:a16="http://schemas.microsoft.com/office/drawing/2014/main" id="{B75A4651-3035-4506-B16F-343C6895DD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5" y="742"/>
              <a:ext cx="751" cy="752"/>
            </a:xfrm>
            <a:custGeom>
              <a:avLst/>
              <a:gdLst>
                <a:gd name="T0" fmla="*/ 6013 w 6013"/>
                <a:gd name="T1" fmla="*/ 6015 h 6015"/>
                <a:gd name="T2" fmla="*/ 5993 w 6013"/>
                <a:gd name="T3" fmla="*/ 5543 h 6015"/>
                <a:gd name="T4" fmla="*/ 5938 w 6013"/>
                <a:gd name="T5" fmla="*/ 5074 h 6015"/>
                <a:gd name="T6" fmla="*/ 5846 w 6013"/>
                <a:gd name="T7" fmla="*/ 4611 h 6015"/>
                <a:gd name="T8" fmla="*/ 5718 w 6013"/>
                <a:gd name="T9" fmla="*/ 4157 h 6015"/>
                <a:gd name="T10" fmla="*/ 5555 w 6013"/>
                <a:gd name="T11" fmla="*/ 3713 h 6015"/>
                <a:gd name="T12" fmla="*/ 5357 w 6013"/>
                <a:gd name="T13" fmla="*/ 3284 h 6015"/>
                <a:gd name="T14" fmla="*/ 5126 w 6013"/>
                <a:gd name="T15" fmla="*/ 2872 h 6015"/>
                <a:gd name="T16" fmla="*/ 4864 w 6013"/>
                <a:gd name="T17" fmla="*/ 2480 h 6015"/>
                <a:gd name="T18" fmla="*/ 4572 w 6013"/>
                <a:gd name="T19" fmla="*/ 2109 h 6015"/>
                <a:gd name="T20" fmla="*/ 4252 w 6013"/>
                <a:gd name="T21" fmla="*/ 1762 h 6015"/>
                <a:gd name="T22" fmla="*/ 3905 w 6013"/>
                <a:gd name="T23" fmla="*/ 1441 h 6015"/>
                <a:gd name="T24" fmla="*/ 3534 w 6013"/>
                <a:gd name="T25" fmla="*/ 1149 h 6015"/>
                <a:gd name="T26" fmla="*/ 3141 w 6013"/>
                <a:gd name="T27" fmla="*/ 886 h 6015"/>
                <a:gd name="T28" fmla="*/ 2729 w 6013"/>
                <a:gd name="T29" fmla="*/ 656 h 6015"/>
                <a:gd name="T30" fmla="*/ 2301 w 6013"/>
                <a:gd name="T31" fmla="*/ 457 h 6015"/>
                <a:gd name="T32" fmla="*/ 1858 w 6013"/>
                <a:gd name="T33" fmla="*/ 294 h 6015"/>
                <a:gd name="T34" fmla="*/ 1404 w 6013"/>
                <a:gd name="T35" fmla="*/ 166 h 6015"/>
                <a:gd name="T36" fmla="*/ 941 w 6013"/>
                <a:gd name="T37" fmla="*/ 75 h 6015"/>
                <a:gd name="T38" fmla="*/ 471 w 6013"/>
                <a:gd name="T39" fmla="*/ 19 h 6015"/>
                <a:gd name="T40" fmla="*/ 0 w 6013"/>
                <a:gd name="T41" fmla="*/ 0 h 60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013" h="6015">
                  <a:moveTo>
                    <a:pt x="6013" y="6015"/>
                  </a:moveTo>
                  <a:lnTo>
                    <a:pt x="5993" y="5543"/>
                  </a:lnTo>
                  <a:lnTo>
                    <a:pt x="5938" y="5074"/>
                  </a:lnTo>
                  <a:lnTo>
                    <a:pt x="5846" y="4611"/>
                  </a:lnTo>
                  <a:lnTo>
                    <a:pt x="5718" y="4157"/>
                  </a:lnTo>
                  <a:lnTo>
                    <a:pt x="5555" y="3713"/>
                  </a:lnTo>
                  <a:lnTo>
                    <a:pt x="5357" y="3284"/>
                  </a:lnTo>
                  <a:lnTo>
                    <a:pt x="5126" y="2872"/>
                  </a:lnTo>
                  <a:lnTo>
                    <a:pt x="4864" y="2480"/>
                  </a:lnTo>
                  <a:lnTo>
                    <a:pt x="4572" y="2109"/>
                  </a:lnTo>
                  <a:lnTo>
                    <a:pt x="4252" y="1762"/>
                  </a:lnTo>
                  <a:lnTo>
                    <a:pt x="3905" y="1441"/>
                  </a:lnTo>
                  <a:lnTo>
                    <a:pt x="3534" y="1149"/>
                  </a:lnTo>
                  <a:lnTo>
                    <a:pt x="3141" y="886"/>
                  </a:lnTo>
                  <a:lnTo>
                    <a:pt x="2729" y="656"/>
                  </a:lnTo>
                  <a:lnTo>
                    <a:pt x="2301" y="457"/>
                  </a:lnTo>
                  <a:lnTo>
                    <a:pt x="1858" y="294"/>
                  </a:lnTo>
                  <a:lnTo>
                    <a:pt x="1404" y="166"/>
                  </a:lnTo>
                  <a:lnTo>
                    <a:pt x="941" y="75"/>
                  </a:lnTo>
                  <a:lnTo>
                    <a:pt x="471" y="19"/>
                  </a:lnTo>
                  <a:lnTo>
                    <a:pt x="0" y="0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Line 18">
              <a:extLst>
                <a:ext uri="{FF2B5EF4-FFF2-40B4-BE49-F238E27FC236}">
                  <a16:creationId xmlns:a16="http://schemas.microsoft.com/office/drawing/2014/main" id="{636BC4E3-580C-A642-56B1-53AECD1718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0" y="1494"/>
              <a:ext cx="1503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DD9B8270-AE66-CCD9-EAB5-72487B027F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1" y="742"/>
              <a:ext cx="541" cy="541"/>
            </a:xfrm>
            <a:custGeom>
              <a:avLst/>
              <a:gdLst>
                <a:gd name="T0" fmla="*/ 4328 w 4328"/>
                <a:gd name="T1" fmla="*/ 2165 h 4331"/>
                <a:gd name="T2" fmla="*/ 4310 w 4328"/>
                <a:gd name="T3" fmla="*/ 1883 h 4331"/>
                <a:gd name="T4" fmla="*/ 4255 w 4328"/>
                <a:gd name="T5" fmla="*/ 1605 h 4331"/>
                <a:gd name="T6" fmla="*/ 4164 w 4328"/>
                <a:gd name="T7" fmla="*/ 1336 h 4331"/>
                <a:gd name="T8" fmla="*/ 4038 w 4328"/>
                <a:gd name="T9" fmla="*/ 1083 h 4331"/>
                <a:gd name="T10" fmla="*/ 3881 w 4328"/>
                <a:gd name="T11" fmla="*/ 847 h 4331"/>
                <a:gd name="T12" fmla="*/ 3695 w 4328"/>
                <a:gd name="T13" fmla="*/ 635 h 4331"/>
                <a:gd name="T14" fmla="*/ 3481 w 4328"/>
                <a:gd name="T15" fmla="*/ 448 h 4331"/>
                <a:gd name="T16" fmla="*/ 3247 w 4328"/>
                <a:gd name="T17" fmla="*/ 290 h 4331"/>
                <a:gd name="T18" fmla="*/ 2993 w 4328"/>
                <a:gd name="T19" fmla="*/ 165 h 4331"/>
                <a:gd name="T20" fmla="*/ 2724 w 4328"/>
                <a:gd name="T21" fmla="*/ 73 h 4331"/>
                <a:gd name="T22" fmla="*/ 2447 w 4328"/>
                <a:gd name="T23" fmla="*/ 19 h 4331"/>
                <a:gd name="T24" fmla="*/ 2164 w 4328"/>
                <a:gd name="T25" fmla="*/ 0 h 4331"/>
                <a:gd name="T26" fmla="*/ 1881 w 4328"/>
                <a:gd name="T27" fmla="*/ 19 h 4331"/>
                <a:gd name="T28" fmla="*/ 1604 w 4328"/>
                <a:gd name="T29" fmla="*/ 73 h 4331"/>
                <a:gd name="T30" fmla="*/ 1336 w 4328"/>
                <a:gd name="T31" fmla="*/ 165 h 4331"/>
                <a:gd name="T32" fmla="*/ 1082 w 4328"/>
                <a:gd name="T33" fmla="*/ 290 h 4331"/>
                <a:gd name="T34" fmla="*/ 847 w 4328"/>
                <a:gd name="T35" fmla="*/ 448 h 4331"/>
                <a:gd name="T36" fmla="*/ 633 w 4328"/>
                <a:gd name="T37" fmla="*/ 635 h 4331"/>
                <a:gd name="T38" fmla="*/ 447 w 4328"/>
                <a:gd name="T39" fmla="*/ 847 h 4331"/>
                <a:gd name="T40" fmla="*/ 290 w 4328"/>
                <a:gd name="T41" fmla="*/ 1083 h 4331"/>
                <a:gd name="T42" fmla="*/ 165 w 4328"/>
                <a:gd name="T43" fmla="*/ 1336 h 4331"/>
                <a:gd name="T44" fmla="*/ 73 w 4328"/>
                <a:gd name="T45" fmla="*/ 1605 h 4331"/>
                <a:gd name="T46" fmla="*/ 18 w 4328"/>
                <a:gd name="T47" fmla="*/ 1883 h 4331"/>
                <a:gd name="T48" fmla="*/ 0 w 4328"/>
                <a:gd name="T49" fmla="*/ 2165 h 4331"/>
                <a:gd name="T50" fmla="*/ 18 w 4328"/>
                <a:gd name="T51" fmla="*/ 2448 h 4331"/>
                <a:gd name="T52" fmla="*/ 73 w 4328"/>
                <a:gd name="T53" fmla="*/ 2726 h 4331"/>
                <a:gd name="T54" fmla="*/ 165 w 4328"/>
                <a:gd name="T55" fmla="*/ 2994 h 4331"/>
                <a:gd name="T56" fmla="*/ 290 w 4328"/>
                <a:gd name="T57" fmla="*/ 3248 h 4331"/>
                <a:gd name="T58" fmla="*/ 447 w 4328"/>
                <a:gd name="T59" fmla="*/ 3484 h 4331"/>
                <a:gd name="T60" fmla="*/ 633 w 4328"/>
                <a:gd name="T61" fmla="*/ 3697 h 4331"/>
                <a:gd name="T62" fmla="*/ 847 w 4328"/>
                <a:gd name="T63" fmla="*/ 3884 h 4331"/>
                <a:gd name="T64" fmla="*/ 1082 w 4328"/>
                <a:gd name="T65" fmla="*/ 4040 h 4331"/>
                <a:gd name="T66" fmla="*/ 1336 w 4328"/>
                <a:gd name="T67" fmla="*/ 4166 h 4331"/>
                <a:gd name="T68" fmla="*/ 1604 w 4328"/>
                <a:gd name="T69" fmla="*/ 4257 h 4331"/>
                <a:gd name="T70" fmla="*/ 1881 w 4328"/>
                <a:gd name="T71" fmla="*/ 4312 h 4331"/>
                <a:gd name="T72" fmla="*/ 2164 w 4328"/>
                <a:gd name="T73" fmla="*/ 4331 h 4331"/>
                <a:gd name="T74" fmla="*/ 2447 w 4328"/>
                <a:gd name="T75" fmla="*/ 4312 h 4331"/>
                <a:gd name="T76" fmla="*/ 2724 w 4328"/>
                <a:gd name="T77" fmla="*/ 4257 h 4331"/>
                <a:gd name="T78" fmla="*/ 2993 w 4328"/>
                <a:gd name="T79" fmla="*/ 4166 h 4331"/>
                <a:gd name="T80" fmla="*/ 3247 w 4328"/>
                <a:gd name="T81" fmla="*/ 4040 h 4331"/>
                <a:gd name="T82" fmla="*/ 3481 w 4328"/>
                <a:gd name="T83" fmla="*/ 3884 h 4331"/>
                <a:gd name="T84" fmla="*/ 3695 w 4328"/>
                <a:gd name="T85" fmla="*/ 3697 h 4331"/>
                <a:gd name="T86" fmla="*/ 3881 w 4328"/>
                <a:gd name="T87" fmla="*/ 3484 h 4331"/>
                <a:gd name="T88" fmla="*/ 4038 w 4328"/>
                <a:gd name="T89" fmla="*/ 3248 h 4331"/>
                <a:gd name="T90" fmla="*/ 4164 w 4328"/>
                <a:gd name="T91" fmla="*/ 2994 h 4331"/>
                <a:gd name="T92" fmla="*/ 4255 w 4328"/>
                <a:gd name="T93" fmla="*/ 2726 h 4331"/>
                <a:gd name="T94" fmla="*/ 4310 w 4328"/>
                <a:gd name="T95" fmla="*/ 2448 h 4331"/>
                <a:gd name="T96" fmla="*/ 4328 w 4328"/>
                <a:gd name="T97" fmla="*/ 2165 h 4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328" h="4331">
                  <a:moveTo>
                    <a:pt x="4328" y="2165"/>
                  </a:moveTo>
                  <a:lnTo>
                    <a:pt x="4310" y="1883"/>
                  </a:lnTo>
                  <a:lnTo>
                    <a:pt x="4255" y="1605"/>
                  </a:lnTo>
                  <a:lnTo>
                    <a:pt x="4164" y="1336"/>
                  </a:lnTo>
                  <a:lnTo>
                    <a:pt x="4038" y="1083"/>
                  </a:lnTo>
                  <a:lnTo>
                    <a:pt x="3881" y="847"/>
                  </a:lnTo>
                  <a:lnTo>
                    <a:pt x="3695" y="635"/>
                  </a:lnTo>
                  <a:lnTo>
                    <a:pt x="3481" y="448"/>
                  </a:lnTo>
                  <a:lnTo>
                    <a:pt x="3247" y="290"/>
                  </a:lnTo>
                  <a:lnTo>
                    <a:pt x="2993" y="165"/>
                  </a:lnTo>
                  <a:lnTo>
                    <a:pt x="2724" y="73"/>
                  </a:lnTo>
                  <a:lnTo>
                    <a:pt x="2447" y="19"/>
                  </a:lnTo>
                  <a:lnTo>
                    <a:pt x="2164" y="0"/>
                  </a:lnTo>
                  <a:lnTo>
                    <a:pt x="1881" y="19"/>
                  </a:lnTo>
                  <a:lnTo>
                    <a:pt x="1604" y="73"/>
                  </a:lnTo>
                  <a:lnTo>
                    <a:pt x="1336" y="165"/>
                  </a:lnTo>
                  <a:lnTo>
                    <a:pt x="1082" y="290"/>
                  </a:lnTo>
                  <a:lnTo>
                    <a:pt x="847" y="448"/>
                  </a:lnTo>
                  <a:lnTo>
                    <a:pt x="633" y="635"/>
                  </a:lnTo>
                  <a:lnTo>
                    <a:pt x="447" y="847"/>
                  </a:lnTo>
                  <a:lnTo>
                    <a:pt x="290" y="1083"/>
                  </a:lnTo>
                  <a:lnTo>
                    <a:pt x="165" y="1336"/>
                  </a:lnTo>
                  <a:lnTo>
                    <a:pt x="73" y="1605"/>
                  </a:lnTo>
                  <a:lnTo>
                    <a:pt x="18" y="1883"/>
                  </a:lnTo>
                  <a:lnTo>
                    <a:pt x="0" y="2165"/>
                  </a:lnTo>
                  <a:lnTo>
                    <a:pt x="18" y="2448"/>
                  </a:lnTo>
                  <a:lnTo>
                    <a:pt x="73" y="2726"/>
                  </a:lnTo>
                  <a:lnTo>
                    <a:pt x="165" y="2994"/>
                  </a:lnTo>
                  <a:lnTo>
                    <a:pt x="290" y="3248"/>
                  </a:lnTo>
                  <a:lnTo>
                    <a:pt x="447" y="3484"/>
                  </a:lnTo>
                  <a:lnTo>
                    <a:pt x="633" y="3697"/>
                  </a:lnTo>
                  <a:lnTo>
                    <a:pt x="847" y="3884"/>
                  </a:lnTo>
                  <a:lnTo>
                    <a:pt x="1082" y="4040"/>
                  </a:lnTo>
                  <a:lnTo>
                    <a:pt x="1336" y="4166"/>
                  </a:lnTo>
                  <a:lnTo>
                    <a:pt x="1604" y="4257"/>
                  </a:lnTo>
                  <a:lnTo>
                    <a:pt x="1881" y="4312"/>
                  </a:lnTo>
                  <a:lnTo>
                    <a:pt x="2164" y="4331"/>
                  </a:lnTo>
                  <a:lnTo>
                    <a:pt x="2447" y="4312"/>
                  </a:lnTo>
                  <a:lnTo>
                    <a:pt x="2724" y="4257"/>
                  </a:lnTo>
                  <a:lnTo>
                    <a:pt x="2993" y="4166"/>
                  </a:lnTo>
                  <a:lnTo>
                    <a:pt x="3247" y="4040"/>
                  </a:lnTo>
                  <a:lnTo>
                    <a:pt x="3481" y="3884"/>
                  </a:lnTo>
                  <a:lnTo>
                    <a:pt x="3695" y="3697"/>
                  </a:lnTo>
                  <a:lnTo>
                    <a:pt x="3881" y="3484"/>
                  </a:lnTo>
                  <a:lnTo>
                    <a:pt x="4038" y="3248"/>
                  </a:lnTo>
                  <a:lnTo>
                    <a:pt x="4164" y="2994"/>
                  </a:lnTo>
                  <a:lnTo>
                    <a:pt x="4255" y="2726"/>
                  </a:lnTo>
                  <a:lnTo>
                    <a:pt x="4310" y="2448"/>
                  </a:lnTo>
                  <a:lnTo>
                    <a:pt x="4328" y="2165"/>
                  </a:lnTo>
                  <a:close/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6FE2D29D-5322-068A-EE6C-28E45376EB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0" y="742"/>
              <a:ext cx="1503" cy="752"/>
            </a:xfrm>
            <a:custGeom>
              <a:avLst/>
              <a:gdLst>
                <a:gd name="T0" fmla="*/ 12025 w 12025"/>
                <a:gd name="T1" fmla="*/ 6015 h 6015"/>
                <a:gd name="T2" fmla="*/ 12006 w 12025"/>
                <a:gd name="T3" fmla="*/ 5543 h 6015"/>
                <a:gd name="T4" fmla="*/ 11950 w 12025"/>
                <a:gd name="T5" fmla="*/ 5074 h 6015"/>
                <a:gd name="T6" fmla="*/ 11858 w 12025"/>
                <a:gd name="T7" fmla="*/ 4611 h 6015"/>
                <a:gd name="T8" fmla="*/ 11730 w 12025"/>
                <a:gd name="T9" fmla="*/ 4157 h 6015"/>
                <a:gd name="T10" fmla="*/ 11567 w 12025"/>
                <a:gd name="T11" fmla="*/ 3713 h 6015"/>
                <a:gd name="T12" fmla="*/ 11369 w 12025"/>
                <a:gd name="T13" fmla="*/ 3284 h 6015"/>
                <a:gd name="T14" fmla="*/ 11138 w 12025"/>
                <a:gd name="T15" fmla="*/ 2872 h 6015"/>
                <a:gd name="T16" fmla="*/ 10876 w 12025"/>
                <a:gd name="T17" fmla="*/ 2480 h 6015"/>
                <a:gd name="T18" fmla="*/ 10584 w 12025"/>
                <a:gd name="T19" fmla="*/ 2109 h 6015"/>
                <a:gd name="T20" fmla="*/ 10264 w 12025"/>
                <a:gd name="T21" fmla="*/ 1762 h 6015"/>
                <a:gd name="T22" fmla="*/ 9917 w 12025"/>
                <a:gd name="T23" fmla="*/ 1441 h 6015"/>
                <a:gd name="T24" fmla="*/ 9546 w 12025"/>
                <a:gd name="T25" fmla="*/ 1149 h 6015"/>
                <a:gd name="T26" fmla="*/ 9153 w 12025"/>
                <a:gd name="T27" fmla="*/ 886 h 6015"/>
                <a:gd name="T28" fmla="*/ 8742 w 12025"/>
                <a:gd name="T29" fmla="*/ 656 h 6015"/>
                <a:gd name="T30" fmla="*/ 8313 w 12025"/>
                <a:gd name="T31" fmla="*/ 457 h 6015"/>
                <a:gd name="T32" fmla="*/ 7870 w 12025"/>
                <a:gd name="T33" fmla="*/ 294 h 6015"/>
                <a:gd name="T34" fmla="*/ 7416 w 12025"/>
                <a:gd name="T35" fmla="*/ 166 h 6015"/>
                <a:gd name="T36" fmla="*/ 6953 w 12025"/>
                <a:gd name="T37" fmla="*/ 75 h 6015"/>
                <a:gd name="T38" fmla="*/ 6484 w 12025"/>
                <a:gd name="T39" fmla="*/ 19 h 6015"/>
                <a:gd name="T40" fmla="*/ 6012 w 12025"/>
                <a:gd name="T41" fmla="*/ 0 h 6015"/>
                <a:gd name="T42" fmla="*/ 5541 w 12025"/>
                <a:gd name="T43" fmla="*/ 19 h 6015"/>
                <a:gd name="T44" fmla="*/ 5071 w 12025"/>
                <a:gd name="T45" fmla="*/ 75 h 6015"/>
                <a:gd name="T46" fmla="*/ 4608 w 12025"/>
                <a:gd name="T47" fmla="*/ 166 h 6015"/>
                <a:gd name="T48" fmla="*/ 4154 w 12025"/>
                <a:gd name="T49" fmla="*/ 294 h 6015"/>
                <a:gd name="T50" fmla="*/ 3711 w 12025"/>
                <a:gd name="T51" fmla="*/ 457 h 6015"/>
                <a:gd name="T52" fmla="*/ 3282 w 12025"/>
                <a:gd name="T53" fmla="*/ 656 h 6015"/>
                <a:gd name="T54" fmla="*/ 2871 w 12025"/>
                <a:gd name="T55" fmla="*/ 886 h 6015"/>
                <a:gd name="T56" fmla="*/ 2478 w 12025"/>
                <a:gd name="T57" fmla="*/ 1149 h 6015"/>
                <a:gd name="T58" fmla="*/ 2108 w 12025"/>
                <a:gd name="T59" fmla="*/ 1441 h 6015"/>
                <a:gd name="T60" fmla="*/ 1761 w 12025"/>
                <a:gd name="T61" fmla="*/ 1762 h 6015"/>
                <a:gd name="T62" fmla="*/ 1440 w 12025"/>
                <a:gd name="T63" fmla="*/ 2109 h 6015"/>
                <a:gd name="T64" fmla="*/ 1148 w 12025"/>
                <a:gd name="T65" fmla="*/ 2480 h 6015"/>
                <a:gd name="T66" fmla="*/ 886 w 12025"/>
                <a:gd name="T67" fmla="*/ 2872 h 6015"/>
                <a:gd name="T68" fmla="*/ 655 w 12025"/>
                <a:gd name="T69" fmla="*/ 3284 h 6015"/>
                <a:gd name="T70" fmla="*/ 458 w 12025"/>
                <a:gd name="T71" fmla="*/ 3713 h 6015"/>
                <a:gd name="T72" fmla="*/ 295 w 12025"/>
                <a:gd name="T73" fmla="*/ 4157 h 6015"/>
                <a:gd name="T74" fmla="*/ 166 w 12025"/>
                <a:gd name="T75" fmla="*/ 4611 h 6015"/>
                <a:gd name="T76" fmla="*/ 74 w 12025"/>
                <a:gd name="T77" fmla="*/ 5074 h 6015"/>
                <a:gd name="T78" fmla="*/ 18 w 12025"/>
                <a:gd name="T79" fmla="*/ 5543 h 6015"/>
                <a:gd name="T80" fmla="*/ 0 w 12025"/>
                <a:gd name="T81" fmla="*/ 6015 h 60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2025" h="6015">
                  <a:moveTo>
                    <a:pt x="12025" y="6015"/>
                  </a:moveTo>
                  <a:lnTo>
                    <a:pt x="12006" y="5543"/>
                  </a:lnTo>
                  <a:lnTo>
                    <a:pt x="11950" y="5074"/>
                  </a:lnTo>
                  <a:lnTo>
                    <a:pt x="11858" y="4611"/>
                  </a:lnTo>
                  <a:lnTo>
                    <a:pt x="11730" y="4157"/>
                  </a:lnTo>
                  <a:lnTo>
                    <a:pt x="11567" y="3713"/>
                  </a:lnTo>
                  <a:lnTo>
                    <a:pt x="11369" y="3284"/>
                  </a:lnTo>
                  <a:lnTo>
                    <a:pt x="11138" y="2872"/>
                  </a:lnTo>
                  <a:lnTo>
                    <a:pt x="10876" y="2480"/>
                  </a:lnTo>
                  <a:lnTo>
                    <a:pt x="10584" y="2109"/>
                  </a:lnTo>
                  <a:lnTo>
                    <a:pt x="10264" y="1762"/>
                  </a:lnTo>
                  <a:lnTo>
                    <a:pt x="9917" y="1441"/>
                  </a:lnTo>
                  <a:lnTo>
                    <a:pt x="9546" y="1149"/>
                  </a:lnTo>
                  <a:lnTo>
                    <a:pt x="9153" y="886"/>
                  </a:lnTo>
                  <a:lnTo>
                    <a:pt x="8742" y="656"/>
                  </a:lnTo>
                  <a:lnTo>
                    <a:pt x="8313" y="457"/>
                  </a:lnTo>
                  <a:lnTo>
                    <a:pt x="7870" y="294"/>
                  </a:lnTo>
                  <a:lnTo>
                    <a:pt x="7416" y="166"/>
                  </a:lnTo>
                  <a:lnTo>
                    <a:pt x="6953" y="75"/>
                  </a:lnTo>
                  <a:lnTo>
                    <a:pt x="6484" y="19"/>
                  </a:lnTo>
                  <a:lnTo>
                    <a:pt x="6012" y="0"/>
                  </a:lnTo>
                  <a:lnTo>
                    <a:pt x="5541" y="19"/>
                  </a:lnTo>
                  <a:lnTo>
                    <a:pt x="5071" y="75"/>
                  </a:lnTo>
                  <a:lnTo>
                    <a:pt x="4608" y="166"/>
                  </a:lnTo>
                  <a:lnTo>
                    <a:pt x="4154" y="294"/>
                  </a:lnTo>
                  <a:lnTo>
                    <a:pt x="3711" y="457"/>
                  </a:lnTo>
                  <a:lnTo>
                    <a:pt x="3282" y="656"/>
                  </a:lnTo>
                  <a:lnTo>
                    <a:pt x="2871" y="886"/>
                  </a:lnTo>
                  <a:lnTo>
                    <a:pt x="2478" y="1149"/>
                  </a:lnTo>
                  <a:lnTo>
                    <a:pt x="2108" y="1441"/>
                  </a:lnTo>
                  <a:lnTo>
                    <a:pt x="1761" y="1762"/>
                  </a:lnTo>
                  <a:lnTo>
                    <a:pt x="1440" y="2109"/>
                  </a:lnTo>
                  <a:lnTo>
                    <a:pt x="1148" y="2480"/>
                  </a:lnTo>
                  <a:lnTo>
                    <a:pt x="886" y="2872"/>
                  </a:lnTo>
                  <a:lnTo>
                    <a:pt x="655" y="3284"/>
                  </a:lnTo>
                  <a:lnTo>
                    <a:pt x="458" y="3713"/>
                  </a:lnTo>
                  <a:lnTo>
                    <a:pt x="295" y="4157"/>
                  </a:lnTo>
                  <a:lnTo>
                    <a:pt x="166" y="4611"/>
                  </a:lnTo>
                  <a:lnTo>
                    <a:pt x="74" y="5074"/>
                  </a:lnTo>
                  <a:lnTo>
                    <a:pt x="18" y="5543"/>
                  </a:lnTo>
                  <a:lnTo>
                    <a:pt x="0" y="6015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1">
              <a:extLst>
                <a:ext uri="{FF2B5EF4-FFF2-40B4-BE49-F238E27FC236}">
                  <a16:creationId xmlns:a16="http://schemas.microsoft.com/office/drawing/2014/main" id="{C1A9F9E2-C2ED-DB17-5B19-A22E3216B0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4" y="2563"/>
              <a:ext cx="50" cy="541"/>
            </a:xfrm>
            <a:custGeom>
              <a:avLst/>
              <a:gdLst>
                <a:gd name="T0" fmla="*/ 399 w 399"/>
                <a:gd name="T1" fmla="*/ 0 h 4331"/>
                <a:gd name="T2" fmla="*/ 240 w 399"/>
                <a:gd name="T3" fmla="*/ 467 h 4331"/>
                <a:gd name="T4" fmla="*/ 121 w 399"/>
                <a:gd name="T5" fmla="*/ 943 h 4331"/>
                <a:gd name="T6" fmla="*/ 41 w 399"/>
                <a:gd name="T7" fmla="*/ 1429 h 4331"/>
                <a:gd name="T8" fmla="*/ 0 w 399"/>
                <a:gd name="T9" fmla="*/ 1919 h 4331"/>
                <a:gd name="T10" fmla="*/ 0 w 399"/>
                <a:gd name="T11" fmla="*/ 2412 h 4331"/>
                <a:gd name="T12" fmla="*/ 41 w 399"/>
                <a:gd name="T13" fmla="*/ 2902 h 4331"/>
                <a:gd name="T14" fmla="*/ 121 w 399"/>
                <a:gd name="T15" fmla="*/ 3388 h 4331"/>
                <a:gd name="T16" fmla="*/ 240 w 399"/>
                <a:gd name="T17" fmla="*/ 3865 h 4331"/>
                <a:gd name="T18" fmla="*/ 399 w 399"/>
                <a:gd name="T19" fmla="*/ 4331 h 4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9" h="4331">
                  <a:moveTo>
                    <a:pt x="399" y="0"/>
                  </a:moveTo>
                  <a:lnTo>
                    <a:pt x="240" y="467"/>
                  </a:lnTo>
                  <a:lnTo>
                    <a:pt x="121" y="943"/>
                  </a:lnTo>
                  <a:lnTo>
                    <a:pt x="41" y="1429"/>
                  </a:lnTo>
                  <a:lnTo>
                    <a:pt x="0" y="1919"/>
                  </a:lnTo>
                  <a:lnTo>
                    <a:pt x="0" y="2412"/>
                  </a:lnTo>
                  <a:lnTo>
                    <a:pt x="41" y="2902"/>
                  </a:lnTo>
                  <a:lnTo>
                    <a:pt x="121" y="3388"/>
                  </a:lnTo>
                  <a:lnTo>
                    <a:pt x="240" y="3865"/>
                  </a:lnTo>
                  <a:lnTo>
                    <a:pt x="399" y="4331"/>
                  </a:ln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2">
              <a:extLst>
                <a:ext uri="{FF2B5EF4-FFF2-40B4-BE49-F238E27FC236}">
                  <a16:creationId xmlns:a16="http://schemas.microsoft.com/office/drawing/2014/main" id="{FEFD0A74-74D8-8365-A208-543B11FF73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3" y="2563"/>
              <a:ext cx="212" cy="541"/>
            </a:xfrm>
            <a:custGeom>
              <a:avLst/>
              <a:gdLst>
                <a:gd name="T0" fmla="*/ 1691 w 1691"/>
                <a:gd name="T1" fmla="*/ 4331 h 4331"/>
                <a:gd name="T2" fmla="*/ 1530 w 1691"/>
                <a:gd name="T3" fmla="*/ 4324 h 4331"/>
                <a:gd name="T4" fmla="*/ 1369 w 1691"/>
                <a:gd name="T5" fmla="*/ 4302 h 4331"/>
                <a:gd name="T6" fmla="*/ 1210 w 1691"/>
                <a:gd name="T7" fmla="*/ 4263 h 4331"/>
                <a:gd name="T8" fmla="*/ 1055 w 1691"/>
                <a:gd name="T9" fmla="*/ 4205 h 4331"/>
                <a:gd name="T10" fmla="*/ 907 w 1691"/>
                <a:gd name="T11" fmla="*/ 4131 h 4331"/>
                <a:gd name="T12" fmla="*/ 767 w 1691"/>
                <a:gd name="T13" fmla="*/ 4036 h 4331"/>
                <a:gd name="T14" fmla="*/ 636 w 1691"/>
                <a:gd name="T15" fmla="*/ 3924 h 4331"/>
                <a:gd name="T16" fmla="*/ 514 w 1691"/>
                <a:gd name="T17" fmla="*/ 3794 h 4331"/>
                <a:gd name="T18" fmla="*/ 405 w 1691"/>
                <a:gd name="T19" fmla="*/ 3647 h 4331"/>
                <a:gd name="T20" fmla="*/ 306 w 1691"/>
                <a:gd name="T21" fmla="*/ 3484 h 4331"/>
                <a:gd name="T22" fmla="*/ 217 w 1691"/>
                <a:gd name="T23" fmla="*/ 3298 h 4331"/>
                <a:gd name="T24" fmla="*/ 141 w 1691"/>
                <a:gd name="T25" fmla="*/ 3092 h 4331"/>
                <a:gd name="T26" fmla="*/ 79 w 1691"/>
                <a:gd name="T27" fmla="*/ 2871 h 4331"/>
                <a:gd name="T28" fmla="*/ 35 w 1691"/>
                <a:gd name="T29" fmla="*/ 2639 h 4331"/>
                <a:gd name="T30" fmla="*/ 9 w 1691"/>
                <a:gd name="T31" fmla="*/ 2402 h 4331"/>
                <a:gd name="T32" fmla="*/ 0 w 1691"/>
                <a:gd name="T33" fmla="*/ 2166 h 4331"/>
                <a:gd name="T34" fmla="*/ 9 w 1691"/>
                <a:gd name="T35" fmla="*/ 1930 h 4331"/>
                <a:gd name="T36" fmla="*/ 35 w 1691"/>
                <a:gd name="T37" fmla="*/ 1692 h 4331"/>
                <a:gd name="T38" fmla="*/ 79 w 1691"/>
                <a:gd name="T39" fmla="*/ 1461 h 4331"/>
                <a:gd name="T40" fmla="*/ 141 w 1691"/>
                <a:gd name="T41" fmla="*/ 1240 h 4331"/>
                <a:gd name="T42" fmla="*/ 217 w 1691"/>
                <a:gd name="T43" fmla="*/ 1034 h 4331"/>
                <a:gd name="T44" fmla="*/ 306 w 1691"/>
                <a:gd name="T45" fmla="*/ 847 h 4331"/>
                <a:gd name="T46" fmla="*/ 405 w 1691"/>
                <a:gd name="T47" fmla="*/ 684 h 4331"/>
                <a:gd name="T48" fmla="*/ 514 w 1691"/>
                <a:gd name="T49" fmla="*/ 538 h 4331"/>
                <a:gd name="T50" fmla="*/ 636 w 1691"/>
                <a:gd name="T51" fmla="*/ 408 h 4331"/>
                <a:gd name="T52" fmla="*/ 767 w 1691"/>
                <a:gd name="T53" fmla="*/ 296 h 4331"/>
                <a:gd name="T54" fmla="*/ 907 w 1691"/>
                <a:gd name="T55" fmla="*/ 201 h 4331"/>
                <a:gd name="T56" fmla="*/ 1055 w 1691"/>
                <a:gd name="T57" fmla="*/ 125 h 4331"/>
                <a:gd name="T58" fmla="*/ 1210 w 1691"/>
                <a:gd name="T59" fmla="*/ 69 h 4331"/>
                <a:gd name="T60" fmla="*/ 1369 w 1691"/>
                <a:gd name="T61" fmla="*/ 29 h 4331"/>
                <a:gd name="T62" fmla="*/ 1530 w 1691"/>
                <a:gd name="T63" fmla="*/ 7 h 4331"/>
                <a:gd name="T64" fmla="*/ 1691 w 1691"/>
                <a:gd name="T65" fmla="*/ 0 h 4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91" h="4331">
                  <a:moveTo>
                    <a:pt x="1691" y="4331"/>
                  </a:moveTo>
                  <a:lnTo>
                    <a:pt x="1530" y="4324"/>
                  </a:lnTo>
                  <a:lnTo>
                    <a:pt x="1369" y="4302"/>
                  </a:lnTo>
                  <a:lnTo>
                    <a:pt x="1210" y="4263"/>
                  </a:lnTo>
                  <a:lnTo>
                    <a:pt x="1055" y="4205"/>
                  </a:lnTo>
                  <a:lnTo>
                    <a:pt x="907" y="4131"/>
                  </a:lnTo>
                  <a:lnTo>
                    <a:pt x="767" y="4036"/>
                  </a:lnTo>
                  <a:lnTo>
                    <a:pt x="636" y="3924"/>
                  </a:lnTo>
                  <a:lnTo>
                    <a:pt x="514" y="3794"/>
                  </a:lnTo>
                  <a:lnTo>
                    <a:pt x="405" y="3647"/>
                  </a:lnTo>
                  <a:lnTo>
                    <a:pt x="306" y="3484"/>
                  </a:lnTo>
                  <a:lnTo>
                    <a:pt x="217" y="3298"/>
                  </a:lnTo>
                  <a:lnTo>
                    <a:pt x="141" y="3092"/>
                  </a:lnTo>
                  <a:lnTo>
                    <a:pt x="79" y="2871"/>
                  </a:lnTo>
                  <a:lnTo>
                    <a:pt x="35" y="2639"/>
                  </a:lnTo>
                  <a:lnTo>
                    <a:pt x="9" y="2402"/>
                  </a:lnTo>
                  <a:lnTo>
                    <a:pt x="0" y="2166"/>
                  </a:lnTo>
                  <a:lnTo>
                    <a:pt x="9" y="1930"/>
                  </a:lnTo>
                  <a:lnTo>
                    <a:pt x="35" y="1692"/>
                  </a:lnTo>
                  <a:lnTo>
                    <a:pt x="79" y="1461"/>
                  </a:lnTo>
                  <a:lnTo>
                    <a:pt x="141" y="1240"/>
                  </a:lnTo>
                  <a:lnTo>
                    <a:pt x="217" y="1034"/>
                  </a:lnTo>
                  <a:lnTo>
                    <a:pt x="306" y="847"/>
                  </a:lnTo>
                  <a:lnTo>
                    <a:pt x="405" y="684"/>
                  </a:lnTo>
                  <a:lnTo>
                    <a:pt x="514" y="538"/>
                  </a:lnTo>
                  <a:lnTo>
                    <a:pt x="636" y="408"/>
                  </a:lnTo>
                  <a:lnTo>
                    <a:pt x="767" y="296"/>
                  </a:lnTo>
                  <a:lnTo>
                    <a:pt x="907" y="201"/>
                  </a:lnTo>
                  <a:lnTo>
                    <a:pt x="1055" y="125"/>
                  </a:lnTo>
                  <a:lnTo>
                    <a:pt x="1210" y="69"/>
                  </a:lnTo>
                  <a:lnTo>
                    <a:pt x="1369" y="29"/>
                  </a:lnTo>
                  <a:lnTo>
                    <a:pt x="1530" y="7"/>
                  </a:lnTo>
                  <a:lnTo>
                    <a:pt x="1691" y="0"/>
                  </a:ln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23">
              <a:extLst>
                <a:ext uri="{FF2B5EF4-FFF2-40B4-BE49-F238E27FC236}">
                  <a16:creationId xmlns:a16="http://schemas.microsoft.com/office/drawing/2014/main" id="{AA3A1700-0F5A-031D-6354-F6A51A0F73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834"/>
              <a:ext cx="167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Line 24">
              <a:extLst>
                <a:ext uri="{FF2B5EF4-FFF2-40B4-BE49-F238E27FC236}">
                  <a16:creationId xmlns:a16="http://schemas.microsoft.com/office/drawing/2014/main" id="{27BFA6B6-982B-BAB3-D089-8EAD30C425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4" y="2834"/>
              <a:ext cx="3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25">
              <a:extLst>
                <a:ext uri="{FF2B5EF4-FFF2-40B4-BE49-F238E27FC236}">
                  <a16:creationId xmlns:a16="http://schemas.microsoft.com/office/drawing/2014/main" id="{ABC38ACB-5E21-6AAA-3279-00FDEC6143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8" y="2834"/>
              <a:ext cx="15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26">
              <a:extLst>
                <a:ext uri="{FF2B5EF4-FFF2-40B4-BE49-F238E27FC236}">
                  <a16:creationId xmlns:a16="http://schemas.microsoft.com/office/drawing/2014/main" id="{680E972D-E3F8-C557-421A-4B1B4352BF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9" y="2834"/>
              <a:ext cx="3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27">
              <a:extLst>
                <a:ext uri="{FF2B5EF4-FFF2-40B4-BE49-F238E27FC236}">
                  <a16:creationId xmlns:a16="http://schemas.microsoft.com/office/drawing/2014/main" id="{C51A9B27-7715-1C0F-AB28-C9B258DA56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3" y="2834"/>
              <a:ext cx="15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Line 28">
              <a:extLst>
                <a:ext uri="{FF2B5EF4-FFF2-40B4-BE49-F238E27FC236}">
                  <a16:creationId xmlns:a16="http://schemas.microsoft.com/office/drawing/2014/main" id="{17C03425-B12C-74FC-7D6C-124F51FD3B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4" y="2834"/>
              <a:ext cx="31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Line 29">
              <a:extLst>
                <a:ext uri="{FF2B5EF4-FFF2-40B4-BE49-F238E27FC236}">
                  <a16:creationId xmlns:a16="http://schemas.microsoft.com/office/drawing/2014/main" id="{B8CBA026-7CD0-F24C-F5A3-7365A8CE82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7" y="2834"/>
              <a:ext cx="15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Line 30">
              <a:extLst>
                <a:ext uri="{FF2B5EF4-FFF2-40B4-BE49-F238E27FC236}">
                  <a16:creationId xmlns:a16="http://schemas.microsoft.com/office/drawing/2014/main" id="{5AE63B10-35AD-6BE3-9489-1ABDF3CA8D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8" y="2834"/>
              <a:ext cx="3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Line 31">
              <a:extLst>
                <a:ext uri="{FF2B5EF4-FFF2-40B4-BE49-F238E27FC236}">
                  <a16:creationId xmlns:a16="http://schemas.microsoft.com/office/drawing/2014/main" id="{53236FE7-8339-BA92-2EA5-65C697E920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2" y="2834"/>
              <a:ext cx="15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32">
              <a:extLst>
                <a:ext uri="{FF2B5EF4-FFF2-40B4-BE49-F238E27FC236}">
                  <a16:creationId xmlns:a16="http://schemas.microsoft.com/office/drawing/2014/main" id="{A0EDB98F-E173-5110-E609-4987841ED7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3" y="2834"/>
              <a:ext cx="31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Line 33">
              <a:extLst>
                <a:ext uri="{FF2B5EF4-FFF2-40B4-BE49-F238E27FC236}">
                  <a16:creationId xmlns:a16="http://schemas.microsoft.com/office/drawing/2014/main" id="{6A4C4BDA-A9DB-34B0-E25A-4759F07213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6" y="2834"/>
              <a:ext cx="15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34">
              <a:extLst>
                <a:ext uri="{FF2B5EF4-FFF2-40B4-BE49-F238E27FC236}">
                  <a16:creationId xmlns:a16="http://schemas.microsoft.com/office/drawing/2014/main" id="{35CF846B-3FF6-33D8-4259-C008399F14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7" y="2834"/>
              <a:ext cx="3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35">
              <a:extLst>
                <a:ext uri="{FF2B5EF4-FFF2-40B4-BE49-F238E27FC236}">
                  <a16:creationId xmlns:a16="http://schemas.microsoft.com/office/drawing/2014/main" id="{0C8FEC69-21F2-7B0A-9BCD-2DE8FD928B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1" y="2834"/>
              <a:ext cx="15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36">
              <a:extLst>
                <a:ext uri="{FF2B5EF4-FFF2-40B4-BE49-F238E27FC236}">
                  <a16:creationId xmlns:a16="http://schemas.microsoft.com/office/drawing/2014/main" id="{A2572CB9-0F6F-D833-790B-EB38DD3637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2" y="2834"/>
              <a:ext cx="31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37">
              <a:extLst>
                <a:ext uri="{FF2B5EF4-FFF2-40B4-BE49-F238E27FC236}">
                  <a16:creationId xmlns:a16="http://schemas.microsoft.com/office/drawing/2014/main" id="{7D142238-2FA9-1312-9B36-F5F29266C4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45" y="2834"/>
              <a:ext cx="167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Line 38">
              <a:extLst>
                <a:ext uri="{FF2B5EF4-FFF2-40B4-BE49-F238E27FC236}">
                  <a16:creationId xmlns:a16="http://schemas.microsoft.com/office/drawing/2014/main" id="{751EAAA9-0B49-AE72-EDE3-2598476AF9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5" y="1947"/>
              <a:ext cx="1" cy="1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Line 39">
              <a:extLst>
                <a:ext uri="{FF2B5EF4-FFF2-40B4-BE49-F238E27FC236}">
                  <a16:creationId xmlns:a16="http://schemas.microsoft.com/office/drawing/2014/main" id="{AC30B4EE-FA09-BC95-184C-260892290C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5" y="2158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Line 40">
              <a:extLst>
                <a:ext uri="{FF2B5EF4-FFF2-40B4-BE49-F238E27FC236}">
                  <a16:creationId xmlns:a16="http://schemas.microsoft.com/office/drawing/2014/main" id="{E252207D-1D61-9D55-C1EB-A067FC69FD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5" y="2222"/>
              <a:ext cx="1" cy="15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Line 41">
              <a:extLst>
                <a:ext uri="{FF2B5EF4-FFF2-40B4-BE49-F238E27FC236}">
                  <a16:creationId xmlns:a16="http://schemas.microsoft.com/office/drawing/2014/main" id="{78F949A3-1B87-6F8F-DD77-54C8BBCC92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5" y="2413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Line 42">
              <a:extLst>
                <a:ext uri="{FF2B5EF4-FFF2-40B4-BE49-F238E27FC236}">
                  <a16:creationId xmlns:a16="http://schemas.microsoft.com/office/drawing/2014/main" id="{70B41B52-4309-3437-3635-F4DCCF7546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5" y="2477"/>
              <a:ext cx="1" cy="15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Line 43">
              <a:extLst>
                <a:ext uri="{FF2B5EF4-FFF2-40B4-BE49-F238E27FC236}">
                  <a16:creationId xmlns:a16="http://schemas.microsoft.com/office/drawing/2014/main" id="{4FC369E1-07AC-EFFB-9AA4-143D1A6986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5" y="2668"/>
              <a:ext cx="1" cy="3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Line 44">
              <a:extLst>
                <a:ext uri="{FF2B5EF4-FFF2-40B4-BE49-F238E27FC236}">
                  <a16:creationId xmlns:a16="http://schemas.microsoft.com/office/drawing/2014/main" id="{52C72C2D-3F17-6EB7-F470-D914ACDE14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5" y="2731"/>
              <a:ext cx="1" cy="16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Line 45">
              <a:extLst>
                <a:ext uri="{FF2B5EF4-FFF2-40B4-BE49-F238E27FC236}">
                  <a16:creationId xmlns:a16="http://schemas.microsoft.com/office/drawing/2014/main" id="{33D27EBE-F39A-1B64-6685-C904C43236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5" y="2922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Line 46">
              <a:extLst>
                <a:ext uri="{FF2B5EF4-FFF2-40B4-BE49-F238E27FC236}">
                  <a16:creationId xmlns:a16="http://schemas.microsoft.com/office/drawing/2014/main" id="{E3AF999D-68C3-DB35-93EA-B4C08A5C9B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5" y="2986"/>
              <a:ext cx="1" cy="15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Line 47">
              <a:extLst>
                <a:ext uri="{FF2B5EF4-FFF2-40B4-BE49-F238E27FC236}">
                  <a16:creationId xmlns:a16="http://schemas.microsoft.com/office/drawing/2014/main" id="{FCFF719D-007D-3DE5-3DAE-F6EC9FA752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5" y="3177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Line 48">
              <a:extLst>
                <a:ext uri="{FF2B5EF4-FFF2-40B4-BE49-F238E27FC236}">
                  <a16:creationId xmlns:a16="http://schemas.microsoft.com/office/drawing/2014/main" id="{9E952762-4FF9-43A1-5A24-7293708CA6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5" y="3241"/>
              <a:ext cx="1" cy="15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Line 49">
              <a:extLst>
                <a:ext uri="{FF2B5EF4-FFF2-40B4-BE49-F238E27FC236}">
                  <a16:creationId xmlns:a16="http://schemas.microsoft.com/office/drawing/2014/main" id="{7997797A-7C49-ED26-29D0-731844C779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5" y="3432"/>
              <a:ext cx="1" cy="3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Line 50">
              <a:extLst>
                <a:ext uri="{FF2B5EF4-FFF2-40B4-BE49-F238E27FC236}">
                  <a16:creationId xmlns:a16="http://schemas.microsoft.com/office/drawing/2014/main" id="{5AA2AD77-949A-1BBA-2D52-1A2CE30412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5" y="3495"/>
              <a:ext cx="1" cy="1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Line 51">
              <a:extLst>
                <a:ext uri="{FF2B5EF4-FFF2-40B4-BE49-F238E27FC236}">
                  <a16:creationId xmlns:a16="http://schemas.microsoft.com/office/drawing/2014/main" id="{795020A9-FEFB-B099-9690-88B50F7F74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05" y="1548"/>
              <a:ext cx="1" cy="10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Line 52">
              <a:extLst>
                <a:ext uri="{FF2B5EF4-FFF2-40B4-BE49-F238E27FC236}">
                  <a16:creationId xmlns:a16="http://schemas.microsoft.com/office/drawing/2014/main" id="{2BF62064-99CC-66C0-4027-147C754888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05" y="1485"/>
              <a:ext cx="1" cy="3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Line 53">
              <a:extLst>
                <a:ext uri="{FF2B5EF4-FFF2-40B4-BE49-F238E27FC236}">
                  <a16:creationId xmlns:a16="http://schemas.microsoft.com/office/drawing/2014/main" id="{09B510D7-FF21-0620-F12B-982E110642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05" y="1294"/>
              <a:ext cx="1" cy="15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Line 54">
              <a:extLst>
                <a:ext uri="{FF2B5EF4-FFF2-40B4-BE49-F238E27FC236}">
                  <a16:creationId xmlns:a16="http://schemas.microsoft.com/office/drawing/2014/main" id="{51845126-869F-1EAC-E267-6EC9D7D041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05" y="1230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Line 55">
              <a:extLst>
                <a:ext uri="{FF2B5EF4-FFF2-40B4-BE49-F238E27FC236}">
                  <a16:creationId xmlns:a16="http://schemas.microsoft.com/office/drawing/2014/main" id="{0E4E1FB5-C04B-DFE0-E268-F43571DB9D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05" y="1039"/>
              <a:ext cx="1" cy="15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Line 56">
              <a:extLst>
                <a:ext uri="{FF2B5EF4-FFF2-40B4-BE49-F238E27FC236}">
                  <a16:creationId xmlns:a16="http://schemas.microsoft.com/office/drawing/2014/main" id="{1A4A45A0-580C-5E9E-7642-39EA9FEB6B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05" y="975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Line 57">
              <a:extLst>
                <a:ext uri="{FF2B5EF4-FFF2-40B4-BE49-F238E27FC236}">
                  <a16:creationId xmlns:a16="http://schemas.microsoft.com/office/drawing/2014/main" id="{A705C250-A546-5B50-5913-B572BD7491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05" y="784"/>
              <a:ext cx="1" cy="15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Line 58">
              <a:extLst>
                <a:ext uri="{FF2B5EF4-FFF2-40B4-BE49-F238E27FC236}">
                  <a16:creationId xmlns:a16="http://schemas.microsoft.com/office/drawing/2014/main" id="{DB4115D2-AE9D-7C59-3481-E102CE0C1A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05" y="721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Line 59">
              <a:extLst>
                <a:ext uri="{FF2B5EF4-FFF2-40B4-BE49-F238E27FC236}">
                  <a16:creationId xmlns:a16="http://schemas.microsoft.com/office/drawing/2014/main" id="{B6435A48-F18D-19F8-F5B5-F899E2ABFF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05" y="582"/>
              <a:ext cx="1" cy="10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Line 60">
              <a:extLst>
                <a:ext uri="{FF2B5EF4-FFF2-40B4-BE49-F238E27FC236}">
                  <a16:creationId xmlns:a16="http://schemas.microsoft.com/office/drawing/2014/main" id="{02B8F7AA-D18B-4C07-A70A-811EDDB2D9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" y="1012"/>
              <a:ext cx="8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Line 61">
              <a:extLst>
                <a:ext uri="{FF2B5EF4-FFF2-40B4-BE49-F238E27FC236}">
                  <a16:creationId xmlns:a16="http://schemas.microsoft.com/office/drawing/2014/main" id="{780AC702-D6B5-5988-D11C-78EB3DC297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7" y="1012"/>
              <a:ext cx="31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Line 62">
              <a:extLst>
                <a:ext uri="{FF2B5EF4-FFF2-40B4-BE49-F238E27FC236}">
                  <a16:creationId xmlns:a16="http://schemas.microsoft.com/office/drawing/2014/main" id="{9783703D-978A-6EB9-28AC-9021023D91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50" y="1012"/>
              <a:ext cx="15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Line 63">
              <a:extLst>
                <a:ext uri="{FF2B5EF4-FFF2-40B4-BE49-F238E27FC236}">
                  <a16:creationId xmlns:a16="http://schemas.microsoft.com/office/drawing/2014/main" id="{9C4BFD35-E8A3-AC94-15D5-0662C9FAFB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1" y="1012"/>
              <a:ext cx="3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Line 64">
              <a:extLst>
                <a:ext uri="{FF2B5EF4-FFF2-40B4-BE49-F238E27FC236}">
                  <a16:creationId xmlns:a16="http://schemas.microsoft.com/office/drawing/2014/main" id="{A5AC8BD9-5717-16F4-BC37-C84E235CC2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5" y="1012"/>
              <a:ext cx="15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Line 65">
              <a:extLst>
                <a:ext uri="{FF2B5EF4-FFF2-40B4-BE49-F238E27FC236}">
                  <a16:creationId xmlns:a16="http://schemas.microsoft.com/office/drawing/2014/main" id="{F902910F-A4E7-344A-544E-C56D1D2394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6" y="1012"/>
              <a:ext cx="31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Line 66">
              <a:extLst>
                <a:ext uri="{FF2B5EF4-FFF2-40B4-BE49-F238E27FC236}">
                  <a16:creationId xmlns:a16="http://schemas.microsoft.com/office/drawing/2014/main" id="{54199910-541D-6C9B-A46E-8AACE47D0E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9" y="1012"/>
              <a:ext cx="15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Line 67">
              <a:extLst>
                <a:ext uri="{FF2B5EF4-FFF2-40B4-BE49-F238E27FC236}">
                  <a16:creationId xmlns:a16="http://schemas.microsoft.com/office/drawing/2014/main" id="{1CB5856C-B954-C6C3-96A6-79E71BF6C6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0" y="1012"/>
              <a:ext cx="3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Line 68">
              <a:extLst>
                <a:ext uri="{FF2B5EF4-FFF2-40B4-BE49-F238E27FC236}">
                  <a16:creationId xmlns:a16="http://schemas.microsoft.com/office/drawing/2014/main" id="{0E50B666-3F9B-83C7-5FEB-1295582A8E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4" y="1012"/>
              <a:ext cx="15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Line 69">
              <a:extLst>
                <a:ext uri="{FF2B5EF4-FFF2-40B4-BE49-F238E27FC236}">
                  <a16:creationId xmlns:a16="http://schemas.microsoft.com/office/drawing/2014/main" id="{6D8E5088-C735-02EC-00C1-811563AFDB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5" y="1012"/>
              <a:ext cx="31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Line 70">
              <a:extLst>
                <a:ext uri="{FF2B5EF4-FFF2-40B4-BE49-F238E27FC236}">
                  <a16:creationId xmlns:a16="http://schemas.microsoft.com/office/drawing/2014/main" id="{9D1D85AB-E71E-68E3-5611-EDD2E93C28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8" y="1012"/>
              <a:ext cx="8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Line 71">
              <a:extLst>
                <a:ext uri="{FF2B5EF4-FFF2-40B4-BE49-F238E27FC236}">
                  <a16:creationId xmlns:a16="http://schemas.microsoft.com/office/drawing/2014/main" id="{07A56809-446D-BF95-50D0-2C88D25FEF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1" y="1552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Line 72">
              <a:extLst>
                <a:ext uri="{FF2B5EF4-FFF2-40B4-BE49-F238E27FC236}">
                  <a16:creationId xmlns:a16="http://schemas.microsoft.com/office/drawing/2014/main" id="{7ECCACF9-E6F2-06F1-6ADE-7CB4FED522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1" y="1488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Line 73">
              <a:extLst>
                <a:ext uri="{FF2B5EF4-FFF2-40B4-BE49-F238E27FC236}">
                  <a16:creationId xmlns:a16="http://schemas.microsoft.com/office/drawing/2014/main" id="{0041B417-65CD-ED74-BE94-7CE8A0A2D1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1" y="1297"/>
              <a:ext cx="1" cy="15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Line 74">
              <a:extLst>
                <a:ext uri="{FF2B5EF4-FFF2-40B4-BE49-F238E27FC236}">
                  <a16:creationId xmlns:a16="http://schemas.microsoft.com/office/drawing/2014/main" id="{F555FB2E-2F05-1109-32D7-C13A3F69AA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1" y="1234"/>
              <a:ext cx="1" cy="3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Line 75">
              <a:extLst>
                <a:ext uri="{FF2B5EF4-FFF2-40B4-BE49-F238E27FC236}">
                  <a16:creationId xmlns:a16="http://schemas.microsoft.com/office/drawing/2014/main" id="{546DA2FC-4EFD-BB77-6B03-1BBEC63A6A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1" y="1043"/>
              <a:ext cx="1" cy="15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Line 76">
              <a:extLst>
                <a:ext uri="{FF2B5EF4-FFF2-40B4-BE49-F238E27FC236}">
                  <a16:creationId xmlns:a16="http://schemas.microsoft.com/office/drawing/2014/main" id="{B4B16551-A842-8DE1-ED03-663BFB45E0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1" y="979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Line 77">
              <a:extLst>
                <a:ext uri="{FF2B5EF4-FFF2-40B4-BE49-F238E27FC236}">
                  <a16:creationId xmlns:a16="http://schemas.microsoft.com/office/drawing/2014/main" id="{5F04242F-EB4E-E2DF-1E9C-E4A87AE9B2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1" y="788"/>
              <a:ext cx="1" cy="15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Line 78">
              <a:extLst>
                <a:ext uri="{FF2B5EF4-FFF2-40B4-BE49-F238E27FC236}">
                  <a16:creationId xmlns:a16="http://schemas.microsoft.com/office/drawing/2014/main" id="{D0281B83-4D54-EC48-FD68-60883E38DA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1" y="724"/>
              <a:ext cx="1" cy="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Line 79">
              <a:extLst>
                <a:ext uri="{FF2B5EF4-FFF2-40B4-BE49-F238E27FC236}">
                  <a16:creationId xmlns:a16="http://schemas.microsoft.com/office/drawing/2014/main" id="{DCFB682A-8923-C279-F2EC-3D7725CC93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1" y="607"/>
              <a:ext cx="1" cy="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Line 80">
              <a:extLst>
                <a:ext uri="{FF2B5EF4-FFF2-40B4-BE49-F238E27FC236}">
                  <a16:creationId xmlns:a16="http://schemas.microsoft.com/office/drawing/2014/main" id="{7A00A68F-DD80-4915-DBD4-5465CD6F2B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7" y="1012"/>
              <a:ext cx="8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Line 81">
              <a:extLst>
                <a:ext uri="{FF2B5EF4-FFF2-40B4-BE49-F238E27FC236}">
                  <a16:creationId xmlns:a16="http://schemas.microsoft.com/office/drawing/2014/main" id="{5CF9073C-01F4-F4B8-BD9C-108D9BB80F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0" y="1012"/>
              <a:ext cx="3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Line 82">
              <a:extLst>
                <a:ext uri="{FF2B5EF4-FFF2-40B4-BE49-F238E27FC236}">
                  <a16:creationId xmlns:a16="http://schemas.microsoft.com/office/drawing/2014/main" id="{9F052672-2C0A-B9BA-BD08-A3C6DDAF67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4" y="1012"/>
              <a:ext cx="15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Line 83">
              <a:extLst>
                <a:ext uri="{FF2B5EF4-FFF2-40B4-BE49-F238E27FC236}">
                  <a16:creationId xmlns:a16="http://schemas.microsoft.com/office/drawing/2014/main" id="{78AD937E-9176-2B1D-024A-C18D650107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5" y="1012"/>
              <a:ext cx="3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Line 84">
              <a:extLst>
                <a:ext uri="{FF2B5EF4-FFF2-40B4-BE49-F238E27FC236}">
                  <a16:creationId xmlns:a16="http://schemas.microsoft.com/office/drawing/2014/main" id="{871A013B-CB99-2519-723B-7B6D02D351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39" y="1012"/>
              <a:ext cx="159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Line 85">
              <a:extLst>
                <a:ext uri="{FF2B5EF4-FFF2-40B4-BE49-F238E27FC236}">
                  <a16:creationId xmlns:a16="http://schemas.microsoft.com/office/drawing/2014/main" id="{C6F67F51-4BF0-4A6F-FAA9-E2B0CB10A9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9" y="1012"/>
              <a:ext cx="3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Line 86">
              <a:extLst>
                <a:ext uri="{FF2B5EF4-FFF2-40B4-BE49-F238E27FC236}">
                  <a16:creationId xmlns:a16="http://schemas.microsoft.com/office/drawing/2014/main" id="{E2F69809-E06F-94DE-4FAE-A28887547B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3" y="1012"/>
              <a:ext cx="82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0" name="Rectangle 87">
            <a:extLst>
              <a:ext uri="{FF2B5EF4-FFF2-40B4-BE49-F238E27FC236}">
                <a16:creationId xmlns:a16="http://schemas.microsoft.com/office/drawing/2014/main" id="{6C95BF12-603C-7888-FFAC-97C76FC4C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5700" y="709612"/>
            <a:ext cx="5207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dirty="0">
                <a:ea typeface="仿宋_GB2312" pitchFamily="49" charset="-122"/>
              </a:rPr>
              <a:t>擦除多余的作图线后的结果</a:t>
            </a:r>
            <a:endParaRPr lang="zh-CN" altLang="en-US" sz="3600" dirty="0">
              <a:solidFill>
                <a:schemeClr val="tx2"/>
              </a:solidFill>
              <a:ea typeface="仿宋_GB2312" pitchFamily="49" charset="-122"/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1" name="3D Model 90">
                <a:extLst>
                  <a:ext uri="{FF2B5EF4-FFF2-40B4-BE49-F238E27FC236}">
                    <a16:creationId xmlns:a16="http://schemas.microsoft.com/office/drawing/2014/main" id="{5ED6548B-EBFB-2279-F784-99026BDF4DA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6786154"/>
                  </p:ext>
                </p:extLst>
              </p:nvPr>
            </p:nvGraphicFramePr>
            <p:xfrm>
              <a:off x="6829670" y="3033508"/>
              <a:ext cx="3852802" cy="2996623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3852802" cy="2996623"/>
                    </a:xfrm>
                    <a:prstGeom prst="rect">
                      <a:avLst/>
                    </a:prstGeom>
                  </am3d:spPr>
                  <am3d:camera>
                    <am3d:pos x="0" y="0" z="6705834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9090" d="1000000"/>
                    <am3d:preTrans dx="1636363" dy="-8181818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200000" ay="1800000" az="600000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531781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1" name="3D Model 90">
                <a:extLst>
                  <a:ext uri="{FF2B5EF4-FFF2-40B4-BE49-F238E27FC236}">
                    <a16:creationId xmlns:a16="http://schemas.microsoft.com/office/drawing/2014/main" id="{5ED6548B-EBFB-2279-F784-99026BDF4DA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29670" y="3033508"/>
                <a:ext cx="3852802" cy="2996623"/>
              </a:xfrm>
              <a:prstGeom prst="rect">
                <a:avLst/>
              </a:prstGeom>
            </p:spPr>
          </p:pic>
        </mc:Fallback>
      </mc:AlternateContent>
      <p:sp>
        <p:nvSpPr>
          <p:cNvPr id="92" name="Action Button: Get Information 9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E7657375-66BC-F735-CCA3-D7674CDD51CF}"/>
              </a:ext>
            </a:extLst>
          </p:cNvPr>
          <p:cNvSpPr/>
          <p:nvPr/>
        </p:nvSpPr>
        <p:spPr>
          <a:xfrm>
            <a:off x="11012978" y="5465536"/>
            <a:ext cx="681644" cy="595313"/>
          </a:xfrm>
          <a:prstGeom prst="actionButtonInformation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681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mph" presetSubtype="128" accel="20000" decel="2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6" dur="5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3330">
                                          <p:val>
                                            <p:fltVal val="6.9747"/>
                                          </p:val>
                                        </p:tav>
                                        <p:tav tm="6660">
                                          <p:val>
                                            <p:fltVal val="12.1039"/>
                                          </p:val>
                                        </p:tav>
                                        <p:tav tm="9990">
                                          <p:val>
                                            <p:fltVal val="15.6713"/>
                                          </p:val>
                                        </p:tav>
                                        <p:tav tm="13320">
                                          <p:val>
                                            <p:fltVal val="17.9604"/>
                                          </p:val>
                                        </p:tav>
                                        <p:tav tm="16650">
                                          <p:val>
                                            <p:fltVal val="19.2548"/>
                                          </p:val>
                                        </p:tav>
                                        <p:tav tm="19970">
                                          <p:val>
                                            <p:fltVal val="19.8371"/>
                                          </p:val>
                                        </p:tav>
                                        <p:tav tm="23290">
                                          <p:val>
                                            <p:fltVal val="19.9936"/>
                                          </p:val>
                                        </p:tav>
                                        <p:tav tm="26620">
                                          <p:val>
                                            <p:fltVal val="19.9945"/>
                                          </p:val>
                                        </p:tav>
                                        <p:tav tm="29950">
                                          <p:val>
                                            <p:fltVal val="19.8447"/>
                                          </p:val>
                                        </p:tav>
                                        <p:tav tm="33280">
                                          <p:val>
                                            <p:fltVal val="19.2733"/>
                                          </p:val>
                                        </p:tav>
                                        <p:tav tm="36610">
                                          <p:val>
                                            <p:fltVal val="17.9968"/>
                                          </p:val>
                                        </p:tav>
                                        <p:tav tm="39940">
                                          <p:val>
                                            <p:fltVal val="15.7316"/>
                                          </p:val>
                                        </p:tav>
                                        <p:tav tm="43270">
                                          <p:val>
                                            <p:fltVal val="12.194"/>
                                          </p:val>
                                        </p:tav>
                                        <p:tav tm="46600">
                                          <p:val>
                                            <p:fltVal val="7.1005"/>
                                          </p:val>
                                        </p:tav>
                                        <p:tav tm="49930">
                                          <p:val>
                                            <p:fltVal val="0.1675"/>
                                          </p:val>
                                        </p:tav>
                                        <p:tav tm="53250">
                                          <p:val>
                                            <p:fltVal val="-6.8299"/>
                                          </p:val>
                                        </p:tav>
                                        <p:tav tm="56580">
                                          <p:val>
                                            <p:fltVal val="-12.0002"/>
                                          </p:val>
                                        </p:tav>
                                        <p:tav tm="59900">
                                          <p:val>
                                            <p:fltVal val="-15.593"/>
                                          </p:val>
                                        </p:tav>
                                        <p:tav tm="63220">
                                          <p:val>
                                            <p:fltVal val="-17.9075"/>
                                          </p:val>
                                        </p:tav>
                                        <p:tav tm="66540">
                                          <p:val>
                                            <p:fltVal val="-19.2249"/>
                                          </p:val>
                                        </p:tav>
                                        <p:tav tm="69870">
                                          <p:val>
                                            <p:fltVal val="-19.8271"/>
                                          </p:val>
                                        </p:tav>
                                        <p:tav tm="73190">
                                          <p:val>
                                            <p:fltVal val="-19.9924"/>
                                          </p:val>
                                        </p:tav>
                                        <p:tav tm="76510">
                                          <p:val>
                                            <p:fltVal val="-19.9955"/>
                                          </p:val>
                                        </p:tav>
                                        <p:tav tm="79830">
                                          <p:val>
                                            <p:fltVal val="-19.8557"/>
                                          </p:val>
                                        </p:tav>
                                        <p:tav tm="83160">
                                          <p:val>
                                            <p:fltVal val="-19.3045"/>
                                          </p:val>
                                        </p:tav>
                                        <p:tav tm="86480">
                                          <p:val>
                                            <p:fltVal val="-18.0634"/>
                                          </p:val>
                                        </p:tav>
                                        <p:tav tm="89800">
                                          <p:val>
                                            <p:fltVal val="-15.8505"/>
                                          </p:val>
                                        </p:tav>
                                        <p:tav tm="93120">
                                          <p:val>
                                            <p:fltVal val="-12.3847"/>
                                          </p:val>
                                        </p:tav>
                                        <p:tav tm="96450">
                                          <p:val>
                                            <p:fltVal val="-7.3674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2BA7BD-000C-F10D-CDA0-C6D590A6D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791CD-0F25-F945-8995-D0B55C00EF28}" type="datetime1">
              <a:rPr lang="en-US" altLang="zh-CN" smtClean="0"/>
              <a:t>11/11/25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CD86C-9F4B-4FA8-42DA-D9EFF310E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14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43A57D-A313-4322-3B76-7719421A3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31</a:t>
            </a:fld>
            <a:endParaRPr lang="en-US"/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1FFD4B4F-18DC-3B63-81BD-2D298ED327EC}"/>
              </a:ext>
            </a:extLst>
          </p:cNvPr>
          <p:cNvGrpSpPr>
            <a:grpSpLocks/>
          </p:cNvGrpSpPr>
          <p:nvPr/>
        </p:nvGrpSpPr>
        <p:grpSpPr bwMode="auto">
          <a:xfrm>
            <a:off x="1789339" y="3449333"/>
            <a:ext cx="1625600" cy="2263775"/>
            <a:chOff x="582" y="2647"/>
            <a:chExt cx="1024" cy="1426"/>
          </a:xfrm>
        </p:grpSpPr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2BE441CF-2BCD-D364-D96A-95B89FADF0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9" y="2814"/>
              <a:ext cx="885" cy="51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7" name="Rectangle 4">
              <a:extLst>
                <a:ext uri="{FF2B5EF4-FFF2-40B4-BE49-F238E27FC236}">
                  <a16:creationId xmlns:a16="http://schemas.microsoft.com/office/drawing/2014/main" id="{A19C62AD-271B-EFF7-8974-AE9CCBADB7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1" y="3331"/>
              <a:ext cx="218" cy="11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112207BC-20BD-F718-D0F3-DE3B55DBE2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2" y="2695"/>
              <a:ext cx="219" cy="11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grpSp>
          <p:nvGrpSpPr>
            <p:cNvPr id="9" name="Group 6">
              <a:extLst>
                <a:ext uri="{FF2B5EF4-FFF2-40B4-BE49-F238E27FC236}">
                  <a16:creationId xmlns:a16="http://schemas.microsoft.com/office/drawing/2014/main" id="{2EEC9B7E-43E3-9FB7-E6AE-57B69DDCB6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2" y="3560"/>
              <a:ext cx="1024" cy="513"/>
              <a:chOff x="368" y="3364"/>
              <a:chExt cx="1408" cy="705"/>
            </a:xfrm>
          </p:grpSpPr>
          <p:sp>
            <p:nvSpPr>
              <p:cNvPr id="14" name="Rectangle 7">
                <a:extLst>
                  <a:ext uri="{FF2B5EF4-FFF2-40B4-BE49-F238E27FC236}">
                    <a16:creationId xmlns:a16="http://schemas.microsoft.com/office/drawing/2014/main" id="{6BAEDC68-E823-141D-D3AD-47B6B90C9A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" y="3364"/>
                <a:ext cx="1217" cy="70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sz="16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15" name="Oval 8">
                <a:extLst>
                  <a:ext uri="{FF2B5EF4-FFF2-40B4-BE49-F238E27FC236}">
                    <a16:creationId xmlns:a16="http://schemas.microsoft.com/office/drawing/2014/main" id="{3D0ACD73-46FE-B609-CF88-EDFDA1CEC0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0" y="3570"/>
                <a:ext cx="282" cy="282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sz="16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16" name="Line 9">
                <a:extLst>
                  <a:ext uri="{FF2B5EF4-FFF2-40B4-BE49-F238E27FC236}">
                    <a16:creationId xmlns:a16="http://schemas.microsoft.com/office/drawing/2014/main" id="{01BBDE69-0FB1-F6A3-543A-A803E565E3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45" y="3482"/>
                <a:ext cx="0" cy="44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6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  <p:sp>
            <p:nvSpPr>
              <p:cNvPr id="17" name="Line 10">
                <a:extLst>
                  <a:ext uri="{FF2B5EF4-FFF2-40B4-BE49-F238E27FC236}">
                    <a16:creationId xmlns:a16="http://schemas.microsoft.com/office/drawing/2014/main" id="{91540A0D-CEBB-6B1B-3942-047FE3A64A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8" y="3712"/>
                <a:ext cx="140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1600">
                  <a:latin typeface="DengXian" charset="-122"/>
                  <a:ea typeface="DengXian" charset="-122"/>
                  <a:cs typeface="DengXian" charset="-122"/>
                </a:endParaRPr>
              </a:p>
            </p:txBody>
          </p:sp>
        </p:grpSp>
        <p:sp>
          <p:nvSpPr>
            <p:cNvPr id="10" name="Line 11">
              <a:extLst>
                <a:ext uri="{FF2B5EF4-FFF2-40B4-BE49-F238E27FC236}">
                  <a16:creationId xmlns:a16="http://schemas.microsoft.com/office/drawing/2014/main" id="{B56EFCBD-044D-32B8-B3CB-D8E1D01DE3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4" y="3071"/>
              <a:ext cx="100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11" name="Line 12">
              <a:extLst>
                <a:ext uri="{FF2B5EF4-FFF2-40B4-BE49-F238E27FC236}">
                  <a16:creationId xmlns:a16="http://schemas.microsoft.com/office/drawing/2014/main" id="{03ADB828-3F5C-33B9-52C9-6CC3FA6264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4" y="2813"/>
              <a:ext cx="200" cy="0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12" name="Line 13">
              <a:extLst>
                <a:ext uri="{FF2B5EF4-FFF2-40B4-BE49-F238E27FC236}">
                  <a16:creationId xmlns:a16="http://schemas.microsoft.com/office/drawing/2014/main" id="{F3C0A4A7-EF0E-4679-1EF5-F9642F73A5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6" y="3330"/>
              <a:ext cx="201" cy="0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13" name="Line 14">
              <a:extLst>
                <a:ext uri="{FF2B5EF4-FFF2-40B4-BE49-F238E27FC236}">
                  <a16:creationId xmlns:a16="http://schemas.microsoft.com/office/drawing/2014/main" id="{818A365D-7B51-DEDD-DD13-4B82E43E8A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3" y="2647"/>
              <a:ext cx="0" cy="8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</p:grpSp>
      <p:sp>
        <p:nvSpPr>
          <p:cNvPr id="18" name="Text Box 15" descr="紫色网格">
            <a:extLst>
              <a:ext uri="{FF2B5EF4-FFF2-40B4-BE49-F238E27FC236}">
                <a16:creationId xmlns:a16="http://schemas.microsoft.com/office/drawing/2014/main" id="{0EE86D1D-2019-5558-B689-1C0B24CC0B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176" y="322147"/>
            <a:ext cx="3057247" cy="52322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r>
              <a:rPr lang="zh-CN" altLang="en-US" sz="2800" b="1" dirty="0">
                <a:latin typeface="DengXian" charset="-122"/>
                <a:ea typeface="DengXian" charset="-122"/>
                <a:cs typeface="DengXian" charset="-122"/>
              </a:rPr>
              <a:t>交线变化趋势分析</a:t>
            </a:r>
          </a:p>
        </p:txBody>
      </p:sp>
      <p:pic>
        <p:nvPicPr>
          <p:cNvPr id="19" name="Picture 16">
            <a:extLst>
              <a:ext uri="{FF2B5EF4-FFF2-40B4-BE49-F238E27FC236}">
                <a16:creationId xmlns:a16="http://schemas.microsoft.com/office/drawing/2014/main" id="{192D835C-C259-F713-1449-49FE7412FF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2877" y="1380820"/>
            <a:ext cx="1989137" cy="1989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20" name="Picture 17">
            <a:extLst>
              <a:ext uri="{FF2B5EF4-FFF2-40B4-BE49-F238E27FC236}">
                <a16:creationId xmlns:a16="http://schemas.microsoft.com/office/drawing/2014/main" id="{E86DC4CB-5E0C-4A23-4DEB-14E747D74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627" y="1495120"/>
            <a:ext cx="1828800" cy="177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21" name="Picture 18">
            <a:extLst>
              <a:ext uri="{FF2B5EF4-FFF2-40B4-BE49-F238E27FC236}">
                <a16:creationId xmlns:a16="http://schemas.microsoft.com/office/drawing/2014/main" id="{FBCBA69B-7579-2380-9566-2E5FE46AE2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lum brigh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3402" y="1528458"/>
            <a:ext cx="1828800" cy="177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22" name="Text Box 19">
            <a:extLst>
              <a:ext uri="{FF2B5EF4-FFF2-40B4-BE49-F238E27FC236}">
                <a16:creationId xmlns:a16="http://schemas.microsoft.com/office/drawing/2014/main" id="{8EC6C4AE-82D2-ECA1-37D0-C917926F6A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1264" y="1917395"/>
            <a:ext cx="4508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 b="1">
                <a:solidFill>
                  <a:srgbClr val="FFFF66"/>
                </a:solidFill>
                <a:latin typeface="DengXian" charset="-122"/>
                <a:ea typeface="DengXian" charset="-122"/>
                <a:cs typeface="DengXian" charset="-122"/>
                <a:sym typeface="Monotype Sorts" charset="2"/>
              </a:rPr>
              <a:t></a:t>
            </a:r>
            <a:endParaRPr lang="en-US" altLang="zh-CN" sz="2400" b="1">
              <a:solidFill>
                <a:srgbClr val="FFFF99"/>
              </a:solidFill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23" name="Text Box 20">
            <a:extLst>
              <a:ext uri="{FF2B5EF4-FFF2-40B4-BE49-F238E27FC236}">
                <a16:creationId xmlns:a16="http://schemas.microsoft.com/office/drawing/2014/main" id="{F242E2A9-A614-04DF-0F4D-51A9218CC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5352" y="2158695"/>
            <a:ext cx="4154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>
                <a:solidFill>
                  <a:srgbClr val="FFFF66"/>
                </a:solidFill>
                <a:latin typeface="DengXian" charset="-122"/>
                <a:ea typeface="DengXian" charset="-122"/>
                <a:cs typeface="DengXian" charset="-122"/>
                <a:sym typeface="Monotype Sorts" charset="2"/>
              </a:rPr>
              <a:t></a:t>
            </a:r>
            <a:endParaRPr lang="en-US" altLang="zh-CN" sz="2400" b="1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24" name="Text Box 21">
            <a:extLst>
              <a:ext uri="{FF2B5EF4-FFF2-40B4-BE49-F238E27FC236}">
                <a16:creationId xmlns:a16="http://schemas.microsoft.com/office/drawing/2014/main" id="{CCB9C033-86E8-5730-6FA1-C72C78B582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4552" y="1992008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000066"/>
                </a:solidFill>
                <a:latin typeface="DengXian" charset="-122"/>
                <a:ea typeface="DengXian" charset="-122"/>
                <a:cs typeface="DengXian" charset="-122"/>
              </a:rPr>
              <a:t>直径相同</a:t>
            </a:r>
            <a:endParaRPr lang="zh-CN" altLang="en-US" sz="2400" b="1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25" name="Text Box 22">
            <a:extLst>
              <a:ext uri="{FF2B5EF4-FFF2-40B4-BE49-F238E27FC236}">
                <a16:creationId xmlns:a16="http://schemas.microsoft.com/office/drawing/2014/main" id="{8B0AC9AD-7A37-97DC-EB7A-C133DFA169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0943" y="346819"/>
            <a:ext cx="25511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 dirty="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DengXian" charset="-122"/>
                <a:ea typeface="DengXian" charset="-122"/>
                <a:cs typeface="DengXian" charset="-122"/>
              </a:rPr>
              <a:t>以圆柱为例</a:t>
            </a:r>
          </a:p>
        </p:txBody>
      </p:sp>
      <p:sp>
        <p:nvSpPr>
          <p:cNvPr id="26" name="AutoShape 23" descr="紫色网格">
            <a:extLst>
              <a:ext uri="{FF2B5EF4-FFF2-40B4-BE49-F238E27FC236}">
                <a16:creationId xmlns:a16="http://schemas.microsoft.com/office/drawing/2014/main" id="{B422FEC6-C760-E7BB-49B7-377761A59B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0289" y="731533"/>
            <a:ext cx="1555750" cy="590550"/>
          </a:xfrm>
          <a:prstGeom prst="wedgeRoundRectCallout">
            <a:avLst>
              <a:gd name="adj1" fmla="val -95102"/>
              <a:gd name="adj2" fmla="val 155912"/>
              <a:gd name="adj3" fmla="val 16667"/>
            </a:avLst>
          </a:prstGeom>
          <a:blipFill dpi="0" rotWithShape="0">
            <a:blip r:embed="rId5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altLang="en-US" sz="1600" b="1">
              <a:solidFill>
                <a:schemeClr val="bg1"/>
              </a:solidFill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27" name="Text Box 24">
            <a:extLst>
              <a:ext uri="{FF2B5EF4-FFF2-40B4-BE49-F238E27FC236}">
                <a16:creationId xmlns:a16="http://schemas.microsoft.com/office/drawing/2014/main" id="{0AED60B8-9447-1E16-4D2C-4C7C963D1F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0289" y="786124"/>
            <a:ext cx="17510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  <a:latin typeface="DengXian" charset="-122"/>
                <a:ea typeface="DengXian" charset="-122"/>
                <a:cs typeface="DengXian" charset="-122"/>
              </a:rPr>
              <a:t>平面曲线</a:t>
            </a:r>
            <a:endParaRPr lang="zh-CN" altLang="en-US" sz="2400" b="1">
              <a:solidFill>
                <a:srgbClr val="333399"/>
              </a:solidFill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E09E8357-20CD-8028-D593-4E01BF0F60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1670" y="1050918"/>
            <a:ext cx="357020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000066"/>
                </a:solidFill>
                <a:latin typeface="DengXian" charset="-122"/>
                <a:ea typeface="DengXian" charset="-122"/>
                <a:cs typeface="DengXian" charset="-122"/>
                <a:sym typeface="Marlett" charset="2"/>
              </a:rPr>
              <a:t>相交体大小对交线的影响</a:t>
            </a:r>
          </a:p>
        </p:txBody>
      </p:sp>
      <p:grpSp>
        <p:nvGrpSpPr>
          <p:cNvPr id="29" name="Group 26">
            <a:extLst>
              <a:ext uri="{FF2B5EF4-FFF2-40B4-BE49-F238E27FC236}">
                <a16:creationId xmlns:a16="http://schemas.microsoft.com/office/drawing/2014/main" id="{9E54786A-507A-3210-C2FA-807E173A09AA}"/>
              </a:ext>
            </a:extLst>
          </p:cNvPr>
          <p:cNvGrpSpPr>
            <a:grpSpLocks/>
          </p:cNvGrpSpPr>
          <p:nvPr/>
        </p:nvGrpSpPr>
        <p:grpSpPr bwMode="auto">
          <a:xfrm>
            <a:off x="6910614" y="3479495"/>
            <a:ext cx="1576388" cy="2479675"/>
            <a:chOff x="3430" y="2559"/>
            <a:chExt cx="993" cy="1562"/>
          </a:xfrm>
        </p:grpSpPr>
        <p:sp>
          <p:nvSpPr>
            <p:cNvPr id="30" name="Rectangle 27">
              <a:extLst>
                <a:ext uri="{FF2B5EF4-FFF2-40B4-BE49-F238E27FC236}">
                  <a16:creationId xmlns:a16="http://schemas.microsoft.com/office/drawing/2014/main" id="{CAF42299-BFA8-5366-5282-03A3309B40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2" y="3504"/>
              <a:ext cx="890" cy="51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31" name="Rectangle 28">
              <a:extLst>
                <a:ext uri="{FF2B5EF4-FFF2-40B4-BE49-F238E27FC236}">
                  <a16:creationId xmlns:a16="http://schemas.microsoft.com/office/drawing/2014/main" id="{EA97EEAB-63D0-7C63-D062-4F845B2186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9" y="2766"/>
              <a:ext cx="890" cy="51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32" name="Oval 29">
              <a:extLst>
                <a:ext uri="{FF2B5EF4-FFF2-40B4-BE49-F238E27FC236}">
                  <a16:creationId xmlns:a16="http://schemas.microsoft.com/office/drawing/2014/main" id="{C817943E-8007-E272-2250-FBABDA1357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8" y="3513"/>
              <a:ext cx="503" cy="50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33" name="Line 30">
              <a:extLst>
                <a:ext uri="{FF2B5EF4-FFF2-40B4-BE49-F238E27FC236}">
                  <a16:creationId xmlns:a16="http://schemas.microsoft.com/office/drawing/2014/main" id="{7E953016-D8C8-1000-D62D-14C726D280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0" y="3015"/>
              <a:ext cx="98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34" name="Rectangle 31">
              <a:extLst>
                <a:ext uri="{FF2B5EF4-FFF2-40B4-BE49-F238E27FC236}">
                  <a16:creationId xmlns:a16="http://schemas.microsoft.com/office/drawing/2014/main" id="{195A6C13-D2D1-A93E-9886-5DDAA57D91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6" y="2617"/>
              <a:ext cx="526" cy="14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35" name="Rectangle 32">
              <a:extLst>
                <a:ext uri="{FF2B5EF4-FFF2-40B4-BE49-F238E27FC236}">
                  <a16:creationId xmlns:a16="http://schemas.microsoft.com/office/drawing/2014/main" id="{95ABC05E-CDCA-BDFF-80BC-0837AA116C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2" y="3284"/>
              <a:ext cx="527" cy="14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36" name="Line 33">
              <a:extLst>
                <a:ext uri="{FF2B5EF4-FFF2-40B4-BE49-F238E27FC236}">
                  <a16:creationId xmlns:a16="http://schemas.microsoft.com/office/drawing/2014/main" id="{39EBBF62-0C6B-F545-0F39-6F032CB58B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7" y="2764"/>
              <a:ext cx="507" cy="0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37" name="Line 34">
              <a:extLst>
                <a:ext uri="{FF2B5EF4-FFF2-40B4-BE49-F238E27FC236}">
                  <a16:creationId xmlns:a16="http://schemas.microsoft.com/office/drawing/2014/main" id="{6B226512-AB4D-A02A-62BD-90B0FF626C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60" y="3284"/>
              <a:ext cx="510" cy="0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38" name="Line 35">
              <a:extLst>
                <a:ext uri="{FF2B5EF4-FFF2-40B4-BE49-F238E27FC236}">
                  <a16:creationId xmlns:a16="http://schemas.microsoft.com/office/drawing/2014/main" id="{00F6A64D-CB2C-5B3F-4170-38FA6F4918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1" y="2559"/>
              <a:ext cx="0" cy="15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39" name="Line 36">
              <a:extLst>
                <a:ext uri="{FF2B5EF4-FFF2-40B4-BE49-F238E27FC236}">
                  <a16:creationId xmlns:a16="http://schemas.microsoft.com/office/drawing/2014/main" id="{F9056B58-E281-3EC8-4299-2D39D89170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3" y="3769"/>
              <a:ext cx="99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</p:grpSp>
      <p:grpSp>
        <p:nvGrpSpPr>
          <p:cNvPr id="40" name="Group 37">
            <a:extLst>
              <a:ext uri="{FF2B5EF4-FFF2-40B4-BE49-F238E27FC236}">
                <a16:creationId xmlns:a16="http://schemas.microsoft.com/office/drawing/2014/main" id="{B4DCD2FD-85F3-F576-D6A4-0B9D894DBC39}"/>
              </a:ext>
            </a:extLst>
          </p:cNvPr>
          <p:cNvGrpSpPr>
            <a:grpSpLocks/>
          </p:cNvGrpSpPr>
          <p:nvPr/>
        </p:nvGrpSpPr>
        <p:grpSpPr bwMode="auto">
          <a:xfrm>
            <a:off x="4019777" y="3465208"/>
            <a:ext cx="1595437" cy="2336800"/>
            <a:chOff x="1987" y="2624"/>
            <a:chExt cx="1005" cy="1472"/>
          </a:xfrm>
        </p:grpSpPr>
        <p:sp>
          <p:nvSpPr>
            <p:cNvPr id="41" name="Rectangle 38">
              <a:extLst>
                <a:ext uri="{FF2B5EF4-FFF2-40B4-BE49-F238E27FC236}">
                  <a16:creationId xmlns:a16="http://schemas.microsoft.com/office/drawing/2014/main" id="{44010BEE-5756-6310-A9D2-1D49F77B59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6" y="2807"/>
              <a:ext cx="880" cy="51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42" name="Rectangle 39">
              <a:extLst>
                <a:ext uri="{FF2B5EF4-FFF2-40B4-BE49-F238E27FC236}">
                  <a16:creationId xmlns:a16="http://schemas.microsoft.com/office/drawing/2014/main" id="{87FA0B13-3407-9E13-9354-F65AA5CEB4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1" y="2666"/>
              <a:ext cx="312" cy="13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43" name="Line 40">
              <a:extLst>
                <a:ext uri="{FF2B5EF4-FFF2-40B4-BE49-F238E27FC236}">
                  <a16:creationId xmlns:a16="http://schemas.microsoft.com/office/drawing/2014/main" id="{B7D890FC-02AF-1A24-39C3-B6E55896B9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7" y="2801"/>
              <a:ext cx="312" cy="0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44" name="Rectangle 41">
              <a:extLst>
                <a:ext uri="{FF2B5EF4-FFF2-40B4-BE49-F238E27FC236}">
                  <a16:creationId xmlns:a16="http://schemas.microsoft.com/office/drawing/2014/main" id="{FEFDFAD7-9F5C-DFA5-4840-E3678FDB8C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5" y="3315"/>
              <a:ext cx="312" cy="13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45" name="Line 42">
              <a:extLst>
                <a:ext uri="{FF2B5EF4-FFF2-40B4-BE49-F238E27FC236}">
                  <a16:creationId xmlns:a16="http://schemas.microsoft.com/office/drawing/2014/main" id="{3E1A1564-799F-557C-84A9-3D07C2CF3B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0" y="3316"/>
              <a:ext cx="312" cy="0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46" name="Rectangle 43">
              <a:extLst>
                <a:ext uri="{FF2B5EF4-FFF2-40B4-BE49-F238E27FC236}">
                  <a16:creationId xmlns:a16="http://schemas.microsoft.com/office/drawing/2014/main" id="{B5E74DF1-ACF9-47FE-9CC6-EBCA63DB85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3" y="3523"/>
              <a:ext cx="879" cy="509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47" name="Oval 44">
              <a:extLst>
                <a:ext uri="{FF2B5EF4-FFF2-40B4-BE49-F238E27FC236}">
                  <a16:creationId xmlns:a16="http://schemas.microsoft.com/office/drawing/2014/main" id="{0695AF15-B99A-FF8B-2E70-C180BE550C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3" y="3634"/>
              <a:ext cx="293" cy="294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48" name="Line 45">
              <a:extLst>
                <a:ext uri="{FF2B5EF4-FFF2-40B4-BE49-F238E27FC236}">
                  <a16:creationId xmlns:a16="http://schemas.microsoft.com/office/drawing/2014/main" id="{6668C41F-389B-5CD4-2151-BCD5099B68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7" y="3057"/>
              <a:ext cx="9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49" name="Line 46">
              <a:extLst>
                <a:ext uri="{FF2B5EF4-FFF2-40B4-BE49-F238E27FC236}">
                  <a16:creationId xmlns:a16="http://schemas.microsoft.com/office/drawing/2014/main" id="{D21926F1-1F9B-9761-E070-91701AF826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3" y="2624"/>
              <a:ext cx="0" cy="8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50" name="Line 47">
              <a:extLst>
                <a:ext uri="{FF2B5EF4-FFF2-40B4-BE49-F238E27FC236}">
                  <a16:creationId xmlns:a16="http://schemas.microsoft.com/office/drawing/2014/main" id="{577DD56E-834E-B5CF-6099-EDCF57BFB5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7" y="3779"/>
              <a:ext cx="100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51" name="Line 48">
              <a:extLst>
                <a:ext uri="{FF2B5EF4-FFF2-40B4-BE49-F238E27FC236}">
                  <a16:creationId xmlns:a16="http://schemas.microsoft.com/office/drawing/2014/main" id="{5239EA7B-AD41-8BE6-272B-9EF6F3AFA7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3" y="3498"/>
              <a:ext cx="0" cy="5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52" name="Line 49">
              <a:extLst>
                <a:ext uri="{FF2B5EF4-FFF2-40B4-BE49-F238E27FC236}">
                  <a16:creationId xmlns:a16="http://schemas.microsoft.com/office/drawing/2014/main" id="{F64879DC-21A1-98DC-5D7D-6B796003D8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8" y="2799"/>
              <a:ext cx="297" cy="0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53" name="Line 50">
              <a:extLst>
                <a:ext uri="{FF2B5EF4-FFF2-40B4-BE49-F238E27FC236}">
                  <a16:creationId xmlns:a16="http://schemas.microsoft.com/office/drawing/2014/main" id="{8A5F549D-B706-ACF4-DF95-EA5F80CC39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3" y="3317"/>
              <a:ext cx="293" cy="0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600">
                <a:latin typeface="DengXian" charset="-122"/>
                <a:ea typeface="DengXian" charset="-122"/>
                <a:cs typeface="DengXian" charset="-122"/>
              </a:endParaRPr>
            </a:p>
          </p:txBody>
        </p:sp>
      </p:grpSp>
      <p:sp>
        <p:nvSpPr>
          <p:cNvPr id="54" name="Oval 51">
            <a:extLst>
              <a:ext uri="{FF2B5EF4-FFF2-40B4-BE49-F238E27FC236}">
                <a16:creationId xmlns:a16="http://schemas.microsoft.com/office/drawing/2014/main" id="{328CBC1B-3270-F968-5D63-8F4CD2EA8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6708" y="1099834"/>
            <a:ext cx="334962" cy="334962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CC0000">
                  <a:gamma/>
                  <a:shade val="2353"/>
                  <a:invGamma/>
                </a:srgbClr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55" name="Arc 52">
            <a:extLst>
              <a:ext uri="{FF2B5EF4-FFF2-40B4-BE49-F238E27FC236}">
                <a16:creationId xmlns:a16="http://schemas.microsoft.com/office/drawing/2014/main" id="{4F749018-C94A-E518-AE08-9A11F949A83E}"/>
              </a:ext>
            </a:extLst>
          </p:cNvPr>
          <p:cNvSpPr>
            <a:spLocks/>
          </p:cNvSpPr>
          <p:nvPr/>
        </p:nvSpPr>
        <p:spPr bwMode="auto">
          <a:xfrm flipV="1">
            <a:off x="2394177" y="3571570"/>
            <a:ext cx="342900" cy="215900"/>
          </a:xfrm>
          <a:custGeom>
            <a:avLst/>
            <a:gdLst>
              <a:gd name="G0" fmla="+- 16776 0 0"/>
              <a:gd name="G1" fmla="+- 21600 0 0"/>
              <a:gd name="G2" fmla="+- 21600 0 0"/>
              <a:gd name="T0" fmla="*/ 0 w 34386"/>
              <a:gd name="T1" fmla="*/ 7994 h 21600"/>
              <a:gd name="T2" fmla="*/ 34386 w 34386"/>
              <a:gd name="T3" fmla="*/ 9092 h 21600"/>
              <a:gd name="T4" fmla="*/ 16776 w 34386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4386" h="21600" fill="none" extrusionOk="0">
                <a:moveTo>
                  <a:pt x="-1" y="7993"/>
                </a:moveTo>
                <a:cubicBezTo>
                  <a:pt x="4101" y="2937"/>
                  <a:pt x="10264" y="-1"/>
                  <a:pt x="16776" y="-1"/>
                </a:cubicBezTo>
                <a:cubicBezTo>
                  <a:pt x="23772" y="-1"/>
                  <a:pt x="30334" y="3388"/>
                  <a:pt x="34385" y="9092"/>
                </a:cubicBezTo>
              </a:path>
              <a:path w="34386" h="21600" stroke="0" extrusionOk="0">
                <a:moveTo>
                  <a:pt x="-1" y="7993"/>
                </a:moveTo>
                <a:cubicBezTo>
                  <a:pt x="4101" y="2937"/>
                  <a:pt x="10264" y="-1"/>
                  <a:pt x="16776" y="-1"/>
                </a:cubicBezTo>
                <a:cubicBezTo>
                  <a:pt x="23772" y="-1"/>
                  <a:pt x="30334" y="3388"/>
                  <a:pt x="34385" y="9092"/>
                </a:cubicBezTo>
                <a:lnTo>
                  <a:pt x="16776" y="21600"/>
                </a:lnTo>
                <a:close/>
              </a:path>
            </a:pathLst>
          </a:cu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56" name="Arc 53">
            <a:extLst>
              <a:ext uri="{FF2B5EF4-FFF2-40B4-BE49-F238E27FC236}">
                <a16:creationId xmlns:a16="http://schemas.microsoft.com/office/drawing/2014/main" id="{8D421316-AB16-4395-EC00-15E00C7E3415}"/>
              </a:ext>
            </a:extLst>
          </p:cNvPr>
          <p:cNvSpPr>
            <a:spLocks/>
          </p:cNvSpPr>
          <p:nvPr/>
        </p:nvSpPr>
        <p:spPr bwMode="auto">
          <a:xfrm>
            <a:off x="2391002" y="4447870"/>
            <a:ext cx="342900" cy="215900"/>
          </a:xfrm>
          <a:custGeom>
            <a:avLst/>
            <a:gdLst>
              <a:gd name="G0" fmla="+- 16776 0 0"/>
              <a:gd name="G1" fmla="+- 21600 0 0"/>
              <a:gd name="G2" fmla="+- 21600 0 0"/>
              <a:gd name="T0" fmla="*/ 0 w 34386"/>
              <a:gd name="T1" fmla="*/ 7994 h 21600"/>
              <a:gd name="T2" fmla="*/ 34386 w 34386"/>
              <a:gd name="T3" fmla="*/ 9092 h 21600"/>
              <a:gd name="T4" fmla="*/ 16776 w 34386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4386" h="21600" fill="none" extrusionOk="0">
                <a:moveTo>
                  <a:pt x="-1" y="7993"/>
                </a:moveTo>
                <a:cubicBezTo>
                  <a:pt x="4101" y="2937"/>
                  <a:pt x="10264" y="-1"/>
                  <a:pt x="16776" y="-1"/>
                </a:cubicBezTo>
                <a:cubicBezTo>
                  <a:pt x="23772" y="-1"/>
                  <a:pt x="30334" y="3388"/>
                  <a:pt x="34385" y="9092"/>
                </a:cubicBezTo>
              </a:path>
              <a:path w="34386" h="21600" stroke="0" extrusionOk="0">
                <a:moveTo>
                  <a:pt x="-1" y="7993"/>
                </a:moveTo>
                <a:cubicBezTo>
                  <a:pt x="4101" y="2937"/>
                  <a:pt x="10264" y="-1"/>
                  <a:pt x="16776" y="-1"/>
                </a:cubicBezTo>
                <a:cubicBezTo>
                  <a:pt x="23772" y="-1"/>
                  <a:pt x="30334" y="3388"/>
                  <a:pt x="34385" y="9092"/>
                </a:cubicBezTo>
                <a:lnTo>
                  <a:pt x="16776" y="21600"/>
                </a:lnTo>
                <a:close/>
              </a:path>
            </a:pathLst>
          </a:cu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57" name="Arc 54">
            <a:extLst>
              <a:ext uri="{FF2B5EF4-FFF2-40B4-BE49-F238E27FC236}">
                <a16:creationId xmlns:a16="http://schemas.microsoft.com/office/drawing/2014/main" id="{4E41AE5F-6995-57F0-F8B7-56D846265D52}"/>
              </a:ext>
            </a:extLst>
          </p:cNvPr>
          <p:cNvSpPr>
            <a:spLocks/>
          </p:cNvSpPr>
          <p:nvPr/>
        </p:nvSpPr>
        <p:spPr bwMode="auto">
          <a:xfrm flipV="1">
            <a:off x="4534127" y="3554108"/>
            <a:ext cx="515937" cy="317500"/>
          </a:xfrm>
          <a:custGeom>
            <a:avLst/>
            <a:gdLst>
              <a:gd name="G0" fmla="+- 17479 0 0"/>
              <a:gd name="G1" fmla="+- 21600 0 0"/>
              <a:gd name="G2" fmla="+- 21600 0 0"/>
              <a:gd name="T0" fmla="*/ 0 w 35216"/>
              <a:gd name="T1" fmla="*/ 8910 h 21600"/>
              <a:gd name="T2" fmla="*/ 35216 w 35216"/>
              <a:gd name="T3" fmla="*/ 9273 h 21600"/>
              <a:gd name="T4" fmla="*/ 17479 w 35216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5216" h="21600" fill="none" extrusionOk="0">
                <a:moveTo>
                  <a:pt x="-1" y="8909"/>
                </a:moveTo>
                <a:cubicBezTo>
                  <a:pt x="4063" y="3312"/>
                  <a:pt x="10562" y="-1"/>
                  <a:pt x="17479" y="-1"/>
                </a:cubicBezTo>
                <a:cubicBezTo>
                  <a:pt x="24553" y="-1"/>
                  <a:pt x="31178" y="3463"/>
                  <a:pt x="35216" y="9272"/>
                </a:cubicBezTo>
              </a:path>
              <a:path w="35216" h="21600" stroke="0" extrusionOk="0">
                <a:moveTo>
                  <a:pt x="-1" y="8909"/>
                </a:moveTo>
                <a:cubicBezTo>
                  <a:pt x="4063" y="3312"/>
                  <a:pt x="10562" y="-1"/>
                  <a:pt x="17479" y="-1"/>
                </a:cubicBezTo>
                <a:cubicBezTo>
                  <a:pt x="24553" y="-1"/>
                  <a:pt x="31178" y="3463"/>
                  <a:pt x="35216" y="9272"/>
                </a:cubicBezTo>
                <a:lnTo>
                  <a:pt x="17479" y="21600"/>
                </a:lnTo>
                <a:close/>
              </a:path>
            </a:pathLst>
          </a:cu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58" name="Arc 55">
            <a:extLst>
              <a:ext uri="{FF2B5EF4-FFF2-40B4-BE49-F238E27FC236}">
                <a16:creationId xmlns:a16="http://schemas.microsoft.com/office/drawing/2014/main" id="{93ACF92D-30C2-1656-D8FC-E580BA05577F}"/>
              </a:ext>
            </a:extLst>
          </p:cNvPr>
          <p:cNvSpPr>
            <a:spLocks/>
          </p:cNvSpPr>
          <p:nvPr/>
        </p:nvSpPr>
        <p:spPr bwMode="auto">
          <a:xfrm>
            <a:off x="4527777" y="4417708"/>
            <a:ext cx="515937" cy="317500"/>
          </a:xfrm>
          <a:custGeom>
            <a:avLst/>
            <a:gdLst>
              <a:gd name="G0" fmla="+- 17479 0 0"/>
              <a:gd name="G1" fmla="+- 21600 0 0"/>
              <a:gd name="G2" fmla="+- 21600 0 0"/>
              <a:gd name="T0" fmla="*/ 0 w 35216"/>
              <a:gd name="T1" fmla="*/ 8910 h 21600"/>
              <a:gd name="T2" fmla="*/ 35216 w 35216"/>
              <a:gd name="T3" fmla="*/ 9273 h 21600"/>
              <a:gd name="T4" fmla="*/ 17479 w 35216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5216" h="21600" fill="none" extrusionOk="0">
                <a:moveTo>
                  <a:pt x="-1" y="8909"/>
                </a:moveTo>
                <a:cubicBezTo>
                  <a:pt x="4063" y="3312"/>
                  <a:pt x="10562" y="-1"/>
                  <a:pt x="17479" y="-1"/>
                </a:cubicBezTo>
                <a:cubicBezTo>
                  <a:pt x="24553" y="-1"/>
                  <a:pt x="31178" y="3463"/>
                  <a:pt x="35216" y="9272"/>
                </a:cubicBezTo>
              </a:path>
              <a:path w="35216" h="21600" stroke="0" extrusionOk="0">
                <a:moveTo>
                  <a:pt x="-1" y="8909"/>
                </a:moveTo>
                <a:cubicBezTo>
                  <a:pt x="4063" y="3312"/>
                  <a:pt x="10562" y="-1"/>
                  <a:pt x="17479" y="-1"/>
                </a:cubicBezTo>
                <a:cubicBezTo>
                  <a:pt x="24553" y="-1"/>
                  <a:pt x="31178" y="3463"/>
                  <a:pt x="35216" y="9272"/>
                </a:cubicBezTo>
                <a:lnTo>
                  <a:pt x="17479" y="21600"/>
                </a:lnTo>
                <a:close/>
              </a:path>
            </a:pathLst>
          </a:cu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59" name="Line 56">
            <a:extLst>
              <a:ext uri="{FF2B5EF4-FFF2-40B4-BE49-F238E27FC236}">
                <a16:creationId xmlns:a16="http://schemas.microsoft.com/office/drawing/2014/main" id="{F55069C4-6087-D59E-3B8A-E5B5A2E1DF1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69389" y="3804933"/>
            <a:ext cx="812800" cy="8128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60" name="Line 57">
            <a:extLst>
              <a:ext uri="{FF2B5EF4-FFF2-40B4-BE49-F238E27FC236}">
                <a16:creationId xmlns:a16="http://schemas.microsoft.com/office/drawing/2014/main" id="{36B57499-6492-308F-F2B1-40CE371379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256689" y="3798583"/>
            <a:ext cx="838200" cy="8318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61" name="Freeform 58" descr="紫色网格">
            <a:extLst>
              <a:ext uri="{FF2B5EF4-FFF2-40B4-BE49-F238E27FC236}">
                <a16:creationId xmlns:a16="http://schemas.microsoft.com/office/drawing/2014/main" id="{825D2E92-4674-DF89-6BCB-CD342688C89B}"/>
              </a:ext>
            </a:extLst>
          </p:cNvPr>
          <p:cNvSpPr>
            <a:spLocks/>
          </p:cNvSpPr>
          <p:nvPr/>
        </p:nvSpPr>
        <p:spPr bwMode="auto">
          <a:xfrm flipH="1">
            <a:off x="2681514" y="3738258"/>
            <a:ext cx="935038" cy="2327275"/>
          </a:xfrm>
          <a:custGeom>
            <a:avLst/>
            <a:gdLst>
              <a:gd name="T0" fmla="*/ 0 w 922"/>
              <a:gd name="T1" fmla="*/ 1344 h 1377"/>
              <a:gd name="T2" fmla="*/ 922 w 922"/>
              <a:gd name="T3" fmla="*/ 0 h 1377"/>
              <a:gd name="T4" fmla="*/ 100 w 922"/>
              <a:gd name="T5" fmla="*/ 1377 h 1377"/>
              <a:gd name="T6" fmla="*/ 0 w 922"/>
              <a:gd name="T7" fmla="*/ 1344 h 1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22" h="1377">
                <a:moveTo>
                  <a:pt x="0" y="1344"/>
                </a:moveTo>
                <a:lnTo>
                  <a:pt x="922" y="0"/>
                </a:lnTo>
                <a:lnTo>
                  <a:pt x="100" y="1377"/>
                </a:lnTo>
                <a:lnTo>
                  <a:pt x="0" y="1344"/>
                </a:lnTo>
                <a:close/>
              </a:path>
            </a:pathLst>
          </a:custGeom>
          <a:solidFill>
            <a:srgbClr val="002060"/>
          </a:solidFill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62" name="Freeform 59" descr="紫色网格">
            <a:extLst>
              <a:ext uri="{FF2B5EF4-FFF2-40B4-BE49-F238E27FC236}">
                <a16:creationId xmlns:a16="http://schemas.microsoft.com/office/drawing/2014/main" id="{51A8F26E-F261-A86E-B10A-5DA9195471F2}"/>
              </a:ext>
            </a:extLst>
          </p:cNvPr>
          <p:cNvSpPr>
            <a:spLocks/>
          </p:cNvSpPr>
          <p:nvPr/>
        </p:nvSpPr>
        <p:spPr bwMode="auto">
          <a:xfrm>
            <a:off x="3838802" y="3838270"/>
            <a:ext cx="828675" cy="2414588"/>
          </a:xfrm>
          <a:custGeom>
            <a:avLst/>
            <a:gdLst>
              <a:gd name="T0" fmla="*/ 0 w 922"/>
              <a:gd name="T1" fmla="*/ 1344 h 1377"/>
              <a:gd name="T2" fmla="*/ 922 w 922"/>
              <a:gd name="T3" fmla="*/ 0 h 1377"/>
              <a:gd name="T4" fmla="*/ 100 w 922"/>
              <a:gd name="T5" fmla="*/ 1377 h 1377"/>
              <a:gd name="T6" fmla="*/ 0 w 922"/>
              <a:gd name="T7" fmla="*/ 1344 h 13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22" h="1377">
                <a:moveTo>
                  <a:pt x="0" y="1344"/>
                </a:moveTo>
                <a:lnTo>
                  <a:pt x="922" y="0"/>
                </a:lnTo>
                <a:lnTo>
                  <a:pt x="100" y="1377"/>
                </a:lnTo>
                <a:lnTo>
                  <a:pt x="0" y="1344"/>
                </a:lnTo>
                <a:close/>
              </a:path>
            </a:pathLst>
          </a:custGeom>
          <a:solidFill>
            <a:srgbClr val="002060"/>
          </a:solidFill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en-US" sz="16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63" name="Text Box 60" descr="紫色网格">
            <a:extLst>
              <a:ext uri="{FF2B5EF4-FFF2-40B4-BE49-F238E27FC236}">
                <a16:creationId xmlns:a16="http://schemas.microsoft.com/office/drawing/2014/main" id="{C94F838B-0ED9-BD41-A9B3-1F3424E477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0257" y="5992656"/>
            <a:ext cx="4801314" cy="461665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zh-CN" altLang="en-US" sz="2400" b="1">
                <a:solidFill>
                  <a:schemeClr val="bg1"/>
                </a:solidFill>
                <a:latin typeface="DengXian" charset="-122"/>
                <a:ea typeface="DengXian" charset="-122"/>
                <a:cs typeface="DengXian" charset="-122"/>
              </a:rPr>
              <a:t>交线总是弯向直径大的圆柱的轴线</a:t>
            </a:r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0E311C6D-BE60-8FA5-44EA-66303225B9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07864" y="2418967"/>
            <a:ext cx="955786" cy="313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303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75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75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2" grpId="0" autoUpdateAnimBg="0"/>
      <p:bldP spid="23" grpId="0" autoUpdateAnimBg="0"/>
      <p:bldP spid="24" grpId="0" autoUpdateAnimBg="0"/>
      <p:bldP spid="25" grpId="0" build="p" autoUpdateAnimBg="0"/>
      <p:bldP spid="26" grpId="0" animBg="1" autoUpdateAnimBg="0"/>
      <p:bldP spid="27" grpId="0" autoUpdateAnimBg="0"/>
      <p:bldP spid="28" grpId="0" build="p" autoUpdateAnimBg="0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8437A6-C08A-8FD9-2E1D-291FBA462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B0DC0-EDF4-8544-88CC-2EE5B3309953}" type="datetime1">
              <a:rPr lang="en-US" altLang="zh-CN" smtClean="0"/>
              <a:t>11/11/25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52A978-9F8F-5572-CD94-051776D29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14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878639-6D2C-597D-662D-3BE95009C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32</a:t>
            </a:fld>
            <a:endParaRPr lang="en-US"/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CB1E741B-B948-E694-790C-0A95451338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8078" y="296862"/>
            <a:ext cx="413446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/>
            <a:r>
              <a:rPr lang="zh-CN" altLang="en-US" sz="2800" b="1" dirty="0">
                <a:solidFill>
                  <a:schemeClr val="tx1"/>
                </a:solidFill>
              </a:rPr>
              <a:t>相贯线与圆柱直径的关系</a:t>
            </a:r>
          </a:p>
        </p:txBody>
      </p:sp>
      <p:grpSp>
        <p:nvGrpSpPr>
          <p:cNvPr id="6" name="Group 3">
            <a:extLst>
              <a:ext uri="{FF2B5EF4-FFF2-40B4-BE49-F238E27FC236}">
                <a16:creationId xmlns:a16="http://schemas.microsoft.com/office/drawing/2014/main" id="{A46814B4-A55F-4660-273C-E8B28DBD293C}"/>
              </a:ext>
            </a:extLst>
          </p:cNvPr>
          <p:cNvGrpSpPr>
            <a:grpSpLocks/>
          </p:cNvGrpSpPr>
          <p:nvPr/>
        </p:nvGrpSpPr>
        <p:grpSpPr bwMode="auto">
          <a:xfrm>
            <a:off x="4225925" y="850899"/>
            <a:ext cx="1835150" cy="1935162"/>
            <a:chOff x="2362" y="363"/>
            <a:chExt cx="1322" cy="1394"/>
          </a:xfrm>
        </p:grpSpPr>
        <p:sp>
          <p:nvSpPr>
            <p:cNvPr id="7" name="Freeform 4">
              <a:extLst>
                <a:ext uri="{FF2B5EF4-FFF2-40B4-BE49-F238E27FC236}">
                  <a16:creationId xmlns:a16="http://schemas.microsoft.com/office/drawing/2014/main" id="{BFC7CF44-1AB5-D4AA-1F11-8E8984E3C7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9" y="461"/>
              <a:ext cx="1275" cy="1177"/>
            </a:xfrm>
            <a:custGeom>
              <a:avLst/>
              <a:gdLst>
                <a:gd name="T0" fmla="*/ 0 w 2964"/>
                <a:gd name="T1" fmla="*/ 1140 h 2736"/>
                <a:gd name="T2" fmla="*/ 561 w 2964"/>
                <a:gd name="T3" fmla="*/ 816 h 2736"/>
                <a:gd name="T4" fmla="*/ 852 w 2964"/>
                <a:gd name="T5" fmla="*/ 912 h 2736"/>
                <a:gd name="T6" fmla="*/ 1116 w 2964"/>
                <a:gd name="T7" fmla="*/ 996 h 2736"/>
                <a:gd name="T8" fmla="*/ 1668 w 2964"/>
                <a:gd name="T9" fmla="*/ 1332 h 2736"/>
                <a:gd name="T10" fmla="*/ 1860 w 2964"/>
                <a:gd name="T11" fmla="*/ 1464 h 2736"/>
                <a:gd name="T12" fmla="*/ 1992 w 2964"/>
                <a:gd name="T13" fmla="*/ 1596 h 2736"/>
                <a:gd name="T14" fmla="*/ 2100 w 2964"/>
                <a:gd name="T15" fmla="*/ 1392 h 2736"/>
                <a:gd name="T16" fmla="*/ 2148 w 2964"/>
                <a:gd name="T17" fmla="*/ 1200 h 2736"/>
                <a:gd name="T18" fmla="*/ 2184 w 2964"/>
                <a:gd name="T19" fmla="*/ 1020 h 2736"/>
                <a:gd name="T20" fmla="*/ 2220 w 2964"/>
                <a:gd name="T21" fmla="*/ 720 h 2736"/>
                <a:gd name="T22" fmla="*/ 2220 w 2964"/>
                <a:gd name="T23" fmla="*/ 552 h 2736"/>
                <a:gd name="T24" fmla="*/ 2208 w 2964"/>
                <a:gd name="T25" fmla="*/ 384 h 2736"/>
                <a:gd name="T26" fmla="*/ 2160 w 2964"/>
                <a:gd name="T27" fmla="*/ 168 h 2736"/>
                <a:gd name="T28" fmla="*/ 2100 w 2964"/>
                <a:gd name="T29" fmla="*/ 0 h 2736"/>
                <a:gd name="T30" fmla="*/ 2184 w 2964"/>
                <a:gd name="T31" fmla="*/ 12 h 2736"/>
                <a:gd name="T32" fmla="*/ 2352 w 2964"/>
                <a:gd name="T33" fmla="*/ 72 h 2736"/>
                <a:gd name="T34" fmla="*/ 2436 w 2964"/>
                <a:gd name="T35" fmla="*/ 144 h 2736"/>
                <a:gd name="T36" fmla="*/ 2520 w 2964"/>
                <a:gd name="T37" fmla="*/ 204 h 2736"/>
                <a:gd name="T38" fmla="*/ 2604 w 2964"/>
                <a:gd name="T39" fmla="*/ 276 h 2736"/>
                <a:gd name="T40" fmla="*/ 2712 w 2964"/>
                <a:gd name="T41" fmla="*/ 396 h 2736"/>
                <a:gd name="T42" fmla="*/ 2808 w 2964"/>
                <a:gd name="T43" fmla="*/ 540 h 2736"/>
                <a:gd name="T44" fmla="*/ 2880 w 2964"/>
                <a:gd name="T45" fmla="*/ 684 h 2736"/>
                <a:gd name="T46" fmla="*/ 2916 w 2964"/>
                <a:gd name="T47" fmla="*/ 804 h 2736"/>
                <a:gd name="T48" fmla="*/ 2940 w 2964"/>
                <a:gd name="T49" fmla="*/ 960 h 2736"/>
                <a:gd name="T50" fmla="*/ 2964 w 2964"/>
                <a:gd name="T51" fmla="*/ 1116 h 2736"/>
                <a:gd name="T52" fmla="*/ 2952 w 2964"/>
                <a:gd name="T53" fmla="*/ 1248 h 2736"/>
                <a:gd name="T54" fmla="*/ 2928 w 2964"/>
                <a:gd name="T55" fmla="*/ 1368 h 2736"/>
                <a:gd name="T56" fmla="*/ 2880 w 2964"/>
                <a:gd name="T57" fmla="*/ 1428 h 2736"/>
                <a:gd name="T58" fmla="*/ 2820 w 2964"/>
                <a:gd name="T59" fmla="*/ 1500 h 2736"/>
                <a:gd name="T60" fmla="*/ 2256 w 2964"/>
                <a:gd name="T61" fmla="*/ 1826 h 2736"/>
                <a:gd name="T62" fmla="*/ 2184 w 2964"/>
                <a:gd name="T63" fmla="*/ 1860 h 2736"/>
                <a:gd name="T64" fmla="*/ 2064 w 2964"/>
                <a:gd name="T65" fmla="*/ 1728 h 2736"/>
                <a:gd name="T66" fmla="*/ 1896 w 2964"/>
                <a:gd name="T67" fmla="*/ 1980 h 2736"/>
                <a:gd name="T68" fmla="*/ 1608 w 2964"/>
                <a:gd name="T69" fmla="*/ 2244 h 2736"/>
                <a:gd name="T70" fmla="*/ 1356 w 2964"/>
                <a:gd name="T71" fmla="*/ 2448 h 2736"/>
                <a:gd name="T72" fmla="*/ 960 w 2964"/>
                <a:gd name="T73" fmla="*/ 2676 h 2736"/>
                <a:gd name="T74" fmla="*/ 816 w 2964"/>
                <a:gd name="T75" fmla="*/ 2736 h 2736"/>
                <a:gd name="T76" fmla="*/ 828 w 2964"/>
                <a:gd name="T77" fmla="*/ 2544 h 2736"/>
                <a:gd name="T78" fmla="*/ 936 w 2964"/>
                <a:gd name="T79" fmla="*/ 2196 h 2736"/>
                <a:gd name="T80" fmla="*/ 888 w 2964"/>
                <a:gd name="T81" fmla="*/ 1896 h 2736"/>
                <a:gd name="T82" fmla="*/ 804 w 2964"/>
                <a:gd name="T83" fmla="*/ 1656 h 2736"/>
                <a:gd name="T84" fmla="*/ 696 w 2964"/>
                <a:gd name="T85" fmla="*/ 1464 h 2736"/>
                <a:gd name="T86" fmla="*/ 612 w 2964"/>
                <a:gd name="T87" fmla="*/ 1356 h 2736"/>
                <a:gd name="T88" fmla="*/ 408 w 2964"/>
                <a:gd name="T89" fmla="*/ 1248 h 2736"/>
                <a:gd name="T90" fmla="*/ 252 w 2964"/>
                <a:gd name="T91" fmla="*/ 1188 h 2736"/>
                <a:gd name="T92" fmla="*/ 120 w 2964"/>
                <a:gd name="T93" fmla="*/ 1176 h 2736"/>
                <a:gd name="T94" fmla="*/ 0 w 2964"/>
                <a:gd name="T95" fmla="*/ 1140 h 2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964" h="2736">
                  <a:moveTo>
                    <a:pt x="0" y="1140"/>
                  </a:moveTo>
                  <a:lnTo>
                    <a:pt x="561" y="816"/>
                  </a:lnTo>
                  <a:lnTo>
                    <a:pt x="852" y="912"/>
                  </a:lnTo>
                  <a:lnTo>
                    <a:pt x="1116" y="996"/>
                  </a:lnTo>
                  <a:lnTo>
                    <a:pt x="1668" y="1332"/>
                  </a:lnTo>
                  <a:lnTo>
                    <a:pt x="1860" y="1464"/>
                  </a:lnTo>
                  <a:lnTo>
                    <a:pt x="1992" y="1596"/>
                  </a:lnTo>
                  <a:lnTo>
                    <a:pt x="2100" y="1392"/>
                  </a:lnTo>
                  <a:lnTo>
                    <a:pt x="2148" y="1200"/>
                  </a:lnTo>
                  <a:lnTo>
                    <a:pt x="2184" y="1020"/>
                  </a:lnTo>
                  <a:lnTo>
                    <a:pt x="2220" y="720"/>
                  </a:lnTo>
                  <a:lnTo>
                    <a:pt x="2220" y="552"/>
                  </a:lnTo>
                  <a:lnTo>
                    <a:pt x="2208" y="384"/>
                  </a:lnTo>
                  <a:lnTo>
                    <a:pt x="2160" y="168"/>
                  </a:lnTo>
                  <a:lnTo>
                    <a:pt x="2100" y="0"/>
                  </a:lnTo>
                  <a:lnTo>
                    <a:pt x="2184" y="12"/>
                  </a:lnTo>
                  <a:lnTo>
                    <a:pt x="2352" y="72"/>
                  </a:lnTo>
                  <a:lnTo>
                    <a:pt x="2436" y="144"/>
                  </a:lnTo>
                  <a:lnTo>
                    <a:pt x="2520" y="204"/>
                  </a:lnTo>
                  <a:lnTo>
                    <a:pt x="2604" y="276"/>
                  </a:lnTo>
                  <a:lnTo>
                    <a:pt x="2712" y="396"/>
                  </a:lnTo>
                  <a:lnTo>
                    <a:pt x="2808" y="540"/>
                  </a:lnTo>
                  <a:lnTo>
                    <a:pt x="2880" y="684"/>
                  </a:lnTo>
                  <a:lnTo>
                    <a:pt x="2916" y="804"/>
                  </a:lnTo>
                  <a:lnTo>
                    <a:pt x="2940" y="960"/>
                  </a:lnTo>
                  <a:lnTo>
                    <a:pt x="2964" y="1116"/>
                  </a:lnTo>
                  <a:lnTo>
                    <a:pt x="2952" y="1248"/>
                  </a:lnTo>
                  <a:lnTo>
                    <a:pt x="2928" y="1368"/>
                  </a:lnTo>
                  <a:lnTo>
                    <a:pt x="2880" y="1428"/>
                  </a:lnTo>
                  <a:lnTo>
                    <a:pt x="2820" y="1500"/>
                  </a:lnTo>
                  <a:lnTo>
                    <a:pt x="2256" y="1826"/>
                  </a:lnTo>
                  <a:lnTo>
                    <a:pt x="2184" y="1860"/>
                  </a:lnTo>
                  <a:lnTo>
                    <a:pt x="2064" y="1728"/>
                  </a:lnTo>
                  <a:lnTo>
                    <a:pt x="1896" y="1980"/>
                  </a:lnTo>
                  <a:lnTo>
                    <a:pt x="1608" y="2244"/>
                  </a:lnTo>
                  <a:lnTo>
                    <a:pt x="1356" y="2448"/>
                  </a:lnTo>
                  <a:lnTo>
                    <a:pt x="960" y="2676"/>
                  </a:lnTo>
                  <a:lnTo>
                    <a:pt x="816" y="2736"/>
                  </a:lnTo>
                  <a:lnTo>
                    <a:pt x="828" y="2544"/>
                  </a:lnTo>
                  <a:lnTo>
                    <a:pt x="936" y="2196"/>
                  </a:lnTo>
                  <a:lnTo>
                    <a:pt x="888" y="1896"/>
                  </a:lnTo>
                  <a:lnTo>
                    <a:pt x="804" y="1656"/>
                  </a:lnTo>
                  <a:lnTo>
                    <a:pt x="696" y="1464"/>
                  </a:lnTo>
                  <a:lnTo>
                    <a:pt x="612" y="1356"/>
                  </a:lnTo>
                  <a:lnTo>
                    <a:pt x="408" y="1248"/>
                  </a:lnTo>
                  <a:lnTo>
                    <a:pt x="252" y="1188"/>
                  </a:lnTo>
                  <a:lnTo>
                    <a:pt x="120" y="1176"/>
                  </a:lnTo>
                  <a:lnTo>
                    <a:pt x="0" y="1140"/>
                  </a:lnTo>
                  <a:close/>
                </a:path>
              </a:pathLst>
            </a:custGeom>
            <a:gradFill rotWithShape="0">
              <a:gsLst>
                <a:gs pos="0">
                  <a:srgbClr val="339966">
                    <a:gamma/>
                    <a:shade val="52941"/>
                    <a:invGamma/>
                  </a:srgbClr>
                </a:gs>
                <a:gs pos="50000">
                  <a:srgbClr val="339966"/>
                </a:gs>
                <a:gs pos="100000">
                  <a:srgbClr val="339966">
                    <a:gamma/>
                    <a:shade val="52941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CC641C59-F3B6-655D-DA4C-02F249C5F4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6" y="575"/>
              <a:ext cx="754" cy="609"/>
            </a:xfrm>
            <a:custGeom>
              <a:avLst/>
              <a:gdLst>
                <a:gd name="T0" fmla="*/ 1752 w 1752"/>
                <a:gd name="T1" fmla="*/ 12 h 1416"/>
                <a:gd name="T2" fmla="*/ 1752 w 1752"/>
                <a:gd name="T3" fmla="*/ 612 h 1416"/>
                <a:gd name="T4" fmla="*/ 1740 w 1752"/>
                <a:gd name="T5" fmla="*/ 828 h 1416"/>
                <a:gd name="T6" fmla="*/ 1704 w 1752"/>
                <a:gd name="T7" fmla="*/ 972 h 1416"/>
                <a:gd name="T8" fmla="*/ 1668 w 1752"/>
                <a:gd name="T9" fmla="*/ 1128 h 1416"/>
                <a:gd name="T10" fmla="*/ 1608 w 1752"/>
                <a:gd name="T11" fmla="*/ 1284 h 1416"/>
                <a:gd name="T12" fmla="*/ 1536 w 1752"/>
                <a:gd name="T13" fmla="*/ 1416 h 1416"/>
                <a:gd name="T14" fmla="*/ 1392 w 1752"/>
                <a:gd name="T15" fmla="*/ 1296 h 1416"/>
                <a:gd name="T16" fmla="*/ 1212 w 1752"/>
                <a:gd name="T17" fmla="*/ 1152 h 1416"/>
                <a:gd name="T18" fmla="*/ 1008 w 1752"/>
                <a:gd name="T19" fmla="*/ 1020 h 1416"/>
                <a:gd name="T20" fmla="*/ 828 w 1752"/>
                <a:gd name="T21" fmla="*/ 924 h 1416"/>
                <a:gd name="T22" fmla="*/ 576 w 1752"/>
                <a:gd name="T23" fmla="*/ 780 h 1416"/>
                <a:gd name="T24" fmla="*/ 396 w 1752"/>
                <a:gd name="T25" fmla="*/ 708 h 1416"/>
                <a:gd name="T26" fmla="*/ 192 w 1752"/>
                <a:gd name="T27" fmla="*/ 636 h 1416"/>
                <a:gd name="T28" fmla="*/ 0 w 1752"/>
                <a:gd name="T29" fmla="*/ 600 h 1416"/>
                <a:gd name="T30" fmla="*/ 0 w 1752"/>
                <a:gd name="T31" fmla="*/ 0 h 1416"/>
                <a:gd name="T32" fmla="*/ 1752 w 1752"/>
                <a:gd name="T33" fmla="*/ 12 h 14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52" h="1416">
                  <a:moveTo>
                    <a:pt x="1752" y="12"/>
                  </a:moveTo>
                  <a:lnTo>
                    <a:pt x="1752" y="612"/>
                  </a:lnTo>
                  <a:lnTo>
                    <a:pt x="1740" y="828"/>
                  </a:lnTo>
                  <a:lnTo>
                    <a:pt x="1704" y="972"/>
                  </a:lnTo>
                  <a:lnTo>
                    <a:pt x="1668" y="1128"/>
                  </a:lnTo>
                  <a:lnTo>
                    <a:pt x="1608" y="1284"/>
                  </a:lnTo>
                  <a:lnTo>
                    <a:pt x="1536" y="1416"/>
                  </a:lnTo>
                  <a:lnTo>
                    <a:pt x="1392" y="1296"/>
                  </a:lnTo>
                  <a:lnTo>
                    <a:pt x="1212" y="1152"/>
                  </a:lnTo>
                  <a:lnTo>
                    <a:pt x="1008" y="1020"/>
                  </a:lnTo>
                  <a:lnTo>
                    <a:pt x="828" y="924"/>
                  </a:lnTo>
                  <a:lnTo>
                    <a:pt x="576" y="780"/>
                  </a:lnTo>
                  <a:lnTo>
                    <a:pt x="396" y="708"/>
                  </a:lnTo>
                  <a:lnTo>
                    <a:pt x="192" y="636"/>
                  </a:lnTo>
                  <a:lnTo>
                    <a:pt x="0" y="600"/>
                  </a:lnTo>
                  <a:lnTo>
                    <a:pt x="0" y="0"/>
                  </a:lnTo>
                  <a:lnTo>
                    <a:pt x="1752" y="12"/>
                  </a:lnTo>
                  <a:close/>
                </a:path>
              </a:pathLst>
            </a:custGeom>
            <a:gradFill rotWithShape="0">
              <a:gsLst>
                <a:gs pos="0">
                  <a:srgbClr val="FF0066">
                    <a:gamma/>
                    <a:shade val="62745"/>
                    <a:invGamma/>
                  </a:srgbClr>
                </a:gs>
                <a:gs pos="50000">
                  <a:srgbClr val="FF0066"/>
                </a:gs>
                <a:gs pos="100000">
                  <a:srgbClr val="FF0066">
                    <a:gamma/>
                    <a:shade val="6274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9" name="Oval 6">
              <a:extLst>
                <a:ext uri="{FF2B5EF4-FFF2-40B4-BE49-F238E27FC236}">
                  <a16:creationId xmlns:a16="http://schemas.microsoft.com/office/drawing/2014/main" id="{5B2726B1-7F89-1CA6-0BB5-CD48C06CA1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6" y="363"/>
              <a:ext cx="754" cy="444"/>
            </a:xfrm>
            <a:prstGeom prst="ellipse">
              <a:avLst/>
            </a:prstGeom>
            <a:solidFill>
              <a:srgbClr val="FF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A08C8460-B04D-2AB7-9270-42C88AC2F0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2" y="1179"/>
              <a:ext cx="738" cy="578"/>
            </a:xfrm>
            <a:custGeom>
              <a:avLst/>
              <a:gdLst>
                <a:gd name="T0" fmla="*/ 1416 w 1716"/>
                <a:gd name="T1" fmla="*/ 108 h 1344"/>
                <a:gd name="T2" fmla="*/ 1320 w 1716"/>
                <a:gd name="T3" fmla="*/ 240 h 1344"/>
                <a:gd name="T4" fmla="*/ 1236 w 1716"/>
                <a:gd name="T5" fmla="*/ 336 h 1344"/>
                <a:gd name="T6" fmla="*/ 1140 w 1716"/>
                <a:gd name="T7" fmla="*/ 432 h 1344"/>
                <a:gd name="T8" fmla="*/ 1056 w 1716"/>
                <a:gd name="T9" fmla="*/ 504 h 1344"/>
                <a:gd name="T10" fmla="*/ 948 w 1716"/>
                <a:gd name="T11" fmla="*/ 588 h 1344"/>
                <a:gd name="T12" fmla="*/ 852 w 1716"/>
                <a:gd name="T13" fmla="*/ 684 h 1344"/>
                <a:gd name="T14" fmla="*/ 312 w 1716"/>
                <a:gd name="T15" fmla="*/ 996 h 1344"/>
                <a:gd name="T16" fmla="*/ 0 w 1716"/>
                <a:gd name="T17" fmla="*/ 960 h 1344"/>
                <a:gd name="T18" fmla="*/ 72 w 1716"/>
                <a:gd name="T19" fmla="*/ 1032 h 1344"/>
                <a:gd name="T20" fmla="*/ 144 w 1716"/>
                <a:gd name="T21" fmla="*/ 1128 h 1344"/>
                <a:gd name="T22" fmla="*/ 240 w 1716"/>
                <a:gd name="T23" fmla="*/ 1176 h 1344"/>
                <a:gd name="T24" fmla="*/ 372 w 1716"/>
                <a:gd name="T25" fmla="*/ 1236 h 1344"/>
                <a:gd name="T26" fmla="*/ 504 w 1716"/>
                <a:gd name="T27" fmla="*/ 1296 h 1344"/>
                <a:gd name="T28" fmla="*/ 648 w 1716"/>
                <a:gd name="T29" fmla="*/ 1320 h 1344"/>
                <a:gd name="T30" fmla="*/ 864 w 1716"/>
                <a:gd name="T31" fmla="*/ 1344 h 1344"/>
                <a:gd name="T32" fmla="*/ 1092 w 1716"/>
                <a:gd name="T33" fmla="*/ 1308 h 1344"/>
                <a:gd name="T34" fmla="*/ 1308 w 1716"/>
                <a:gd name="T35" fmla="*/ 1248 h 1344"/>
                <a:gd name="T36" fmla="*/ 1500 w 1716"/>
                <a:gd name="T37" fmla="*/ 1140 h 1344"/>
                <a:gd name="T38" fmla="*/ 1632 w 1716"/>
                <a:gd name="T39" fmla="*/ 1032 h 1344"/>
                <a:gd name="T40" fmla="*/ 1692 w 1716"/>
                <a:gd name="T41" fmla="*/ 864 h 1344"/>
                <a:gd name="T42" fmla="*/ 1716 w 1716"/>
                <a:gd name="T43" fmla="*/ 684 h 1344"/>
                <a:gd name="T44" fmla="*/ 1716 w 1716"/>
                <a:gd name="T45" fmla="*/ 168 h 1344"/>
                <a:gd name="T46" fmla="*/ 1656 w 1716"/>
                <a:gd name="T47" fmla="*/ 108 h 1344"/>
                <a:gd name="T48" fmla="*/ 1584 w 1716"/>
                <a:gd name="T49" fmla="*/ 48 h 1344"/>
                <a:gd name="T50" fmla="*/ 1500 w 1716"/>
                <a:gd name="T51" fmla="*/ 0 h 1344"/>
                <a:gd name="T52" fmla="*/ 1416 w 1716"/>
                <a:gd name="T53" fmla="*/ 108 h 1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716" h="1344">
                  <a:moveTo>
                    <a:pt x="1416" y="108"/>
                  </a:moveTo>
                  <a:lnTo>
                    <a:pt x="1320" y="240"/>
                  </a:lnTo>
                  <a:lnTo>
                    <a:pt x="1236" y="336"/>
                  </a:lnTo>
                  <a:lnTo>
                    <a:pt x="1140" y="432"/>
                  </a:lnTo>
                  <a:lnTo>
                    <a:pt x="1056" y="504"/>
                  </a:lnTo>
                  <a:lnTo>
                    <a:pt x="948" y="588"/>
                  </a:lnTo>
                  <a:lnTo>
                    <a:pt x="852" y="684"/>
                  </a:lnTo>
                  <a:lnTo>
                    <a:pt x="312" y="996"/>
                  </a:lnTo>
                  <a:lnTo>
                    <a:pt x="0" y="960"/>
                  </a:lnTo>
                  <a:lnTo>
                    <a:pt x="72" y="1032"/>
                  </a:lnTo>
                  <a:lnTo>
                    <a:pt x="144" y="1128"/>
                  </a:lnTo>
                  <a:lnTo>
                    <a:pt x="240" y="1176"/>
                  </a:lnTo>
                  <a:lnTo>
                    <a:pt x="372" y="1236"/>
                  </a:lnTo>
                  <a:lnTo>
                    <a:pt x="504" y="1296"/>
                  </a:lnTo>
                  <a:lnTo>
                    <a:pt x="648" y="1320"/>
                  </a:lnTo>
                  <a:lnTo>
                    <a:pt x="864" y="1344"/>
                  </a:lnTo>
                  <a:lnTo>
                    <a:pt x="1092" y="1308"/>
                  </a:lnTo>
                  <a:lnTo>
                    <a:pt x="1308" y="1248"/>
                  </a:lnTo>
                  <a:lnTo>
                    <a:pt x="1500" y="1140"/>
                  </a:lnTo>
                  <a:lnTo>
                    <a:pt x="1632" y="1032"/>
                  </a:lnTo>
                  <a:lnTo>
                    <a:pt x="1692" y="864"/>
                  </a:lnTo>
                  <a:lnTo>
                    <a:pt x="1716" y="684"/>
                  </a:lnTo>
                  <a:lnTo>
                    <a:pt x="1716" y="168"/>
                  </a:lnTo>
                  <a:lnTo>
                    <a:pt x="1656" y="108"/>
                  </a:lnTo>
                  <a:lnTo>
                    <a:pt x="1584" y="48"/>
                  </a:lnTo>
                  <a:lnTo>
                    <a:pt x="1500" y="0"/>
                  </a:lnTo>
                  <a:lnTo>
                    <a:pt x="1416" y="108"/>
                  </a:lnTo>
                  <a:close/>
                </a:path>
              </a:pathLst>
            </a:custGeom>
            <a:gradFill rotWithShape="0">
              <a:gsLst>
                <a:gs pos="0">
                  <a:srgbClr val="FF0066">
                    <a:gamma/>
                    <a:shade val="64706"/>
                    <a:invGamma/>
                  </a:srgbClr>
                </a:gs>
                <a:gs pos="50000">
                  <a:srgbClr val="FF0066"/>
                </a:gs>
                <a:gs pos="100000">
                  <a:srgbClr val="FF0066">
                    <a:gamma/>
                    <a:shade val="64706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1" name="Oval 8">
              <a:extLst>
                <a:ext uri="{FF2B5EF4-FFF2-40B4-BE49-F238E27FC236}">
                  <a16:creationId xmlns:a16="http://schemas.microsoft.com/office/drawing/2014/main" id="{E6FF0F95-006B-1D38-8BB7-B1508D6A7D0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875859">
              <a:off x="2362" y="900"/>
              <a:ext cx="472" cy="754"/>
            </a:xfrm>
            <a:prstGeom prst="ellipse">
              <a:avLst/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12" name="Group 9">
            <a:extLst>
              <a:ext uri="{FF2B5EF4-FFF2-40B4-BE49-F238E27FC236}">
                <a16:creationId xmlns:a16="http://schemas.microsoft.com/office/drawing/2014/main" id="{75AAD54B-31F9-7AE9-8966-1E617E22090F}"/>
              </a:ext>
            </a:extLst>
          </p:cNvPr>
          <p:cNvGrpSpPr>
            <a:grpSpLocks/>
          </p:cNvGrpSpPr>
          <p:nvPr/>
        </p:nvGrpSpPr>
        <p:grpSpPr bwMode="auto">
          <a:xfrm>
            <a:off x="1724025" y="925511"/>
            <a:ext cx="1909763" cy="1822450"/>
            <a:chOff x="516" y="445"/>
            <a:chExt cx="1392" cy="1328"/>
          </a:xfrm>
        </p:grpSpPr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229FDAE6-0549-C8C9-849D-2335EAAF6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" y="487"/>
              <a:ext cx="1334" cy="1240"/>
            </a:xfrm>
            <a:custGeom>
              <a:avLst/>
              <a:gdLst>
                <a:gd name="T0" fmla="*/ 0 w 1334"/>
                <a:gd name="T1" fmla="*/ 478 h 1240"/>
                <a:gd name="T2" fmla="*/ 300 w 1334"/>
                <a:gd name="T3" fmla="*/ 305 h 1240"/>
                <a:gd name="T4" fmla="*/ 374 w 1334"/>
                <a:gd name="T5" fmla="*/ 341 h 1240"/>
                <a:gd name="T6" fmla="*/ 437 w 1334"/>
                <a:gd name="T7" fmla="*/ 371 h 1240"/>
                <a:gd name="T8" fmla="*/ 466 w 1334"/>
                <a:gd name="T9" fmla="*/ 408 h 1240"/>
                <a:gd name="T10" fmla="*/ 509 w 1334"/>
                <a:gd name="T11" fmla="*/ 478 h 1240"/>
                <a:gd name="T12" fmla="*/ 620 w 1334"/>
                <a:gd name="T13" fmla="*/ 536 h 1240"/>
                <a:gd name="T14" fmla="*/ 741 w 1334"/>
                <a:gd name="T15" fmla="*/ 557 h 1240"/>
                <a:gd name="T16" fmla="*/ 846 w 1334"/>
                <a:gd name="T17" fmla="*/ 546 h 1240"/>
                <a:gd name="T18" fmla="*/ 872 w 1334"/>
                <a:gd name="T19" fmla="*/ 489 h 1240"/>
                <a:gd name="T20" fmla="*/ 898 w 1334"/>
                <a:gd name="T21" fmla="*/ 399 h 1240"/>
                <a:gd name="T22" fmla="*/ 909 w 1334"/>
                <a:gd name="T23" fmla="*/ 315 h 1240"/>
                <a:gd name="T24" fmla="*/ 919 w 1334"/>
                <a:gd name="T25" fmla="*/ 226 h 1240"/>
                <a:gd name="T26" fmla="*/ 893 w 1334"/>
                <a:gd name="T27" fmla="*/ 126 h 1240"/>
                <a:gd name="T28" fmla="*/ 861 w 1334"/>
                <a:gd name="T29" fmla="*/ 63 h 1240"/>
                <a:gd name="T30" fmla="*/ 804 w 1334"/>
                <a:gd name="T31" fmla="*/ 16 h 1240"/>
                <a:gd name="T32" fmla="*/ 840 w 1334"/>
                <a:gd name="T33" fmla="*/ 0 h 1240"/>
                <a:gd name="T34" fmla="*/ 898 w 1334"/>
                <a:gd name="T35" fmla="*/ 0 h 1240"/>
                <a:gd name="T36" fmla="*/ 956 w 1334"/>
                <a:gd name="T37" fmla="*/ 11 h 1240"/>
                <a:gd name="T38" fmla="*/ 1014 w 1334"/>
                <a:gd name="T39" fmla="*/ 26 h 1240"/>
                <a:gd name="T40" fmla="*/ 1071 w 1334"/>
                <a:gd name="T41" fmla="*/ 63 h 1240"/>
                <a:gd name="T42" fmla="*/ 1124 w 1334"/>
                <a:gd name="T43" fmla="*/ 95 h 1240"/>
                <a:gd name="T44" fmla="*/ 1166 w 1334"/>
                <a:gd name="T45" fmla="*/ 131 h 1240"/>
                <a:gd name="T46" fmla="*/ 1208 w 1334"/>
                <a:gd name="T47" fmla="*/ 184 h 1240"/>
                <a:gd name="T48" fmla="*/ 1239 w 1334"/>
                <a:gd name="T49" fmla="*/ 231 h 1240"/>
                <a:gd name="T50" fmla="*/ 1276 w 1334"/>
                <a:gd name="T51" fmla="*/ 299 h 1240"/>
                <a:gd name="T52" fmla="*/ 1297 w 1334"/>
                <a:gd name="T53" fmla="*/ 342 h 1240"/>
                <a:gd name="T54" fmla="*/ 1323 w 1334"/>
                <a:gd name="T55" fmla="*/ 420 h 1240"/>
                <a:gd name="T56" fmla="*/ 1334 w 1334"/>
                <a:gd name="T57" fmla="*/ 494 h 1240"/>
                <a:gd name="T58" fmla="*/ 1334 w 1334"/>
                <a:gd name="T59" fmla="*/ 562 h 1240"/>
                <a:gd name="T60" fmla="*/ 1318 w 1334"/>
                <a:gd name="T61" fmla="*/ 636 h 1240"/>
                <a:gd name="T62" fmla="*/ 1297 w 1334"/>
                <a:gd name="T63" fmla="*/ 699 h 1240"/>
                <a:gd name="T64" fmla="*/ 1266 w 1334"/>
                <a:gd name="T65" fmla="*/ 736 h 1240"/>
                <a:gd name="T66" fmla="*/ 919 w 1334"/>
                <a:gd name="T67" fmla="*/ 946 h 1240"/>
                <a:gd name="T68" fmla="*/ 410 w 1334"/>
                <a:gd name="T69" fmla="*/ 1240 h 1240"/>
                <a:gd name="T70" fmla="*/ 462 w 1334"/>
                <a:gd name="T71" fmla="*/ 1161 h 1240"/>
                <a:gd name="T72" fmla="*/ 509 w 1334"/>
                <a:gd name="T73" fmla="*/ 1082 h 1240"/>
                <a:gd name="T74" fmla="*/ 520 w 1334"/>
                <a:gd name="T75" fmla="*/ 962 h 1240"/>
                <a:gd name="T76" fmla="*/ 488 w 1334"/>
                <a:gd name="T77" fmla="*/ 851 h 1240"/>
                <a:gd name="T78" fmla="*/ 441 w 1334"/>
                <a:gd name="T79" fmla="*/ 741 h 1240"/>
                <a:gd name="T80" fmla="*/ 404 w 1334"/>
                <a:gd name="T81" fmla="*/ 678 h 1240"/>
                <a:gd name="T82" fmla="*/ 341 w 1334"/>
                <a:gd name="T83" fmla="*/ 615 h 1240"/>
                <a:gd name="T84" fmla="*/ 268 w 1334"/>
                <a:gd name="T85" fmla="*/ 546 h 1240"/>
                <a:gd name="T86" fmla="*/ 152 w 1334"/>
                <a:gd name="T87" fmla="*/ 489 h 1240"/>
                <a:gd name="T88" fmla="*/ 74 w 1334"/>
                <a:gd name="T89" fmla="*/ 473 h 1240"/>
                <a:gd name="T90" fmla="*/ 0 w 1334"/>
                <a:gd name="T91" fmla="*/ 478 h 1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334" h="1240">
                  <a:moveTo>
                    <a:pt x="0" y="478"/>
                  </a:moveTo>
                  <a:lnTo>
                    <a:pt x="300" y="305"/>
                  </a:lnTo>
                  <a:lnTo>
                    <a:pt x="374" y="341"/>
                  </a:lnTo>
                  <a:lnTo>
                    <a:pt x="437" y="371"/>
                  </a:lnTo>
                  <a:lnTo>
                    <a:pt x="466" y="408"/>
                  </a:lnTo>
                  <a:lnTo>
                    <a:pt x="509" y="478"/>
                  </a:lnTo>
                  <a:lnTo>
                    <a:pt x="620" y="536"/>
                  </a:lnTo>
                  <a:lnTo>
                    <a:pt x="741" y="557"/>
                  </a:lnTo>
                  <a:lnTo>
                    <a:pt x="846" y="546"/>
                  </a:lnTo>
                  <a:lnTo>
                    <a:pt x="872" y="489"/>
                  </a:lnTo>
                  <a:lnTo>
                    <a:pt x="898" y="399"/>
                  </a:lnTo>
                  <a:lnTo>
                    <a:pt x="909" y="315"/>
                  </a:lnTo>
                  <a:lnTo>
                    <a:pt x="919" y="226"/>
                  </a:lnTo>
                  <a:lnTo>
                    <a:pt x="893" y="126"/>
                  </a:lnTo>
                  <a:lnTo>
                    <a:pt x="861" y="63"/>
                  </a:lnTo>
                  <a:lnTo>
                    <a:pt x="804" y="16"/>
                  </a:lnTo>
                  <a:lnTo>
                    <a:pt x="840" y="0"/>
                  </a:lnTo>
                  <a:lnTo>
                    <a:pt x="898" y="0"/>
                  </a:lnTo>
                  <a:lnTo>
                    <a:pt x="956" y="11"/>
                  </a:lnTo>
                  <a:lnTo>
                    <a:pt x="1014" y="26"/>
                  </a:lnTo>
                  <a:lnTo>
                    <a:pt x="1071" y="63"/>
                  </a:lnTo>
                  <a:lnTo>
                    <a:pt x="1124" y="95"/>
                  </a:lnTo>
                  <a:lnTo>
                    <a:pt x="1166" y="131"/>
                  </a:lnTo>
                  <a:lnTo>
                    <a:pt x="1208" y="184"/>
                  </a:lnTo>
                  <a:lnTo>
                    <a:pt x="1239" y="231"/>
                  </a:lnTo>
                  <a:lnTo>
                    <a:pt x="1276" y="299"/>
                  </a:lnTo>
                  <a:lnTo>
                    <a:pt x="1297" y="342"/>
                  </a:lnTo>
                  <a:lnTo>
                    <a:pt x="1323" y="420"/>
                  </a:lnTo>
                  <a:lnTo>
                    <a:pt x="1334" y="494"/>
                  </a:lnTo>
                  <a:lnTo>
                    <a:pt x="1334" y="562"/>
                  </a:lnTo>
                  <a:lnTo>
                    <a:pt x="1318" y="636"/>
                  </a:lnTo>
                  <a:lnTo>
                    <a:pt x="1297" y="699"/>
                  </a:lnTo>
                  <a:lnTo>
                    <a:pt x="1266" y="736"/>
                  </a:lnTo>
                  <a:lnTo>
                    <a:pt x="919" y="946"/>
                  </a:lnTo>
                  <a:lnTo>
                    <a:pt x="410" y="1240"/>
                  </a:lnTo>
                  <a:lnTo>
                    <a:pt x="462" y="1161"/>
                  </a:lnTo>
                  <a:lnTo>
                    <a:pt x="509" y="1082"/>
                  </a:lnTo>
                  <a:lnTo>
                    <a:pt x="520" y="962"/>
                  </a:lnTo>
                  <a:lnTo>
                    <a:pt x="488" y="851"/>
                  </a:lnTo>
                  <a:lnTo>
                    <a:pt x="441" y="741"/>
                  </a:lnTo>
                  <a:lnTo>
                    <a:pt x="404" y="678"/>
                  </a:lnTo>
                  <a:lnTo>
                    <a:pt x="341" y="615"/>
                  </a:lnTo>
                  <a:lnTo>
                    <a:pt x="268" y="546"/>
                  </a:lnTo>
                  <a:lnTo>
                    <a:pt x="152" y="489"/>
                  </a:lnTo>
                  <a:lnTo>
                    <a:pt x="74" y="473"/>
                  </a:lnTo>
                  <a:lnTo>
                    <a:pt x="0" y="478"/>
                  </a:lnTo>
                  <a:close/>
                </a:path>
              </a:pathLst>
            </a:custGeom>
            <a:gradFill rotWithShape="0">
              <a:gsLst>
                <a:gs pos="0">
                  <a:srgbClr val="339966">
                    <a:gamma/>
                    <a:shade val="43137"/>
                    <a:invGamma/>
                  </a:srgbClr>
                </a:gs>
                <a:gs pos="50000">
                  <a:srgbClr val="339966"/>
                </a:gs>
                <a:gs pos="100000">
                  <a:srgbClr val="339966">
                    <a:gamma/>
                    <a:shade val="43137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4" name="Oval 11">
              <a:extLst>
                <a:ext uri="{FF2B5EF4-FFF2-40B4-BE49-F238E27FC236}">
                  <a16:creationId xmlns:a16="http://schemas.microsoft.com/office/drawing/2014/main" id="{4BE023C4-8845-4622-D8E2-E883F9D4717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801384">
              <a:off x="516" y="910"/>
              <a:ext cx="546" cy="863"/>
            </a:xfrm>
            <a:prstGeom prst="ellipse">
              <a:avLst/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EE1D650A-57FE-F4B6-F0A9-139969E4C416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" y="613"/>
              <a:ext cx="620" cy="468"/>
            </a:xfrm>
            <a:custGeom>
              <a:avLst/>
              <a:gdLst>
                <a:gd name="T0" fmla="*/ 0 w 1416"/>
                <a:gd name="T1" fmla="*/ 36 h 1068"/>
                <a:gd name="T2" fmla="*/ 0 w 1416"/>
                <a:gd name="T3" fmla="*/ 408 h 1068"/>
                <a:gd name="T4" fmla="*/ 168 w 1416"/>
                <a:gd name="T5" fmla="*/ 552 h 1068"/>
                <a:gd name="T6" fmla="*/ 300 w 1416"/>
                <a:gd name="T7" fmla="*/ 684 h 1068"/>
                <a:gd name="T8" fmla="*/ 420 w 1416"/>
                <a:gd name="T9" fmla="*/ 792 h 1068"/>
                <a:gd name="T10" fmla="*/ 552 w 1416"/>
                <a:gd name="T11" fmla="*/ 900 h 1068"/>
                <a:gd name="T12" fmla="*/ 672 w 1416"/>
                <a:gd name="T13" fmla="*/ 984 h 1068"/>
                <a:gd name="T14" fmla="*/ 804 w 1416"/>
                <a:gd name="T15" fmla="*/ 1044 h 1068"/>
                <a:gd name="T16" fmla="*/ 924 w 1416"/>
                <a:gd name="T17" fmla="*/ 1068 h 1068"/>
                <a:gd name="T18" fmla="*/ 1044 w 1416"/>
                <a:gd name="T19" fmla="*/ 1056 h 1068"/>
                <a:gd name="T20" fmla="*/ 1128 w 1416"/>
                <a:gd name="T21" fmla="*/ 1032 h 1068"/>
                <a:gd name="T22" fmla="*/ 1248 w 1416"/>
                <a:gd name="T23" fmla="*/ 972 h 1068"/>
                <a:gd name="T24" fmla="*/ 1332 w 1416"/>
                <a:gd name="T25" fmla="*/ 852 h 1068"/>
                <a:gd name="T26" fmla="*/ 1380 w 1416"/>
                <a:gd name="T27" fmla="*/ 744 h 1068"/>
                <a:gd name="T28" fmla="*/ 1404 w 1416"/>
                <a:gd name="T29" fmla="*/ 576 h 1068"/>
                <a:gd name="T30" fmla="*/ 1416 w 1416"/>
                <a:gd name="T31" fmla="*/ 492 h 1068"/>
                <a:gd name="T32" fmla="*/ 1416 w 1416"/>
                <a:gd name="T33" fmla="*/ 0 h 1068"/>
                <a:gd name="T34" fmla="*/ 1332 w 1416"/>
                <a:gd name="T35" fmla="*/ 168 h 1068"/>
                <a:gd name="T36" fmla="*/ 1272 w 1416"/>
                <a:gd name="T37" fmla="*/ 276 h 1068"/>
                <a:gd name="T38" fmla="*/ 1164 w 1416"/>
                <a:gd name="T39" fmla="*/ 348 h 1068"/>
                <a:gd name="T40" fmla="*/ 1032 w 1416"/>
                <a:gd name="T41" fmla="*/ 396 h 1068"/>
                <a:gd name="T42" fmla="*/ 936 w 1416"/>
                <a:gd name="T43" fmla="*/ 408 h 1068"/>
                <a:gd name="T44" fmla="*/ 768 w 1416"/>
                <a:gd name="T45" fmla="*/ 444 h 1068"/>
                <a:gd name="T46" fmla="*/ 660 w 1416"/>
                <a:gd name="T47" fmla="*/ 456 h 1068"/>
                <a:gd name="T48" fmla="*/ 468 w 1416"/>
                <a:gd name="T49" fmla="*/ 432 h 1068"/>
                <a:gd name="T50" fmla="*/ 372 w 1416"/>
                <a:gd name="T51" fmla="*/ 372 h 1068"/>
                <a:gd name="T52" fmla="*/ 240 w 1416"/>
                <a:gd name="T53" fmla="*/ 336 h 1068"/>
                <a:gd name="T54" fmla="*/ 132 w 1416"/>
                <a:gd name="T55" fmla="*/ 240 h 1068"/>
                <a:gd name="T56" fmla="*/ 72 w 1416"/>
                <a:gd name="T57" fmla="*/ 180 h 1068"/>
                <a:gd name="T58" fmla="*/ 0 w 1416"/>
                <a:gd name="T59" fmla="*/ 36 h 10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416" h="1068">
                  <a:moveTo>
                    <a:pt x="0" y="36"/>
                  </a:moveTo>
                  <a:lnTo>
                    <a:pt x="0" y="408"/>
                  </a:lnTo>
                  <a:lnTo>
                    <a:pt x="168" y="552"/>
                  </a:lnTo>
                  <a:lnTo>
                    <a:pt x="300" y="684"/>
                  </a:lnTo>
                  <a:lnTo>
                    <a:pt x="420" y="792"/>
                  </a:lnTo>
                  <a:lnTo>
                    <a:pt x="552" y="900"/>
                  </a:lnTo>
                  <a:lnTo>
                    <a:pt x="672" y="984"/>
                  </a:lnTo>
                  <a:lnTo>
                    <a:pt x="804" y="1044"/>
                  </a:lnTo>
                  <a:lnTo>
                    <a:pt x="924" y="1068"/>
                  </a:lnTo>
                  <a:lnTo>
                    <a:pt x="1044" y="1056"/>
                  </a:lnTo>
                  <a:lnTo>
                    <a:pt x="1128" y="1032"/>
                  </a:lnTo>
                  <a:lnTo>
                    <a:pt x="1248" y="972"/>
                  </a:lnTo>
                  <a:lnTo>
                    <a:pt x="1332" y="852"/>
                  </a:lnTo>
                  <a:lnTo>
                    <a:pt x="1380" y="744"/>
                  </a:lnTo>
                  <a:lnTo>
                    <a:pt x="1404" y="576"/>
                  </a:lnTo>
                  <a:lnTo>
                    <a:pt x="1416" y="492"/>
                  </a:lnTo>
                  <a:lnTo>
                    <a:pt x="1416" y="0"/>
                  </a:lnTo>
                  <a:lnTo>
                    <a:pt x="1332" y="168"/>
                  </a:lnTo>
                  <a:lnTo>
                    <a:pt x="1272" y="276"/>
                  </a:lnTo>
                  <a:lnTo>
                    <a:pt x="1164" y="348"/>
                  </a:lnTo>
                  <a:lnTo>
                    <a:pt x="1032" y="396"/>
                  </a:lnTo>
                  <a:lnTo>
                    <a:pt x="936" y="408"/>
                  </a:lnTo>
                  <a:lnTo>
                    <a:pt x="768" y="444"/>
                  </a:lnTo>
                  <a:lnTo>
                    <a:pt x="660" y="456"/>
                  </a:lnTo>
                  <a:lnTo>
                    <a:pt x="468" y="432"/>
                  </a:lnTo>
                  <a:lnTo>
                    <a:pt x="372" y="372"/>
                  </a:lnTo>
                  <a:lnTo>
                    <a:pt x="240" y="336"/>
                  </a:lnTo>
                  <a:lnTo>
                    <a:pt x="132" y="240"/>
                  </a:lnTo>
                  <a:lnTo>
                    <a:pt x="72" y="180"/>
                  </a:lnTo>
                  <a:lnTo>
                    <a:pt x="0" y="36"/>
                  </a:lnTo>
                  <a:close/>
                </a:path>
              </a:pathLst>
            </a:custGeom>
            <a:gradFill rotWithShape="0">
              <a:gsLst>
                <a:gs pos="0">
                  <a:srgbClr val="FF6600">
                    <a:gamma/>
                    <a:shade val="60784"/>
                    <a:invGamma/>
                  </a:srgbClr>
                </a:gs>
                <a:gs pos="50000">
                  <a:srgbClr val="FF6600"/>
                </a:gs>
                <a:gs pos="100000">
                  <a:srgbClr val="FF6600">
                    <a:gamma/>
                    <a:shade val="60784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6" name="Oval 13">
              <a:extLst>
                <a:ext uri="{FF2B5EF4-FFF2-40B4-BE49-F238E27FC236}">
                  <a16:creationId xmlns:a16="http://schemas.microsoft.com/office/drawing/2014/main" id="{6C6CBB00-B871-747C-FE43-AA6CD14CD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" y="445"/>
              <a:ext cx="609" cy="388"/>
            </a:xfrm>
            <a:prstGeom prst="ellipse">
              <a:avLst/>
            </a:prstGeom>
            <a:solidFill>
              <a:srgbClr val="FF66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76D8AD41-2077-887A-3BEE-880B7C251508}"/>
                </a:ext>
              </a:extLst>
            </p:cNvPr>
            <p:cNvSpPr>
              <a:spLocks/>
            </p:cNvSpPr>
            <p:nvPr/>
          </p:nvSpPr>
          <p:spPr bwMode="auto">
            <a:xfrm>
              <a:off x="994" y="1428"/>
              <a:ext cx="510" cy="341"/>
            </a:xfrm>
            <a:custGeom>
              <a:avLst/>
              <a:gdLst>
                <a:gd name="T0" fmla="*/ 0 w 1164"/>
                <a:gd name="T1" fmla="*/ 660 h 780"/>
                <a:gd name="T2" fmla="*/ 660 w 1164"/>
                <a:gd name="T3" fmla="*/ 264 h 780"/>
                <a:gd name="T4" fmla="*/ 732 w 1164"/>
                <a:gd name="T5" fmla="*/ 204 h 780"/>
                <a:gd name="T6" fmla="*/ 804 w 1164"/>
                <a:gd name="T7" fmla="*/ 132 h 780"/>
                <a:gd name="T8" fmla="*/ 888 w 1164"/>
                <a:gd name="T9" fmla="*/ 60 h 780"/>
                <a:gd name="T10" fmla="*/ 984 w 1164"/>
                <a:gd name="T11" fmla="*/ 12 h 780"/>
                <a:gd name="T12" fmla="*/ 1080 w 1164"/>
                <a:gd name="T13" fmla="*/ 0 h 780"/>
                <a:gd name="T14" fmla="*/ 1164 w 1164"/>
                <a:gd name="T15" fmla="*/ 0 h 780"/>
                <a:gd name="T16" fmla="*/ 1164 w 1164"/>
                <a:gd name="T17" fmla="*/ 336 h 780"/>
                <a:gd name="T18" fmla="*/ 1116 w 1164"/>
                <a:gd name="T19" fmla="*/ 456 h 780"/>
                <a:gd name="T20" fmla="*/ 1056 w 1164"/>
                <a:gd name="T21" fmla="*/ 552 h 780"/>
                <a:gd name="T22" fmla="*/ 936 w 1164"/>
                <a:gd name="T23" fmla="*/ 648 h 780"/>
                <a:gd name="T24" fmla="*/ 816 w 1164"/>
                <a:gd name="T25" fmla="*/ 720 h 780"/>
                <a:gd name="T26" fmla="*/ 708 w 1164"/>
                <a:gd name="T27" fmla="*/ 756 h 780"/>
                <a:gd name="T28" fmla="*/ 600 w 1164"/>
                <a:gd name="T29" fmla="*/ 780 h 780"/>
                <a:gd name="T30" fmla="*/ 468 w 1164"/>
                <a:gd name="T31" fmla="*/ 780 h 780"/>
                <a:gd name="T32" fmla="*/ 312 w 1164"/>
                <a:gd name="T33" fmla="*/ 768 h 780"/>
                <a:gd name="T34" fmla="*/ 228 w 1164"/>
                <a:gd name="T35" fmla="*/ 756 h 780"/>
                <a:gd name="T36" fmla="*/ 144 w 1164"/>
                <a:gd name="T37" fmla="*/ 708 h 780"/>
                <a:gd name="T38" fmla="*/ 0 w 1164"/>
                <a:gd name="T39" fmla="*/ 660 h 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164" h="780">
                  <a:moveTo>
                    <a:pt x="0" y="660"/>
                  </a:moveTo>
                  <a:lnTo>
                    <a:pt x="660" y="264"/>
                  </a:lnTo>
                  <a:lnTo>
                    <a:pt x="732" y="204"/>
                  </a:lnTo>
                  <a:lnTo>
                    <a:pt x="804" y="132"/>
                  </a:lnTo>
                  <a:lnTo>
                    <a:pt x="888" y="60"/>
                  </a:lnTo>
                  <a:lnTo>
                    <a:pt x="984" y="12"/>
                  </a:lnTo>
                  <a:lnTo>
                    <a:pt x="1080" y="0"/>
                  </a:lnTo>
                  <a:lnTo>
                    <a:pt x="1164" y="0"/>
                  </a:lnTo>
                  <a:lnTo>
                    <a:pt x="1164" y="336"/>
                  </a:lnTo>
                  <a:lnTo>
                    <a:pt x="1116" y="456"/>
                  </a:lnTo>
                  <a:lnTo>
                    <a:pt x="1056" y="552"/>
                  </a:lnTo>
                  <a:lnTo>
                    <a:pt x="936" y="648"/>
                  </a:lnTo>
                  <a:lnTo>
                    <a:pt x="816" y="720"/>
                  </a:lnTo>
                  <a:lnTo>
                    <a:pt x="708" y="756"/>
                  </a:lnTo>
                  <a:lnTo>
                    <a:pt x="600" y="780"/>
                  </a:lnTo>
                  <a:lnTo>
                    <a:pt x="468" y="780"/>
                  </a:lnTo>
                  <a:lnTo>
                    <a:pt x="312" y="768"/>
                  </a:lnTo>
                  <a:lnTo>
                    <a:pt x="228" y="756"/>
                  </a:lnTo>
                  <a:lnTo>
                    <a:pt x="144" y="708"/>
                  </a:lnTo>
                  <a:lnTo>
                    <a:pt x="0" y="660"/>
                  </a:lnTo>
                  <a:close/>
                </a:path>
              </a:pathLst>
            </a:custGeom>
            <a:gradFill rotWithShape="0">
              <a:gsLst>
                <a:gs pos="0">
                  <a:srgbClr val="FF6600"/>
                </a:gs>
                <a:gs pos="100000">
                  <a:srgbClr val="FF6600">
                    <a:gamma/>
                    <a:shade val="74510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18" name="Group 15">
            <a:extLst>
              <a:ext uri="{FF2B5EF4-FFF2-40B4-BE49-F238E27FC236}">
                <a16:creationId xmlns:a16="http://schemas.microsoft.com/office/drawing/2014/main" id="{5011D675-A434-E9B9-7B8A-514B424A87EF}"/>
              </a:ext>
            </a:extLst>
          </p:cNvPr>
          <p:cNvGrpSpPr>
            <a:grpSpLocks/>
          </p:cNvGrpSpPr>
          <p:nvPr/>
        </p:nvGrpSpPr>
        <p:grpSpPr bwMode="auto">
          <a:xfrm>
            <a:off x="7313613" y="895349"/>
            <a:ext cx="1617662" cy="1927225"/>
            <a:chOff x="4280" y="375"/>
            <a:chExt cx="1156" cy="1377"/>
          </a:xfrm>
        </p:grpSpPr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FF2DB8D4-342A-FDB0-75C9-D1EE92311D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1" y="612"/>
              <a:ext cx="821" cy="1140"/>
            </a:xfrm>
            <a:custGeom>
              <a:avLst/>
              <a:gdLst>
                <a:gd name="T0" fmla="*/ 0 w 2028"/>
                <a:gd name="T1" fmla="*/ 48 h 2832"/>
                <a:gd name="T2" fmla="*/ 0 w 2028"/>
                <a:gd name="T3" fmla="*/ 2208 h 2832"/>
                <a:gd name="T4" fmla="*/ 24 w 2028"/>
                <a:gd name="T5" fmla="*/ 2304 h 2832"/>
                <a:gd name="T6" fmla="*/ 96 w 2028"/>
                <a:gd name="T7" fmla="*/ 2460 h 2832"/>
                <a:gd name="T8" fmla="*/ 192 w 2028"/>
                <a:gd name="T9" fmla="*/ 2556 h 2832"/>
                <a:gd name="T10" fmla="*/ 336 w 2028"/>
                <a:gd name="T11" fmla="*/ 2652 h 2832"/>
                <a:gd name="T12" fmla="*/ 468 w 2028"/>
                <a:gd name="T13" fmla="*/ 2724 h 2832"/>
                <a:gd name="T14" fmla="*/ 636 w 2028"/>
                <a:gd name="T15" fmla="*/ 2784 h 2832"/>
                <a:gd name="T16" fmla="*/ 768 w 2028"/>
                <a:gd name="T17" fmla="*/ 2820 h 2832"/>
                <a:gd name="T18" fmla="*/ 936 w 2028"/>
                <a:gd name="T19" fmla="*/ 2832 h 2832"/>
                <a:gd name="T20" fmla="*/ 1116 w 2028"/>
                <a:gd name="T21" fmla="*/ 2832 h 2832"/>
                <a:gd name="T22" fmla="*/ 1296 w 2028"/>
                <a:gd name="T23" fmla="*/ 2808 h 2832"/>
                <a:gd name="T24" fmla="*/ 1452 w 2028"/>
                <a:gd name="T25" fmla="*/ 2784 h 2832"/>
                <a:gd name="T26" fmla="*/ 1596 w 2028"/>
                <a:gd name="T27" fmla="*/ 2724 h 2832"/>
                <a:gd name="T28" fmla="*/ 1716 w 2028"/>
                <a:gd name="T29" fmla="*/ 2664 h 2832"/>
                <a:gd name="T30" fmla="*/ 1836 w 2028"/>
                <a:gd name="T31" fmla="*/ 2580 h 2832"/>
                <a:gd name="T32" fmla="*/ 1944 w 2028"/>
                <a:gd name="T33" fmla="*/ 2460 h 2832"/>
                <a:gd name="T34" fmla="*/ 2016 w 2028"/>
                <a:gd name="T35" fmla="*/ 2328 h 2832"/>
                <a:gd name="T36" fmla="*/ 2028 w 2028"/>
                <a:gd name="T37" fmla="*/ 2208 h 2832"/>
                <a:gd name="T38" fmla="*/ 2028 w 2028"/>
                <a:gd name="T39" fmla="*/ 0 h 2832"/>
                <a:gd name="T40" fmla="*/ 0 w 2028"/>
                <a:gd name="T41" fmla="*/ 48 h 2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028" h="2832">
                  <a:moveTo>
                    <a:pt x="0" y="48"/>
                  </a:moveTo>
                  <a:lnTo>
                    <a:pt x="0" y="2208"/>
                  </a:lnTo>
                  <a:lnTo>
                    <a:pt x="24" y="2304"/>
                  </a:lnTo>
                  <a:lnTo>
                    <a:pt x="96" y="2460"/>
                  </a:lnTo>
                  <a:lnTo>
                    <a:pt x="192" y="2556"/>
                  </a:lnTo>
                  <a:lnTo>
                    <a:pt x="336" y="2652"/>
                  </a:lnTo>
                  <a:lnTo>
                    <a:pt x="468" y="2724"/>
                  </a:lnTo>
                  <a:lnTo>
                    <a:pt x="636" y="2784"/>
                  </a:lnTo>
                  <a:lnTo>
                    <a:pt x="768" y="2820"/>
                  </a:lnTo>
                  <a:lnTo>
                    <a:pt x="936" y="2832"/>
                  </a:lnTo>
                  <a:lnTo>
                    <a:pt x="1116" y="2832"/>
                  </a:lnTo>
                  <a:lnTo>
                    <a:pt x="1296" y="2808"/>
                  </a:lnTo>
                  <a:lnTo>
                    <a:pt x="1452" y="2784"/>
                  </a:lnTo>
                  <a:lnTo>
                    <a:pt x="1596" y="2724"/>
                  </a:lnTo>
                  <a:lnTo>
                    <a:pt x="1716" y="2664"/>
                  </a:lnTo>
                  <a:lnTo>
                    <a:pt x="1836" y="2580"/>
                  </a:lnTo>
                  <a:lnTo>
                    <a:pt x="1944" y="2460"/>
                  </a:lnTo>
                  <a:lnTo>
                    <a:pt x="2016" y="2328"/>
                  </a:lnTo>
                  <a:lnTo>
                    <a:pt x="2028" y="2208"/>
                  </a:lnTo>
                  <a:lnTo>
                    <a:pt x="2028" y="0"/>
                  </a:lnTo>
                  <a:lnTo>
                    <a:pt x="0" y="48"/>
                  </a:lnTo>
                  <a:close/>
                </a:path>
              </a:pathLst>
            </a:custGeom>
            <a:gradFill rotWithShape="0">
              <a:gsLst>
                <a:gs pos="0">
                  <a:srgbClr val="FF0066">
                    <a:gamma/>
                    <a:shade val="46275"/>
                    <a:invGamma/>
                  </a:srgbClr>
                </a:gs>
                <a:gs pos="50000">
                  <a:srgbClr val="FF0066"/>
                </a:gs>
                <a:gs pos="100000">
                  <a:srgbClr val="FF0066">
                    <a:gamma/>
                    <a:shade val="46275"/>
                    <a:invGamma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0" name="Oval 17">
              <a:extLst>
                <a:ext uri="{FF2B5EF4-FFF2-40B4-BE49-F238E27FC236}">
                  <a16:creationId xmlns:a16="http://schemas.microsoft.com/office/drawing/2014/main" id="{DB9E2A87-D92A-B0D4-844C-8506D5F915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1" y="375"/>
              <a:ext cx="817" cy="488"/>
            </a:xfrm>
            <a:prstGeom prst="ellipse">
              <a:avLst/>
            </a:prstGeom>
            <a:solidFill>
              <a:srgbClr val="FF99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696F8490-4216-8AEB-003C-39323C3150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0" y="955"/>
              <a:ext cx="541" cy="584"/>
            </a:xfrm>
            <a:custGeom>
              <a:avLst/>
              <a:gdLst>
                <a:gd name="T0" fmla="*/ 0 w 1344"/>
                <a:gd name="T1" fmla="*/ 168 h 1452"/>
                <a:gd name="T2" fmla="*/ 192 w 1344"/>
                <a:gd name="T3" fmla="*/ 216 h 1452"/>
                <a:gd name="T4" fmla="*/ 420 w 1344"/>
                <a:gd name="T5" fmla="*/ 348 h 1452"/>
                <a:gd name="T6" fmla="*/ 660 w 1344"/>
                <a:gd name="T7" fmla="*/ 576 h 1452"/>
                <a:gd name="T8" fmla="*/ 756 w 1344"/>
                <a:gd name="T9" fmla="*/ 804 h 1452"/>
                <a:gd name="T10" fmla="*/ 792 w 1344"/>
                <a:gd name="T11" fmla="*/ 1080 h 1452"/>
                <a:gd name="T12" fmla="*/ 732 w 1344"/>
                <a:gd name="T13" fmla="*/ 1308 h 1452"/>
                <a:gd name="T14" fmla="*/ 696 w 1344"/>
                <a:gd name="T15" fmla="*/ 1452 h 1452"/>
                <a:gd name="T16" fmla="*/ 1008 w 1344"/>
                <a:gd name="T17" fmla="*/ 1272 h 1452"/>
                <a:gd name="T18" fmla="*/ 1140 w 1344"/>
                <a:gd name="T19" fmla="*/ 1176 h 1452"/>
                <a:gd name="T20" fmla="*/ 1236 w 1344"/>
                <a:gd name="T21" fmla="*/ 1056 h 1452"/>
                <a:gd name="T22" fmla="*/ 1308 w 1344"/>
                <a:gd name="T23" fmla="*/ 936 h 1452"/>
                <a:gd name="T24" fmla="*/ 1344 w 1344"/>
                <a:gd name="T25" fmla="*/ 780 h 1452"/>
                <a:gd name="T26" fmla="*/ 1344 w 1344"/>
                <a:gd name="T27" fmla="*/ 636 h 1452"/>
                <a:gd name="T28" fmla="*/ 1296 w 1344"/>
                <a:gd name="T29" fmla="*/ 504 h 1452"/>
                <a:gd name="T30" fmla="*/ 1200 w 1344"/>
                <a:gd name="T31" fmla="*/ 396 h 1452"/>
                <a:gd name="T32" fmla="*/ 1080 w 1344"/>
                <a:gd name="T33" fmla="*/ 312 h 1452"/>
                <a:gd name="T34" fmla="*/ 900 w 1344"/>
                <a:gd name="T35" fmla="*/ 216 h 1452"/>
                <a:gd name="T36" fmla="*/ 732 w 1344"/>
                <a:gd name="T37" fmla="*/ 144 h 1452"/>
                <a:gd name="T38" fmla="*/ 528 w 1344"/>
                <a:gd name="T39" fmla="*/ 84 h 1452"/>
                <a:gd name="T40" fmla="*/ 408 w 1344"/>
                <a:gd name="T41" fmla="*/ 36 h 1452"/>
                <a:gd name="T42" fmla="*/ 276 w 1344"/>
                <a:gd name="T43" fmla="*/ 0 h 1452"/>
                <a:gd name="T44" fmla="*/ 0 w 1344"/>
                <a:gd name="T45" fmla="*/ 168 h 1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44" h="1452">
                  <a:moveTo>
                    <a:pt x="0" y="168"/>
                  </a:moveTo>
                  <a:lnTo>
                    <a:pt x="192" y="216"/>
                  </a:lnTo>
                  <a:lnTo>
                    <a:pt x="420" y="348"/>
                  </a:lnTo>
                  <a:lnTo>
                    <a:pt x="660" y="576"/>
                  </a:lnTo>
                  <a:lnTo>
                    <a:pt x="756" y="804"/>
                  </a:lnTo>
                  <a:lnTo>
                    <a:pt x="792" y="1080"/>
                  </a:lnTo>
                  <a:lnTo>
                    <a:pt x="732" y="1308"/>
                  </a:lnTo>
                  <a:lnTo>
                    <a:pt x="696" y="1452"/>
                  </a:lnTo>
                  <a:lnTo>
                    <a:pt x="1008" y="1272"/>
                  </a:lnTo>
                  <a:lnTo>
                    <a:pt x="1140" y="1176"/>
                  </a:lnTo>
                  <a:lnTo>
                    <a:pt x="1236" y="1056"/>
                  </a:lnTo>
                  <a:lnTo>
                    <a:pt x="1308" y="936"/>
                  </a:lnTo>
                  <a:lnTo>
                    <a:pt x="1344" y="780"/>
                  </a:lnTo>
                  <a:lnTo>
                    <a:pt x="1344" y="636"/>
                  </a:lnTo>
                  <a:lnTo>
                    <a:pt x="1296" y="504"/>
                  </a:lnTo>
                  <a:lnTo>
                    <a:pt x="1200" y="396"/>
                  </a:lnTo>
                  <a:lnTo>
                    <a:pt x="1080" y="312"/>
                  </a:lnTo>
                  <a:lnTo>
                    <a:pt x="900" y="216"/>
                  </a:lnTo>
                  <a:lnTo>
                    <a:pt x="732" y="144"/>
                  </a:lnTo>
                  <a:lnTo>
                    <a:pt x="528" y="84"/>
                  </a:lnTo>
                  <a:lnTo>
                    <a:pt x="408" y="36"/>
                  </a:lnTo>
                  <a:lnTo>
                    <a:pt x="276" y="0"/>
                  </a:lnTo>
                  <a:lnTo>
                    <a:pt x="0" y="168"/>
                  </a:lnTo>
                  <a:close/>
                </a:path>
              </a:pathLst>
            </a:custGeom>
            <a:gradFill rotWithShape="0">
              <a:gsLst>
                <a:gs pos="0">
                  <a:srgbClr val="339966">
                    <a:gamma/>
                    <a:shade val="46275"/>
                    <a:invGamma/>
                  </a:srgbClr>
                </a:gs>
                <a:gs pos="50000">
                  <a:srgbClr val="339966"/>
                </a:gs>
                <a:gs pos="100000">
                  <a:srgbClr val="339966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2" name="Oval 19">
              <a:extLst>
                <a:ext uri="{FF2B5EF4-FFF2-40B4-BE49-F238E27FC236}">
                  <a16:creationId xmlns:a16="http://schemas.microsoft.com/office/drawing/2014/main" id="{4D673A42-7DC7-4E45-5B51-B1C2CDB7B06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847301">
              <a:off x="4280" y="983"/>
              <a:ext cx="368" cy="587"/>
            </a:xfrm>
            <a:prstGeom prst="ellipse">
              <a:avLst/>
            </a:prstGeom>
            <a:solidFill>
              <a:srgbClr val="33CCC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805CB2F3-4C3E-2B0F-02F5-1CD406FFE5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3" y="612"/>
              <a:ext cx="213" cy="551"/>
            </a:xfrm>
            <a:custGeom>
              <a:avLst/>
              <a:gdLst>
                <a:gd name="T0" fmla="*/ 72 w 528"/>
                <a:gd name="T1" fmla="*/ 0 h 1368"/>
                <a:gd name="T2" fmla="*/ 72 w 528"/>
                <a:gd name="T3" fmla="*/ 684 h 1368"/>
                <a:gd name="T4" fmla="*/ 36 w 528"/>
                <a:gd name="T5" fmla="*/ 876 h 1368"/>
                <a:gd name="T6" fmla="*/ 0 w 528"/>
                <a:gd name="T7" fmla="*/ 1044 h 1368"/>
                <a:gd name="T8" fmla="*/ 0 w 528"/>
                <a:gd name="T9" fmla="*/ 1152 h 1368"/>
                <a:gd name="T10" fmla="*/ 36 w 528"/>
                <a:gd name="T11" fmla="*/ 1284 h 1368"/>
                <a:gd name="T12" fmla="*/ 60 w 528"/>
                <a:gd name="T13" fmla="*/ 1368 h 1368"/>
                <a:gd name="T14" fmla="*/ 413 w 528"/>
                <a:gd name="T15" fmla="*/ 1164 h 1368"/>
                <a:gd name="T16" fmla="*/ 492 w 528"/>
                <a:gd name="T17" fmla="*/ 1056 h 1368"/>
                <a:gd name="T18" fmla="*/ 528 w 528"/>
                <a:gd name="T19" fmla="*/ 924 h 1368"/>
                <a:gd name="T20" fmla="*/ 528 w 528"/>
                <a:gd name="T21" fmla="*/ 768 h 1368"/>
                <a:gd name="T22" fmla="*/ 516 w 528"/>
                <a:gd name="T23" fmla="*/ 612 h 1368"/>
                <a:gd name="T24" fmla="*/ 480 w 528"/>
                <a:gd name="T25" fmla="*/ 480 h 1368"/>
                <a:gd name="T26" fmla="*/ 420 w 528"/>
                <a:gd name="T27" fmla="*/ 372 h 1368"/>
                <a:gd name="T28" fmla="*/ 348 w 528"/>
                <a:gd name="T29" fmla="*/ 252 h 1368"/>
                <a:gd name="T30" fmla="*/ 264 w 528"/>
                <a:gd name="T31" fmla="*/ 144 h 1368"/>
                <a:gd name="T32" fmla="*/ 180 w 528"/>
                <a:gd name="T33" fmla="*/ 60 h 1368"/>
                <a:gd name="T34" fmla="*/ 72 w 528"/>
                <a:gd name="T35" fmla="*/ 0 h 13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28" h="1368">
                  <a:moveTo>
                    <a:pt x="72" y="0"/>
                  </a:moveTo>
                  <a:lnTo>
                    <a:pt x="72" y="684"/>
                  </a:lnTo>
                  <a:lnTo>
                    <a:pt x="36" y="876"/>
                  </a:lnTo>
                  <a:lnTo>
                    <a:pt x="0" y="1044"/>
                  </a:lnTo>
                  <a:lnTo>
                    <a:pt x="0" y="1152"/>
                  </a:lnTo>
                  <a:lnTo>
                    <a:pt x="36" y="1284"/>
                  </a:lnTo>
                  <a:lnTo>
                    <a:pt x="60" y="1368"/>
                  </a:lnTo>
                  <a:lnTo>
                    <a:pt x="413" y="1164"/>
                  </a:lnTo>
                  <a:lnTo>
                    <a:pt x="492" y="1056"/>
                  </a:lnTo>
                  <a:lnTo>
                    <a:pt x="528" y="924"/>
                  </a:lnTo>
                  <a:lnTo>
                    <a:pt x="528" y="768"/>
                  </a:lnTo>
                  <a:lnTo>
                    <a:pt x="516" y="612"/>
                  </a:lnTo>
                  <a:lnTo>
                    <a:pt x="480" y="480"/>
                  </a:lnTo>
                  <a:lnTo>
                    <a:pt x="420" y="372"/>
                  </a:lnTo>
                  <a:lnTo>
                    <a:pt x="348" y="252"/>
                  </a:lnTo>
                  <a:lnTo>
                    <a:pt x="264" y="144"/>
                  </a:lnTo>
                  <a:lnTo>
                    <a:pt x="180" y="60"/>
                  </a:lnTo>
                  <a:lnTo>
                    <a:pt x="72" y="0"/>
                  </a:lnTo>
                  <a:close/>
                </a:path>
              </a:pathLst>
            </a:custGeom>
            <a:gradFill rotWithShape="0">
              <a:gsLst>
                <a:gs pos="0">
                  <a:srgbClr val="339966">
                    <a:gamma/>
                    <a:shade val="46275"/>
                    <a:invGamma/>
                  </a:srgbClr>
                </a:gs>
                <a:gs pos="100000">
                  <a:srgbClr val="339966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grpSp>
        <p:nvGrpSpPr>
          <p:cNvPr id="24" name="Group 21">
            <a:extLst>
              <a:ext uri="{FF2B5EF4-FFF2-40B4-BE49-F238E27FC236}">
                <a16:creationId xmlns:a16="http://schemas.microsoft.com/office/drawing/2014/main" id="{CF4A9329-DDDC-276F-FA9A-0BE1D656CA2D}"/>
              </a:ext>
            </a:extLst>
          </p:cNvPr>
          <p:cNvGrpSpPr>
            <a:grpSpLocks/>
          </p:cNvGrpSpPr>
          <p:nvPr/>
        </p:nvGrpSpPr>
        <p:grpSpPr bwMode="auto">
          <a:xfrm>
            <a:off x="4092575" y="2976561"/>
            <a:ext cx="1816100" cy="3043238"/>
            <a:chOff x="2058" y="1780"/>
            <a:chExt cx="1144" cy="1917"/>
          </a:xfrm>
        </p:grpSpPr>
        <p:sp>
          <p:nvSpPr>
            <p:cNvPr id="25" name="Line 22">
              <a:extLst>
                <a:ext uri="{FF2B5EF4-FFF2-40B4-BE49-F238E27FC236}">
                  <a16:creationId xmlns:a16="http://schemas.microsoft.com/office/drawing/2014/main" id="{27F3E04C-D172-663C-BEE1-C568ABB40F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47" y="2076"/>
              <a:ext cx="563" cy="56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6" name="Line 23">
              <a:extLst>
                <a:ext uri="{FF2B5EF4-FFF2-40B4-BE49-F238E27FC236}">
                  <a16:creationId xmlns:a16="http://schemas.microsoft.com/office/drawing/2014/main" id="{EE2BB202-854C-B178-ED89-56EFA2CE7B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7" y="2076"/>
              <a:ext cx="562" cy="56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7" name="Line 24">
              <a:extLst>
                <a:ext uri="{FF2B5EF4-FFF2-40B4-BE49-F238E27FC236}">
                  <a16:creationId xmlns:a16="http://schemas.microsoft.com/office/drawing/2014/main" id="{9FB006A6-3775-54D9-2E45-02BEEA1691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7" y="2824"/>
              <a:ext cx="5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8" name="Line 25">
              <a:extLst>
                <a:ext uri="{FF2B5EF4-FFF2-40B4-BE49-F238E27FC236}">
                  <a16:creationId xmlns:a16="http://schemas.microsoft.com/office/drawing/2014/main" id="{DC6F3CD9-E278-3C5F-8F5F-27087A0B8C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47" y="2632"/>
              <a:ext cx="0" cy="20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9" name="Line 26">
              <a:extLst>
                <a:ext uri="{FF2B5EF4-FFF2-40B4-BE49-F238E27FC236}">
                  <a16:creationId xmlns:a16="http://schemas.microsoft.com/office/drawing/2014/main" id="{5401CBF1-5304-3303-A254-D8AD6EE84D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60" y="2638"/>
              <a:ext cx="18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0" name="Line 27">
              <a:extLst>
                <a:ext uri="{FF2B5EF4-FFF2-40B4-BE49-F238E27FC236}">
                  <a16:creationId xmlns:a16="http://schemas.microsoft.com/office/drawing/2014/main" id="{784EF816-16EF-0277-89C7-A6AC72664C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0" y="2076"/>
              <a:ext cx="0" cy="56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1" name="Line 28">
              <a:extLst>
                <a:ext uri="{FF2B5EF4-FFF2-40B4-BE49-F238E27FC236}">
                  <a16:creationId xmlns:a16="http://schemas.microsoft.com/office/drawing/2014/main" id="{A0F9D82C-C5EB-C99A-85C3-5E2CC2A27F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076"/>
              <a:ext cx="18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2" name="Line 29">
              <a:extLst>
                <a:ext uri="{FF2B5EF4-FFF2-40B4-BE49-F238E27FC236}">
                  <a16:creationId xmlns:a16="http://schemas.microsoft.com/office/drawing/2014/main" id="{692A44B2-4BE4-5025-E25D-117D998B2B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47" y="1890"/>
              <a:ext cx="0" cy="18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3" name="Line 30">
              <a:extLst>
                <a:ext uri="{FF2B5EF4-FFF2-40B4-BE49-F238E27FC236}">
                  <a16:creationId xmlns:a16="http://schemas.microsoft.com/office/drawing/2014/main" id="{E3643D34-BC0E-85DF-1883-7472810DDC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7" y="1890"/>
              <a:ext cx="56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4" name="Line 31">
              <a:extLst>
                <a:ext uri="{FF2B5EF4-FFF2-40B4-BE49-F238E27FC236}">
                  <a16:creationId xmlns:a16="http://schemas.microsoft.com/office/drawing/2014/main" id="{9E267121-587C-AF4D-4CC6-E2AD5655EA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0" y="1890"/>
              <a:ext cx="0" cy="20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5" name="Line 32">
              <a:extLst>
                <a:ext uri="{FF2B5EF4-FFF2-40B4-BE49-F238E27FC236}">
                  <a16:creationId xmlns:a16="http://schemas.microsoft.com/office/drawing/2014/main" id="{9739A512-C5AC-0BDF-7553-E4BBB8640C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0" y="2084"/>
              <a:ext cx="1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6" name="Line 33">
              <a:extLst>
                <a:ext uri="{FF2B5EF4-FFF2-40B4-BE49-F238E27FC236}">
                  <a16:creationId xmlns:a16="http://schemas.microsoft.com/office/drawing/2014/main" id="{FF2C3669-7F4B-9E04-882B-4375689A3E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98" y="2083"/>
              <a:ext cx="0" cy="56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7" name="Line 34">
              <a:extLst>
                <a:ext uri="{FF2B5EF4-FFF2-40B4-BE49-F238E27FC236}">
                  <a16:creationId xmlns:a16="http://schemas.microsoft.com/office/drawing/2014/main" id="{B0EE582A-91CB-0003-AE7C-E4E47AA410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10" y="2638"/>
              <a:ext cx="1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8" name="Line 35">
              <a:extLst>
                <a:ext uri="{FF2B5EF4-FFF2-40B4-BE49-F238E27FC236}">
                  <a16:creationId xmlns:a16="http://schemas.microsoft.com/office/drawing/2014/main" id="{5908A8E1-918A-1D63-FACA-314488CD7C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9" y="2632"/>
              <a:ext cx="0" cy="20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9" name="Oval 36">
              <a:extLst>
                <a:ext uri="{FF2B5EF4-FFF2-40B4-BE49-F238E27FC236}">
                  <a16:creationId xmlns:a16="http://schemas.microsoft.com/office/drawing/2014/main" id="{F012638F-3774-4B53-775A-E650217F87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7" y="3050"/>
              <a:ext cx="563" cy="56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0" name="Rectangle 37">
              <a:extLst>
                <a:ext uri="{FF2B5EF4-FFF2-40B4-BE49-F238E27FC236}">
                  <a16:creationId xmlns:a16="http://schemas.microsoft.com/office/drawing/2014/main" id="{1788DD67-352D-BDC7-6C7B-0B7E606E40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050"/>
              <a:ext cx="937" cy="564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41" name="Group 38">
              <a:extLst>
                <a:ext uri="{FF2B5EF4-FFF2-40B4-BE49-F238E27FC236}">
                  <a16:creationId xmlns:a16="http://schemas.microsoft.com/office/drawing/2014/main" id="{264BE038-B940-06F4-0BB9-27EB6A9B22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58" y="2356"/>
              <a:ext cx="1144" cy="1"/>
              <a:chOff x="2268" y="1265"/>
              <a:chExt cx="1144" cy="1"/>
            </a:xfrm>
          </p:grpSpPr>
          <p:sp>
            <p:nvSpPr>
              <p:cNvPr id="58" name="Freeform 39">
                <a:extLst>
                  <a:ext uri="{FF2B5EF4-FFF2-40B4-BE49-F238E27FC236}">
                    <a16:creationId xmlns:a16="http://schemas.microsoft.com/office/drawing/2014/main" id="{9F5D756D-0CC5-5239-930E-1DF9BCB0B9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8" y="1265"/>
                <a:ext cx="360" cy="1"/>
              </a:xfrm>
              <a:custGeom>
                <a:avLst/>
                <a:gdLst>
                  <a:gd name="T0" fmla="*/ 0 w 1080"/>
                  <a:gd name="T1" fmla="*/ 1079 w 1080"/>
                  <a:gd name="T2" fmla="*/ 1080 w 108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080">
                    <a:moveTo>
                      <a:pt x="0" y="0"/>
                    </a:moveTo>
                    <a:lnTo>
                      <a:pt x="1079" y="0"/>
                    </a:lnTo>
                    <a:lnTo>
                      <a:pt x="1080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9" name="Freeform 40">
                <a:extLst>
                  <a:ext uri="{FF2B5EF4-FFF2-40B4-BE49-F238E27FC236}">
                    <a16:creationId xmlns:a16="http://schemas.microsoft.com/office/drawing/2014/main" id="{ED1C6C5A-6DAD-1AB6-271A-DCDCF69EE8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0" y="1265"/>
                <a:ext cx="8" cy="1"/>
              </a:xfrm>
              <a:custGeom>
                <a:avLst/>
                <a:gdLst>
                  <a:gd name="T0" fmla="*/ 0 w 24"/>
                  <a:gd name="T1" fmla="*/ 22 w 24"/>
                  <a:gd name="T2" fmla="*/ 24 w 2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4">
                    <a:moveTo>
                      <a:pt x="0" y="0"/>
                    </a:moveTo>
                    <a:lnTo>
                      <a:pt x="22" y="0"/>
                    </a:lnTo>
                    <a:lnTo>
                      <a:pt x="24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0" name="Freeform 41">
                <a:extLst>
                  <a:ext uri="{FF2B5EF4-FFF2-40B4-BE49-F238E27FC236}">
                    <a16:creationId xmlns:a16="http://schemas.microsoft.com/office/drawing/2014/main" id="{4B0398F9-3FF1-3CE3-F255-F4CE21C228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1" y="1265"/>
                <a:ext cx="460" cy="1"/>
              </a:xfrm>
              <a:custGeom>
                <a:avLst/>
                <a:gdLst>
                  <a:gd name="T0" fmla="*/ 0 w 1382"/>
                  <a:gd name="T1" fmla="*/ 1380 w 1382"/>
                  <a:gd name="T2" fmla="*/ 1382 w 138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382">
                    <a:moveTo>
                      <a:pt x="0" y="0"/>
                    </a:moveTo>
                    <a:lnTo>
                      <a:pt x="1380" y="0"/>
                    </a:lnTo>
                    <a:lnTo>
                      <a:pt x="1382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1" name="Freeform 42">
                <a:extLst>
                  <a:ext uri="{FF2B5EF4-FFF2-40B4-BE49-F238E27FC236}">
                    <a16:creationId xmlns:a16="http://schemas.microsoft.com/office/drawing/2014/main" id="{7172DCDE-515C-023B-2219-F9D5840D4A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0" y="1265"/>
                <a:ext cx="8" cy="1"/>
              </a:xfrm>
              <a:custGeom>
                <a:avLst/>
                <a:gdLst>
                  <a:gd name="T0" fmla="*/ 0 w 23"/>
                  <a:gd name="T1" fmla="*/ 22 w 23"/>
                  <a:gd name="T2" fmla="*/ 23 w 2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23">
                    <a:moveTo>
                      <a:pt x="0" y="0"/>
                    </a:moveTo>
                    <a:lnTo>
                      <a:pt x="22" y="0"/>
                    </a:lnTo>
                    <a:lnTo>
                      <a:pt x="23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2" name="Freeform 43">
                <a:extLst>
                  <a:ext uri="{FF2B5EF4-FFF2-40B4-BE49-F238E27FC236}">
                    <a16:creationId xmlns:a16="http://schemas.microsoft.com/office/drawing/2014/main" id="{6F48C485-EBA4-FBDF-A5E1-72B8CF586D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3" y="1265"/>
                <a:ext cx="189" cy="1"/>
              </a:xfrm>
              <a:custGeom>
                <a:avLst/>
                <a:gdLst>
                  <a:gd name="T0" fmla="*/ 0 w 567"/>
                  <a:gd name="T1" fmla="*/ 566 w 567"/>
                  <a:gd name="T2" fmla="*/ 567 w 567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567">
                    <a:moveTo>
                      <a:pt x="0" y="0"/>
                    </a:moveTo>
                    <a:lnTo>
                      <a:pt x="566" y="0"/>
                    </a:lnTo>
                    <a:lnTo>
                      <a:pt x="567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42" name="Group 44">
              <a:extLst>
                <a:ext uri="{FF2B5EF4-FFF2-40B4-BE49-F238E27FC236}">
                  <a16:creationId xmlns:a16="http://schemas.microsoft.com/office/drawing/2014/main" id="{62E41BD8-2E98-1329-9694-1362C1CA4C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28" y="1780"/>
              <a:ext cx="1" cy="1133"/>
              <a:chOff x="2838" y="689"/>
              <a:chExt cx="1" cy="1133"/>
            </a:xfrm>
          </p:grpSpPr>
          <p:sp>
            <p:nvSpPr>
              <p:cNvPr id="53" name="Freeform 45">
                <a:extLst>
                  <a:ext uri="{FF2B5EF4-FFF2-40B4-BE49-F238E27FC236}">
                    <a16:creationId xmlns:a16="http://schemas.microsoft.com/office/drawing/2014/main" id="{31113045-EA44-DC3C-A1D6-0222AB61FA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8" y="689"/>
                <a:ext cx="1" cy="194"/>
              </a:xfrm>
              <a:custGeom>
                <a:avLst/>
                <a:gdLst>
                  <a:gd name="T0" fmla="*/ 0 w 1"/>
                  <a:gd name="T1" fmla="*/ 0 h 582"/>
                  <a:gd name="T2" fmla="*/ 0 w 1"/>
                  <a:gd name="T3" fmla="*/ 582 h 582"/>
                  <a:gd name="T4" fmla="*/ 1 w 1"/>
                  <a:gd name="T5" fmla="*/ 582 h 5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582">
                    <a:moveTo>
                      <a:pt x="0" y="0"/>
                    </a:moveTo>
                    <a:lnTo>
                      <a:pt x="0" y="582"/>
                    </a:lnTo>
                    <a:lnTo>
                      <a:pt x="1" y="582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4" name="Freeform 46">
                <a:extLst>
                  <a:ext uri="{FF2B5EF4-FFF2-40B4-BE49-F238E27FC236}">
                    <a16:creationId xmlns:a16="http://schemas.microsoft.com/office/drawing/2014/main" id="{4ADB7D59-C4DE-E0EE-5AD6-F2743B9EA8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8" y="1457"/>
                <a:ext cx="1" cy="365"/>
              </a:xfrm>
              <a:custGeom>
                <a:avLst/>
                <a:gdLst>
                  <a:gd name="T0" fmla="*/ 0 w 1"/>
                  <a:gd name="T1" fmla="*/ 0 h 1095"/>
                  <a:gd name="T2" fmla="*/ 0 w 1"/>
                  <a:gd name="T3" fmla="*/ 1095 h 1095"/>
                  <a:gd name="T4" fmla="*/ 1 w 1"/>
                  <a:gd name="T5" fmla="*/ 1095 h 10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095">
                    <a:moveTo>
                      <a:pt x="0" y="0"/>
                    </a:moveTo>
                    <a:lnTo>
                      <a:pt x="0" y="1095"/>
                    </a:lnTo>
                    <a:lnTo>
                      <a:pt x="1" y="1095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5" name="Freeform 47">
                <a:extLst>
                  <a:ext uri="{FF2B5EF4-FFF2-40B4-BE49-F238E27FC236}">
                    <a16:creationId xmlns:a16="http://schemas.microsoft.com/office/drawing/2014/main" id="{C9233DAF-3864-CBF4-F97C-1FF0E424D7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8" y="1409"/>
                <a:ext cx="1" cy="15"/>
              </a:xfrm>
              <a:custGeom>
                <a:avLst/>
                <a:gdLst>
                  <a:gd name="T0" fmla="*/ 0 w 1"/>
                  <a:gd name="T1" fmla="*/ 0 h 44"/>
                  <a:gd name="T2" fmla="*/ 0 w 1"/>
                  <a:gd name="T3" fmla="*/ 44 h 44"/>
                  <a:gd name="T4" fmla="*/ 1 w 1"/>
                  <a:gd name="T5" fmla="*/ 4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44">
                    <a:moveTo>
                      <a:pt x="0" y="0"/>
                    </a:moveTo>
                    <a:lnTo>
                      <a:pt x="0" y="44"/>
                    </a:lnTo>
                    <a:lnTo>
                      <a:pt x="1" y="44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6" name="Freeform 48">
                <a:extLst>
                  <a:ext uri="{FF2B5EF4-FFF2-40B4-BE49-F238E27FC236}">
                    <a16:creationId xmlns:a16="http://schemas.microsoft.com/office/drawing/2014/main" id="{65BC6DEF-22D5-5E89-9E99-C0777B55CD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8" y="953"/>
                <a:ext cx="1" cy="423"/>
              </a:xfrm>
              <a:custGeom>
                <a:avLst/>
                <a:gdLst>
                  <a:gd name="T0" fmla="*/ 0 w 1"/>
                  <a:gd name="T1" fmla="*/ 0 h 1271"/>
                  <a:gd name="T2" fmla="*/ 0 w 1"/>
                  <a:gd name="T3" fmla="*/ 1271 h 1271"/>
                  <a:gd name="T4" fmla="*/ 1 w 1"/>
                  <a:gd name="T5" fmla="*/ 1271 h 1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271">
                    <a:moveTo>
                      <a:pt x="0" y="0"/>
                    </a:moveTo>
                    <a:lnTo>
                      <a:pt x="0" y="1271"/>
                    </a:lnTo>
                    <a:lnTo>
                      <a:pt x="1" y="1271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7" name="Freeform 49">
                <a:extLst>
                  <a:ext uri="{FF2B5EF4-FFF2-40B4-BE49-F238E27FC236}">
                    <a16:creationId xmlns:a16="http://schemas.microsoft.com/office/drawing/2014/main" id="{D8A3DF6B-5501-B0A5-8E12-5423CC91A1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8" y="909"/>
                <a:ext cx="1" cy="15"/>
              </a:xfrm>
              <a:custGeom>
                <a:avLst/>
                <a:gdLst>
                  <a:gd name="T0" fmla="*/ 0 w 1"/>
                  <a:gd name="T1" fmla="*/ 0 h 44"/>
                  <a:gd name="T2" fmla="*/ 0 w 1"/>
                  <a:gd name="T3" fmla="*/ 44 h 44"/>
                  <a:gd name="T4" fmla="*/ 1 w 1"/>
                  <a:gd name="T5" fmla="*/ 44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44">
                    <a:moveTo>
                      <a:pt x="0" y="0"/>
                    </a:moveTo>
                    <a:lnTo>
                      <a:pt x="0" y="44"/>
                    </a:lnTo>
                    <a:lnTo>
                      <a:pt x="1" y="44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43" name="Group 50">
              <a:extLst>
                <a:ext uri="{FF2B5EF4-FFF2-40B4-BE49-F238E27FC236}">
                  <a16:creationId xmlns:a16="http://schemas.microsoft.com/office/drawing/2014/main" id="{B500C181-8832-B2C4-390D-3596FDF9D7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28" y="2985"/>
              <a:ext cx="1" cy="712"/>
              <a:chOff x="2838" y="2048"/>
              <a:chExt cx="1" cy="712"/>
            </a:xfrm>
          </p:grpSpPr>
          <p:sp>
            <p:nvSpPr>
              <p:cNvPr id="50" name="Freeform 51">
                <a:extLst>
                  <a:ext uri="{FF2B5EF4-FFF2-40B4-BE49-F238E27FC236}">
                    <a16:creationId xmlns:a16="http://schemas.microsoft.com/office/drawing/2014/main" id="{039D4417-0BDC-9BE6-D1C0-C6F0B21833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8" y="2048"/>
                <a:ext cx="1" cy="433"/>
              </a:xfrm>
              <a:custGeom>
                <a:avLst/>
                <a:gdLst>
                  <a:gd name="T0" fmla="*/ 0 w 1"/>
                  <a:gd name="T1" fmla="*/ 0 h 1299"/>
                  <a:gd name="T2" fmla="*/ 0 w 1"/>
                  <a:gd name="T3" fmla="*/ 1299 h 1299"/>
                  <a:gd name="T4" fmla="*/ 1 w 1"/>
                  <a:gd name="T5" fmla="*/ 1299 h 12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299">
                    <a:moveTo>
                      <a:pt x="0" y="0"/>
                    </a:moveTo>
                    <a:lnTo>
                      <a:pt x="0" y="1299"/>
                    </a:lnTo>
                    <a:lnTo>
                      <a:pt x="1" y="1299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1" name="Freeform 52">
                <a:extLst>
                  <a:ext uri="{FF2B5EF4-FFF2-40B4-BE49-F238E27FC236}">
                    <a16:creationId xmlns:a16="http://schemas.microsoft.com/office/drawing/2014/main" id="{178AA33C-6C68-EF0A-4B5E-4F6FE6F71B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8" y="2588"/>
                <a:ext cx="1" cy="172"/>
              </a:xfrm>
              <a:custGeom>
                <a:avLst/>
                <a:gdLst>
                  <a:gd name="T0" fmla="*/ 0 w 1"/>
                  <a:gd name="T1" fmla="*/ 0 h 517"/>
                  <a:gd name="T2" fmla="*/ 0 w 1"/>
                  <a:gd name="T3" fmla="*/ 517 h 517"/>
                  <a:gd name="T4" fmla="*/ 1 w 1"/>
                  <a:gd name="T5" fmla="*/ 517 h 5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517">
                    <a:moveTo>
                      <a:pt x="0" y="0"/>
                    </a:moveTo>
                    <a:lnTo>
                      <a:pt x="0" y="517"/>
                    </a:lnTo>
                    <a:lnTo>
                      <a:pt x="1" y="517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2" name="Freeform 53">
                <a:extLst>
                  <a:ext uri="{FF2B5EF4-FFF2-40B4-BE49-F238E27FC236}">
                    <a16:creationId xmlns:a16="http://schemas.microsoft.com/office/drawing/2014/main" id="{60582D92-FD40-FDCA-EFF9-70387C7ACB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8" y="2525"/>
                <a:ext cx="1" cy="22"/>
              </a:xfrm>
              <a:custGeom>
                <a:avLst/>
                <a:gdLst>
                  <a:gd name="T0" fmla="*/ 0 w 1"/>
                  <a:gd name="T1" fmla="*/ 0 h 67"/>
                  <a:gd name="T2" fmla="*/ 0 w 1"/>
                  <a:gd name="T3" fmla="*/ 67 h 67"/>
                  <a:gd name="T4" fmla="*/ 1 w 1"/>
                  <a:gd name="T5" fmla="*/ 67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67">
                    <a:moveTo>
                      <a:pt x="0" y="0"/>
                    </a:moveTo>
                    <a:lnTo>
                      <a:pt x="0" y="67"/>
                    </a:lnTo>
                    <a:lnTo>
                      <a:pt x="1" y="67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44" name="Group 54">
              <a:extLst>
                <a:ext uri="{FF2B5EF4-FFF2-40B4-BE49-F238E27FC236}">
                  <a16:creationId xmlns:a16="http://schemas.microsoft.com/office/drawing/2014/main" id="{B0F1A252-DB09-EFFE-B4B7-B3E6085923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8" y="3332"/>
              <a:ext cx="1103" cy="1"/>
              <a:chOff x="2278" y="2395"/>
              <a:chExt cx="1103" cy="1"/>
            </a:xfrm>
          </p:grpSpPr>
          <p:sp>
            <p:nvSpPr>
              <p:cNvPr id="45" name="Freeform 55">
                <a:extLst>
                  <a:ext uri="{FF2B5EF4-FFF2-40B4-BE49-F238E27FC236}">
                    <a16:creationId xmlns:a16="http://schemas.microsoft.com/office/drawing/2014/main" id="{643EE0A3-CA99-5050-2290-82CB5B5DD2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8" y="2395"/>
                <a:ext cx="139" cy="1"/>
              </a:xfrm>
              <a:custGeom>
                <a:avLst/>
                <a:gdLst>
                  <a:gd name="T0" fmla="*/ 0 w 416"/>
                  <a:gd name="T1" fmla="*/ 414 w 416"/>
                  <a:gd name="T2" fmla="*/ 416 w 41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416">
                    <a:moveTo>
                      <a:pt x="0" y="0"/>
                    </a:moveTo>
                    <a:lnTo>
                      <a:pt x="414" y="0"/>
                    </a:lnTo>
                    <a:lnTo>
                      <a:pt x="416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6" name="Freeform 56">
                <a:extLst>
                  <a:ext uri="{FF2B5EF4-FFF2-40B4-BE49-F238E27FC236}">
                    <a16:creationId xmlns:a16="http://schemas.microsoft.com/office/drawing/2014/main" id="{F02A56C1-4931-3BE1-CDA7-456C3B6857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2" y="2395"/>
                <a:ext cx="20" cy="1"/>
              </a:xfrm>
              <a:custGeom>
                <a:avLst/>
                <a:gdLst>
                  <a:gd name="T0" fmla="*/ 0 w 58"/>
                  <a:gd name="T1" fmla="*/ 56 w 58"/>
                  <a:gd name="T2" fmla="*/ 58 w 58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58">
                    <a:moveTo>
                      <a:pt x="0" y="0"/>
                    </a:moveTo>
                    <a:lnTo>
                      <a:pt x="56" y="0"/>
                    </a:lnTo>
                    <a:lnTo>
                      <a:pt x="58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7" name="Freeform 57">
                <a:extLst>
                  <a:ext uri="{FF2B5EF4-FFF2-40B4-BE49-F238E27FC236}">
                    <a16:creationId xmlns:a16="http://schemas.microsoft.com/office/drawing/2014/main" id="{AE71BF3E-E653-C676-50B0-FF123CB058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5" y="2395"/>
                <a:ext cx="450" cy="1"/>
              </a:xfrm>
              <a:custGeom>
                <a:avLst/>
                <a:gdLst>
                  <a:gd name="T0" fmla="*/ 0 w 1349"/>
                  <a:gd name="T1" fmla="*/ 1347 w 1349"/>
                  <a:gd name="T2" fmla="*/ 1349 w 1349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349">
                    <a:moveTo>
                      <a:pt x="0" y="0"/>
                    </a:moveTo>
                    <a:lnTo>
                      <a:pt x="1347" y="0"/>
                    </a:lnTo>
                    <a:lnTo>
                      <a:pt x="1349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8" name="Freeform 58">
                <a:extLst>
                  <a:ext uri="{FF2B5EF4-FFF2-40B4-BE49-F238E27FC236}">
                    <a16:creationId xmlns:a16="http://schemas.microsoft.com/office/drawing/2014/main" id="{DEF463B4-C2E3-649C-457C-E79676E28D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1" y="2395"/>
                <a:ext cx="15" cy="1"/>
              </a:xfrm>
              <a:custGeom>
                <a:avLst/>
                <a:gdLst>
                  <a:gd name="T0" fmla="*/ 0 w 45"/>
                  <a:gd name="T1" fmla="*/ 44 w 45"/>
                  <a:gd name="T2" fmla="*/ 45 w 45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45">
                    <a:moveTo>
                      <a:pt x="0" y="0"/>
                    </a:moveTo>
                    <a:lnTo>
                      <a:pt x="44" y="0"/>
                    </a:lnTo>
                    <a:lnTo>
                      <a:pt x="45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49" name="Freeform 59">
                <a:extLst>
                  <a:ext uri="{FF2B5EF4-FFF2-40B4-BE49-F238E27FC236}">
                    <a16:creationId xmlns:a16="http://schemas.microsoft.com/office/drawing/2014/main" id="{F3E6EF50-D232-EEC3-BA4B-5E2CCC4F4A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9" y="2395"/>
                <a:ext cx="322" cy="1"/>
              </a:xfrm>
              <a:custGeom>
                <a:avLst/>
                <a:gdLst>
                  <a:gd name="T0" fmla="*/ 0 w 967"/>
                  <a:gd name="T1" fmla="*/ 966 w 967"/>
                  <a:gd name="T2" fmla="*/ 967 w 967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967">
                    <a:moveTo>
                      <a:pt x="0" y="0"/>
                    </a:moveTo>
                    <a:lnTo>
                      <a:pt x="966" y="0"/>
                    </a:lnTo>
                    <a:lnTo>
                      <a:pt x="967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</p:grpSp>
      <p:grpSp>
        <p:nvGrpSpPr>
          <p:cNvPr id="63" name="Group 60">
            <a:extLst>
              <a:ext uri="{FF2B5EF4-FFF2-40B4-BE49-F238E27FC236}">
                <a16:creationId xmlns:a16="http://schemas.microsoft.com/office/drawing/2014/main" id="{98B9109C-BA6E-F727-6BEF-4A0AFDB83A8E}"/>
              </a:ext>
            </a:extLst>
          </p:cNvPr>
          <p:cNvGrpSpPr>
            <a:grpSpLocks/>
          </p:cNvGrpSpPr>
          <p:nvPr/>
        </p:nvGrpSpPr>
        <p:grpSpPr bwMode="auto">
          <a:xfrm>
            <a:off x="7165975" y="2979736"/>
            <a:ext cx="1974850" cy="3103563"/>
            <a:chOff x="3994" y="1782"/>
            <a:chExt cx="1244" cy="1955"/>
          </a:xfrm>
        </p:grpSpPr>
        <p:sp>
          <p:nvSpPr>
            <p:cNvPr id="64" name="Line 61">
              <a:extLst>
                <a:ext uri="{FF2B5EF4-FFF2-40B4-BE49-F238E27FC236}">
                  <a16:creationId xmlns:a16="http://schemas.microsoft.com/office/drawing/2014/main" id="{422CCEA7-4B7A-D0D8-62C5-A699CFB28E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8" y="3097"/>
              <a:ext cx="0" cy="47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5" name="Line 62">
              <a:extLst>
                <a:ext uri="{FF2B5EF4-FFF2-40B4-BE49-F238E27FC236}">
                  <a16:creationId xmlns:a16="http://schemas.microsoft.com/office/drawing/2014/main" id="{ACB6C1EB-744A-40EC-0DED-10B23CDD6B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7" y="3572"/>
              <a:ext cx="31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6" name="Line 63">
              <a:extLst>
                <a:ext uri="{FF2B5EF4-FFF2-40B4-BE49-F238E27FC236}">
                  <a16:creationId xmlns:a16="http://schemas.microsoft.com/office/drawing/2014/main" id="{26E8AB3E-C4E8-AC8A-068B-5E5DE0F168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7" y="3097"/>
              <a:ext cx="31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7" name="Line 64">
              <a:extLst>
                <a:ext uri="{FF2B5EF4-FFF2-40B4-BE49-F238E27FC236}">
                  <a16:creationId xmlns:a16="http://schemas.microsoft.com/office/drawing/2014/main" id="{0C430B1C-A417-B86E-5701-944182891A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7" y="3097"/>
              <a:ext cx="0" cy="47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8" name="Line 65">
              <a:extLst>
                <a:ext uri="{FF2B5EF4-FFF2-40B4-BE49-F238E27FC236}">
                  <a16:creationId xmlns:a16="http://schemas.microsoft.com/office/drawing/2014/main" id="{773B6DD4-3428-6AD0-5082-06917977C6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88" y="3572"/>
              <a:ext cx="34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69" name="Line 66">
              <a:extLst>
                <a:ext uri="{FF2B5EF4-FFF2-40B4-BE49-F238E27FC236}">
                  <a16:creationId xmlns:a16="http://schemas.microsoft.com/office/drawing/2014/main" id="{18D186AE-7B37-0BDC-4A7F-67159069F9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88" y="3097"/>
              <a:ext cx="34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0" name="Line 67">
              <a:extLst>
                <a:ext uri="{FF2B5EF4-FFF2-40B4-BE49-F238E27FC236}">
                  <a16:creationId xmlns:a16="http://schemas.microsoft.com/office/drawing/2014/main" id="{D6C9268A-4E87-FF94-C5CA-1FCD18156F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9" y="1890"/>
              <a:ext cx="62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1" name="Line 68">
              <a:extLst>
                <a:ext uri="{FF2B5EF4-FFF2-40B4-BE49-F238E27FC236}">
                  <a16:creationId xmlns:a16="http://schemas.microsoft.com/office/drawing/2014/main" id="{6438E556-24AC-E6FB-94F7-FA1D0B498D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0" y="1890"/>
              <a:ext cx="0" cy="23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2" name="Line 69">
              <a:extLst>
                <a:ext uri="{FF2B5EF4-FFF2-40B4-BE49-F238E27FC236}">
                  <a16:creationId xmlns:a16="http://schemas.microsoft.com/office/drawing/2014/main" id="{F269284E-0429-C051-6860-E4D68DF85E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0" y="2124"/>
              <a:ext cx="21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3" name="Line 70">
              <a:extLst>
                <a:ext uri="{FF2B5EF4-FFF2-40B4-BE49-F238E27FC236}">
                  <a16:creationId xmlns:a16="http://schemas.microsoft.com/office/drawing/2014/main" id="{260D06A1-0274-948A-5127-980D1872D6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26" y="2124"/>
              <a:ext cx="0" cy="46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4" name="Line 71">
              <a:extLst>
                <a:ext uri="{FF2B5EF4-FFF2-40B4-BE49-F238E27FC236}">
                  <a16:creationId xmlns:a16="http://schemas.microsoft.com/office/drawing/2014/main" id="{3E1F8399-80E2-94A8-01B7-D31C0979DF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20" y="2591"/>
              <a:ext cx="21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5" name="Line 72">
              <a:extLst>
                <a:ext uri="{FF2B5EF4-FFF2-40B4-BE49-F238E27FC236}">
                  <a16:creationId xmlns:a16="http://schemas.microsoft.com/office/drawing/2014/main" id="{6374D482-F3A6-A05A-4B33-1AE519BA0C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0" y="2591"/>
              <a:ext cx="0" cy="23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6" name="Line 73">
              <a:extLst>
                <a:ext uri="{FF2B5EF4-FFF2-40B4-BE49-F238E27FC236}">
                  <a16:creationId xmlns:a16="http://schemas.microsoft.com/office/drawing/2014/main" id="{3AA3DBAB-8F83-CF0C-3F77-A6E1733F99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99" y="2823"/>
              <a:ext cx="62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7" name="Line 74">
              <a:extLst>
                <a:ext uri="{FF2B5EF4-FFF2-40B4-BE49-F238E27FC236}">
                  <a16:creationId xmlns:a16="http://schemas.microsoft.com/office/drawing/2014/main" id="{56BFD82B-04FB-72D1-F44D-35A1C91A76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99" y="2591"/>
              <a:ext cx="0" cy="24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8" name="Line 75">
              <a:extLst>
                <a:ext uri="{FF2B5EF4-FFF2-40B4-BE49-F238E27FC236}">
                  <a16:creationId xmlns:a16="http://schemas.microsoft.com/office/drawing/2014/main" id="{02DE660B-08D2-91DF-988A-829F754C70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87" y="2591"/>
              <a:ext cx="2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9" name="Line 76">
              <a:extLst>
                <a:ext uri="{FF2B5EF4-FFF2-40B4-BE49-F238E27FC236}">
                  <a16:creationId xmlns:a16="http://schemas.microsoft.com/office/drawing/2014/main" id="{763A319E-02E9-20D7-0E18-BA88D1F77F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7" y="2124"/>
              <a:ext cx="0" cy="46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80" name="Line 77">
              <a:extLst>
                <a:ext uri="{FF2B5EF4-FFF2-40B4-BE49-F238E27FC236}">
                  <a16:creationId xmlns:a16="http://schemas.microsoft.com/office/drawing/2014/main" id="{6F8CB666-3C47-D521-99B0-B264DBD72B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7" y="2124"/>
              <a:ext cx="2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81" name="Line 78">
              <a:extLst>
                <a:ext uri="{FF2B5EF4-FFF2-40B4-BE49-F238E27FC236}">
                  <a16:creationId xmlns:a16="http://schemas.microsoft.com/office/drawing/2014/main" id="{B309D28E-099C-9956-A06D-6622806094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99" y="1891"/>
              <a:ext cx="0" cy="2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82" name="Oval 79">
              <a:extLst>
                <a:ext uri="{FF2B5EF4-FFF2-40B4-BE49-F238E27FC236}">
                  <a16:creationId xmlns:a16="http://schemas.microsoft.com/office/drawing/2014/main" id="{9E45E0DD-21A6-1AFE-9E14-C6F6C60003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4" y="3041"/>
              <a:ext cx="621" cy="58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83" name="Freeform 80">
              <a:extLst>
                <a:ext uri="{FF2B5EF4-FFF2-40B4-BE49-F238E27FC236}">
                  <a16:creationId xmlns:a16="http://schemas.microsoft.com/office/drawing/2014/main" id="{63FB5E1F-346A-F78B-EAE8-4ED1DB8AA8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4" y="2122"/>
              <a:ext cx="81" cy="469"/>
            </a:xfrm>
            <a:custGeom>
              <a:avLst/>
              <a:gdLst>
                <a:gd name="T0" fmla="*/ 80 w 81"/>
                <a:gd name="T1" fmla="*/ 0 h 469"/>
                <a:gd name="T2" fmla="*/ 22 w 81"/>
                <a:gd name="T3" fmla="*/ 124 h 469"/>
                <a:gd name="T4" fmla="*/ 0 w 81"/>
                <a:gd name="T5" fmla="*/ 236 h 469"/>
                <a:gd name="T6" fmla="*/ 22 w 81"/>
                <a:gd name="T7" fmla="*/ 347 h 469"/>
                <a:gd name="T8" fmla="*/ 80 w 81"/>
                <a:gd name="T9" fmla="*/ 469 h 469"/>
                <a:gd name="T10" fmla="*/ 81 w 81"/>
                <a:gd name="T11" fmla="*/ 4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" h="469">
                  <a:moveTo>
                    <a:pt x="80" y="0"/>
                  </a:moveTo>
                  <a:lnTo>
                    <a:pt x="22" y="124"/>
                  </a:lnTo>
                  <a:lnTo>
                    <a:pt x="0" y="236"/>
                  </a:lnTo>
                  <a:lnTo>
                    <a:pt x="22" y="347"/>
                  </a:lnTo>
                  <a:lnTo>
                    <a:pt x="80" y="469"/>
                  </a:lnTo>
                  <a:lnTo>
                    <a:pt x="81" y="469"/>
                  </a:lnTo>
                </a:path>
              </a:pathLst>
            </a:custGeom>
            <a:noFill/>
            <a:ln w="3810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" name="Freeform 81">
              <a:extLst>
                <a:ext uri="{FF2B5EF4-FFF2-40B4-BE49-F238E27FC236}">
                  <a16:creationId xmlns:a16="http://schemas.microsoft.com/office/drawing/2014/main" id="{BC24E576-0C0D-D6F0-5BFA-C31E63F3A4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8" y="2122"/>
              <a:ext cx="90" cy="469"/>
            </a:xfrm>
            <a:custGeom>
              <a:avLst/>
              <a:gdLst>
                <a:gd name="T0" fmla="*/ 0 w 90"/>
                <a:gd name="T1" fmla="*/ 469 h 469"/>
                <a:gd name="T2" fmla="*/ 79 w 90"/>
                <a:gd name="T3" fmla="*/ 336 h 469"/>
                <a:gd name="T4" fmla="*/ 90 w 90"/>
                <a:gd name="T5" fmla="*/ 236 h 469"/>
                <a:gd name="T6" fmla="*/ 79 w 90"/>
                <a:gd name="T7" fmla="*/ 124 h 469"/>
                <a:gd name="T8" fmla="*/ 0 w 90"/>
                <a:gd name="T9" fmla="*/ 0 h 469"/>
                <a:gd name="T10" fmla="*/ 0 w 90"/>
                <a:gd name="T11" fmla="*/ 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0" h="469">
                  <a:moveTo>
                    <a:pt x="0" y="469"/>
                  </a:moveTo>
                  <a:lnTo>
                    <a:pt x="79" y="336"/>
                  </a:lnTo>
                  <a:lnTo>
                    <a:pt x="90" y="236"/>
                  </a:lnTo>
                  <a:lnTo>
                    <a:pt x="79" y="124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85" name="Group 82">
              <a:extLst>
                <a:ext uri="{FF2B5EF4-FFF2-40B4-BE49-F238E27FC236}">
                  <a16:creationId xmlns:a16="http://schemas.microsoft.com/office/drawing/2014/main" id="{AABC2A71-DB4E-FDE1-0C53-B6FFB65225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04" y="2356"/>
              <a:ext cx="1234" cy="1"/>
              <a:chOff x="3950" y="1265"/>
              <a:chExt cx="1234" cy="1"/>
            </a:xfrm>
          </p:grpSpPr>
          <p:sp>
            <p:nvSpPr>
              <p:cNvPr id="104" name="Freeform 83">
                <a:extLst>
                  <a:ext uri="{FF2B5EF4-FFF2-40B4-BE49-F238E27FC236}">
                    <a16:creationId xmlns:a16="http://schemas.microsoft.com/office/drawing/2014/main" id="{015B91AB-0D48-647D-5788-0CFA47E73A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0" y="1265"/>
                <a:ext cx="207" cy="1"/>
              </a:xfrm>
              <a:custGeom>
                <a:avLst/>
                <a:gdLst>
                  <a:gd name="T0" fmla="*/ 0 w 621"/>
                  <a:gd name="T1" fmla="*/ 620 w 621"/>
                  <a:gd name="T2" fmla="*/ 621 w 62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621">
                    <a:moveTo>
                      <a:pt x="0" y="0"/>
                    </a:moveTo>
                    <a:lnTo>
                      <a:pt x="620" y="0"/>
                    </a:lnTo>
                    <a:lnTo>
                      <a:pt x="62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05" name="Freeform 84">
                <a:extLst>
                  <a:ext uri="{FF2B5EF4-FFF2-40B4-BE49-F238E27FC236}">
                    <a16:creationId xmlns:a16="http://schemas.microsoft.com/office/drawing/2014/main" id="{F6E36391-A33A-9D54-E606-360D303E24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0" y="1265"/>
                <a:ext cx="596" cy="1"/>
              </a:xfrm>
              <a:custGeom>
                <a:avLst/>
                <a:gdLst>
                  <a:gd name="T0" fmla="*/ 0 w 1787"/>
                  <a:gd name="T1" fmla="*/ 1785 w 1787"/>
                  <a:gd name="T2" fmla="*/ 1787 w 1787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787">
                    <a:moveTo>
                      <a:pt x="0" y="0"/>
                    </a:moveTo>
                    <a:lnTo>
                      <a:pt x="1785" y="0"/>
                    </a:lnTo>
                    <a:lnTo>
                      <a:pt x="1787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06" name="Freeform 85">
                <a:extLst>
                  <a:ext uri="{FF2B5EF4-FFF2-40B4-BE49-F238E27FC236}">
                    <a16:creationId xmlns:a16="http://schemas.microsoft.com/office/drawing/2014/main" id="{E44C63BC-619D-96BA-4A03-31E69DA07B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4" y="1265"/>
                <a:ext cx="19" cy="1"/>
              </a:xfrm>
              <a:custGeom>
                <a:avLst/>
                <a:gdLst>
                  <a:gd name="T0" fmla="*/ 0 w 56"/>
                  <a:gd name="T1" fmla="*/ 55 w 56"/>
                  <a:gd name="T2" fmla="*/ 56 w 5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56">
                    <a:moveTo>
                      <a:pt x="0" y="0"/>
                    </a:moveTo>
                    <a:lnTo>
                      <a:pt x="55" y="0"/>
                    </a:lnTo>
                    <a:lnTo>
                      <a:pt x="56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07" name="Freeform 86">
                <a:extLst>
                  <a:ext uri="{FF2B5EF4-FFF2-40B4-BE49-F238E27FC236}">
                    <a16:creationId xmlns:a16="http://schemas.microsoft.com/office/drawing/2014/main" id="{4F01EA51-82E1-EB62-E944-7C41DAF01B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09" y="1265"/>
                <a:ext cx="18" cy="1"/>
              </a:xfrm>
              <a:custGeom>
                <a:avLst/>
                <a:gdLst>
                  <a:gd name="T0" fmla="*/ 0 w 55"/>
                  <a:gd name="T1" fmla="*/ 54 w 55"/>
                  <a:gd name="T2" fmla="*/ 55 w 55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55">
                    <a:moveTo>
                      <a:pt x="0" y="0"/>
                    </a:moveTo>
                    <a:lnTo>
                      <a:pt x="54" y="0"/>
                    </a:lnTo>
                    <a:lnTo>
                      <a:pt x="55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08" name="Freeform 87">
                <a:extLst>
                  <a:ext uri="{FF2B5EF4-FFF2-40B4-BE49-F238E27FC236}">
                    <a16:creationId xmlns:a16="http://schemas.microsoft.com/office/drawing/2014/main" id="{BDCBAC69-1CC1-EB25-3C27-C0A634DC63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71" y="1265"/>
                <a:ext cx="213" cy="1"/>
              </a:xfrm>
              <a:custGeom>
                <a:avLst/>
                <a:gdLst>
                  <a:gd name="T0" fmla="*/ 0 w 639"/>
                  <a:gd name="T1" fmla="*/ 637 w 639"/>
                  <a:gd name="T2" fmla="*/ 639 w 639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639">
                    <a:moveTo>
                      <a:pt x="0" y="0"/>
                    </a:moveTo>
                    <a:lnTo>
                      <a:pt x="637" y="0"/>
                    </a:lnTo>
                    <a:lnTo>
                      <a:pt x="639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86" name="Group 88">
              <a:extLst>
                <a:ext uri="{FF2B5EF4-FFF2-40B4-BE49-F238E27FC236}">
                  <a16:creationId xmlns:a16="http://schemas.microsoft.com/office/drawing/2014/main" id="{7ADF795B-21AC-60F8-7054-753BB35902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12" y="1782"/>
              <a:ext cx="1" cy="1131"/>
              <a:chOff x="4558" y="691"/>
              <a:chExt cx="1" cy="1131"/>
            </a:xfrm>
          </p:grpSpPr>
          <p:sp>
            <p:nvSpPr>
              <p:cNvPr id="99" name="Freeform 89">
                <a:extLst>
                  <a:ext uri="{FF2B5EF4-FFF2-40B4-BE49-F238E27FC236}">
                    <a16:creationId xmlns:a16="http://schemas.microsoft.com/office/drawing/2014/main" id="{4D1B8468-7739-AA85-5CE0-C2DD59DD56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8" y="691"/>
                <a:ext cx="1" cy="255"/>
              </a:xfrm>
              <a:custGeom>
                <a:avLst/>
                <a:gdLst>
                  <a:gd name="T0" fmla="*/ 0 w 1"/>
                  <a:gd name="T1" fmla="*/ 0 h 765"/>
                  <a:gd name="T2" fmla="*/ 0 w 1"/>
                  <a:gd name="T3" fmla="*/ 765 h 765"/>
                  <a:gd name="T4" fmla="*/ 1 w 1"/>
                  <a:gd name="T5" fmla="*/ 765 h 7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765">
                    <a:moveTo>
                      <a:pt x="0" y="0"/>
                    </a:moveTo>
                    <a:lnTo>
                      <a:pt x="0" y="765"/>
                    </a:lnTo>
                    <a:lnTo>
                      <a:pt x="1" y="765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00" name="Freeform 90">
                <a:extLst>
                  <a:ext uri="{FF2B5EF4-FFF2-40B4-BE49-F238E27FC236}">
                    <a16:creationId xmlns:a16="http://schemas.microsoft.com/office/drawing/2014/main" id="{EC36567A-5DE9-46D0-6EE2-D4B0BB5A98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8" y="1614"/>
                <a:ext cx="1" cy="208"/>
              </a:xfrm>
              <a:custGeom>
                <a:avLst/>
                <a:gdLst>
                  <a:gd name="T0" fmla="*/ 0 w 1"/>
                  <a:gd name="T1" fmla="*/ 0 h 623"/>
                  <a:gd name="T2" fmla="*/ 0 w 1"/>
                  <a:gd name="T3" fmla="*/ 623 h 623"/>
                  <a:gd name="T4" fmla="*/ 1 w 1"/>
                  <a:gd name="T5" fmla="*/ 623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623">
                    <a:moveTo>
                      <a:pt x="0" y="0"/>
                    </a:moveTo>
                    <a:lnTo>
                      <a:pt x="0" y="623"/>
                    </a:lnTo>
                    <a:lnTo>
                      <a:pt x="1" y="623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01" name="Freeform 91">
                <a:extLst>
                  <a:ext uri="{FF2B5EF4-FFF2-40B4-BE49-F238E27FC236}">
                    <a16:creationId xmlns:a16="http://schemas.microsoft.com/office/drawing/2014/main" id="{8D93011E-702B-3DA8-76EE-867432652D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8" y="1541"/>
                <a:ext cx="1" cy="26"/>
              </a:xfrm>
              <a:custGeom>
                <a:avLst/>
                <a:gdLst>
                  <a:gd name="T0" fmla="*/ 0 w 1"/>
                  <a:gd name="T1" fmla="*/ 0 h 77"/>
                  <a:gd name="T2" fmla="*/ 0 w 1"/>
                  <a:gd name="T3" fmla="*/ 77 h 77"/>
                  <a:gd name="T4" fmla="*/ 1 w 1"/>
                  <a:gd name="T5" fmla="*/ 7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77">
                    <a:moveTo>
                      <a:pt x="0" y="0"/>
                    </a:moveTo>
                    <a:lnTo>
                      <a:pt x="0" y="77"/>
                    </a:lnTo>
                    <a:lnTo>
                      <a:pt x="1" y="77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02" name="Freeform 92">
                <a:extLst>
                  <a:ext uri="{FF2B5EF4-FFF2-40B4-BE49-F238E27FC236}">
                    <a16:creationId xmlns:a16="http://schemas.microsoft.com/office/drawing/2014/main" id="{D9B8D9BD-FBD9-9A35-6396-D9D8306DC6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8" y="1045"/>
                <a:ext cx="1" cy="452"/>
              </a:xfrm>
              <a:custGeom>
                <a:avLst/>
                <a:gdLst>
                  <a:gd name="T0" fmla="*/ 0 w 1"/>
                  <a:gd name="T1" fmla="*/ 0 h 1358"/>
                  <a:gd name="T2" fmla="*/ 0 w 1"/>
                  <a:gd name="T3" fmla="*/ 1358 h 1358"/>
                  <a:gd name="T4" fmla="*/ 1 w 1"/>
                  <a:gd name="T5" fmla="*/ 1358 h 13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358">
                    <a:moveTo>
                      <a:pt x="0" y="0"/>
                    </a:moveTo>
                    <a:lnTo>
                      <a:pt x="0" y="1358"/>
                    </a:lnTo>
                    <a:lnTo>
                      <a:pt x="1" y="1358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03" name="Freeform 93">
                <a:extLst>
                  <a:ext uri="{FF2B5EF4-FFF2-40B4-BE49-F238E27FC236}">
                    <a16:creationId xmlns:a16="http://schemas.microsoft.com/office/drawing/2014/main" id="{F9AA89F1-E880-4792-CF75-160370F309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8" y="982"/>
                <a:ext cx="1" cy="22"/>
              </a:xfrm>
              <a:custGeom>
                <a:avLst/>
                <a:gdLst>
                  <a:gd name="T0" fmla="*/ 0 w 1"/>
                  <a:gd name="T1" fmla="*/ 0 h 67"/>
                  <a:gd name="T2" fmla="*/ 0 w 1"/>
                  <a:gd name="T3" fmla="*/ 67 h 67"/>
                  <a:gd name="T4" fmla="*/ 1 w 1"/>
                  <a:gd name="T5" fmla="*/ 67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67">
                    <a:moveTo>
                      <a:pt x="0" y="0"/>
                    </a:moveTo>
                    <a:lnTo>
                      <a:pt x="0" y="67"/>
                    </a:lnTo>
                    <a:lnTo>
                      <a:pt x="1" y="67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87" name="Group 94">
              <a:extLst>
                <a:ext uri="{FF2B5EF4-FFF2-40B4-BE49-F238E27FC236}">
                  <a16:creationId xmlns:a16="http://schemas.microsoft.com/office/drawing/2014/main" id="{64CBB88D-195B-9029-2113-8984300663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94" y="3332"/>
              <a:ext cx="1234" cy="1"/>
              <a:chOff x="3940" y="2395"/>
              <a:chExt cx="1234" cy="1"/>
            </a:xfrm>
          </p:grpSpPr>
          <p:sp>
            <p:nvSpPr>
              <p:cNvPr id="94" name="Freeform 95">
                <a:extLst>
                  <a:ext uri="{FF2B5EF4-FFF2-40B4-BE49-F238E27FC236}">
                    <a16:creationId xmlns:a16="http://schemas.microsoft.com/office/drawing/2014/main" id="{274564EF-3BF5-21D9-763F-A63940632D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0" y="2395"/>
                <a:ext cx="140" cy="1"/>
              </a:xfrm>
              <a:custGeom>
                <a:avLst/>
                <a:gdLst>
                  <a:gd name="T0" fmla="*/ 0 w 421"/>
                  <a:gd name="T1" fmla="*/ 420 w 421"/>
                  <a:gd name="T2" fmla="*/ 421 w 42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421">
                    <a:moveTo>
                      <a:pt x="0" y="0"/>
                    </a:moveTo>
                    <a:lnTo>
                      <a:pt x="420" y="0"/>
                    </a:lnTo>
                    <a:lnTo>
                      <a:pt x="42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5" name="Freeform 96">
                <a:extLst>
                  <a:ext uri="{FF2B5EF4-FFF2-40B4-BE49-F238E27FC236}">
                    <a16:creationId xmlns:a16="http://schemas.microsoft.com/office/drawing/2014/main" id="{5D37AD3C-10E9-F4B6-639B-1C23F31EEB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7" y="2395"/>
                <a:ext cx="14" cy="1"/>
              </a:xfrm>
              <a:custGeom>
                <a:avLst/>
                <a:gdLst>
                  <a:gd name="T0" fmla="*/ 0 w 44"/>
                  <a:gd name="T1" fmla="*/ 42 w 44"/>
                  <a:gd name="T2" fmla="*/ 44 w 4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44">
                    <a:moveTo>
                      <a:pt x="0" y="0"/>
                    </a:moveTo>
                    <a:lnTo>
                      <a:pt x="42" y="0"/>
                    </a:lnTo>
                    <a:lnTo>
                      <a:pt x="44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6" name="Freeform 97">
                <a:extLst>
                  <a:ext uri="{FF2B5EF4-FFF2-40B4-BE49-F238E27FC236}">
                    <a16:creationId xmlns:a16="http://schemas.microsoft.com/office/drawing/2014/main" id="{3DDBB50E-EB71-EEC3-97D2-E3BDB35ACA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8" y="2395"/>
                <a:ext cx="504" cy="1"/>
              </a:xfrm>
              <a:custGeom>
                <a:avLst/>
                <a:gdLst>
                  <a:gd name="T0" fmla="*/ 0 w 1513"/>
                  <a:gd name="T1" fmla="*/ 1511 w 1513"/>
                  <a:gd name="T2" fmla="*/ 1513 w 151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513">
                    <a:moveTo>
                      <a:pt x="0" y="0"/>
                    </a:moveTo>
                    <a:lnTo>
                      <a:pt x="1511" y="0"/>
                    </a:lnTo>
                    <a:lnTo>
                      <a:pt x="1513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7" name="Freeform 98">
                <a:extLst>
                  <a:ext uri="{FF2B5EF4-FFF2-40B4-BE49-F238E27FC236}">
                    <a16:creationId xmlns:a16="http://schemas.microsoft.com/office/drawing/2014/main" id="{C19AEF78-1D9E-9413-8C5F-46E0186FDB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2" y="2395"/>
                <a:ext cx="22" cy="1"/>
              </a:xfrm>
              <a:custGeom>
                <a:avLst/>
                <a:gdLst>
                  <a:gd name="T0" fmla="*/ 0 w 67"/>
                  <a:gd name="T1" fmla="*/ 65 w 67"/>
                  <a:gd name="T2" fmla="*/ 67 w 67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67">
                    <a:moveTo>
                      <a:pt x="0" y="0"/>
                    </a:moveTo>
                    <a:lnTo>
                      <a:pt x="65" y="0"/>
                    </a:lnTo>
                    <a:lnTo>
                      <a:pt x="67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8" name="Freeform 99">
                <a:extLst>
                  <a:ext uri="{FF2B5EF4-FFF2-40B4-BE49-F238E27FC236}">
                    <a16:creationId xmlns:a16="http://schemas.microsoft.com/office/drawing/2014/main" id="{76F2029C-76D1-83C2-7919-C2F58D48D6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74" y="2395"/>
                <a:ext cx="400" cy="1"/>
              </a:xfrm>
              <a:custGeom>
                <a:avLst/>
                <a:gdLst>
                  <a:gd name="T0" fmla="*/ 0 w 1200"/>
                  <a:gd name="T1" fmla="*/ 1198 w 1200"/>
                  <a:gd name="T2" fmla="*/ 1200 w 120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200">
                    <a:moveTo>
                      <a:pt x="0" y="0"/>
                    </a:moveTo>
                    <a:lnTo>
                      <a:pt x="1198" y="0"/>
                    </a:lnTo>
                    <a:lnTo>
                      <a:pt x="1200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88" name="Group 100">
              <a:extLst>
                <a:ext uri="{FF2B5EF4-FFF2-40B4-BE49-F238E27FC236}">
                  <a16:creationId xmlns:a16="http://schemas.microsoft.com/office/drawing/2014/main" id="{9271557F-7723-CB43-0932-5801A5BECA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12" y="2945"/>
              <a:ext cx="1" cy="792"/>
              <a:chOff x="4558" y="2008"/>
              <a:chExt cx="1" cy="792"/>
            </a:xfrm>
          </p:grpSpPr>
          <p:sp>
            <p:nvSpPr>
              <p:cNvPr id="89" name="Freeform 101">
                <a:extLst>
                  <a:ext uri="{FF2B5EF4-FFF2-40B4-BE49-F238E27FC236}">
                    <a16:creationId xmlns:a16="http://schemas.microsoft.com/office/drawing/2014/main" id="{EED9769E-1F32-9181-296C-6ED38B2611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8" y="2008"/>
                <a:ext cx="1" cy="152"/>
              </a:xfrm>
              <a:custGeom>
                <a:avLst/>
                <a:gdLst>
                  <a:gd name="T0" fmla="*/ 0 w 1"/>
                  <a:gd name="T1" fmla="*/ 0 h 457"/>
                  <a:gd name="T2" fmla="*/ 0 w 1"/>
                  <a:gd name="T3" fmla="*/ 457 h 457"/>
                  <a:gd name="T4" fmla="*/ 1 w 1"/>
                  <a:gd name="T5" fmla="*/ 457 h 4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457">
                    <a:moveTo>
                      <a:pt x="0" y="0"/>
                    </a:moveTo>
                    <a:lnTo>
                      <a:pt x="0" y="457"/>
                    </a:lnTo>
                    <a:lnTo>
                      <a:pt x="1" y="457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0" name="Freeform 102">
                <a:extLst>
                  <a:ext uri="{FF2B5EF4-FFF2-40B4-BE49-F238E27FC236}">
                    <a16:creationId xmlns:a16="http://schemas.microsoft.com/office/drawing/2014/main" id="{80C6404B-2616-BEA0-86C0-820CFDBFB1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8" y="2657"/>
                <a:ext cx="1" cy="143"/>
              </a:xfrm>
              <a:custGeom>
                <a:avLst/>
                <a:gdLst>
                  <a:gd name="T0" fmla="*/ 0 w 1"/>
                  <a:gd name="T1" fmla="*/ 0 h 429"/>
                  <a:gd name="T2" fmla="*/ 0 w 1"/>
                  <a:gd name="T3" fmla="*/ 429 h 429"/>
                  <a:gd name="T4" fmla="*/ 1 w 1"/>
                  <a:gd name="T5" fmla="*/ 429 h 4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429">
                    <a:moveTo>
                      <a:pt x="0" y="0"/>
                    </a:moveTo>
                    <a:lnTo>
                      <a:pt x="0" y="429"/>
                    </a:lnTo>
                    <a:lnTo>
                      <a:pt x="1" y="429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1" name="Freeform 103">
                <a:extLst>
                  <a:ext uri="{FF2B5EF4-FFF2-40B4-BE49-F238E27FC236}">
                    <a16:creationId xmlns:a16="http://schemas.microsoft.com/office/drawing/2014/main" id="{E9F8BF64-A833-F362-0B67-FCDC92C034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8" y="2591"/>
                <a:ext cx="1" cy="23"/>
              </a:xfrm>
              <a:custGeom>
                <a:avLst/>
                <a:gdLst>
                  <a:gd name="T0" fmla="*/ 0 w 1"/>
                  <a:gd name="T1" fmla="*/ 0 h 67"/>
                  <a:gd name="T2" fmla="*/ 0 w 1"/>
                  <a:gd name="T3" fmla="*/ 67 h 67"/>
                  <a:gd name="T4" fmla="*/ 1 w 1"/>
                  <a:gd name="T5" fmla="*/ 67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67">
                    <a:moveTo>
                      <a:pt x="0" y="0"/>
                    </a:moveTo>
                    <a:lnTo>
                      <a:pt x="0" y="67"/>
                    </a:lnTo>
                    <a:lnTo>
                      <a:pt x="1" y="67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2" name="Freeform 104">
                <a:extLst>
                  <a:ext uri="{FF2B5EF4-FFF2-40B4-BE49-F238E27FC236}">
                    <a16:creationId xmlns:a16="http://schemas.microsoft.com/office/drawing/2014/main" id="{B3F03C89-DFD2-769B-ADA5-33DD99CF07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8" y="2256"/>
                <a:ext cx="1" cy="303"/>
              </a:xfrm>
              <a:custGeom>
                <a:avLst/>
                <a:gdLst>
                  <a:gd name="T0" fmla="*/ 0 w 1"/>
                  <a:gd name="T1" fmla="*/ 0 h 909"/>
                  <a:gd name="T2" fmla="*/ 0 w 1"/>
                  <a:gd name="T3" fmla="*/ 909 h 909"/>
                  <a:gd name="T4" fmla="*/ 1 w 1"/>
                  <a:gd name="T5" fmla="*/ 909 h 9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909">
                    <a:moveTo>
                      <a:pt x="0" y="0"/>
                    </a:moveTo>
                    <a:lnTo>
                      <a:pt x="0" y="909"/>
                    </a:lnTo>
                    <a:lnTo>
                      <a:pt x="1" y="909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3" name="Freeform 105">
                <a:extLst>
                  <a:ext uri="{FF2B5EF4-FFF2-40B4-BE49-F238E27FC236}">
                    <a16:creationId xmlns:a16="http://schemas.microsoft.com/office/drawing/2014/main" id="{ACEA6106-538B-9C75-2327-F4E201937E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8" y="2193"/>
                <a:ext cx="1" cy="19"/>
              </a:xfrm>
              <a:custGeom>
                <a:avLst/>
                <a:gdLst>
                  <a:gd name="T0" fmla="*/ 0 w 1"/>
                  <a:gd name="T1" fmla="*/ 0 h 55"/>
                  <a:gd name="T2" fmla="*/ 0 w 1"/>
                  <a:gd name="T3" fmla="*/ 55 h 55"/>
                  <a:gd name="T4" fmla="*/ 1 w 1"/>
                  <a:gd name="T5" fmla="*/ 55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55">
                    <a:moveTo>
                      <a:pt x="0" y="0"/>
                    </a:moveTo>
                    <a:lnTo>
                      <a:pt x="0" y="55"/>
                    </a:lnTo>
                    <a:lnTo>
                      <a:pt x="1" y="55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</p:grpSp>
      <p:grpSp>
        <p:nvGrpSpPr>
          <p:cNvPr id="109" name="Group 106">
            <a:extLst>
              <a:ext uri="{FF2B5EF4-FFF2-40B4-BE49-F238E27FC236}">
                <a16:creationId xmlns:a16="http://schemas.microsoft.com/office/drawing/2014/main" id="{99FC0169-4C7D-1B71-5BD4-8B99120B2268}"/>
              </a:ext>
            </a:extLst>
          </p:cNvPr>
          <p:cNvGrpSpPr>
            <a:grpSpLocks/>
          </p:cNvGrpSpPr>
          <p:nvPr/>
        </p:nvGrpSpPr>
        <p:grpSpPr bwMode="auto">
          <a:xfrm>
            <a:off x="1768475" y="2924174"/>
            <a:ext cx="1884363" cy="3190875"/>
            <a:chOff x="594" y="1747"/>
            <a:chExt cx="1187" cy="2010"/>
          </a:xfrm>
        </p:grpSpPr>
        <p:sp>
          <p:nvSpPr>
            <p:cNvPr id="110" name="Line 107">
              <a:extLst>
                <a:ext uri="{FF2B5EF4-FFF2-40B4-BE49-F238E27FC236}">
                  <a16:creationId xmlns:a16="http://schemas.microsoft.com/office/drawing/2014/main" id="{A1DD0E8E-38B0-E0EF-C6A8-CD3B6831C5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2" y="2048"/>
              <a:ext cx="0" cy="63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11" name="Line 108">
              <a:extLst>
                <a:ext uri="{FF2B5EF4-FFF2-40B4-BE49-F238E27FC236}">
                  <a16:creationId xmlns:a16="http://schemas.microsoft.com/office/drawing/2014/main" id="{2D50C26D-61F2-BEE9-C269-C97180A7D0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2" y="2670"/>
              <a:ext cx="27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12" name="Line 109">
              <a:extLst>
                <a:ext uri="{FF2B5EF4-FFF2-40B4-BE49-F238E27FC236}">
                  <a16:creationId xmlns:a16="http://schemas.microsoft.com/office/drawing/2014/main" id="{ACEF3780-7DC9-6F01-D4F9-715DE812DE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5" y="2658"/>
              <a:ext cx="0" cy="1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13" name="Line 110">
              <a:extLst>
                <a:ext uri="{FF2B5EF4-FFF2-40B4-BE49-F238E27FC236}">
                  <a16:creationId xmlns:a16="http://schemas.microsoft.com/office/drawing/2014/main" id="{04F9B5EB-A7CD-EAF8-2096-F47D50D1A2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5" y="2834"/>
              <a:ext cx="46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14" name="Line 111">
              <a:extLst>
                <a:ext uri="{FF2B5EF4-FFF2-40B4-BE49-F238E27FC236}">
                  <a16:creationId xmlns:a16="http://schemas.microsoft.com/office/drawing/2014/main" id="{662070F1-2070-10E5-ED05-1669EC11FF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27" y="2670"/>
              <a:ext cx="0" cy="1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15" name="Line 112">
              <a:extLst>
                <a:ext uri="{FF2B5EF4-FFF2-40B4-BE49-F238E27FC236}">
                  <a16:creationId xmlns:a16="http://schemas.microsoft.com/office/drawing/2014/main" id="{2B5CDC0D-ABF5-6589-4633-CB39D1B539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6" y="2669"/>
              <a:ext cx="27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16" name="Line 113">
              <a:extLst>
                <a:ext uri="{FF2B5EF4-FFF2-40B4-BE49-F238E27FC236}">
                  <a16:creationId xmlns:a16="http://schemas.microsoft.com/office/drawing/2014/main" id="{9ACB3E0D-4319-FF75-C208-217E322B5B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86" y="2044"/>
              <a:ext cx="0" cy="62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17" name="Line 114">
              <a:extLst>
                <a:ext uri="{FF2B5EF4-FFF2-40B4-BE49-F238E27FC236}">
                  <a16:creationId xmlns:a16="http://schemas.microsoft.com/office/drawing/2014/main" id="{4185113A-1B7F-17AF-5F0D-3AABDF96B7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2" y="2050"/>
              <a:ext cx="26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18" name="Line 115">
              <a:extLst>
                <a:ext uri="{FF2B5EF4-FFF2-40B4-BE49-F238E27FC236}">
                  <a16:creationId xmlns:a16="http://schemas.microsoft.com/office/drawing/2014/main" id="{25A05E32-622B-E4E4-8DBF-345C2BBC87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22" y="1880"/>
              <a:ext cx="0" cy="17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19" name="Line 116">
              <a:extLst>
                <a:ext uri="{FF2B5EF4-FFF2-40B4-BE49-F238E27FC236}">
                  <a16:creationId xmlns:a16="http://schemas.microsoft.com/office/drawing/2014/main" id="{8F525FB5-04B3-DACE-0263-1901F4833E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46" y="1880"/>
              <a:ext cx="47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20" name="Line 117">
              <a:extLst>
                <a:ext uri="{FF2B5EF4-FFF2-40B4-BE49-F238E27FC236}">
                  <a16:creationId xmlns:a16="http://schemas.microsoft.com/office/drawing/2014/main" id="{CB3A0FA4-2608-FEEA-6307-1261BD37FF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55" y="1880"/>
              <a:ext cx="0" cy="1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21" name="Line 118">
              <a:extLst>
                <a:ext uri="{FF2B5EF4-FFF2-40B4-BE49-F238E27FC236}">
                  <a16:creationId xmlns:a16="http://schemas.microsoft.com/office/drawing/2014/main" id="{4A1C1EC1-63A1-2B07-A591-7DDD68FCE6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93" y="2048"/>
              <a:ext cx="26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22" name="Oval 119">
              <a:extLst>
                <a:ext uri="{FF2B5EF4-FFF2-40B4-BE49-F238E27FC236}">
                  <a16:creationId xmlns:a16="http://schemas.microsoft.com/office/drawing/2014/main" id="{EADE20D6-C857-7A17-898B-2CBEA50CA9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" y="3119"/>
              <a:ext cx="461" cy="43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23" name="Rectangle 120">
              <a:extLst>
                <a:ext uri="{FF2B5EF4-FFF2-40B4-BE49-F238E27FC236}">
                  <a16:creationId xmlns:a16="http://schemas.microsoft.com/office/drawing/2014/main" id="{60270F00-D28C-7497-858A-9DBF86EC39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2" y="3018"/>
              <a:ext cx="994" cy="62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24" name="Freeform 121">
              <a:extLst>
                <a:ext uri="{FF2B5EF4-FFF2-40B4-BE49-F238E27FC236}">
                  <a16:creationId xmlns:a16="http://schemas.microsoft.com/office/drawing/2014/main" id="{4E8F3256-BF10-126E-4A67-CF664C05153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4" y="2043"/>
              <a:ext cx="469" cy="92"/>
            </a:xfrm>
            <a:custGeom>
              <a:avLst/>
              <a:gdLst>
                <a:gd name="T0" fmla="*/ 0 w 469"/>
                <a:gd name="T1" fmla="*/ 0 h 92"/>
                <a:gd name="T2" fmla="*/ 134 w 469"/>
                <a:gd name="T3" fmla="*/ 70 h 92"/>
                <a:gd name="T4" fmla="*/ 234 w 469"/>
                <a:gd name="T5" fmla="*/ 92 h 92"/>
                <a:gd name="T6" fmla="*/ 334 w 469"/>
                <a:gd name="T7" fmla="*/ 70 h 92"/>
                <a:gd name="T8" fmla="*/ 469 w 469"/>
                <a:gd name="T9" fmla="*/ 0 h 92"/>
                <a:gd name="T10" fmla="*/ 469 w 469"/>
                <a:gd name="T11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9" h="92">
                  <a:moveTo>
                    <a:pt x="0" y="0"/>
                  </a:moveTo>
                  <a:lnTo>
                    <a:pt x="134" y="70"/>
                  </a:lnTo>
                  <a:lnTo>
                    <a:pt x="234" y="92"/>
                  </a:lnTo>
                  <a:lnTo>
                    <a:pt x="334" y="70"/>
                  </a:lnTo>
                  <a:lnTo>
                    <a:pt x="469" y="0"/>
                  </a:lnTo>
                  <a:lnTo>
                    <a:pt x="469" y="0"/>
                  </a:lnTo>
                </a:path>
              </a:pathLst>
            </a:custGeom>
            <a:noFill/>
            <a:ln w="3810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5" name="Freeform 122">
              <a:extLst>
                <a:ext uri="{FF2B5EF4-FFF2-40B4-BE49-F238E27FC236}">
                  <a16:creationId xmlns:a16="http://schemas.microsoft.com/office/drawing/2014/main" id="{A65266A8-10D1-BE25-255C-B8A31A643A72}"/>
                </a:ext>
              </a:extLst>
            </p:cNvPr>
            <p:cNvSpPr>
              <a:spLocks/>
            </p:cNvSpPr>
            <p:nvPr/>
          </p:nvSpPr>
          <p:spPr bwMode="auto">
            <a:xfrm>
              <a:off x="954" y="2580"/>
              <a:ext cx="468" cy="90"/>
            </a:xfrm>
            <a:custGeom>
              <a:avLst/>
              <a:gdLst>
                <a:gd name="T0" fmla="*/ 468 w 468"/>
                <a:gd name="T1" fmla="*/ 90 h 90"/>
                <a:gd name="T2" fmla="*/ 334 w 468"/>
                <a:gd name="T3" fmla="*/ 22 h 90"/>
                <a:gd name="T4" fmla="*/ 234 w 468"/>
                <a:gd name="T5" fmla="*/ 0 h 90"/>
                <a:gd name="T6" fmla="*/ 123 w 468"/>
                <a:gd name="T7" fmla="*/ 22 h 90"/>
                <a:gd name="T8" fmla="*/ 0 w 468"/>
                <a:gd name="T9" fmla="*/ 90 h 90"/>
                <a:gd name="T10" fmla="*/ 0 w 468"/>
                <a:gd name="T11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8" h="90">
                  <a:moveTo>
                    <a:pt x="468" y="90"/>
                  </a:moveTo>
                  <a:lnTo>
                    <a:pt x="334" y="22"/>
                  </a:lnTo>
                  <a:lnTo>
                    <a:pt x="234" y="0"/>
                  </a:lnTo>
                  <a:lnTo>
                    <a:pt x="123" y="22"/>
                  </a:lnTo>
                  <a:lnTo>
                    <a:pt x="0" y="90"/>
                  </a:lnTo>
                  <a:lnTo>
                    <a:pt x="0" y="90"/>
                  </a:lnTo>
                </a:path>
              </a:pathLst>
            </a:custGeom>
            <a:noFill/>
            <a:ln w="3810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126" name="Group 123">
              <a:extLst>
                <a:ext uri="{FF2B5EF4-FFF2-40B4-BE49-F238E27FC236}">
                  <a16:creationId xmlns:a16="http://schemas.microsoft.com/office/drawing/2014/main" id="{717F2226-5294-88FE-9F6C-FF39EE25DB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4" y="3332"/>
              <a:ext cx="1187" cy="1"/>
              <a:chOff x="617" y="2395"/>
              <a:chExt cx="1187" cy="1"/>
            </a:xfrm>
          </p:grpSpPr>
          <p:sp>
            <p:nvSpPr>
              <p:cNvPr id="143" name="Freeform 124">
                <a:extLst>
                  <a:ext uri="{FF2B5EF4-FFF2-40B4-BE49-F238E27FC236}">
                    <a16:creationId xmlns:a16="http://schemas.microsoft.com/office/drawing/2014/main" id="{C113ACB5-0C85-179F-CFA6-837492E120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7" y="2395"/>
                <a:ext cx="204" cy="1"/>
              </a:xfrm>
              <a:custGeom>
                <a:avLst/>
                <a:gdLst>
                  <a:gd name="T0" fmla="*/ 0 w 611"/>
                  <a:gd name="T1" fmla="*/ 609 w 611"/>
                  <a:gd name="T2" fmla="*/ 611 w 61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611">
                    <a:moveTo>
                      <a:pt x="0" y="0"/>
                    </a:moveTo>
                    <a:lnTo>
                      <a:pt x="609" y="0"/>
                    </a:lnTo>
                    <a:lnTo>
                      <a:pt x="61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44" name="Freeform 125">
                <a:extLst>
                  <a:ext uri="{FF2B5EF4-FFF2-40B4-BE49-F238E27FC236}">
                    <a16:creationId xmlns:a16="http://schemas.microsoft.com/office/drawing/2014/main" id="{D4D83FA3-3CA1-A6A7-0072-7B91B6537C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9" y="2395"/>
                <a:ext cx="20" cy="1"/>
              </a:xfrm>
              <a:custGeom>
                <a:avLst/>
                <a:gdLst>
                  <a:gd name="T0" fmla="*/ 0 w 62"/>
                  <a:gd name="T1" fmla="*/ 61 w 62"/>
                  <a:gd name="T2" fmla="*/ 62 w 6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62">
                    <a:moveTo>
                      <a:pt x="0" y="0"/>
                    </a:moveTo>
                    <a:lnTo>
                      <a:pt x="61" y="0"/>
                    </a:lnTo>
                    <a:lnTo>
                      <a:pt x="62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45" name="Freeform 126">
                <a:extLst>
                  <a:ext uri="{FF2B5EF4-FFF2-40B4-BE49-F238E27FC236}">
                    <a16:creationId xmlns:a16="http://schemas.microsoft.com/office/drawing/2014/main" id="{D098D664-1474-DAA3-6FE3-6110F75061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8" y="2395"/>
                <a:ext cx="602" cy="1"/>
              </a:xfrm>
              <a:custGeom>
                <a:avLst/>
                <a:gdLst>
                  <a:gd name="T0" fmla="*/ 0 w 1806"/>
                  <a:gd name="T1" fmla="*/ 1805 w 1806"/>
                  <a:gd name="T2" fmla="*/ 1806 w 1806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806">
                    <a:moveTo>
                      <a:pt x="0" y="0"/>
                    </a:moveTo>
                    <a:lnTo>
                      <a:pt x="1805" y="0"/>
                    </a:lnTo>
                    <a:lnTo>
                      <a:pt x="1806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46" name="Freeform 127">
                <a:extLst>
                  <a:ext uri="{FF2B5EF4-FFF2-40B4-BE49-F238E27FC236}">
                    <a16:creationId xmlns:a16="http://schemas.microsoft.com/office/drawing/2014/main" id="{433F8875-8549-EF30-5919-9825441867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9" y="2395"/>
                <a:ext cx="21" cy="1"/>
              </a:xfrm>
              <a:custGeom>
                <a:avLst/>
                <a:gdLst>
                  <a:gd name="T0" fmla="*/ 0 w 62"/>
                  <a:gd name="T1" fmla="*/ 61 w 62"/>
                  <a:gd name="T2" fmla="*/ 62 w 62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62">
                    <a:moveTo>
                      <a:pt x="0" y="0"/>
                    </a:moveTo>
                    <a:lnTo>
                      <a:pt x="61" y="0"/>
                    </a:lnTo>
                    <a:lnTo>
                      <a:pt x="62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47" name="Freeform 128">
                <a:extLst>
                  <a:ext uri="{FF2B5EF4-FFF2-40B4-BE49-F238E27FC236}">
                    <a16:creationId xmlns:a16="http://schemas.microsoft.com/office/drawing/2014/main" id="{0712C68F-5E36-B721-FA3A-6DF8EE61A4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4" y="2395"/>
                <a:ext cx="190" cy="1"/>
              </a:xfrm>
              <a:custGeom>
                <a:avLst/>
                <a:gdLst>
                  <a:gd name="T0" fmla="*/ 0 w 568"/>
                  <a:gd name="T1" fmla="*/ 566 w 568"/>
                  <a:gd name="T2" fmla="*/ 568 w 568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568">
                    <a:moveTo>
                      <a:pt x="0" y="0"/>
                    </a:moveTo>
                    <a:lnTo>
                      <a:pt x="566" y="0"/>
                    </a:lnTo>
                    <a:lnTo>
                      <a:pt x="568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127" name="Group 129">
              <a:extLst>
                <a:ext uri="{FF2B5EF4-FFF2-40B4-BE49-F238E27FC236}">
                  <a16:creationId xmlns:a16="http://schemas.microsoft.com/office/drawing/2014/main" id="{15EACAFB-AA3A-1959-406B-591F6E8832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88" y="2925"/>
              <a:ext cx="1" cy="832"/>
              <a:chOff x="1211" y="1988"/>
              <a:chExt cx="1" cy="832"/>
            </a:xfrm>
          </p:grpSpPr>
          <p:sp>
            <p:nvSpPr>
              <p:cNvPr id="140" name="Freeform 130">
                <a:extLst>
                  <a:ext uri="{FF2B5EF4-FFF2-40B4-BE49-F238E27FC236}">
                    <a16:creationId xmlns:a16="http://schemas.microsoft.com/office/drawing/2014/main" id="{429733E0-5FB7-A75E-32EE-BABD7779F9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1" y="1988"/>
                <a:ext cx="1" cy="251"/>
              </a:xfrm>
              <a:custGeom>
                <a:avLst/>
                <a:gdLst>
                  <a:gd name="T0" fmla="*/ 0 w 1"/>
                  <a:gd name="T1" fmla="*/ 0 h 752"/>
                  <a:gd name="T2" fmla="*/ 0 w 1"/>
                  <a:gd name="T3" fmla="*/ 752 h 752"/>
                  <a:gd name="T4" fmla="*/ 1 w 1"/>
                  <a:gd name="T5" fmla="*/ 752 h 7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752">
                    <a:moveTo>
                      <a:pt x="0" y="0"/>
                    </a:moveTo>
                    <a:lnTo>
                      <a:pt x="0" y="752"/>
                    </a:lnTo>
                    <a:lnTo>
                      <a:pt x="1" y="752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41" name="Freeform 131">
                <a:extLst>
                  <a:ext uri="{FF2B5EF4-FFF2-40B4-BE49-F238E27FC236}">
                    <a16:creationId xmlns:a16="http://schemas.microsoft.com/office/drawing/2014/main" id="{17858B99-C076-2B90-A3AF-9E506E8D5C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1" y="2339"/>
                <a:ext cx="1" cy="481"/>
              </a:xfrm>
              <a:custGeom>
                <a:avLst/>
                <a:gdLst>
                  <a:gd name="T0" fmla="*/ 0 w 1"/>
                  <a:gd name="T1" fmla="*/ 0 h 1443"/>
                  <a:gd name="T2" fmla="*/ 0 w 1"/>
                  <a:gd name="T3" fmla="*/ 1443 h 1443"/>
                  <a:gd name="T4" fmla="*/ 1 w 1"/>
                  <a:gd name="T5" fmla="*/ 1443 h 14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443">
                    <a:moveTo>
                      <a:pt x="0" y="0"/>
                    </a:moveTo>
                    <a:lnTo>
                      <a:pt x="0" y="1443"/>
                    </a:lnTo>
                    <a:lnTo>
                      <a:pt x="1" y="1443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42" name="Freeform 132">
                <a:extLst>
                  <a:ext uri="{FF2B5EF4-FFF2-40B4-BE49-F238E27FC236}">
                    <a16:creationId xmlns:a16="http://schemas.microsoft.com/office/drawing/2014/main" id="{546A9173-B207-67D2-C326-3C74DBD47D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1" y="2279"/>
                <a:ext cx="1" cy="20"/>
              </a:xfrm>
              <a:custGeom>
                <a:avLst/>
                <a:gdLst>
                  <a:gd name="T0" fmla="*/ 0 w 1"/>
                  <a:gd name="T1" fmla="*/ 0 h 61"/>
                  <a:gd name="T2" fmla="*/ 0 w 1"/>
                  <a:gd name="T3" fmla="*/ 61 h 61"/>
                  <a:gd name="T4" fmla="*/ 1 w 1"/>
                  <a:gd name="T5" fmla="*/ 61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61">
                    <a:moveTo>
                      <a:pt x="0" y="0"/>
                    </a:moveTo>
                    <a:lnTo>
                      <a:pt x="0" y="61"/>
                    </a:lnTo>
                    <a:lnTo>
                      <a:pt x="1" y="61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128" name="Group 133">
              <a:extLst>
                <a:ext uri="{FF2B5EF4-FFF2-40B4-BE49-F238E27FC236}">
                  <a16:creationId xmlns:a16="http://schemas.microsoft.com/office/drawing/2014/main" id="{B621CAF8-9C19-B384-6F9E-65327FF06D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5" y="2356"/>
              <a:ext cx="1182" cy="1"/>
              <a:chOff x="618" y="1265"/>
              <a:chExt cx="1182" cy="1"/>
            </a:xfrm>
          </p:grpSpPr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196A656E-22DD-8E17-26FE-E71FEEB74D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8" y="1265"/>
                <a:ext cx="317" cy="1"/>
              </a:xfrm>
              <a:custGeom>
                <a:avLst/>
                <a:gdLst>
                  <a:gd name="T0" fmla="*/ 0 w 951"/>
                  <a:gd name="T1" fmla="*/ 950 w 951"/>
                  <a:gd name="T2" fmla="*/ 951 w 95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951">
                    <a:moveTo>
                      <a:pt x="0" y="0"/>
                    </a:moveTo>
                    <a:lnTo>
                      <a:pt x="950" y="0"/>
                    </a:lnTo>
                    <a:lnTo>
                      <a:pt x="95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36" name="Freeform 135">
                <a:extLst>
                  <a:ext uri="{FF2B5EF4-FFF2-40B4-BE49-F238E27FC236}">
                    <a16:creationId xmlns:a16="http://schemas.microsoft.com/office/drawing/2014/main" id="{44343D35-278F-F3EE-EA1D-D8B22106F1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8" y="1265"/>
                <a:ext cx="411" cy="1"/>
              </a:xfrm>
              <a:custGeom>
                <a:avLst/>
                <a:gdLst>
                  <a:gd name="T0" fmla="*/ 0 w 1234"/>
                  <a:gd name="T1" fmla="*/ 1232 w 1234"/>
                  <a:gd name="T2" fmla="*/ 1234 w 123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1234">
                    <a:moveTo>
                      <a:pt x="0" y="0"/>
                    </a:moveTo>
                    <a:lnTo>
                      <a:pt x="1232" y="0"/>
                    </a:lnTo>
                    <a:lnTo>
                      <a:pt x="1234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37" name="Freeform 136">
                <a:extLst>
                  <a:ext uri="{FF2B5EF4-FFF2-40B4-BE49-F238E27FC236}">
                    <a16:creationId xmlns:a16="http://schemas.microsoft.com/office/drawing/2014/main" id="{DE68356E-D01A-A849-6BA1-7661108742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8" y="1265"/>
                <a:ext cx="24" cy="1"/>
              </a:xfrm>
              <a:custGeom>
                <a:avLst/>
                <a:gdLst>
                  <a:gd name="T0" fmla="*/ 0 w 70"/>
                  <a:gd name="T1" fmla="*/ 68 w 70"/>
                  <a:gd name="T2" fmla="*/ 70 w 70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70">
                    <a:moveTo>
                      <a:pt x="0" y="0"/>
                    </a:moveTo>
                    <a:lnTo>
                      <a:pt x="68" y="0"/>
                    </a:lnTo>
                    <a:lnTo>
                      <a:pt x="70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38" name="Freeform 137">
                <a:extLst>
                  <a:ext uri="{FF2B5EF4-FFF2-40B4-BE49-F238E27FC236}">
                    <a16:creationId xmlns:a16="http://schemas.microsoft.com/office/drawing/2014/main" id="{1529C835-0E0D-5AC6-E553-6C461B0FEE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9" y="1265"/>
                <a:ext cx="261" cy="1"/>
              </a:xfrm>
              <a:custGeom>
                <a:avLst/>
                <a:gdLst>
                  <a:gd name="T0" fmla="*/ 0 w 783"/>
                  <a:gd name="T1" fmla="*/ 782 w 783"/>
                  <a:gd name="T2" fmla="*/ 783 w 783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783">
                    <a:moveTo>
                      <a:pt x="0" y="0"/>
                    </a:moveTo>
                    <a:lnTo>
                      <a:pt x="782" y="0"/>
                    </a:lnTo>
                    <a:lnTo>
                      <a:pt x="783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39" name="Freeform 138">
                <a:extLst>
                  <a:ext uri="{FF2B5EF4-FFF2-40B4-BE49-F238E27FC236}">
                    <a16:creationId xmlns:a16="http://schemas.microsoft.com/office/drawing/2014/main" id="{4277F012-044E-3177-BEB7-244E8FA40E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9" y="1265"/>
                <a:ext cx="24" cy="1"/>
              </a:xfrm>
              <a:custGeom>
                <a:avLst/>
                <a:gdLst>
                  <a:gd name="T0" fmla="*/ 0 w 71"/>
                  <a:gd name="T1" fmla="*/ 69 w 71"/>
                  <a:gd name="T2" fmla="*/ 71 w 7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71">
                    <a:moveTo>
                      <a:pt x="0" y="0"/>
                    </a:moveTo>
                    <a:lnTo>
                      <a:pt x="69" y="0"/>
                    </a:lnTo>
                    <a:lnTo>
                      <a:pt x="71" y="0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129" name="Group 139">
              <a:extLst>
                <a:ext uri="{FF2B5EF4-FFF2-40B4-BE49-F238E27FC236}">
                  <a16:creationId xmlns:a16="http://schemas.microsoft.com/office/drawing/2014/main" id="{60206880-FA93-B24E-168D-474DC853CC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88" y="1747"/>
              <a:ext cx="1" cy="1201"/>
              <a:chOff x="1211" y="656"/>
              <a:chExt cx="1" cy="1201"/>
            </a:xfrm>
          </p:grpSpPr>
          <p:sp>
            <p:nvSpPr>
              <p:cNvPr id="130" name="Freeform 140">
                <a:extLst>
                  <a:ext uri="{FF2B5EF4-FFF2-40B4-BE49-F238E27FC236}">
                    <a16:creationId xmlns:a16="http://schemas.microsoft.com/office/drawing/2014/main" id="{F6BA4F11-2D2B-7106-3384-CE89B00691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1" y="656"/>
                <a:ext cx="1" cy="242"/>
              </a:xfrm>
              <a:custGeom>
                <a:avLst/>
                <a:gdLst>
                  <a:gd name="T0" fmla="*/ 0 w 1"/>
                  <a:gd name="T1" fmla="*/ 0 h 726"/>
                  <a:gd name="T2" fmla="*/ 0 w 1"/>
                  <a:gd name="T3" fmla="*/ 726 h 726"/>
                  <a:gd name="T4" fmla="*/ 1 w 1"/>
                  <a:gd name="T5" fmla="*/ 726 h 7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726">
                    <a:moveTo>
                      <a:pt x="0" y="0"/>
                    </a:moveTo>
                    <a:lnTo>
                      <a:pt x="0" y="726"/>
                    </a:lnTo>
                    <a:lnTo>
                      <a:pt x="1" y="726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31" name="Freeform 141">
                <a:extLst>
                  <a:ext uri="{FF2B5EF4-FFF2-40B4-BE49-F238E27FC236}">
                    <a16:creationId xmlns:a16="http://schemas.microsoft.com/office/drawing/2014/main" id="{FE517345-3334-6E7B-ECAF-150F965297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1" y="1602"/>
                <a:ext cx="1" cy="19"/>
              </a:xfrm>
              <a:custGeom>
                <a:avLst/>
                <a:gdLst>
                  <a:gd name="T0" fmla="*/ 0 w 1"/>
                  <a:gd name="T1" fmla="*/ 0 h 58"/>
                  <a:gd name="T2" fmla="*/ 0 w 1"/>
                  <a:gd name="T3" fmla="*/ 58 h 58"/>
                  <a:gd name="T4" fmla="*/ 1 w 1"/>
                  <a:gd name="T5" fmla="*/ 58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58">
                    <a:moveTo>
                      <a:pt x="0" y="0"/>
                    </a:moveTo>
                    <a:lnTo>
                      <a:pt x="0" y="58"/>
                    </a:lnTo>
                    <a:lnTo>
                      <a:pt x="1" y="58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32" name="Freeform 142">
                <a:extLst>
                  <a:ext uri="{FF2B5EF4-FFF2-40B4-BE49-F238E27FC236}">
                    <a16:creationId xmlns:a16="http://schemas.microsoft.com/office/drawing/2014/main" id="{5F182509-75A8-86D4-8670-BBB8558D2D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1" y="981"/>
                <a:ext cx="1" cy="591"/>
              </a:xfrm>
              <a:custGeom>
                <a:avLst/>
                <a:gdLst>
                  <a:gd name="T0" fmla="*/ 0 w 1"/>
                  <a:gd name="T1" fmla="*/ 0 h 1774"/>
                  <a:gd name="T2" fmla="*/ 0 w 1"/>
                  <a:gd name="T3" fmla="*/ 1774 h 1774"/>
                  <a:gd name="T4" fmla="*/ 1 w 1"/>
                  <a:gd name="T5" fmla="*/ 1774 h 17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774">
                    <a:moveTo>
                      <a:pt x="0" y="0"/>
                    </a:moveTo>
                    <a:lnTo>
                      <a:pt x="0" y="1774"/>
                    </a:lnTo>
                    <a:lnTo>
                      <a:pt x="1" y="1774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33" name="Freeform 143">
                <a:extLst>
                  <a:ext uri="{FF2B5EF4-FFF2-40B4-BE49-F238E27FC236}">
                    <a16:creationId xmlns:a16="http://schemas.microsoft.com/office/drawing/2014/main" id="{61485E21-4DE1-88DF-4D21-D23162CAF3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1" y="925"/>
                <a:ext cx="1" cy="23"/>
              </a:xfrm>
              <a:custGeom>
                <a:avLst/>
                <a:gdLst>
                  <a:gd name="T0" fmla="*/ 0 w 1"/>
                  <a:gd name="T1" fmla="*/ 0 h 69"/>
                  <a:gd name="T2" fmla="*/ 0 w 1"/>
                  <a:gd name="T3" fmla="*/ 69 h 69"/>
                  <a:gd name="T4" fmla="*/ 1 w 1"/>
                  <a:gd name="T5" fmla="*/ 69 h 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69">
                    <a:moveTo>
                      <a:pt x="0" y="0"/>
                    </a:moveTo>
                    <a:lnTo>
                      <a:pt x="0" y="69"/>
                    </a:lnTo>
                    <a:lnTo>
                      <a:pt x="1" y="69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34" name="Freeform 144">
                <a:extLst>
                  <a:ext uri="{FF2B5EF4-FFF2-40B4-BE49-F238E27FC236}">
                    <a16:creationId xmlns:a16="http://schemas.microsoft.com/office/drawing/2014/main" id="{480E9BC7-0F66-BC2D-D29D-60CC8C7DAB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1" y="1648"/>
                <a:ext cx="1" cy="209"/>
              </a:xfrm>
              <a:custGeom>
                <a:avLst/>
                <a:gdLst>
                  <a:gd name="T0" fmla="*/ 0 w 1"/>
                  <a:gd name="T1" fmla="*/ 0 h 628"/>
                  <a:gd name="T2" fmla="*/ 0 w 1"/>
                  <a:gd name="T3" fmla="*/ 628 h 628"/>
                  <a:gd name="T4" fmla="*/ 1 w 1"/>
                  <a:gd name="T5" fmla="*/ 628 h 6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628">
                    <a:moveTo>
                      <a:pt x="0" y="0"/>
                    </a:moveTo>
                    <a:lnTo>
                      <a:pt x="0" y="628"/>
                    </a:lnTo>
                    <a:lnTo>
                      <a:pt x="1" y="628"/>
                    </a:lnTo>
                  </a:path>
                </a:pathLst>
              </a:custGeom>
              <a:noFill/>
              <a:ln w="19050" cmpd="sng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</p:grpSp>
      <p:sp>
        <p:nvSpPr>
          <p:cNvPr id="148" name="AutoShape 145">
            <a:extLst>
              <a:ext uri="{FF2B5EF4-FFF2-40B4-BE49-F238E27FC236}">
                <a16:creationId xmlns:a16="http://schemas.microsoft.com/office/drawing/2014/main" id="{ADFEBADB-E1AB-7A4B-28C4-0D044E9E71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3788" y="1998661"/>
            <a:ext cx="887412" cy="1790085"/>
          </a:xfrm>
          <a:prstGeom prst="wedgeRoundRectCallout">
            <a:avLst>
              <a:gd name="adj1" fmla="val -100269"/>
              <a:gd name="adj2" fmla="val -42727"/>
              <a:gd name="adj3" fmla="val 16667"/>
            </a:avLst>
          </a:prstGeom>
          <a:solidFill>
            <a:srgbClr val="66FFFF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l"/>
            <a:r>
              <a:rPr lang="zh-CN" altLang="en-US">
                <a:solidFill>
                  <a:schemeClr val="tx1"/>
                </a:solidFill>
                <a:latin typeface="Times New Roman" panose="02020603050405020304" pitchFamily="18" charset="0"/>
              </a:rPr>
              <a:t>交线为两条平面</a:t>
            </a:r>
          </a:p>
          <a:p>
            <a:pPr algn="l"/>
            <a:r>
              <a:rPr lang="zh-CN" altLang="en-US">
                <a:solidFill>
                  <a:schemeClr val="tx1"/>
                </a:solidFill>
                <a:latin typeface="Times New Roman" panose="02020603050405020304" pitchFamily="18" charset="0"/>
              </a:rPr>
              <a:t>曲线（椭圆）</a:t>
            </a:r>
          </a:p>
        </p:txBody>
      </p:sp>
      <p:grpSp>
        <p:nvGrpSpPr>
          <p:cNvPr id="149" name="Group 146">
            <a:extLst>
              <a:ext uri="{FF2B5EF4-FFF2-40B4-BE49-F238E27FC236}">
                <a16:creationId xmlns:a16="http://schemas.microsoft.com/office/drawing/2014/main" id="{A3626988-D961-5C4E-8D10-19DBC8318247}"/>
              </a:ext>
            </a:extLst>
          </p:cNvPr>
          <p:cNvGrpSpPr>
            <a:grpSpLocks/>
          </p:cNvGrpSpPr>
          <p:nvPr/>
        </p:nvGrpSpPr>
        <p:grpSpPr bwMode="auto">
          <a:xfrm>
            <a:off x="2486935" y="6202362"/>
            <a:ext cx="5939515" cy="519113"/>
            <a:chOff x="1266" y="3757"/>
            <a:chExt cx="3210" cy="327"/>
          </a:xfrm>
        </p:grpSpPr>
        <p:sp>
          <p:nvSpPr>
            <p:cNvPr id="150" name="Text Box 147">
              <a:extLst>
                <a:ext uri="{FF2B5EF4-FFF2-40B4-BE49-F238E27FC236}">
                  <a16:creationId xmlns:a16="http://schemas.microsoft.com/office/drawing/2014/main" id="{9A291207-290A-2DF2-A12E-131F44C781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7" y="3757"/>
              <a:ext cx="2390" cy="32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r>
                <a: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交线向大圆柱一侧弯</a:t>
              </a:r>
              <a:endPara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1" name="AutoShape 148">
              <a:extLst>
                <a:ext uri="{FF2B5EF4-FFF2-40B4-BE49-F238E27FC236}">
                  <a16:creationId xmlns:a16="http://schemas.microsoft.com/office/drawing/2014/main" id="{F99CF495-44D2-1D90-2387-A93DD2FD21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9" y="3768"/>
              <a:ext cx="517" cy="203"/>
            </a:xfrm>
            <a:custGeom>
              <a:avLst/>
              <a:gdLst>
                <a:gd name="G0" fmla="+- 9460 0 0"/>
                <a:gd name="G1" fmla="+- 17395 0 0"/>
                <a:gd name="G2" fmla="+- 7200 0 0"/>
                <a:gd name="G3" fmla="*/ 9460 1 2"/>
                <a:gd name="G4" fmla="+- G3 10800 0"/>
                <a:gd name="G5" fmla="+- 21600 9460 17395"/>
                <a:gd name="G6" fmla="+- 17395 7200 0"/>
                <a:gd name="G7" fmla="*/ G6 1 2"/>
                <a:gd name="G8" fmla="*/ 17395 2 1"/>
                <a:gd name="G9" fmla="+- G8 0 21600"/>
                <a:gd name="G10" fmla="*/ 21600 G0 G1"/>
                <a:gd name="G11" fmla="*/ 21600 G4 G1"/>
                <a:gd name="G12" fmla="*/ 21600 G5 G1"/>
                <a:gd name="G13" fmla="*/ 21600 G7 G1"/>
                <a:gd name="G14" fmla="*/ 17395 1 2"/>
                <a:gd name="G15" fmla="+- G5 0 G4"/>
                <a:gd name="G16" fmla="+- G0 0 G4"/>
                <a:gd name="G17" fmla="*/ G2 G15 G16"/>
                <a:gd name="T0" fmla="*/ 15530 w 21600"/>
                <a:gd name="T1" fmla="*/ 0 h 21600"/>
                <a:gd name="T2" fmla="*/ 9460 w 21600"/>
                <a:gd name="T3" fmla="*/ 7200 h 21600"/>
                <a:gd name="T4" fmla="*/ 0 w 21600"/>
                <a:gd name="T5" fmla="*/ 19284 h 21600"/>
                <a:gd name="T6" fmla="*/ 8698 w 21600"/>
                <a:gd name="T7" fmla="*/ 21600 h 21600"/>
                <a:gd name="T8" fmla="*/ 17395 w 21600"/>
                <a:gd name="T9" fmla="*/ 15271 h 21600"/>
                <a:gd name="T10" fmla="*/ 21600 w 21600"/>
                <a:gd name="T11" fmla="*/ 7200 h 21600"/>
                <a:gd name="T12" fmla="*/ 17694720 60000 65536"/>
                <a:gd name="T13" fmla="*/ 11796480 60000 65536"/>
                <a:gd name="T14" fmla="*/ 11796480 60000 65536"/>
                <a:gd name="T15" fmla="*/ 5898240 60000 65536"/>
                <a:gd name="T16" fmla="*/ 0 60000 65536"/>
                <a:gd name="T17" fmla="*/ 0 60000 65536"/>
                <a:gd name="T18" fmla="*/ 0 w 21600"/>
                <a:gd name="T19" fmla="*/ G12 h 21600"/>
                <a:gd name="T20" fmla="*/ G1 w 21600"/>
                <a:gd name="T21" fmla="*/ 2160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5530" y="0"/>
                  </a:moveTo>
                  <a:lnTo>
                    <a:pt x="9460" y="7200"/>
                  </a:lnTo>
                  <a:lnTo>
                    <a:pt x="13665" y="7200"/>
                  </a:lnTo>
                  <a:lnTo>
                    <a:pt x="13665" y="16968"/>
                  </a:lnTo>
                  <a:lnTo>
                    <a:pt x="0" y="16968"/>
                  </a:lnTo>
                  <a:lnTo>
                    <a:pt x="0" y="21600"/>
                  </a:lnTo>
                  <a:lnTo>
                    <a:pt x="17395" y="21600"/>
                  </a:lnTo>
                  <a:lnTo>
                    <a:pt x="17395" y="7200"/>
                  </a:lnTo>
                  <a:lnTo>
                    <a:pt x="21600" y="7200"/>
                  </a:lnTo>
                  <a:close/>
                </a:path>
              </a:pathLst>
            </a:custGeom>
            <a:solidFill>
              <a:srgbClr val="00FF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52" name="AutoShape 149">
              <a:extLst>
                <a:ext uri="{FF2B5EF4-FFF2-40B4-BE49-F238E27FC236}">
                  <a16:creationId xmlns:a16="http://schemas.microsoft.com/office/drawing/2014/main" id="{4A4D7DCC-450F-BBF5-104F-551CB3B0F97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1266" y="3771"/>
              <a:ext cx="435" cy="214"/>
            </a:xfrm>
            <a:custGeom>
              <a:avLst/>
              <a:gdLst>
                <a:gd name="G0" fmla="+- 9460 0 0"/>
                <a:gd name="G1" fmla="+- 17395 0 0"/>
                <a:gd name="G2" fmla="+- 7200 0 0"/>
                <a:gd name="G3" fmla="*/ 9460 1 2"/>
                <a:gd name="G4" fmla="+- G3 10800 0"/>
                <a:gd name="G5" fmla="+- 21600 9460 17395"/>
                <a:gd name="G6" fmla="+- 17395 7200 0"/>
                <a:gd name="G7" fmla="*/ G6 1 2"/>
                <a:gd name="G8" fmla="*/ 17395 2 1"/>
                <a:gd name="G9" fmla="+- G8 0 21600"/>
                <a:gd name="G10" fmla="*/ 21600 G0 G1"/>
                <a:gd name="G11" fmla="*/ 21600 G4 G1"/>
                <a:gd name="G12" fmla="*/ 21600 G5 G1"/>
                <a:gd name="G13" fmla="*/ 21600 G7 G1"/>
                <a:gd name="G14" fmla="*/ 17395 1 2"/>
                <a:gd name="G15" fmla="+- G5 0 G4"/>
                <a:gd name="G16" fmla="+- G0 0 G4"/>
                <a:gd name="G17" fmla="*/ G2 G15 G16"/>
                <a:gd name="T0" fmla="*/ 15530 w 21600"/>
                <a:gd name="T1" fmla="*/ 0 h 21600"/>
                <a:gd name="T2" fmla="*/ 9460 w 21600"/>
                <a:gd name="T3" fmla="*/ 7200 h 21600"/>
                <a:gd name="T4" fmla="*/ 0 w 21600"/>
                <a:gd name="T5" fmla="*/ 19284 h 21600"/>
                <a:gd name="T6" fmla="*/ 8698 w 21600"/>
                <a:gd name="T7" fmla="*/ 21600 h 21600"/>
                <a:gd name="T8" fmla="*/ 17395 w 21600"/>
                <a:gd name="T9" fmla="*/ 15271 h 21600"/>
                <a:gd name="T10" fmla="*/ 21600 w 21600"/>
                <a:gd name="T11" fmla="*/ 7200 h 21600"/>
                <a:gd name="T12" fmla="*/ 17694720 60000 65536"/>
                <a:gd name="T13" fmla="*/ 11796480 60000 65536"/>
                <a:gd name="T14" fmla="*/ 11796480 60000 65536"/>
                <a:gd name="T15" fmla="*/ 5898240 60000 65536"/>
                <a:gd name="T16" fmla="*/ 0 60000 65536"/>
                <a:gd name="T17" fmla="*/ 0 60000 65536"/>
                <a:gd name="T18" fmla="*/ 0 w 21600"/>
                <a:gd name="T19" fmla="*/ G12 h 21600"/>
                <a:gd name="T20" fmla="*/ G1 w 21600"/>
                <a:gd name="T21" fmla="*/ 2160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5530" y="0"/>
                  </a:moveTo>
                  <a:lnTo>
                    <a:pt x="9460" y="7200"/>
                  </a:lnTo>
                  <a:lnTo>
                    <a:pt x="13665" y="7200"/>
                  </a:lnTo>
                  <a:lnTo>
                    <a:pt x="13665" y="16968"/>
                  </a:lnTo>
                  <a:lnTo>
                    <a:pt x="0" y="16968"/>
                  </a:lnTo>
                  <a:lnTo>
                    <a:pt x="0" y="21600"/>
                  </a:lnTo>
                  <a:lnTo>
                    <a:pt x="17395" y="21600"/>
                  </a:lnTo>
                  <a:lnTo>
                    <a:pt x="17395" y="7200"/>
                  </a:lnTo>
                  <a:lnTo>
                    <a:pt x="21600" y="7200"/>
                  </a:lnTo>
                  <a:close/>
                </a:path>
              </a:pathLst>
            </a:custGeom>
            <a:solidFill>
              <a:srgbClr val="00FF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pic>
        <p:nvPicPr>
          <p:cNvPr id="153" name="Picture 152">
            <a:extLst>
              <a:ext uri="{FF2B5EF4-FFF2-40B4-BE49-F238E27FC236}">
                <a16:creationId xmlns:a16="http://schemas.microsoft.com/office/drawing/2014/main" id="{76894A30-8A3E-FECD-5B98-1BF09DCFD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0039350" y="2224500"/>
            <a:ext cx="1398900" cy="3215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319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" grpId="0" animBg="1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84662D-8008-6EFB-8239-2C6E115EF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1945C-01D2-A144-B997-3D1DC357DF38}" type="datetime1">
              <a:rPr lang="en-US" altLang="zh-CN" smtClean="0"/>
              <a:t>11/11/25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B3C673-C8C3-CE21-D594-E192D21D3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14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46423F-C846-D0E6-6A98-BC574EE62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33</a:t>
            </a:fld>
            <a:endParaRPr lang="en-US"/>
          </a:p>
        </p:txBody>
      </p:sp>
      <p:grpSp>
        <p:nvGrpSpPr>
          <p:cNvPr id="5" name="Group 3">
            <a:extLst>
              <a:ext uri="{FF2B5EF4-FFF2-40B4-BE49-F238E27FC236}">
                <a16:creationId xmlns:a16="http://schemas.microsoft.com/office/drawing/2014/main" id="{C5BA1E07-61FB-3BB9-5B94-229AF857635C}"/>
              </a:ext>
            </a:extLst>
          </p:cNvPr>
          <p:cNvGrpSpPr>
            <a:grpSpLocks/>
          </p:cNvGrpSpPr>
          <p:nvPr/>
        </p:nvGrpSpPr>
        <p:grpSpPr bwMode="auto">
          <a:xfrm>
            <a:off x="3736182" y="3017081"/>
            <a:ext cx="1736725" cy="2543175"/>
            <a:chOff x="2066" y="1936"/>
            <a:chExt cx="1094" cy="1602"/>
          </a:xfrm>
        </p:grpSpPr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E72918E4-2700-A3DB-6DED-940787CD68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0" y="2135"/>
              <a:ext cx="958" cy="55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035FAD4A-D540-01DA-F806-22FDB03237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2" y="2694"/>
              <a:ext cx="375" cy="159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14434037-D738-108E-3C7A-7844D769F3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3" y="1972"/>
              <a:ext cx="380" cy="16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9" name="Line 7">
              <a:extLst>
                <a:ext uri="{FF2B5EF4-FFF2-40B4-BE49-F238E27FC236}">
                  <a16:creationId xmlns:a16="http://schemas.microsoft.com/office/drawing/2014/main" id="{ED19B48A-4DAF-F1BB-84C4-0318BD7A8E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8" y="2141"/>
              <a:ext cx="368" cy="0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10" name="Line 8">
              <a:extLst>
                <a:ext uri="{FF2B5EF4-FFF2-40B4-BE49-F238E27FC236}">
                  <a16:creationId xmlns:a16="http://schemas.microsoft.com/office/drawing/2014/main" id="{B86F1412-9B90-76C3-80C5-C72959435B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8" y="2689"/>
              <a:ext cx="340" cy="0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CBF28E3C-DEFE-27A0-F1A2-304DAD3C40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7" y="2914"/>
              <a:ext cx="957" cy="55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12" name="Oval 10">
              <a:extLst>
                <a:ext uri="{FF2B5EF4-FFF2-40B4-BE49-F238E27FC236}">
                  <a16:creationId xmlns:a16="http://schemas.microsoft.com/office/drawing/2014/main" id="{33345F25-5B5B-C270-F16A-8571A073EE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8" y="3099"/>
              <a:ext cx="367" cy="36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13" name="Line 11">
              <a:extLst>
                <a:ext uri="{FF2B5EF4-FFF2-40B4-BE49-F238E27FC236}">
                  <a16:creationId xmlns:a16="http://schemas.microsoft.com/office/drawing/2014/main" id="{85E366A5-26E7-DE67-EBB7-17BFF666F8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6" y="2407"/>
              <a:ext cx="10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14" name="Line 12">
              <a:extLst>
                <a:ext uri="{FF2B5EF4-FFF2-40B4-BE49-F238E27FC236}">
                  <a16:creationId xmlns:a16="http://schemas.microsoft.com/office/drawing/2014/main" id="{3809BFA1-2749-FF12-C62E-D8C92BEF33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5" y="1936"/>
              <a:ext cx="0" cy="9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B7DC2D17-2090-894E-4BD5-937C0018AC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6" y="3193"/>
              <a:ext cx="10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16" name="Line 14">
              <a:extLst>
                <a:ext uri="{FF2B5EF4-FFF2-40B4-BE49-F238E27FC236}">
                  <a16:creationId xmlns:a16="http://schemas.microsoft.com/office/drawing/2014/main" id="{9B211123-F81A-4B6C-0155-329984FD86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5" y="2887"/>
              <a:ext cx="0" cy="6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17" name="Line 15">
              <a:extLst>
                <a:ext uri="{FF2B5EF4-FFF2-40B4-BE49-F238E27FC236}">
                  <a16:creationId xmlns:a16="http://schemas.microsoft.com/office/drawing/2014/main" id="{C13732FC-CAC5-F291-B792-CE6F499359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8" y="2690"/>
              <a:ext cx="363" cy="0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18" name="Line 16">
              <a:extLst>
                <a:ext uri="{FF2B5EF4-FFF2-40B4-BE49-F238E27FC236}">
                  <a16:creationId xmlns:a16="http://schemas.microsoft.com/office/drawing/2014/main" id="{87959337-176F-25B6-ED21-BA34886746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7" y="3286"/>
              <a:ext cx="4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</p:grpSp>
      <p:grpSp>
        <p:nvGrpSpPr>
          <p:cNvPr id="19" name="Group 17">
            <a:extLst>
              <a:ext uri="{FF2B5EF4-FFF2-40B4-BE49-F238E27FC236}">
                <a16:creationId xmlns:a16="http://schemas.microsoft.com/office/drawing/2014/main" id="{CFEDD7E7-3259-40C9-6302-623FD5C7C8A6}"/>
              </a:ext>
            </a:extLst>
          </p:cNvPr>
          <p:cNvGrpSpPr>
            <a:grpSpLocks/>
          </p:cNvGrpSpPr>
          <p:nvPr/>
        </p:nvGrpSpPr>
        <p:grpSpPr bwMode="auto">
          <a:xfrm>
            <a:off x="6246020" y="1085094"/>
            <a:ext cx="1758950" cy="1700212"/>
            <a:chOff x="1636" y="1038"/>
            <a:chExt cx="1108" cy="1071"/>
          </a:xfrm>
        </p:grpSpPr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2B734587-875E-59DC-3964-13F6AD95F1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4" y="1038"/>
              <a:ext cx="484" cy="1071"/>
            </a:xfrm>
            <a:custGeom>
              <a:avLst/>
              <a:gdLst>
                <a:gd name="T0" fmla="*/ 8 w 484"/>
                <a:gd name="T1" fmla="*/ 94 h 1071"/>
                <a:gd name="T2" fmla="*/ 8 w 484"/>
                <a:gd name="T3" fmla="*/ 326 h 1071"/>
                <a:gd name="T4" fmla="*/ 32 w 484"/>
                <a:gd name="T5" fmla="*/ 358 h 1071"/>
                <a:gd name="T6" fmla="*/ 60 w 484"/>
                <a:gd name="T7" fmla="*/ 382 h 1071"/>
                <a:gd name="T8" fmla="*/ 88 w 484"/>
                <a:gd name="T9" fmla="*/ 406 h 1071"/>
                <a:gd name="T10" fmla="*/ 108 w 484"/>
                <a:gd name="T11" fmla="*/ 426 h 1071"/>
                <a:gd name="T12" fmla="*/ 128 w 484"/>
                <a:gd name="T13" fmla="*/ 450 h 1071"/>
                <a:gd name="T14" fmla="*/ 144 w 484"/>
                <a:gd name="T15" fmla="*/ 470 h 1071"/>
                <a:gd name="T16" fmla="*/ 164 w 484"/>
                <a:gd name="T17" fmla="*/ 498 h 1071"/>
                <a:gd name="T18" fmla="*/ 176 w 484"/>
                <a:gd name="T19" fmla="*/ 534 h 1071"/>
                <a:gd name="T20" fmla="*/ 188 w 484"/>
                <a:gd name="T21" fmla="*/ 574 h 1071"/>
                <a:gd name="T22" fmla="*/ 200 w 484"/>
                <a:gd name="T23" fmla="*/ 614 h 1071"/>
                <a:gd name="T24" fmla="*/ 208 w 484"/>
                <a:gd name="T25" fmla="*/ 642 h 1071"/>
                <a:gd name="T26" fmla="*/ 208 w 484"/>
                <a:gd name="T27" fmla="*/ 690 h 1071"/>
                <a:gd name="T28" fmla="*/ 204 w 484"/>
                <a:gd name="T29" fmla="*/ 734 h 1071"/>
                <a:gd name="T30" fmla="*/ 196 w 484"/>
                <a:gd name="T31" fmla="*/ 782 h 1071"/>
                <a:gd name="T32" fmla="*/ 176 w 484"/>
                <a:gd name="T33" fmla="*/ 822 h 1071"/>
                <a:gd name="T34" fmla="*/ 148 w 484"/>
                <a:gd name="T35" fmla="*/ 870 h 1071"/>
                <a:gd name="T36" fmla="*/ 128 w 484"/>
                <a:gd name="T37" fmla="*/ 882 h 1071"/>
                <a:gd name="T38" fmla="*/ 100 w 484"/>
                <a:gd name="T39" fmla="*/ 898 h 1071"/>
                <a:gd name="T40" fmla="*/ 56 w 484"/>
                <a:gd name="T41" fmla="*/ 906 h 1071"/>
                <a:gd name="T42" fmla="*/ 8 w 484"/>
                <a:gd name="T43" fmla="*/ 926 h 1071"/>
                <a:gd name="T44" fmla="*/ 8 w 484"/>
                <a:gd name="T45" fmla="*/ 974 h 1071"/>
                <a:gd name="T46" fmla="*/ 16 w 484"/>
                <a:gd name="T47" fmla="*/ 1014 h 1071"/>
                <a:gd name="T48" fmla="*/ 72 w 484"/>
                <a:gd name="T49" fmla="*/ 1034 h 1071"/>
                <a:gd name="T50" fmla="*/ 116 w 484"/>
                <a:gd name="T51" fmla="*/ 1058 h 1071"/>
                <a:gd name="T52" fmla="*/ 176 w 484"/>
                <a:gd name="T53" fmla="*/ 1066 h 1071"/>
                <a:gd name="T54" fmla="*/ 228 w 484"/>
                <a:gd name="T55" fmla="*/ 1070 h 1071"/>
                <a:gd name="T56" fmla="*/ 304 w 484"/>
                <a:gd name="T57" fmla="*/ 1062 h 1071"/>
                <a:gd name="T58" fmla="*/ 384 w 484"/>
                <a:gd name="T59" fmla="*/ 1050 h 1071"/>
                <a:gd name="T60" fmla="*/ 452 w 484"/>
                <a:gd name="T61" fmla="*/ 1010 h 1071"/>
                <a:gd name="T62" fmla="*/ 480 w 484"/>
                <a:gd name="T63" fmla="*/ 894 h 1071"/>
                <a:gd name="T64" fmla="*/ 476 w 484"/>
                <a:gd name="T65" fmla="*/ 130 h 1071"/>
                <a:gd name="T66" fmla="*/ 456 w 484"/>
                <a:gd name="T67" fmla="*/ 114 h 1071"/>
                <a:gd name="T68" fmla="*/ 424 w 484"/>
                <a:gd name="T69" fmla="*/ 138 h 1071"/>
                <a:gd name="T70" fmla="*/ 360 w 484"/>
                <a:gd name="T71" fmla="*/ 154 h 1071"/>
                <a:gd name="T72" fmla="*/ 316 w 484"/>
                <a:gd name="T73" fmla="*/ 162 h 1071"/>
                <a:gd name="T74" fmla="*/ 264 w 484"/>
                <a:gd name="T75" fmla="*/ 166 h 1071"/>
                <a:gd name="T76" fmla="*/ 204 w 484"/>
                <a:gd name="T77" fmla="*/ 166 h 1071"/>
                <a:gd name="T78" fmla="*/ 152 w 484"/>
                <a:gd name="T79" fmla="*/ 154 h 1071"/>
                <a:gd name="T80" fmla="*/ 92 w 484"/>
                <a:gd name="T81" fmla="*/ 138 h 1071"/>
                <a:gd name="T82" fmla="*/ 48 w 484"/>
                <a:gd name="T83" fmla="*/ 126 h 1071"/>
                <a:gd name="T84" fmla="*/ 4 w 484"/>
                <a:gd name="T85" fmla="*/ 90 h 10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84" h="1071">
                  <a:moveTo>
                    <a:pt x="8" y="94"/>
                  </a:moveTo>
                  <a:cubicBezTo>
                    <a:pt x="8" y="133"/>
                    <a:pt x="4" y="282"/>
                    <a:pt x="8" y="326"/>
                  </a:cubicBezTo>
                  <a:cubicBezTo>
                    <a:pt x="12" y="370"/>
                    <a:pt x="23" y="349"/>
                    <a:pt x="32" y="358"/>
                  </a:cubicBezTo>
                  <a:cubicBezTo>
                    <a:pt x="41" y="367"/>
                    <a:pt x="51" y="374"/>
                    <a:pt x="60" y="382"/>
                  </a:cubicBezTo>
                  <a:cubicBezTo>
                    <a:pt x="69" y="390"/>
                    <a:pt x="80" y="399"/>
                    <a:pt x="88" y="406"/>
                  </a:cubicBezTo>
                  <a:cubicBezTo>
                    <a:pt x="96" y="413"/>
                    <a:pt x="101" y="419"/>
                    <a:pt x="108" y="426"/>
                  </a:cubicBezTo>
                  <a:cubicBezTo>
                    <a:pt x="115" y="433"/>
                    <a:pt x="122" y="443"/>
                    <a:pt x="128" y="450"/>
                  </a:cubicBezTo>
                  <a:cubicBezTo>
                    <a:pt x="134" y="457"/>
                    <a:pt x="138" y="462"/>
                    <a:pt x="144" y="470"/>
                  </a:cubicBezTo>
                  <a:cubicBezTo>
                    <a:pt x="150" y="478"/>
                    <a:pt x="159" y="487"/>
                    <a:pt x="164" y="498"/>
                  </a:cubicBezTo>
                  <a:cubicBezTo>
                    <a:pt x="169" y="509"/>
                    <a:pt x="172" y="521"/>
                    <a:pt x="176" y="534"/>
                  </a:cubicBezTo>
                  <a:cubicBezTo>
                    <a:pt x="180" y="547"/>
                    <a:pt x="184" y="561"/>
                    <a:pt x="188" y="574"/>
                  </a:cubicBezTo>
                  <a:cubicBezTo>
                    <a:pt x="192" y="587"/>
                    <a:pt x="197" y="603"/>
                    <a:pt x="200" y="614"/>
                  </a:cubicBezTo>
                  <a:cubicBezTo>
                    <a:pt x="203" y="625"/>
                    <a:pt x="207" y="629"/>
                    <a:pt x="208" y="642"/>
                  </a:cubicBezTo>
                  <a:cubicBezTo>
                    <a:pt x="209" y="655"/>
                    <a:pt x="209" y="675"/>
                    <a:pt x="208" y="690"/>
                  </a:cubicBezTo>
                  <a:cubicBezTo>
                    <a:pt x="207" y="705"/>
                    <a:pt x="206" y="719"/>
                    <a:pt x="204" y="734"/>
                  </a:cubicBezTo>
                  <a:cubicBezTo>
                    <a:pt x="202" y="749"/>
                    <a:pt x="201" y="767"/>
                    <a:pt x="196" y="782"/>
                  </a:cubicBezTo>
                  <a:cubicBezTo>
                    <a:pt x="191" y="797"/>
                    <a:pt x="184" y="807"/>
                    <a:pt x="176" y="822"/>
                  </a:cubicBezTo>
                  <a:cubicBezTo>
                    <a:pt x="168" y="837"/>
                    <a:pt x="156" y="860"/>
                    <a:pt x="148" y="870"/>
                  </a:cubicBezTo>
                  <a:cubicBezTo>
                    <a:pt x="140" y="880"/>
                    <a:pt x="136" y="877"/>
                    <a:pt x="128" y="882"/>
                  </a:cubicBezTo>
                  <a:cubicBezTo>
                    <a:pt x="120" y="887"/>
                    <a:pt x="112" y="894"/>
                    <a:pt x="100" y="898"/>
                  </a:cubicBezTo>
                  <a:cubicBezTo>
                    <a:pt x="88" y="902"/>
                    <a:pt x="71" y="901"/>
                    <a:pt x="56" y="906"/>
                  </a:cubicBezTo>
                  <a:cubicBezTo>
                    <a:pt x="41" y="911"/>
                    <a:pt x="16" y="915"/>
                    <a:pt x="8" y="926"/>
                  </a:cubicBezTo>
                  <a:cubicBezTo>
                    <a:pt x="0" y="937"/>
                    <a:pt x="7" y="959"/>
                    <a:pt x="8" y="974"/>
                  </a:cubicBezTo>
                  <a:cubicBezTo>
                    <a:pt x="9" y="989"/>
                    <a:pt x="5" y="1004"/>
                    <a:pt x="16" y="1014"/>
                  </a:cubicBezTo>
                  <a:cubicBezTo>
                    <a:pt x="27" y="1024"/>
                    <a:pt x="55" y="1027"/>
                    <a:pt x="72" y="1034"/>
                  </a:cubicBezTo>
                  <a:cubicBezTo>
                    <a:pt x="89" y="1041"/>
                    <a:pt x="99" y="1053"/>
                    <a:pt x="116" y="1058"/>
                  </a:cubicBezTo>
                  <a:cubicBezTo>
                    <a:pt x="133" y="1063"/>
                    <a:pt x="157" y="1064"/>
                    <a:pt x="176" y="1066"/>
                  </a:cubicBezTo>
                  <a:cubicBezTo>
                    <a:pt x="195" y="1068"/>
                    <a:pt x="207" y="1071"/>
                    <a:pt x="228" y="1070"/>
                  </a:cubicBezTo>
                  <a:cubicBezTo>
                    <a:pt x="249" y="1069"/>
                    <a:pt x="278" y="1065"/>
                    <a:pt x="304" y="1062"/>
                  </a:cubicBezTo>
                  <a:cubicBezTo>
                    <a:pt x="330" y="1059"/>
                    <a:pt x="359" y="1059"/>
                    <a:pt x="384" y="1050"/>
                  </a:cubicBezTo>
                  <a:cubicBezTo>
                    <a:pt x="409" y="1041"/>
                    <a:pt x="436" y="1036"/>
                    <a:pt x="452" y="1010"/>
                  </a:cubicBezTo>
                  <a:cubicBezTo>
                    <a:pt x="468" y="984"/>
                    <a:pt x="476" y="1041"/>
                    <a:pt x="480" y="894"/>
                  </a:cubicBezTo>
                  <a:cubicBezTo>
                    <a:pt x="484" y="747"/>
                    <a:pt x="480" y="260"/>
                    <a:pt x="476" y="130"/>
                  </a:cubicBezTo>
                  <a:cubicBezTo>
                    <a:pt x="472" y="0"/>
                    <a:pt x="465" y="113"/>
                    <a:pt x="456" y="114"/>
                  </a:cubicBezTo>
                  <a:cubicBezTo>
                    <a:pt x="447" y="115"/>
                    <a:pt x="440" y="131"/>
                    <a:pt x="424" y="138"/>
                  </a:cubicBezTo>
                  <a:cubicBezTo>
                    <a:pt x="408" y="145"/>
                    <a:pt x="378" y="150"/>
                    <a:pt x="360" y="154"/>
                  </a:cubicBezTo>
                  <a:cubicBezTo>
                    <a:pt x="342" y="158"/>
                    <a:pt x="332" y="160"/>
                    <a:pt x="316" y="162"/>
                  </a:cubicBezTo>
                  <a:cubicBezTo>
                    <a:pt x="300" y="164"/>
                    <a:pt x="283" y="165"/>
                    <a:pt x="264" y="166"/>
                  </a:cubicBezTo>
                  <a:cubicBezTo>
                    <a:pt x="245" y="167"/>
                    <a:pt x="223" y="168"/>
                    <a:pt x="204" y="166"/>
                  </a:cubicBezTo>
                  <a:cubicBezTo>
                    <a:pt x="185" y="164"/>
                    <a:pt x="171" y="159"/>
                    <a:pt x="152" y="154"/>
                  </a:cubicBezTo>
                  <a:cubicBezTo>
                    <a:pt x="133" y="149"/>
                    <a:pt x="109" y="143"/>
                    <a:pt x="92" y="138"/>
                  </a:cubicBezTo>
                  <a:cubicBezTo>
                    <a:pt x="75" y="133"/>
                    <a:pt x="63" y="134"/>
                    <a:pt x="48" y="126"/>
                  </a:cubicBezTo>
                  <a:cubicBezTo>
                    <a:pt x="33" y="118"/>
                    <a:pt x="13" y="98"/>
                    <a:pt x="4" y="90"/>
                  </a:cubicBezTo>
                </a:path>
              </a:pathLst>
            </a:custGeom>
            <a:gradFill rotWithShape="0">
              <a:gsLst>
                <a:gs pos="0">
                  <a:srgbClr val="FFCCFF">
                    <a:gamma/>
                    <a:shade val="46275"/>
                    <a:invGamma/>
                  </a:srgbClr>
                </a:gs>
                <a:gs pos="50000">
                  <a:srgbClr val="FFCCFF"/>
                </a:gs>
                <a:gs pos="100000">
                  <a:srgbClr val="FFC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CA6AC8AA-125E-4A21-89F6-4F1FACBC19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" y="1252"/>
              <a:ext cx="576" cy="776"/>
            </a:xfrm>
            <a:custGeom>
              <a:avLst/>
              <a:gdLst>
                <a:gd name="T0" fmla="*/ 0 w 576"/>
                <a:gd name="T1" fmla="*/ 124 h 776"/>
                <a:gd name="T2" fmla="*/ 28 w 576"/>
                <a:gd name="T3" fmla="*/ 124 h 776"/>
                <a:gd name="T4" fmla="*/ 68 w 576"/>
                <a:gd name="T5" fmla="*/ 124 h 776"/>
                <a:gd name="T6" fmla="*/ 104 w 576"/>
                <a:gd name="T7" fmla="*/ 132 h 776"/>
                <a:gd name="T8" fmla="*/ 128 w 576"/>
                <a:gd name="T9" fmla="*/ 140 h 776"/>
                <a:gd name="T10" fmla="*/ 164 w 576"/>
                <a:gd name="T11" fmla="*/ 168 h 776"/>
                <a:gd name="T12" fmla="*/ 188 w 576"/>
                <a:gd name="T13" fmla="*/ 184 h 776"/>
                <a:gd name="T14" fmla="*/ 204 w 576"/>
                <a:gd name="T15" fmla="*/ 204 h 776"/>
                <a:gd name="T16" fmla="*/ 236 w 576"/>
                <a:gd name="T17" fmla="*/ 228 h 776"/>
                <a:gd name="T18" fmla="*/ 260 w 576"/>
                <a:gd name="T19" fmla="*/ 260 h 776"/>
                <a:gd name="T20" fmla="*/ 288 w 576"/>
                <a:gd name="T21" fmla="*/ 304 h 776"/>
                <a:gd name="T22" fmla="*/ 304 w 576"/>
                <a:gd name="T23" fmla="*/ 328 h 776"/>
                <a:gd name="T24" fmla="*/ 320 w 576"/>
                <a:gd name="T25" fmla="*/ 372 h 776"/>
                <a:gd name="T26" fmla="*/ 328 w 576"/>
                <a:gd name="T27" fmla="*/ 408 h 776"/>
                <a:gd name="T28" fmla="*/ 336 w 576"/>
                <a:gd name="T29" fmla="*/ 444 h 776"/>
                <a:gd name="T30" fmla="*/ 340 w 576"/>
                <a:gd name="T31" fmla="*/ 480 h 776"/>
                <a:gd name="T32" fmla="*/ 348 w 576"/>
                <a:gd name="T33" fmla="*/ 512 h 776"/>
                <a:gd name="T34" fmla="*/ 352 w 576"/>
                <a:gd name="T35" fmla="*/ 548 h 776"/>
                <a:gd name="T36" fmla="*/ 344 w 576"/>
                <a:gd name="T37" fmla="*/ 588 h 776"/>
                <a:gd name="T38" fmla="*/ 336 w 576"/>
                <a:gd name="T39" fmla="*/ 632 h 776"/>
                <a:gd name="T40" fmla="*/ 320 w 576"/>
                <a:gd name="T41" fmla="*/ 672 h 776"/>
                <a:gd name="T42" fmla="*/ 292 w 576"/>
                <a:gd name="T43" fmla="*/ 712 h 776"/>
                <a:gd name="T44" fmla="*/ 248 w 576"/>
                <a:gd name="T45" fmla="*/ 740 h 776"/>
                <a:gd name="T46" fmla="*/ 216 w 576"/>
                <a:gd name="T47" fmla="*/ 776 h 776"/>
                <a:gd name="T48" fmla="*/ 372 w 576"/>
                <a:gd name="T49" fmla="*/ 720 h 776"/>
                <a:gd name="T50" fmla="*/ 408 w 576"/>
                <a:gd name="T51" fmla="*/ 708 h 776"/>
                <a:gd name="T52" fmla="*/ 444 w 576"/>
                <a:gd name="T53" fmla="*/ 692 h 776"/>
                <a:gd name="T54" fmla="*/ 468 w 576"/>
                <a:gd name="T55" fmla="*/ 684 h 776"/>
                <a:gd name="T56" fmla="*/ 496 w 576"/>
                <a:gd name="T57" fmla="*/ 668 h 776"/>
                <a:gd name="T58" fmla="*/ 520 w 576"/>
                <a:gd name="T59" fmla="*/ 652 h 776"/>
                <a:gd name="T60" fmla="*/ 540 w 576"/>
                <a:gd name="T61" fmla="*/ 628 h 776"/>
                <a:gd name="T62" fmla="*/ 556 w 576"/>
                <a:gd name="T63" fmla="*/ 592 h 776"/>
                <a:gd name="T64" fmla="*/ 568 w 576"/>
                <a:gd name="T65" fmla="*/ 544 h 776"/>
                <a:gd name="T66" fmla="*/ 576 w 576"/>
                <a:gd name="T67" fmla="*/ 516 h 776"/>
                <a:gd name="T68" fmla="*/ 576 w 576"/>
                <a:gd name="T69" fmla="*/ 492 h 776"/>
                <a:gd name="T70" fmla="*/ 576 w 576"/>
                <a:gd name="T71" fmla="*/ 464 h 776"/>
                <a:gd name="T72" fmla="*/ 572 w 576"/>
                <a:gd name="T73" fmla="*/ 440 h 776"/>
                <a:gd name="T74" fmla="*/ 564 w 576"/>
                <a:gd name="T75" fmla="*/ 404 h 776"/>
                <a:gd name="T76" fmla="*/ 560 w 576"/>
                <a:gd name="T77" fmla="*/ 372 h 776"/>
                <a:gd name="T78" fmla="*/ 552 w 576"/>
                <a:gd name="T79" fmla="*/ 348 h 776"/>
                <a:gd name="T80" fmla="*/ 540 w 576"/>
                <a:gd name="T81" fmla="*/ 324 h 776"/>
                <a:gd name="T82" fmla="*/ 528 w 576"/>
                <a:gd name="T83" fmla="*/ 288 h 776"/>
                <a:gd name="T84" fmla="*/ 508 w 576"/>
                <a:gd name="T85" fmla="*/ 256 h 776"/>
                <a:gd name="T86" fmla="*/ 496 w 576"/>
                <a:gd name="T87" fmla="*/ 236 h 776"/>
                <a:gd name="T88" fmla="*/ 480 w 576"/>
                <a:gd name="T89" fmla="*/ 216 h 776"/>
                <a:gd name="T90" fmla="*/ 448 w 576"/>
                <a:gd name="T91" fmla="*/ 188 h 776"/>
                <a:gd name="T92" fmla="*/ 416 w 576"/>
                <a:gd name="T93" fmla="*/ 156 h 776"/>
                <a:gd name="T94" fmla="*/ 396 w 576"/>
                <a:gd name="T95" fmla="*/ 132 h 776"/>
                <a:gd name="T96" fmla="*/ 376 w 576"/>
                <a:gd name="T97" fmla="*/ 100 h 776"/>
                <a:gd name="T98" fmla="*/ 368 w 576"/>
                <a:gd name="T99" fmla="*/ 48 h 776"/>
                <a:gd name="T100" fmla="*/ 368 w 576"/>
                <a:gd name="T101" fmla="*/ 0 h 776"/>
                <a:gd name="T102" fmla="*/ 0 w 576"/>
                <a:gd name="T103" fmla="*/ 124 h 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76" h="776">
                  <a:moveTo>
                    <a:pt x="0" y="124"/>
                  </a:moveTo>
                  <a:lnTo>
                    <a:pt x="28" y="124"/>
                  </a:lnTo>
                  <a:lnTo>
                    <a:pt x="68" y="124"/>
                  </a:lnTo>
                  <a:lnTo>
                    <a:pt x="104" y="132"/>
                  </a:lnTo>
                  <a:lnTo>
                    <a:pt x="128" y="140"/>
                  </a:lnTo>
                  <a:lnTo>
                    <a:pt x="164" y="168"/>
                  </a:lnTo>
                  <a:lnTo>
                    <a:pt x="188" y="184"/>
                  </a:lnTo>
                  <a:lnTo>
                    <a:pt x="204" y="204"/>
                  </a:lnTo>
                  <a:lnTo>
                    <a:pt x="236" y="228"/>
                  </a:lnTo>
                  <a:lnTo>
                    <a:pt x="260" y="260"/>
                  </a:lnTo>
                  <a:lnTo>
                    <a:pt x="288" y="304"/>
                  </a:lnTo>
                  <a:lnTo>
                    <a:pt x="304" y="328"/>
                  </a:lnTo>
                  <a:lnTo>
                    <a:pt x="320" y="372"/>
                  </a:lnTo>
                  <a:lnTo>
                    <a:pt x="328" y="408"/>
                  </a:lnTo>
                  <a:lnTo>
                    <a:pt x="336" y="444"/>
                  </a:lnTo>
                  <a:lnTo>
                    <a:pt x="340" y="480"/>
                  </a:lnTo>
                  <a:lnTo>
                    <a:pt x="348" y="512"/>
                  </a:lnTo>
                  <a:lnTo>
                    <a:pt x="352" y="548"/>
                  </a:lnTo>
                  <a:lnTo>
                    <a:pt x="344" y="588"/>
                  </a:lnTo>
                  <a:cubicBezTo>
                    <a:pt x="335" y="623"/>
                    <a:pt x="339" y="617"/>
                    <a:pt x="336" y="632"/>
                  </a:cubicBezTo>
                  <a:lnTo>
                    <a:pt x="320" y="672"/>
                  </a:lnTo>
                  <a:lnTo>
                    <a:pt x="292" y="712"/>
                  </a:lnTo>
                  <a:lnTo>
                    <a:pt x="248" y="740"/>
                  </a:lnTo>
                  <a:lnTo>
                    <a:pt x="216" y="776"/>
                  </a:lnTo>
                  <a:lnTo>
                    <a:pt x="372" y="720"/>
                  </a:lnTo>
                  <a:lnTo>
                    <a:pt x="408" y="708"/>
                  </a:lnTo>
                  <a:lnTo>
                    <a:pt x="444" y="692"/>
                  </a:lnTo>
                  <a:lnTo>
                    <a:pt x="468" y="684"/>
                  </a:lnTo>
                  <a:lnTo>
                    <a:pt x="496" y="668"/>
                  </a:lnTo>
                  <a:lnTo>
                    <a:pt x="520" y="652"/>
                  </a:lnTo>
                  <a:lnTo>
                    <a:pt x="540" y="628"/>
                  </a:lnTo>
                  <a:lnTo>
                    <a:pt x="556" y="592"/>
                  </a:lnTo>
                  <a:lnTo>
                    <a:pt x="568" y="544"/>
                  </a:lnTo>
                  <a:lnTo>
                    <a:pt x="576" y="516"/>
                  </a:lnTo>
                  <a:lnTo>
                    <a:pt x="576" y="492"/>
                  </a:lnTo>
                  <a:lnTo>
                    <a:pt x="576" y="464"/>
                  </a:lnTo>
                  <a:lnTo>
                    <a:pt x="572" y="440"/>
                  </a:lnTo>
                  <a:lnTo>
                    <a:pt x="564" y="404"/>
                  </a:lnTo>
                  <a:lnTo>
                    <a:pt x="560" y="372"/>
                  </a:lnTo>
                  <a:lnTo>
                    <a:pt x="552" y="348"/>
                  </a:lnTo>
                  <a:lnTo>
                    <a:pt x="540" y="324"/>
                  </a:lnTo>
                  <a:lnTo>
                    <a:pt x="528" y="288"/>
                  </a:lnTo>
                  <a:cubicBezTo>
                    <a:pt x="520" y="256"/>
                    <a:pt x="513" y="265"/>
                    <a:pt x="508" y="256"/>
                  </a:cubicBezTo>
                  <a:lnTo>
                    <a:pt x="496" y="236"/>
                  </a:lnTo>
                  <a:lnTo>
                    <a:pt x="480" y="216"/>
                  </a:lnTo>
                  <a:lnTo>
                    <a:pt x="448" y="188"/>
                  </a:lnTo>
                  <a:lnTo>
                    <a:pt x="416" y="156"/>
                  </a:lnTo>
                  <a:lnTo>
                    <a:pt x="396" y="132"/>
                  </a:lnTo>
                  <a:lnTo>
                    <a:pt x="376" y="100"/>
                  </a:lnTo>
                  <a:lnTo>
                    <a:pt x="368" y="48"/>
                  </a:lnTo>
                  <a:lnTo>
                    <a:pt x="368" y="0"/>
                  </a:lnTo>
                  <a:lnTo>
                    <a:pt x="0" y="124"/>
                  </a:lnTo>
                  <a:close/>
                </a:path>
              </a:pathLst>
            </a:custGeom>
            <a:gradFill rotWithShape="0">
              <a:gsLst>
                <a:gs pos="0">
                  <a:srgbClr val="99CCFF">
                    <a:gamma/>
                    <a:shade val="46275"/>
                    <a:invGamma/>
                  </a:srgbClr>
                </a:gs>
                <a:gs pos="50000">
                  <a:srgbClr val="99CCFF"/>
                </a:gs>
                <a:gs pos="100000">
                  <a:srgbClr val="99CC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22" name="Oval 20">
              <a:extLst>
                <a:ext uri="{FF2B5EF4-FFF2-40B4-BE49-F238E27FC236}">
                  <a16:creationId xmlns:a16="http://schemas.microsoft.com/office/drawing/2014/main" id="{6778E348-DC89-8E7A-3934-E084109620E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224673">
              <a:off x="1636" y="1358"/>
              <a:ext cx="464" cy="683"/>
            </a:xfrm>
            <a:prstGeom prst="ellipse">
              <a:avLst/>
            </a:prstGeom>
            <a:gradFill rotWithShape="0">
              <a:gsLst>
                <a:gs pos="0">
                  <a:srgbClr val="99CCFF">
                    <a:gamma/>
                    <a:shade val="46275"/>
                    <a:invGamma/>
                  </a:srgbClr>
                </a:gs>
                <a:gs pos="100000">
                  <a:srgbClr val="99CCFF"/>
                </a:gs>
              </a:gsLst>
              <a:lin ang="27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46FF5C49-EBB9-2312-2168-14F05B20AF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6" y="1212"/>
              <a:ext cx="148" cy="715"/>
            </a:xfrm>
            <a:custGeom>
              <a:avLst/>
              <a:gdLst>
                <a:gd name="T0" fmla="*/ 0 w 148"/>
                <a:gd name="T1" fmla="*/ 0 h 715"/>
                <a:gd name="T2" fmla="*/ 16 w 148"/>
                <a:gd name="T3" fmla="*/ 28 h 715"/>
                <a:gd name="T4" fmla="*/ 36 w 148"/>
                <a:gd name="T5" fmla="*/ 44 h 715"/>
                <a:gd name="T6" fmla="*/ 52 w 148"/>
                <a:gd name="T7" fmla="*/ 64 h 715"/>
                <a:gd name="T8" fmla="*/ 72 w 148"/>
                <a:gd name="T9" fmla="*/ 88 h 715"/>
                <a:gd name="T10" fmla="*/ 100 w 148"/>
                <a:gd name="T11" fmla="*/ 132 h 715"/>
                <a:gd name="T12" fmla="*/ 112 w 148"/>
                <a:gd name="T13" fmla="*/ 156 h 715"/>
                <a:gd name="T14" fmla="*/ 128 w 148"/>
                <a:gd name="T15" fmla="*/ 188 h 715"/>
                <a:gd name="T16" fmla="*/ 140 w 148"/>
                <a:gd name="T17" fmla="*/ 236 h 715"/>
                <a:gd name="T18" fmla="*/ 144 w 148"/>
                <a:gd name="T19" fmla="*/ 284 h 715"/>
                <a:gd name="T20" fmla="*/ 148 w 148"/>
                <a:gd name="T21" fmla="*/ 328 h 715"/>
                <a:gd name="T22" fmla="*/ 148 w 148"/>
                <a:gd name="T23" fmla="*/ 360 h 715"/>
                <a:gd name="T24" fmla="*/ 148 w 148"/>
                <a:gd name="T25" fmla="*/ 392 h 715"/>
                <a:gd name="T26" fmla="*/ 140 w 148"/>
                <a:gd name="T27" fmla="*/ 428 h 715"/>
                <a:gd name="T28" fmla="*/ 128 w 148"/>
                <a:gd name="T29" fmla="*/ 456 h 715"/>
                <a:gd name="T30" fmla="*/ 120 w 148"/>
                <a:gd name="T31" fmla="*/ 484 h 715"/>
                <a:gd name="T32" fmla="*/ 92 w 148"/>
                <a:gd name="T33" fmla="*/ 532 h 715"/>
                <a:gd name="T34" fmla="*/ 68 w 148"/>
                <a:gd name="T35" fmla="*/ 568 h 715"/>
                <a:gd name="T36" fmla="*/ 48 w 148"/>
                <a:gd name="T37" fmla="*/ 584 h 715"/>
                <a:gd name="T38" fmla="*/ 28 w 148"/>
                <a:gd name="T39" fmla="*/ 596 h 715"/>
                <a:gd name="T40" fmla="*/ 8 w 148"/>
                <a:gd name="T41" fmla="*/ 616 h 715"/>
                <a:gd name="T42" fmla="*/ 0 w 148"/>
                <a:gd name="T43" fmla="*/ 0 h 7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8" h="715">
                  <a:moveTo>
                    <a:pt x="0" y="0"/>
                  </a:moveTo>
                  <a:lnTo>
                    <a:pt x="16" y="28"/>
                  </a:lnTo>
                  <a:lnTo>
                    <a:pt x="36" y="44"/>
                  </a:lnTo>
                  <a:lnTo>
                    <a:pt x="52" y="64"/>
                  </a:lnTo>
                  <a:lnTo>
                    <a:pt x="72" y="88"/>
                  </a:lnTo>
                  <a:lnTo>
                    <a:pt x="100" y="132"/>
                  </a:lnTo>
                  <a:lnTo>
                    <a:pt x="112" y="156"/>
                  </a:lnTo>
                  <a:lnTo>
                    <a:pt x="128" y="188"/>
                  </a:lnTo>
                  <a:lnTo>
                    <a:pt x="140" y="236"/>
                  </a:lnTo>
                  <a:lnTo>
                    <a:pt x="144" y="284"/>
                  </a:lnTo>
                  <a:lnTo>
                    <a:pt x="148" y="328"/>
                  </a:lnTo>
                  <a:lnTo>
                    <a:pt x="148" y="360"/>
                  </a:lnTo>
                  <a:lnTo>
                    <a:pt x="148" y="392"/>
                  </a:lnTo>
                  <a:lnTo>
                    <a:pt x="140" y="428"/>
                  </a:lnTo>
                  <a:lnTo>
                    <a:pt x="128" y="456"/>
                  </a:lnTo>
                  <a:lnTo>
                    <a:pt x="120" y="484"/>
                  </a:lnTo>
                  <a:lnTo>
                    <a:pt x="92" y="532"/>
                  </a:lnTo>
                  <a:cubicBezTo>
                    <a:pt x="84" y="542"/>
                    <a:pt x="77" y="559"/>
                    <a:pt x="68" y="568"/>
                  </a:cubicBezTo>
                  <a:lnTo>
                    <a:pt x="48" y="584"/>
                  </a:lnTo>
                  <a:cubicBezTo>
                    <a:pt x="34" y="594"/>
                    <a:pt x="40" y="590"/>
                    <a:pt x="28" y="596"/>
                  </a:cubicBezTo>
                  <a:cubicBezTo>
                    <a:pt x="6" y="614"/>
                    <a:pt x="13" y="715"/>
                    <a:pt x="8" y="616"/>
                  </a:cubicBez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99CCFF">
                    <a:gamma/>
                    <a:shade val="46275"/>
                    <a:invGamma/>
                  </a:srgbClr>
                </a:gs>
                <a:gs pos="50000">
                  <a:srgbClr val="99CCFF"/>
                </a:gs>
                <a:gs pos="100000">
                  <a:srgbClr val="99CC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24" name="Oval 22">
              <a:extLst>
                <a:ext uri="{FF2B5EF4-FFF2-40B4-BE49-F238E27FC236}">
                  <a16:creationId xmlns:a16="http://schemas.microsoft.com/office/drawing/2014/main" id="{07AFC69A-2B1C-DF8F-1CD6-0ECCBE4608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4" y="1038"/>
              <a:ext cx="466" cy="162"/>
            </a:xfrm>
            <a:prstGeom prst="ellipse">
              <a:avLst/>
            </a:prstGeom>
            <a:gradFill rotWithShape="0">
              <a:gsLst>
                <a:gs pos="0">
                  <a:srgbClr val="FFCCFF"/>
                </a:gs>
                <a:gs pos="100000">
                  <a:srgbClr val="FFCCFF">
                    <a:gamma/>
                    <a:shade val="46275"/>
                    <a:invGamma/>
                  </a:srgbClr>
                </a:gs>
              </a:gsLst>
              <a:lin ang="189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</p:grpSp>
      <p:grpSp>
        <p:nvGrpSpPr>
          <p:cNvPr id="25" name="Group 23">
            <a:extLst>
              <a:ext uri="{FF2B5EF4-FFF2-40B4-BE49-F238E27FC236}">
                <a16:creationId xmlns:a16="http://schemas.microsoft.com/office/drawing/2014/main" id="{F5EC9D5B-D9CC-067D-F4A8-9BE7551BE3E8}"/>
              </a:ext>
            </a:extLst>
          </p:cNvPr>
          <p:cNvGrpSpPr>
            <a:grpSpLocks/>
          </p:cNvGrpSpPr>
          <p:nvPr/>
        </p:nvGrpSpPr>
        <p:grpSpPr bwMode="auto">
          <a:xfrm>
            <a:off x="1488282" y="1170819"/>
            <a:ext cx="1784350" cy="1612900"/>
            <a:chOff x="904" y="1180"/>
            <a:chExt cx="1124" cy="1016"/>
          </a:xfrm>
        </p:grpSpPr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03294B30-8E25-0688-DD03-50DF557751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6" y="1264"/>
              <a:ext cx="460" cy="244"/>
            </a:xfrm>
            <a:custGeom>
              <a:avLst/>
              <a:gdLst>
                <a:gd name="T0" fmla="*/ 0 w 460"/>
                <a:gd name="T1" fmla="*/ 0 h 244"/>
                <a:gd name="T2" fmla="*/ 0 w 460"/>
                <a:gd name="T3" fmla="*/ 144 h 244"/>
                <a:gd name="T4" fmla="*/ 28 w 460"/>
                <a:gd name="T5" fmla="*/ 144 h 244"/>
                <a:gd name="T6" fmla="*/ 60 w 460"/>
                <a:gd name="T7" fmla="*/ 160 h 244"/>
                <a:gd name="T8" fmla="*/ 96 w 460"/>
                <a:gd name="T9" fmla="*/ 164 h 244"/>
                <a:gd name="T10" fmla="*/ 124 w 460"/>
                <a:gd name="T11" fmla="*/ 176 h 244"/>
                <a:gd name="T12" fmla="*/ 160 w 460"/>
                <a:gd name="T13" fmla="*/ 188 h 244"/>
                <a:gd name="T14" fmla="*/ 196 w 460"/>
                <a:gd name="T15" fmla="*/ 204 h 244"/>
                <a:gd name="T16" fmla="*/ 244 w 460"/>
                <a:gd name="T17" fmla="*/ 220 h 244"/>
                <a:gd name="T18" fmla="*/ 280 w 460"/>
                <a:gd name="T19" fmla="*/ 236 h 244"/>
                <a:gd name="T20" fmla="*/ 304 w 460"/>
                <a:gd name="T21" fmla="*/ 240 h 244"/>
                <a:gd name="T22" fmla="*/ 348 w 460"/>
                <a:gd name="T23" fmla="*/ 244 h 244"/>
                <a:gd name="T24" fmla="*/ 392 w 460"/>
                <a:gd name="T25" fmla="*/ 240 h 244"/>
                <a:gd name="T26" fmla="*/ 424 w 460"/>
                <a:gd name="T27" fmla="*/ 216 h 244"/>
                <a:gd name="T28" fmla="*/ 444 w 460"/>
                <a:gd name="T29" fmla="*/ 192 h 244"/>
                <a:gd name="T30" fmla="*/ 444 w 460"/>
                <a:gd name="T31" fmla="*/ 160 h 244"/>
                <a:gd name="T32" fmla="*/ 460 w 460"/>
                <a:gd name="T33" fmla="*/ 120 h 244"/>
                <a:gd name="T34" fmla="*/ 456 w 460"/>
                <a:gd name="T35" fmla="*/ 4 h 244"/>
                <a:gd name="T36" fmla="*/ 424 w 460"/>
                <a:gd name="T37" fmla="*/ 36 h 244"/>
                <a:gd name="T38" fmla="*/ 368 w 460"/>
                <a:gd name="T39" fmla="*/ 60 h 244"/>
                <a:gd name="T40" fmla="*/ 308 w 460"/>
                <a:gd name="T41" fmla="*/ 72 h 244"/>
                <a:gd name="T42" fmla="*/ 228 w 460"/>
                <a:gd name="T43" fmla="*/ 72 h 244"/>
                <a:gd name="T44" fmla="*/ 176 w 460"/>
                <a:gd name="T45" fmla="*/ 68 h 244"/>
                <a:gd name="T46" fmla="*/ 116 w 460"/>
                <a:gd name="T47" fmla="*/ 60 h 244"/>
                <a:gd name="T48" fmla="*/ 64 w 460"/>
                <a:gd name="T49" fmla="*/ 52 h 244"/>
                <a:gd name="T50" fmla="*/ 28 w 460"/>
                <a:gd name="T51" fmla="*/ 32 h 244"/>
                <a:gd name="T52" fmla="*/ 0 w 460"/>
                <a:gd name="T53" fmla="*/ 8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60" h="244">
                  <a:moveTo>
                    <a:pt x="0" y="0"/>
                  </a:moveTo>
                  <a:lnTo>
                    <a:pt x="0" y="144"/>
                  </a:lnTo>
                  <a:lnTo>
                    <a:pt x="28" y="144"/>
                  </a:lnTo>
                  <a:lnTo>
                    <a:pt x="60" y="160"/>
                  </a:lnTo>
                  <a:lnTo>
                    <a:pt x="96" y="164"/>
                  </a:lnTo>
                  <a:lnTo>
                    <a:pt x="124" y="176"/>
                  </a:lnTo>
                  <a:lnTo>
                    <a:pt x="160" y="188"/>
                  </a:lnTo>
                  <a:lnTo>
                    <a:pt x="196" y="204"/>
                  </a:lnTo>
                  <a:lnTo>
                    <a:pt x="244" y="220"/>
                  </a:lnTo>
                  <a:lnTo>
                    <a:pt x="280" y="236"/>
                  </a:lnTo>
                  <a:lnTo>
                    <a:pt x="304" y="240"/>
                  </a:lnTo>
                  <a:lnTo>
                    <a:pt x="348" y="244"/>
                  </a:lnTo>
                  <a:lnTo>
                    <a:pt x="392" y="240"/>
                  </a:lnTo>
                  <a:lnTo>
                    <a:pt x="424" y="216"/>
                  </a:lnTo>
                  <a:lnTo>
                    <a:pt x="444" y="192"/>
                  </a:lnTo>
                  <a:lnTo>
                    <a:pt x="444" y="160"/>
                  </a:lnTo>
                  <a:lnTo>
                    <a:pt x="460" y="120"/>
                  </a:lnTo>
                  <a:lnTo>
                    <a:pt x="456" y="4"/>
                  </a:lnTo>
                  <a:lnTo>
                    <a:pt x="424" y="36"/>
                  </a:lnTo>
                  <a:lnTo>
                    <a:pt x="368" y="60"/>
                  </a:lnTo>
                  <a:lnTo>
                    <a:pt x="308" y="72"/>
                  </a:lnTo>
                  <a:lnTo>
                    <a:pt x="228" y="72"/>
                  </a:lnTo>
                  <a:lnTo>
                    <a:pt x="176" y="68"/>
                  </a:lnTo>
                  <a:lnTo>
                    <a:pt x="116" y="60"/>
                  </a:lnTo>
                  <a:lnTo>
                    <a:pt x="64" y="52"/>
                  </a:lnTo>
                  <a:lnTo>
                    <a:pt x="28" y="32"/>
                  </a:lnTo>
                  <a:lnTo>
                    <a:pt x="0" y="8"/>
                  </a:lnTo>
                </a:path>
              </a:pathLst>
            </a:custGeom>
            <a:gradFill rotWithShape="0">
              <a:gsLst>
                <a:gs pos="0">
                  <a:srgbClr val="FFCCFF"/>
                </a:gs>
                <a:gs pos="100000">
                  <a:srgbClr val="FFC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9865396E-8D71-7F2B-AA55-22557CB7B5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0" y="1972"/>
              <a:ext cx="448" cy="224"/>
            </a:xfrm>
            <a:custGeom>
              <a:avLst/>
              <a:gdLst>
                <a:gd name="T0" fmla="*/ 448 w 448"/>
                <a:gd name="T1" fmla="*/ 0 h 224"/>
                <a:gd name="T2" fmla="*/ 448 w 448"/>
                <a:gd name="T3" fmla="*/ 164 h 224"/>
                <a:gd name="T4" fmla="*/ 416 w 448"/>
                <a:gd name="T5" fmla="*/ 192 h 224"/>
                <a:gd name="T6" fmla="*/ 392 w 448"/>
                <a:gd name="T7" fmla="*/ 200 h 224"/>
                <a:gd name="T8" fmla="*/ 360 w 448"/>
                <a:gd name="T9" fmla="*/ 204 h 224"/>
                <a:gd name="T10" fmla="*/ 320 w 448"/>
                <a:gd name="T11" fmla="*/ 216 h 224"/>
                <a:gd name="T12" fmla="*/ 264 w 448"/>
                <a:gd name="T13" fmla="*/ 224 h 224"/>
                <a:gd name="T14" fmla="*/ 232 w 448"/>
                <a:gd name="T15" fmla="*/ 224 h 224"/>
                <a:gd name="T16" fmla="*/ 204 w 448"/>
                <a:gd name="T17" fmla="*/ 224 h 224"/>
                <a:gd name="T18" fmla="*/ 180 w 448"/>
                <a:gd name="T19" fmla="*/ 224 h 224"/>
                <a:gd name="T20" fmla="*/ 156 w 448"/>
                <a:gd name="T21" fmla="*/ 224 h 224"/>
                <a:gd name="T22" fmla="*/ 128 w 448"/>
                <a:gd name="T23" fmla="*/ 220 h 224"/>
                <a:gd name="T24" fmla="*/ 80 w 448"/>
                <a:gd name="T25" fmla="*/ 208 h 224"/>
                <a:gd name="T26" fmla="*/ 56 w 448"/>
                <a:gd name="T27" fmla="*/ 196 h 224"/>
                <a:gd name="T28" fmla="*/ 20 w 448"/>
                <a:gd name="T29" fmla="*/ 188 h 224"/>
                <a:gd name="T30" fmla="*/ 0 w 448"/>
                <a:gd name="T31" fmla="*/ 172 h 224"/>
                <a:gd name="T32" fmla="*/ 24 w 448"/>
                <a:gd name="T33" fmla="*/ 144 h 224"/>
                <a:gd name="T34" fmla="*/ 48 w 448"/>
                <a:gd name="T35" fmla="*/ 128 h 224"/>
                <a:gd name="T36" fmla="*/ 88 w 448"/>
                <a:gd name="T37" fmla="*/ 124 h 224"/>
                <a:gd name="T38" fmla="*/ 116 w 448"/>
                <a:gd name="T39" fmla="*/ 112 h 224"/>
                <a:gd name="T40" fmla="*/ 144 w 448"/>
                <a:gd name="T41" fmla="*/ 100 h 224"/>
                <a:gd name="T42" fmla="*/ 180 w 448"/>
                <a:gd name="T43" fmla="*/ 88 h 224"/>
                <a:gd name="T44" fmla="*/ 208 w 448"/>
                <a:gd name="T45" fmla="*/ 80 h 224"/>
                <a:gd name="T46" fmla="*/ 240 w 448"/>
                <a:gd name="T47" fmla="*/ 64 h 224"/>
                <a:gd name="T48" fmla="*/ 268 w 448"/>
                <a:gd name="T49" fmla="*/ 56 h 224"/>
                <a:gd name="T50" fmla="*/ 300 w 448"/>
                <a:gd name="T51" fmla="*/ 44 h 224"/>
                <a:gd name="T52" fmla="*/ 340 w 448"/>
                <a:gd name="T53" fmla="*/ 28 h 224"/>
                <a:gd name="T54" fmla="*/ 376 w 448"/>
                <a:gd name="T55" fmla="*/ 12 h 224"/>
                <a:gd name="T56" fmla="*/ 404 w 448"/>
                <a:gd name="T57" fmla="*/ 4 h 224"/>
                <a:gd name="T58" fmla="*/ 448 w 448"/>
                <a:gd name="T59" fmla="*/ 0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48" h="224">
                  <a:moveTo>
                    <a:pt x="448" y="0"/>
                  </a:moveTo>
                  <a:lnTo>
                    <a:pt x="448" y="164"/>
                  </a:lnTo>
                  <a:lnTo>
                    <a:pt x="416" y="192"/>
                  </a:lnTo>
                  <a:lnTo>
                    <a:pt x="392" y="200"/>
                  </a:lnTo>
                  <a:lnTo>
                    <a:pt x="360" y="204"/>
                  </a:lnTo>
                  <a:lnTo>
                    <a:pt x="320" y="216"/>
                  </a:lnTo>
                  <a:lnTo>
                    <a:pt x="264" y="224"/>
                  </a:lnTo>
                  <a:cubicBezTo>
                    <a:pt x="253" y="224"/>
                    <a:pt x="243" y="224"/>
                    <a:pt x="232" y="224"/>
                  </a:cubicBezTo>
                  <a:lnTo>
                    <a:pt x="204" y="224"/>
                  </a:lnTo>
                  <a:lnTo>
                    <a:pt x="180" y="224"/>
                  </a:lnTo>
                  <a:lnTo>
                    <a:pt x="156" y="224"/>
                  </a:lnTo>
                  <a:lnTo>
                    <a:pt x="128" y="220"/>
                  </a:lnTo>
                  <a:lnTo>
                    <a:pt x="80" y="208"/>
                  </a:lnTo>
                  <a:lnTo>
                    <a:pt x="56" y="196"/>
                  </a:lnTo>
                  <a:lnTo>
                    <a:pt x="20" y="188"/>
                  </a:lnTo>
                  <a:lnTo>
                    <a:pt x="0" y="172"/>
                  </a:lnTo>
                  <a:lnTo>
                    <a:pt x="24" y="144"/>
                  </a:lnTo>
                  <a:lnTo>
                    <a:pt x="48" y="128"/>
                  </a:lnTo>
                  <a:lnTo>
                    <a:pt x="88" y="124"/>
                  </a:lnTo>
                  <a:lnTo>
                    <a:pt x="116" y="112"/>
                  </a:lnTo>
                  <a:lnTo>
                    <a:pt x="144" y="100"/>
                  </a:lnTo>
                  <a:lnTo>
                    <a:pt x="180" y="88"/>
                  </a:lnTo>
                  <a:lnTo>
                    <a:pt x="208" y="80"/>
                  </a:lnTo>
                  <a:lnTo>
                    <a:pt x="240" y="64"/>
                  </a:lnTo>
                  <a:lnTo>
                    <a:pt x="268" y="56"/>
                  </a:lnTo>
                  <a:lnTo>
                    <a:pt x="300" y="44"/>
                  </a:lnTo>
                  <a:lnTo>
                    <a:pt x="340" y="28"/>
                  </a:lnTo>
                  <a:lnTo>
                    <a:pt x="376" y="12"/>
                  </a:lnTo>
                  <a:lnTo>
                    <a:pt x="404" y="4"/>
                  </a:lnTo>
                  <a:lnTo>
                    <a:pt x="448" y="0"/>
                  </a:lnTo>
                  <a:close/>
                </a:path>
              </a:pathLst>
            </a:custGeom>
            <a:gradFill rotWithShape="0">
              <a:gsLst>
                <a:gs pos="0">
                  <a:srgbClr val="FFCCFF"/>
                </a:gs>
                <a:gs pos="100000">
                  <a:srgbClr val="FFC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9F8B5F8D-BD13-FB65-AD49-0A63383479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1248"/>
              <a:ext cx="1020" cy="872"/>
            </a:xfrm>
            <a:custGeom>
              <a:avLst/>
              <a:gdLst>
                <a:gd name="T0" fmla="*/ 28 w 1020"/>
                <a:gd name="T1" fmla="*/ 224 h 872"/>
                <a:gd name="T2" fmla="*/ 100 w 1020"/>
                <a:gd name="T3" fmla="*/ 232 h 872"/>
                <a:gd name="T4" fmla="*/ 168 w 1020"/>
                <a:gd name="T5" fmla="*/ 264 h 872"/>
                <a:gd name="T6" fmla="*/ 232 w 1020"/>
                <a:gd name="T7" fmla="*/ 304 h 872"/>
                <a:gd name="T8" fmla="*/ 280 w 1020"/>
                <a:gd name="T9" fmla="*/ 356 h 872"/>
                <a:gd name="T10" fmla="*/ 328 w 1020"/>
                <a:gd name="T11" fmla="*/ 416 h 872"/>
                <a:gd name="T12" fmla="*/ 348 w 1020"/>
                <a:gd name="T13" fmla="*/ 464 h 872"/>
                <a:gd name="T14" fmla="*/ 364 w 1020"/>
                <a:gd name="T15" fmla="*/ 540 h 872"/>
                <a:gd name="T16" fmla="*/ 376 w 1020"/>
                <a:gd name="T17" fmla="*/ 596 h 872"/>
                <a:gd name="T18" fmla="*/ 376 w 1020"/>
                <a:gd name="T19" fmla="*/ 668 h 872"/>
                <a:gd name="T20" fmla="*/ 356 w 1020"/>
                <a:gd name="T21" fmla="*/ 760 h 872"/>
                <a:gd name="T22" fmla="*/ 316 w 1020"/>
                <a:gd name="T23" fmla="*/ 824 h 872"/>
                <a:gd name="T24" fmla="*/ 232 w 1020"/>
                <a:gd name="T25" fmla="*/ 872 h 872"/>
                <a:gd name="T26" fmla="*/ 376 w 1020"/>
                <a:gd name="T27" fmla="*/ 824 h 872"/>
                <a:gd name="T28" fmla="*/ 432 w 1020"/>
                <a:gd name="T29" fmla="*/ 808 h 872"/>
                <a:gd name="T30" fmla="*/ 524 w 1020"/>
                <a:gd name="T31" fmla="*/ 772 h 872"/>
                <a:gd name="T32" fmla="*/ 616 w 1020"/>
                <a:gd name="T33" fmla="*/ 740 h 872"/>
                <a:gd name="T34" fmla="*/ 684 w 1020"/>
                <a:gd name="T35" fmla="*/ 728 h 872"/>
                <a:gd name="T36" fmla="*/ 944 w 1020"/>
                <a:gd name="T37" fmla="*/ 616 h 872"/>
                <a:gd name="T38" fmla="*/ 996 w 1020"/>
                <a:gd name="T39" fmla="*/ 552 h 872"/>
                <a:gd name="T40" fmla="*/ 1016 w 1020"/>
                <a:gd name="T41" fmla="*/ 480 h 872"/>
                <a:gd name="T42" fmla="*/ 1016 w 1020"/>
                <a:gd name="T43" fmla="*/ 384 h 872"/>
                <a:gd name="T44" fmla="*/ 1000 w 1020"/>
                <a:gd name="T45" fmla="*/ 288 h 872"/>
                <a:gd name="T46" fmla="*/ 972 w 1020"/>
                <a:gd name="T47" fmla="*/ 208 h 872"/>
                <a:gd name="T48" fmla="*/ 940 w 1020"/>
                <a:gd name="T49" fmla="*/ 140 h 872"/>
                <a:gd name="T50" fmla="*/ 892 w 1020"/>
                <a:gd name="T51" fmla="*/ 84 h 872"/>
                <a:gd name="T52" fmla="*/ 836 w 1020"/>
                <a:gd name="T53" fmla="*/ 36 h 872"/>
                <a:gd name="T54" fmla="*/ 764 w 1020"/>
                <a:gd name="T55" fmla="*/ 4 h 872"/>
                <a:gd name="T56" fmla="*/ 692 w 1020"/>
                <a:gd name="T57" fmla="*/ 8 h 872"/>
                <a:gd name="T58" fmla="*/ 696 w 1020"/>
                <a:gd name="T59" fmla="*/ 80 h 872"/>
                <a:gd name="T60" fmla="*/ 684 w 1020"/>
                <a:gd name="T61" fmla="*/ 144 h 872"/>
                <a:gd name="T62" fmla="*/ 676 w 1020"/>
                <a:gd name="T63" fmla="*/ 204 h 872"/>
                <a:gd name="T64" fmla="*/ 616 w 1020"/>
                <a:gd name="T65" fmla="*/ 260 h 872"/>
                <a:gd name="T66" fmla="*/ 540 w 1020"/>
                <a:gd name="T67" fmla="*/ 260 h 872"/>
                <a:gd name="T68" fmla="*/ 456 w 1020"/>
                <a:gd name="T69" fmla="*/ 232 h 872"/>
                <a:gd name="T70" fmla="*/ 368 w 1020"/>
                <a:gd name="T71" fmla="*/ 200 h 872"/>
                <a:gd name="T72" fmla="*/ 272 w 1020"/>
                <a:gd name="T73" fmla="*/ 168 h 872"/>
                <a:gd name="T74" fmla="*/ 0 w 1020"/>
                <a:gd name="T75" fmla="*/ 236 h 8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20" h="872">
                  <a:moveTo>
                    <a:pt x="4" y="236"/>
                  </a:moveTo>
                  <a:lnTo>
                    <a:pt x="28" y="224"/>
                  </a:lnTo>
                  <a:lnTo>
                    <a:pt x="68" y="224"/>
                  </a:lnTo>
                  <a:lnTo>
                    <a:pt x="100" y="232"/>
                  </a:lnTo>
                  <a:lnTo>
                    <a:pt x="132" y="244"/>
                  </a:lnTo>
                  <a:lnTo>
                    <a:pt x="168" y="264"/>
                  </a:lnTo>
                  <a:lnTo>
                    <a:pt x="200" y="288"/>
                  </a:lnTo>
                  <a:lnTo>
                    <a:pt x="232" y="304"/>
                  </a:lnTo>
                  <a:lnTo>
                    <a:pt x="260" y="332"/>
                  </a:lnTo>
                  <a:lnTo>
                    <a:pt x="280" y="356"/>
                  </a:lnTo>
                  <a:lnTo>
                    <a:pt x="300" y="380"/>
                  </a:lnTo>
                  <a:lnTo>
                    <a:pt x="328" y="416"/>
                  </a:lnTo>
                  <a:lnTo>
                    <a:pt x="340" y="440"/>
                  </a:lnTo>
                  <a:lnTo>
                    <a:pt x="348" y="464"/>
                  </a:lnTo>
                  <a:cubicBezTo>
                    <a:pt x="357" y="481"/>
                    <a:pt x="360" y="499"/>
                    <a:pt x="368" y="516"/>
                  </a:cubicBezTo>
                  <a:lnTo>
                    <a:pt x="364" y="540"/>
                  </a:lnTo>
                  <a:lnTo>
                    <a:pt x="372" y="572"/>
                  </a:lnTo>
                  <a:lnTo>
                    <a:pt x="376" y="596"/>
                  </a:lnTo>
                  <a:lnTo>
                    <a:pt x="380" y="620"/>
                  </a:lnTo>
                  <a:lnTo>
                    <a:pt x="376" y="668"/>
                  </a:lnTo>
                  <a:lnTo>
                    <a:pt x="372" y="704"/>
                  </a:lnTo>
                  <a:cubicBezTo>
                    <a:pt x="368" y="721"/>
                    <a:pt x="369" y="747"/>
                    <a:pt x="356" y="760"/>
                  </a:cubicBezTo>
                  <a:lnTo>
                    <a:pt x="332" y="784"/>
                  </a:lnTo>
                  <a:lnTo>
                    <a:pt x="316" y="824"/>
                  </a:lnTo>
                  <a:lnTo>
                    <a:pt x="292" y="844"/>
                  </a:lnTo>
                  <a:cubicBezTo>
                    <a:pt x="275" y="855"/>
                    <a:pt x="254" y="872"/>
                    <a:pt x="232" y="872"/>
                  </a:cubicBezTo>
                  <a:lnTo>
                    <a:pt x="352" y="836"/>
                  </a:lnTo>
                  <a:lnTo>
                    <a:pt x="376" y="824"/>
                  </a:lnTo>
                  <a:lnTo>
                    <a:pt x="400" y="812"/>
                  </a:lnTo>
                  <a:lnTo>
                    <a:pt x="432" y="808"/>
                  </a:lnTo>
                  <a:lnTo>
                    <a:pt x="480" y="792"/>
                  </a:lnTo>
                  <a:lnTo>
                    <a:pt x="524" y="772"/>
                  </a:lnTo>
                  <a:lnTo>
                    <a:pt x="568" y="756"/>
                  </a:lnTo>
                  <a:lnTo>
                    <a:pt x="616" y="740"/>
                  </a:lnTo>
                  <a:lnTo>
                    <a:pt x="660" y="732"/>
                  </a:lnTo>
                  <a:lnTo>
                    <a:pt x="684" y="728"/>
                  </a:lnTo>
                  <a:lnTo>
                    <a:pt x="916" y="652"/>
                  </a:lnTo>
                  <a:lnTo>
                    <a:pt x="944" y="616"/>
                  </a:lnTo>
                  <a:lnTo>
                    <a:pt x="972" y="584"/>
                  </a:lnTo>
                  <a:lnTo>
                    <a:pt x="996" y="552"/>
                  </a:lnTo>
                  <a:lnTo>
                    <a:pt x="1008" y="520"/>
                  </a:lnTo>
                  <a:lnTo>
                    <a:pt x="1016" y="480"/>
                  </a:lnTo>
                  <a:lnTo>
                    <a:pt x="1020" y="432"/>
                  </a:lnTo>
                  <a:lnTo>
                    <a:pt x="1016" y="384"/>
                  </a:lnTo>
                  <a:lnTo>
                    <a:pt x="1012" y="336"/>
                  </a:lnTo>
                  <a:lnTo>
                    <a:pt x="1000" y="288"/>
                  </a:lnTo>
                  <a:lnTo>
                    <a:pt x="988" y="244"/>
                  </a:lnTo>
                  <a:lnTo>
                    <a:pt x="972" y="208"/>
                  </a:lnTo>
                  <a:lnTo>
                    <a:pt x="956" y="176"/>
                  </a:lnTo>
                  <a:lnTo>
                    <a:pt x="940" y="140"/>
                  </a:lnTo>
                  <a:lnTo>
                    <a:pt x="908" y="108"/>
                  </a:lnTo>
                  <a:lnTo>
                    <a:pt x="892" y="84"/>
                  </a:lnTo>
                  <a:lnTo>
                    <a:pt x="872" y="60"/>
                  </a:lnTo>
                  <a:lnTo>
                    <a:pt x="836" y="36"/>
                  </a:lnTo>
                  <a:lnTo>
                    <a:pt x="796" y="24"/>
                  </a:lnTo>
                  <a:lnTo>
                    <a:pt x="764" y="4"/>
                  </a:lnTo>
                  <a:lnTo>
                    <a:pt x="724" y="0"/>
                  </a:lnTo>
                  <a:lnTo>
                    <a:pt x="692" y="8"/>
                  </a:lnTo>
                  <a:lnTo>
                    <a:pt x="696" y="44"/>
                  </a:lnTo>
                  <a:lnTo>
                    <a:pt x="696" y="80"/>
                  </a:lnTo>
                  <a:lnTo>
                    <a:pt x="696" y="112"/>
                  </a:lnTo>
                  <a:lnTo>
                    <a:pt x="684" y="144"/>
                  </a:lnTo>
                  <a:lnTo>
                    <a:pt x="684" y="172"/>
                  </a:lnTo>
                  <a:lnTo>
                    <a:pt x="676" y="204"/>
                  </a:lnTo>
                  <a:lnTo>
                    <a:pt x="648" y="240"/>
                  </a:lnTo>
                  <a:lnTo>
                    <a:pt x="616" y="260"/>
                  </a:lnTo>
                  <a:lnTo>
                    <a:pt x="576" y="268"/>
                  </a:lnTo>
                  <a:lnTo>
                    <a:pt x="540" y="260"/>
                  </a:lnTo>
                  <a:lnTo>
                    <a:pt x="500" y="252"/>
                  </a:lnTo>
                  <a:lnTo>
                    <a:pt x="456" y="232"/>
                  </a:lnTo>
                  <a:lnTo>
                    <a:pt x="416" y="216"/>
                  </a:lnTo>
                  <a:lnTo>
                    <a:pt x="368" y="200"/>
                  </a:lnTo>
                  <a:lnTo>
                    <a:pt x="320" y="184"/>
                  </a:lnTo>
                  <a:lnTo>
                    <a:pt x="272" y="168"/>
                  </a:lnTo>
                  <a:lnTo>
                    <a:pt x="220" y="160"/>
                  </a:lnTo>
                  <a:lnTo>
                    <a:pt x="0" y="236"/>
                  </a:lnTo>
                </a:path>
              </a:pathLst>
            </a:custGeom>
            <a:gradFill rotWithShape="0">
              <a:gsLst>
                <a:gs pos="0">
                  <a:srgbClr val="99CCFF">
                    <a:gamma/>
                    <a:shade val="46275"/>
                    <a:invGamma/>
                  </a:srgbClr>
                </a:gs>
                <a:gs pos="50000">
                  <a:srgbClr val="99CCFF"/>
                </a:gs>
                <a:gs pos="100000">
                  <a:srgbClr val="99CC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29" name="Oval 27">
              <a:extLst>
                <a:ext uri="{FF2B5EF4-FFF2-40B4-BE49-F238E27FC236}">
                  <a16:creationId xmlns:a16="http://schemas.microsoft.com/office/drawing/2014/main" id="{A052DBBD-41D4-9666-637E-964F6B643B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1" y="1180"/>
              <a:ext cx="462" cy="162"/>
            </a:xfrm>
            <a:prstGeom prst="ellipse">
              <a:avLst/>
            </a:prstGeom>
            <a:gradFill rotWithShape="0">
              <a:gsLst>
                <a:gs pos="0">
                  <a:srgbClr val="FFCCFF"/>
                </a:gs>
                <a:gs pos="100000">
                  <a:srgbClr val="FFCCFF">
                    <a:gamma/>
                    <a:shade val="46275"/>
                    <a:invGamma/>
                  </a:srgbClr>
                </a:gs>
              </a:gsLst>
              <a:lin ang="189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30" name="Oval 28">
              <a:extLst>
                <a:ext uri="{FF2B5EF4-FFF2-40B4-BE49-F238E27FC236}">
                  <a16:creationId xmlns:a16="http://schemas.microsoft.com/office/drawing/2014/main" id="{225CA36A-1FAD-F58C-32DB-B9A320DCFA0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311648">
              <a:off x="904" y="1456"/>
              <a:ext cx="468" cy="685"/>
            </a:xfrm>
            <a:prstGeom prst="ellipse">
              <a:avLst/>
            </a:prstGeom>
            <a:gradFill rotWithShape="0">
              <a:gsLst>
                <a:gs pos="0">
                  <a:srgbClr val="99CCFF">
                    <a:gamma/>
                    <a:shade val="46275"/>
                    <a:invGamma/>
                  </a:srgbClr>
                </a:gs>
                <a:gs pos="100000">
                  <a:srgbClr val="99CCFF"/>
                </a:gs>
              </a:gsLst>
              <a:lin ang="27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</p:grpSp>
      <p:grpSp>
        <p:nvGrpSpPr>
          <p:cNvPr id="31" name="Group 29">
            <a:extLst>
              <a:ext uri="{FF2B5EF4-FFF2-40B4-BE49-F238E27FC236}">
                <a16:creationId xmlns:a16="http://schemas.microsoft.com/office/drawing/2014/main" id="{C4E3CA84-671F-A3D3-AB09-78A54C8EE641}"/>
              </a:ext>
            </a:extLst>
          </p:cNvPr>
          <p:cNvGrpSpPr>
            <a:grpSpLocks/>
          </p:cNvGrpSpPr>
          <p:nvPr/>
        </p:nvGrpSpPr>
        <p:grpSpPr bwMode="auto">
          <a:xfrm>
            <a:off x="3917157" y="1164469"/>
            <a:ext cx="1784350" cy="1600200"/>
            <a:chOff x="2210" y="2907"/>
            <a:chExt cx="1124" cy="1008"/>
          </a:xfrm>
        </p:grpSpPr>
        <p:sp>
          <p:nvSpPr>
            <p:cNvPr id="32" name="Oval 30">
              <a:extLst>
                <a:ext uri="{FF2B5EF4-FFF2-40B4-BE49-F238E27FC236}">
                  <a16:creationId xmlns:a16="http://schemas.microsoft.com/office/drawing/2014/main" id="{34C10CB2-86B1-980A-D16C-286E895766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6" y="2907"/>
              <a:ext cx="462" cy="162"/>
            </a:xfrm>
            <a:prstGeom prst="ellipse">
              <a:avLst/>
            </a:prstGeom>
            <a:gradFill rotWithShape="0">
              <a:gsLst>
                <a:gs pos="0">
                  <a:srgbClr val="FFCCFF"/>
                </a:gs>
                <a:gs pos="100000">
                  <a:srgbClr val="FFCCFF">
                    <a:gamma/>
                    <a:shade val="46275"/>
                    <a:invGamma/>
                  </a:srgbClr>
                </a:gs>
              </a:gsLst>
              <a:lin ang="189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33" name="Freeform 31">
              <a:extLst>
                <a:ext uri="{FF2B5EF4-FFF2-40B4-BE49-F238E27FC236}">
                  <a16:creationId xmlns:a16="http://schemas.microsoft.com/office/drawing/2014/main" id="{763712FF-F2A2-15F3-C1F4-0613F76EC9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9" y="2994"/>
              <a:ext cx="467" cy="531"/>
            </a:xfrm>
            <a:custGeom>
              <a:avLst/>
              <a:gdLst>
                <a:gd name="T0" fmla="*/ 456 w 467"/>
                <a:gd name="T1" fmla="*/ 0 h 531"/>
                <a:gd name="T2" fmla="*/ 441 w 467"/>
                <a:gd name="T3" fmla="*/ 30 h 531"/>
                <a:gd name="T4" fmla="*/ 408 w 467"/>
                <a:gd name="T5" fmla="*/ 45 h 531"/>
                <a:gd name="T6" fmla="*/ 381 w 467"/>
                <a:gd name="T7" fmla="*/ 54 h 531"/>
                <a:gd name="T8" fmla="*/ 357 w 467"/>
                <a:gd name="T9" fmla="*/ 57 h 531"/>
                <a:gd name="T10" fmla="*/ 333 w 467"/>
                <a:gd name="T11" fmla="*/ 66 h 531"/>
                <a:gd name="T12" fmla="*/ 306 w 467"/>
                <a:gd name="T13" fmla="*/ 69 h 531"/>
                <a:gd name="T14" fmla="*/ 279 w 467"/>
                <a:gd name="T15" fmla="*/ 72 h 531"/>
                <a:gd name="T16" fmla="*/ 258 w 467"/>
                <a:gd name="T17" fmla="*/ 75 h 531"/>
                <a:gd name="T18" fmla="*/ 237 w 467"/>
                <a:gd name="T19" fmla="*/ 75 h 531"/>
                <a:gd name="T20" fmla="*/ 210 w 467"/>
                <a:gd name="T21" fmla="*/ 72 h 531"/>
                <a:gd name="T22" fmla="*/ 177 w 467"/>
                <a:gd name="T23" fmla="*/ 72 h 531"/>
                <a:gd name="T24" fmla="*/ 150 w 467"/>
                <a:gd name="T25" fmla="*/ 69 h 531"/>
                <a:gd name="T26" fmla="*/ 126 w 467"/>
                <a:gd name="T27" fmla="*/ 66 h 531"/>
                <a:gd name="T28" fmla="*/ 108 w 467"/>
                <a:gd name="T29" fmla="*/ 63 h 531"/>
                <a:gd name="T30" fmla="*/ 87 w 467"/>
                <a:gd name="T31" fmla="*/ 57 h 531"/>
                <a:gd name="T32" fmla="*/ 66 w 467"/>
                <a:gd name="T33" fmla="*/ 54 h 531"/>
                <a:gd name="T34" fmla="*/ 48 w 467"/>
                <a:gd name="T35" fmla="*/ 45 h 531"/>
                <a:gd name="T36" fmla="*/ 27 w 467"/>
                <a:gd name="T37" fmla="*/ 39 h 531"/>
                <a:gd name="T38" fmla="*/ 18 w 467"/>
                <a:gd name="T39" fmla="*/ 33 h 531"/>
                <a:gd name="T40" fmla="*/ 0 w 467"/>
                <a:gd name="T41" fmla="*/ 12 h 531"/>
                <a:gd name="T42" fmla="*/ 0 w 467"/>
                <a:gd name="T43" fmla="*/ 147 h 531"/>
                <a:gd name="T44" fmla="*/ 27 w 467"/>
                <a:gd name="T45" fmla="*/ 165 h 531"/>
                <a:gd name="T46" fmla="*/ 48 w 467"/>
                <a:gd name="T47" fmla="*/ 174 h 531"/>
                <a:gd name="T48" fmla="*/ 84 w 467"/>
                <a:gd name="T49" fmla="*/ 186 h 531"/>
                <a:gd name="T50" fmla="*/ 111 w 467"/>
                <a:gd name="T51" fmla="*/ 198 h 531"/>
                <a:gd name="T52" fmla="*/ 132 w 467"/>
                <a:gd name="T53" fmla="*/ 210 h 531"/>
                <a:gd name="T54" fmla="*/ 159 w 467"/>
                <a:gd name="T55" fmla="*/ 222 h 531"/>
                <a:gd name="T56" fmla="*/ 174 w 467"/>
                <a:gd name="T57" fmla="*/ 234 h 531"/>
                <a:gd name="T58" fmla="*/ 198 w 467"/>
                <a:gd name="T59" fmla="*/ 255 h 531"/>
                <a:gd name="T60" fmla="*/ 222 w 467"/>
                <a:gd name="T61" fmla="*/ 264 h 531"/>
                <a:gd name="T62" fmla="*/ 258 w 467"/>
                <a:gd name="T63" fmla="*/ 285 h 531"/>
                <a:gd name="T64" fmla="*/ 273 w 467"/>
                <a:gd name="T65" fmla="*/ 297 h 531"/>
                <a:gd name="T66" fmla="*/ 291 w 467"/>
                <a:gd name="T67" fmla="*/ 315 h 531"/>
                <a:gd name="T68" fmla="*/ 303 w 467"/>
                <a:gd name="T69" fmla="*/ 330 h 531"/>
                <a:gd name="T70" fmla="*/ 318 w 467"/>
                <a:gd name="T71" fmla="*/ 342 h 531"/>
                <a:gd name="T72" fmla="*/ 327 w 467"/>
                <a:gd name="T73" fmla="*/ 351 h 531"/>
                <a:gd name="T74" fmla="*/ 336 w 467"/>
                <a:gd name="T75" fmla="*/ 369 h 531"/>
                <a:gd name="T76" fmla="*/ 354 w 467"/>
                <a:gd name="T77" fmla="*/ 387 h 531"/>
                <a:gd name="T78" fmla="*/ 372 w 467"/>
                <a:gd name="T79" fmla="*/ 411 h 531"/>
                <a:gd name="T80" fmla="*/ 378 w 467"/>
                <a:gd name="T81" fmla="*/ 438 h 531"/>
                <a:gd name="T82" fmla="*/ 387 w 467"/>
                <a:gd name="T83" fmla="*/ 453 h 531"/>
                <a:gd name="T84" fmla="*/ 399 w 467"/>
                <a:gd name="T85" fmla="*/ 486 h 531"/>
                <a:gd name="T86" fmla="*/ 426 w 467"/>
                <a:gd name="T87" fmla="*/ 507 h 531"/>
                <a:gd name="T88" fmla="*/ 429 w 467"/>
                <a:gd name="T89" fmla="*/ 531 h 531"/>
                <a:gd name="T90" fmla="*/ 417 w 467"/>
                <a:gd name="T91" fmla="*/ 507 h 531"/>
                <a:gd name="T92" fmla="*/ 432 w 467"/>
                <a:gd name="T93" fmla="*/ 492 h 531"/>
                <a:gd name="T94" fmla="*/ 429 w 467"/>
                <a:gd name="T95" fmla="*/ 468 h 531"/>
                <a:gd name="T96" fmla="*/ 435 w 467"/>
                <a:gd name="T97" fmla="*/ 447 h 531"/>
                <a:gd name="T98" fmla="*/ 444 w 467"/>
                <a:gd name="T99" fmla="*/ 420 h 531"/>
                <a:gd name="T100" fmla="*/ 450 w 467"/>
                <a:gd name="T101" fmla="*/ 390 h 531"/>
                <a:gd name="T102" fmla="*/ 450 w 467"/>
                <a:gd name="T103" fmla="*/ 360 h 531"/>
                <a:gd name="T104" fmla="*/ 453 w 467"/>
                <a:gd name="T105" fmla="*/ 336 h 531"/>
                <a:gd name="T106" fmla="*/ 459 w 467"/>
                <a:gd name="T107" fmla="*/ 315 h 531"/>
                <a:gd name="T108" fmla="*/ 462 w 467"/>
                <a:gd name="T109" fmla="*/ 285 h 531"/>
                <a:gd name="T110" fmla="*/ 462 w 467"/>
                <a:gd name="T111" fmla="*/ 252 h 531"/>
                <a:gd name="T112" fmla="*/ 464 w 467"/>
                <a:gd name="T113" fmla="*/ 123 h 531"/>
                <a:gd name="T114" fmla="*/ 464 w 467"/>
                <a:gd name="T115" fmla="*/ 75 h 531"/>
                <a:gd name="T116" fmla="*/ 467 w 467"/>
                <a:gd name="T117" fmla="*/ 36 h 531"/>
                <a:gd name="T118" fmla="*/ 456 w 467"/>
                <a:gd name="T119" fmla="*/ 0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67" h="531">
                  <a:moveTo>
                    <a:pt x="456" y="0"/>
                  </a:moveTo>
                  <a:lnTo>
                    <a:pt x="441" y="30"/>
                  </a:lnTo>
                  <a:lnTo>
                    <a:pt x="408" y="45"/>
                  </a:lnTo>
                  <a:lnTo>
                    <a:pt x="381" y="54"/>
                  </a:lnTo>
                  <a:lnTo>
                    <a:pt x="357" y="57"/>
                  </a:lnTo>
                  <a:lnTo>
                    <a:pt x="333" y="66"/>
                  </a:lnTo>
                  <a:lnTo>
                    <a:pt x="306" y="69"/>
                  </a:lnTo>
                  <a:lnTo>
                    <a:pt x="279" y="72"/>
                  </a:lnTo>
                  <a:lnTo>
                    <a:pt x="258" y="75"/>
                  </a:lnTo>
                  <a:lnTo>
                    <a:pt x="237" y="75"/>
                  </a:lnTo>
                  <a:lnTo>
                    <a:pt x="210" y="72"/>
                  </a:lnTo>
                  <a:lnTo>
                    <a:pt x="177" y="72"/>
                  </a:lnTo>
                  <a:lnTo>
                    <a:pt x="150" y="69"/>
                  </a:lnTo>
                  <a:lnTo>
                    <a:pt x="126" y="66"/>
                  </a:lnTo>
                  <a:lnTo>
                    <a:pt x="108" y="63"/>
                  </a:lnTo>
                  <a:lnTo>
                    <a:pt x="87" y="57"/>
                  </a:lnTo>
                  <a:lnTo>
                    <a:pt x="66" y="54"/>
                  </a:lnTo>
                  <a:lnTo>
                    <a:pt x="48" y="45"/>
                  </a:lnTo>
                  <a:lnTo>
                    <a:pt x="27" y="39"/>
                  </a:lnTo>
                  <a:lnTo>
                    <a:pt x="18" y="33"/>
                  </a:lnTo>
                  <a:lnTo>
                    <a:pt x="0" y="12"/>
                  </a:lnTo>
                  <a:lnTo>
                    <a:pt x="0" y="147"/>
                  </a:lnTo>
                  <a:lnTo>
                    <a:pt x="27" y="165"/>
                  </a:lnTo>
                  <a:lnTo>
                    <a:pt x="48" y="174"/>
                  </a:lnTo>
                  <a:lnTo>
                    <a:pt x="84" y="186"/>
                  </a:lnTo>
                  <a:lnTo>
                    <a:pt x="111" y="198"/>
                  </a:lnTo>
                  <a:lnTo>
                    <a:pt x="132" y="210"/>
                  </a:lnTo>
                  <a:lnTo>
                    <a:pt x="159" y="222"/>
                  </a:lnTo>
                  <a:lnTo>
                    <a:pt x="174" y="234"/>
                  </a:lnTo>
                  <a:lnTo>
                    <a:pt x="198" y="255"/>
                  </a:lnTo>
                  <a:lnTo>
                    <a:pt x="222" y="264"/>
                  </a:lnTo>
                  <a:lnTo>
                    <a:pt x="258" y="285"/>
                  </a:lnTo>
                  <a:lnTo>
                    <a:pt x="273" y="297"/>
                  </a:lnTo>
                  <a:lnTo>
                    <a:pt x="291" y="315"/>
                  </a:lnTo>
                  <a:lnTo>
                    <a:pt x="303" y="330"/>
                  </a:lnTo>
                  <a:lnTo>
                    <a:pt x="318" y="342"/>
                  </a:lnTo>
                  <a:cubicBezTo>
                    <a:pt x="321" y="345"/>
                    <a:pt x="327" y="351"/>
                    <a:pt x="327" y="351"/>
                  </a:cubicBezTo>
                  <a:lnTo>
                    <a:pt x="336" y="369"/>
                  </a:lnTo>
                  <a:cubicBezTo>
                    <a:pt x="338" y="370"/>
                    <a:pt x="353" y="387"/>
                    <a:pt x="354" y="387"/>
                  </a:cubicBezTo>
                  <a:lnTo>
                    <a:pt x="372" y="411"/>
                  </a:lnTo>
                  <a:lnTo>
                    <a:pt x="378" y="438"/>
                  </a:lnTo>
                  <a:cubicBezTo>
                    <a:pt x="385" y="449"/>
                    <a:pt x="382" y="444"/>
                    <a:pt x="387" y="453"/>
                  </a:cubicBezTo>
                  <a:lnTo>
                    <a:pt x="399" y="486"/>
                  </a:lnTo>
                  <a:lnTo>
                    <a:pt x="426" y="507"/>
                  </a:lnTo>
                  <a:lnTo>
                    <a:pt x="429" y="531"/>
                  </a:lnTo>
                  <a:lnTo>
                    <a:pt x="417" y="507"/>
                  </a:lnTo>
                  <a:lnTo>
                    <a:pt x="432" y="492"/>
                  </a:lnTo>
                  <a:lnTo>
                    <a:pt x="429" y="468"/>
                  </a:lnTo>
                  <a:lnTo>
                    <a:pt x="435" y="447"/>
                  </a:lnTo>
                  <a:lnTo>
                    <a:pt x="444" y="420"/>
                  </a:lnTo>
                  <a:lnTo>
                    <a:pt x="450" y="390"/>
                  </a:lnTo>
                  <a:lnTo>
                    <a:pt x="450" y="360"/>
                  </a:lnTo>
                  <a:lnTo>
                    <a:pt x="453" y="336"/>
                  </a:lnTo>
                  <a:lnTo>
                    <a:pt x="459" y="315"/>
                  </a:lnTo>
                  <a:lnTo>
                    <a:pt x="462" y="285"/>
                  </a:lnTo>
                  <a:lnTo>
                    <a:pt x="462" y="252"/>
                  </a:lnTo>
                  <a:lnTo>
                    <a:pt x="464" y="123"/>
                  </a:lnTo>
                  <a:lnTo>
                    <a:pt x="464" y="75"/>
                  </a:lnTo>
                  <a:lnTo>
                    <a:pt x="467" y="36"/>
                  </a:lnTo>
                  <a:lnTo>
                    <a:pt x="456" y="0"/>
                  </a:lnTo>
                  <a:close/>
                </a:path>
              </a:pathLst>
            </a:custGeom>
            <a:gradFill rotWithShape="0">
              <a:gsLst>
                <a:gs pos="0">
                  <a:srgbClr val="FFCCFF">
                    <a:gamma/>
                    <a:shade val="46275"/>
                    <a:invGamma/>
                  </a:srgbClr>
                </a:gs>
                <a:gs pos="50000">
                  <a:srgbClr val="FFCCFF"/>
                </a:gs>
                <a:gs pos="100000">
                  <a:srgbClr val="FFC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34" name="Freeform 32">
              <a:extLst>
                <a:ext uri="{FF2B5EF4-FFF2-40B4-BE49-F238E27FC236}">
                  <a16:creationId xmlns:a16="http://schemas.microsoft.com/office/drawing/2014/main" id="{DB075BF1-194A-BBC0-D7CE-09B27A83A4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0" y="3503"/>
              <a:ext cx="468" cy="412"/>
            </a:xfrm>
            <a:custGeom>
              <a:avLst/>
              <a:gdLst>
                <a:gd name="T0" fmla="*/ 428 w 468"/>
                <a:gd name="T1" fmla="*/ 0 h 412"/>
                <a:gd name="T2" fmla="*/ 419 w 468"/>
                <a:gd name="T3" fmla="*/ 7 h 412"/>
                <a:gd name="T4" fmla="*/ 415 w 468"/>
                <a:gd name="T5" fmla="*/ 27 h 412"/>
                <a:gd name="T6" fmla="*/ 411 w 468"/>
                <a:gd name="T7" fmla="*/ 37 h 412"/>
                <a:gd name="T8" fmla="*/ 396 w 468"/>
                <a:gd name="T9" fmla="*/ 76 h 412"/>
                <a:gd name="T10" fmla="*/ 387 w 468"/>
                <a:gd name="T11" fmla="*/ 106 h 412"/>
                <a:gd name="T12" fmla="*/ 375 w 468"/>
                <a:gd name="T13" fmla="*/ 127 h 412"/>
                <a:gd name="T14" fmla="*/ 357 w 468"/>
                <a:gd name="T15" fmla="*/ 151 h 412"/>
                <a:gd name="T16" fmla="*/ 336 w 468"/>
                <a:gd name="T17" fmla="*/ 166 h 412"/>
                <a:gd name="T18" fmla="*/ 318 w 468"/>
                <a:gd name="T19" fmla="*/ 181 h 412"/>
                <a:gd name="T20" fmla="*/ 279 w 468"/>
                <a:gd name="T21" fmla="*/ 199 h 412"/>
                <a:gd name="T22" fmla="*/ 243 w 468"/>
                <a:gd name="T23" fmla="*/ 220 h 412"/>
                <a:gd name="T24" fmla="*/ 219 w 468"/>
                <a:gd name="T25" fmla="*/ 232 h 412"/>
                <a:gd name="T26" fmla="*/ 198 w 468"/>
                <a:gd name="T27" fmla="*/ 241 h 412"/>
                <a:gd name="T28" fmla="*/ 177 w 468"/>
                <a:gd name="T29" fmla="*/ 244 h 412"/>
                <a:gd name="T30" fmla="*/ 153 w 468"/>
                <a:gd name="T31" fmla="*/ 256 h 412"/>
                <a:gd name="T32" fmla="*/ 126 w 468"/>
                <a:gd name="T33" fmla="*/ 259 h 412"/>
                <a:gd name="T34" fmla="*/ 117 w 468"/>
                <a:gd name="T35" fmla="*/ 262 h 412"/>
                <a:gd name="T36" fmla="*/ 99 w 468"/>
                <a:gd name="T37" fmla="*/ 268 h 412"/>
                <a:gd name="T38" fmla="*/ 60 w 468"/>
                <a:gd name="T39" fmla="*/ 280 h 412"/>
                <a:gd name="T40" fmla="*/ 33 w 468"/>
                <a:gd name="T41" fmla="*/ 286 h 412"/>
                <a:gd name="T42" fmla="*/ 12 w 468"/>
                <a:gd name="T43" fmla="*/ 295 h 412"/>
                <a:gd name="T44" fmla="*/ 0 w 468"/>
                <a:gd name="T45" fmla="*/ 331 h 412"/>
                <a:gd name="T46" fmla="*/ 9 w 468"/>
                <a:gd name="T47" fmla="*/ 349 h 412"/>
                <a:gd name="T48" fmla="*/ 21 w 468"/>
                <a:gd name="T49" fmla="*/ 370 h 412"/>
                <a:gd name="T50" fmla="*/ 39 w 468"/>
                <a:gd name="T51" fmla="*/ 376 h 412"/>
                <a:gd name="T52" fmla="*/ 60 w 468"/>
                <a:gd name="T53" fmla="*/ 382 h 412"/>
                <a:gd name="T54" fmla="*/ 84 w 468"/>
                <a:gd name="T55" fmla="*/ 394 h 412"/>
                <a:gd name="T56" fmla="*/ 105 w 468"/>
                <a:gd name="T57" fmla="*/ 400 h 412"/>
                <a:gd name="T58" fmla="*/ 126 w 468"/>
                <a:gd name="T59" fmla="*/ 403 h 412"/>
                <a:gd name="T60" fmla="*/ 153 w 468"/>
                <a:gd name="T61" fmla="*/ 409 h 412"/>
                <a:gd name="T62" fmla="*/ 177 w 468"/>
                <a:gd name="T63" fmla="*/ 409 h 412"/>
                <a:gd name="T64" fmla="*/ 201 w 468"/>
                <a:gd name="T65" fmla="*/ 409 h 412"/>
                <a:gd name="T66" fmla="*/ 222 w 468"/>
                <a:gd name="T67" fmla="*/ 412 h 412"/>
                <a:gd name="T68" fmla="*/ 243 w 468"/>
                <a:gd name="T69" fmla="*/ 409 h 412"/>
                <a:gd name="T70" fmla="*/ 270 w 468"/>
                <a:gd name="T71" fmla="*/ 409 h 412"/>
                <a:gd name="T72" fmla="*/ 288 w 468"/>
                <a:gd name="T73" fmla="*/ 406 h 412"/>
                <a:gd name="T74" fmla="*/ 309 w 468"/>
                <a:gd name="T75" fmla="*/ 406 h 412"/>
                <a:gd name="T76" fmla="*/ 333 w 468"/>
                <a:gd name="T77" fmla="*/ 406 h 412"/>
                <a:gd name="T78" fmla="*/ 360 w 468"/>
                <a:gd name="T79" fmla="*/ 403 h 412"/>
                <a:gd name="T80" fmla="*/ 378 w 468"/>
                <a:gd name="T81" fmla="*/ 394 h 412"/>
                <a:gd name="T82" fmla="*/ 399 w 468"/>
                <a:gd name="T83" fmla="*/ 388 h 412"/>
                <a:gd name="T84" fmla="*/ 420 w 468"/>
                <a:gd name="T85" fmla="*/ 379 h 412"/>
                <a:gd name="T86" fmla="*/ 441 w 468"/>
                <a:gd name="T87" fmla="*/ 370 h 412"/>
                <a:gd name="T88" fmla="*/ 462 w 468"/>
                <a:gd name="T89" fmla="*/ 349 h 412"/>
                <a:gd name="T90" fmla="*/ 465 w 468"/>
                <a:gd name="T91" fmla="*/ 331 h 412"/>
                <a:gd name="T92" fmla="*/ 468 w 468"/>
                <a:gd name="T93" fmla="*/ 145 h 412"/>
                <a:gd name="T94" fmla="*/ 465 w 468"/>
                <a:gd name="T95" fmla="*/ 127 h 412"/>
                <a:gd name="T96" fmla="*/ 462 w 468"/>
                <a:gd name="T97" fmla="*/ 103 h 412"/>
                <a:gd name="T98" fmla="*/ 455 w 468"/>
                <a:gd name="T99" fmla="*/ 76 h 412"/>
                <a:gd name="T100" fmla="*/ 448 w 468"/>
                <a:gd name="T101" fmla="*/ 48 h 412"/>
                <a:gd name="T102" fmla="*/ 442 w 468"/>
                <a:gd name="T103" fmla="*/ 28 h 412"/>
                <a:gd name="T104" fmla="*/ 433 w 468"/>
                <a:gd name="T105" fmla="*/ 16 h 412"/>
                <a:gd name="T106" fmla="*/ 428 w 468"/>
                <a:gd name="T107" fmla="*/ 0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68" h="412">
                  <a:moveTo>
                    <a:pt x="428" y="0"/>
                  </a:moveTo>
                  <a:lnTo>
                    <a:pt x="419" y="7"/>
                  </a:lnTo>
                  <a:lnTo>
                    <a:pt x="415" y="27"/>
                  </a:lnTo>
                  <a:lnTo>
                    <a:pt x="411" y="37"/>
                  </a:lnTo>
                  <a:lnTo>
                    <a:pt x="396" y="76"/>
                  </a:lnTo>
                  <a:lnTo>
                    <a:pt x="387" y="106"/>
                  </a:lnTo>
                  <a:lnTo>
                    <a:pt x="375" y="127"/>
                  </a:lnTo>
                  <a:lnTo>
                    <a:pt x="357" y="151"/>
                  </a:lnTo>
                  <a:lnTo>
                    <a:pt x="336" y="166"/>
                  </a:lnTo>
                  <a:lnTo>
                    <a:pt x="318" y="181"/>
                  </a:lnTo>
                  <a:lnTo>
                    <a:pt x="279" y="199"/>
                  </a:lnTo>
                  <a:lnTo>
                    <a:pt x="243" y="220"/>
                  </a:lnTo>
                  <a:lnTo>
                    <a:pt x="219" y="232"/>
                  </a:lnTo>
                  <a:lnTo>
                    <a:pt x="198" y="241"/>
                  </a:lnTo>
                  <a:cubicBezTo>
                    <a:pt x="181" y="244"/>
                    <a:pt x="188" y="244"/>
                    <a:pt x="177" y="244"/>
                  </a:cubicBezTo>
                  <a:lnTo>
                    <a:pt x="153" y="256"/>
                  </a:lnTo>
                  <a:cubicBezTo>
                    <a:pt x="144" y="257"/>
                    <a:pt x="135" y="258"/>
                    <a:pt x="126" y="259"/>
                  </a:cubicBezTo>
                  <a:cubicBezTo>
                    <a:pt x="123" y="260"/>
                    <a:pt x="117" y="262"/>
                    <a:pt x="117" y="262"/>
                  </a:cubicBezTo>
                  <a:lnTo>
                    <a:pt x="99" y="268"/>
                  </a:lnTo>
                  <a:cubicBezTo>
                    <a:pt x="91" y="270"/>
                    <a:pt x="68" y="272"/>
                    <a:pt x="60" y="280"/>
                  </a:cubicBezTo>
                  <a:lnTo>
                    <a:pt x="33" y="286"/>
                  </a:lnTo>
                  <a:lnTo>
                    <a:pt x="12" y="295"/>
                  </a:lnTo>
                  <a:lnTo>
                    <a:pt x="0" y="331"/>
                  </a:lnTo>
                  <a:lnTo>
                    <a:pt x="9" y="349"/>
                  </a:lnTo>
                  <a:lnTo>
                    <a:pt x="21" y="370"/>
                  </a:lnTo>
                  <a:lnTo>
                    <a:pt x="39" y="376"/>
                  </a:lnTo>
                  <a:lnTo>
                    <a:pt x="60" y="382"/>
                  </a:lnTo>
                  <a:lnTo>
                    <a:pt x="84" y="394"/>
                  </a:lnTo>
                  <a:lnTo>
                    <a:pt x="105" y="400"/>
                  </a:lnTo>
                  <a:lnTo>
                    <a:pt x="126" y="403"/>
                  </a:lnTo>
                  <a:lnTo>
                    <a:pt x="153" y="409"/>
                  </a:lnTo>
                  <a:lnTo>
                    <a:pt x="177" y="409"/>
                  </a:lnTo>
                  <a:lnTo>
                    <a:pt x="201" y="409"/>
                  </a:lnTo>
                  <a:lnTo>
                    <a:pt x="222" y="412"/>
                  </a:lnTo>
                  <a:lnTo>
                    <a:pt x="243" y="409"/>
                  </a:lnTo>
                  <a:lnTo>
                    <a:pt x="270" y="409"/>
                  </a:lnTo>
                  <a:lnTo>
                    <a:pt x="288" y="406"/>
                  </a:lnTo>
                  <a:lnTo>
                    <a:pt x="309" y="406"/>
                  </a:lnTo>
                  <a:lnTo>
                    <a:pt x="333" y="406"/>
                  </a:lnTo>
                  <a:lnTo>
                    <a:pt x="360" y="403"/>
                  </a:lnTo>
                  <a:lnTo>
                    <a:pt x="378" y="394"/>
                  </a:lnTo>
                  <a:lnTo>
                    <a:pt x="399" y="388"/>
                  </a:lnTo>
                  <a:lnTo>
                    <a:pt x="420" y="379"/>
                  </a:lnTo>
                  <a:lnTo>
                    <a:pt x="441" y="370"/>
                  </a:lnTo>
                  <a:lnTo>
                    <a:pt x="462" y="349"/>
                  </a:lnTo>
                  <a:lnTo>
                    <a:pt x="465" y="331"/>
                  </a:lnTo>
                  <a:cubicBezTo>
                    <a:pt x="466" y="269"/>
                    <a:pt x="467" y="207"/>
                    <a:pt x="468" y="145"/>
                  </a:cubicBezTo>
                  <a:lnTo>
                    <a:pt x="465" y="127"/>
                  </a:lnTo>
                  <a:lnTo>
                    <a:pt x="462" y="103"/>
                  </a:lnTo>
                  <a:lnTo>
                    <a:pt x="455" y="76"/>
                  </a:lnTo>
                  <a:lnTo>
                    <a:pt x="448" y="48"/>
                  </a:lnTo>
                  <a:lnTo>
                    <a:pt x="442" y="28"/>
                  </a:lnTo>
                  <a:lnTo>
                    <a:pt x="433" y="16"/>
                  </a:lnTo>
                  <a:lnTo>
                    <a:pt x="428" y="0"/>
                  </a:lnTo>
                  <a:close/>
                </a:path>
              </a:pathLst>
            </a:custGeom>
            <a:gradFill rotWithShape="0">
              <a:gsLst>
                <a:gs pos="0">
                  <a:srgbClr val="FFCCFF">
                    <a:gamma/>
                    <a:shade val="46275"/>
                    <a:invGamma/>
                  </a:srgbClr>
                </a:gs>
                <a:gs pos="50000">
                  <a:srgbClr val="FFCCFF"/>
                </a:gs>
                <a:gs pos="100000">
                  <a:srgbClr val="FFC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35" name="Oval 33">
              <a:extLst>
                <a:ext uri="{FF2B5EF4-FFF2-40B4-BE49-F238E27FC236}">
                  <a16:creationId xmlns:a16="http://schemas.microsoft.com/office/drawing/2014/main" id="{1E14E4E3-4A36-A5F5-ABF4-F05587D53B2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140822">
              <a:off x="2210" y="3180"/>
              <a:ext cx="410" cy="682"/>
            </a:xfrm>
            <a:prstGeom prst="ellipse">
              <a:avLst/>
            </a:prstGeom>
            <a:gradFill rotWithShape="0">
              <a:gsLst>
                <a:gs pos="0">
                  <a:srgbClr val="99CCFF">
                    <a:gamma/>
                    <a:shade val="46275"/>
                    <a:invGamma/>
                  </a:srgbClr>
                </a:gs>
                <a:gs pos="100000">
                  <a:srgbClr val="99CCFF"/>
                </a:gs>
              </a:gsLst>
              <a:lin ang="27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36" name="Freeform 34">
              <a:extLst>
                <a:ext uri="{FF2B5EF4-FFF2-40B4-BE49-F238E27FC236}">
                  <a16:creationId xmlns:a16="http://schemas.microsoft.com/office/drawing/2014/main" id="{6B371F39-8C96-1792-73BD-90C3311158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7" y="3126"/>
              <a:ext cx="670" cy="720"/>
            </a:xfrm>
            <a:custGeom>
              <a:avLst/>
              <a:gdLst>
                <a:gd name="T0" fmla="*/ 258 w 670"/>
                <a:gd name="T1" fmla="*/ 0 h 720"/>
                <a:gd name="T2" fmla="*/ 288 w 670"/>
                <a:gd name="T3" fmla="*/ 33 h 720"/>
                <a:gd name="T4" fmla="*/ 333 w 670"/>
                <a:gd name="T5" fmla="*/ 54 h 720"/>
                <a:gd name="T6" fmla="*/ 387 w 670"/>
                <a:gd name="T7" fmla="*/ 75 h 720"/>
                <a:gd name="T8" fmla="*/ 432 w 670"/>
                <a:gd name="T9" fmla="*/ 99 h 720"/>
                <a:gd name="T10" fmla="*/ 480 w 670"/>
                <a:gd name="T11" fmla="*/ 129 h 720"/>
                <a:gd name="T12" fmla="*/ 537 w 670"/>
                <a:gd name="T13" fmla="*/ 165 h 720"/>
                <a:gd name="T14" fmla="*/ 570 w 670"/>
                <a:gd name="T15" fmla="*/ 198 h 720"/>
                <a:gd name="T16" fmla="*/ 612 w 670"/>
                <a:gd name="T17" fmla="*/ 249 h 720"/>
                <a:gd name="T18" fmla="*/ 641 w 670"/>
                <a:gd name="T19" fmla="*/ 299 h 720"/>
                <a:gd name="T20" fmla="*/ 662 w 670"/>
                <a:gd name="T21" fmla="*/ 348 h 720"/>
                <a:gd name="T22" fmla="*/ 656 w 670"/>
                <a:gd name="T23" fmla="*/ 429 h 720"/>
                <a:gd name="T24" fmla="*/ 635 w 670"/>
                <a:gd name="T25" fmla="*/ 474 h 720"/>
                <a:gd name="T26" fmla="*/ 613 w 670"/>
                <a:gd name="T27" fmla="*/ 519 h 720"/>
                <a:gd name="T28" fmla="*/ 596 w 670"/>
                <a:gd name="T29" fmla="*/ 546 h 720"/>
                <a:gd name="T30" fmla="*/ 578 w 670"/>
                <a:gd name="T31" fmla="*/ 572 h 720"/>
                <a:gd name="T32" fmla="*/ 548 w 670"/>
                <a:gd name="T33" fmla="*/ 602 h 720"/>
                <a:gd name="T34" fmla="*/ 513 w 670"/>
                <a:gd name="T35" fmla="*/ 621 h 720"/>
                <a:gd name="T36" fmla="*/ 225 w 670"/>
                <a:gd name="T37" fmla="*/ 720 h 720"/>
                <a:gd name="T38" fmla="*/ 285 w 670"/>
                <a:gd name="T39" fmla="*/ 687 h 720"/>
                <a:gd name="T40" fmla="*/ 321 w 670"/>
                <a:gd name="T41" fmla="*/ 636 h 720"/>
                <a:gd name="T42" fmla="*/ 336 w 670"/>
                <a:gd name="T43" fmla="*/ 588 h 720"/>
                <a:gd name="T44" fmla="*/ 351 w 670"/>
                <a:gd name="T45" fmla="*/ 528 h 720"/>
                <a:gd name="T46" fmla="*/ 351 w 670"/>
                <a:gd name="T47" fmla="*/ 483 h 720"/>
                <a:gd name="T48" fmla="*/ 345 w 670"/>
                <a:gd name="T49" fmla="*/ 429 h 720"/>
                <a:gd name="T50" fmla="*/ 339 w 670"/>
                <a:gd name="T51" fmla="*/ 387 h 720"/>
                <a:gd name="T52" fmla="*/ 324 w 670"/>
                <a:gd name="T53" fmla="*/ 330 h 720"/>
                <a:gd name="T54" fmla="*/ 306 w 670"/>
                <a:gd name="T55" fmla="*/ 291 h 720"/>
                <a:gd name="T56" fmla="*/ 282 w 670"/>
                <a:gd name="T57" fmla="*/ 243 h 720"/>
                <a:gd name="T58" fmla="*/ 255 w 670"/>
                <a:gd name="T59" fmla="*/ 201 h 720"/>
                <a:gd name="T60" fmla="*/ 210 w 670"/>
                <a:gd name="T61" fmla="*/ 153 h 720"/>
                <a:gd name="T62" fmla="*/ 159 w 670"/>
                <a:gd name="T63" fmla="*/ 111 h 720"/>
                <a:gd name="T64" fmla="*/ 81 w 670"/>
                <a:gd name="T65" fmla="*/ 75 h 720"/>
                <a:gd name="T66" fmla="*/ 3 w 670"/>
                <a:gd name="T67" fmla="*/ 81 h 7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670" h="720">
                  <a:moveTo>
                    <a:pt x="0" y="81"/>
                  </a:moveTo>
                  <a:lnTo>
                    <a:pt x="258" y="0"/>
                  </a:lnTo>
                  <a:lnTo>
                    <a:pt x="273" y="18"/>
                  </a:lnTo>
                  <a:lnTo>
                    <a:pt x="288" y="33"/>
                  </a:lnTo>
                  <a:lnTo>
                    <a:pt x="312" y="42"/>
                  </a:lnTo>
                  <a:lnTo>
                    <a:pt x="333" y="54"/>
                  </a:lnTo>
                  <a:lnTo>
                    <a:pt x="360" y="63"/>
                  </a:lnTo>
                  <a:lnTo>
                    <a:pt x="387" y="75"/>
                  </a:lnTo>
                  <a:lnTo>
                    <a:pt x="405" y="81"/>
                  </a:lnTo>
                  <a:lnTo>
                    <a:pt x="432" y="99"/>
                  </a:lnTo>
                  <a:lnTo>
                    <a:pt x="447" y="111"/>
                  </a:lnTo>
                  <a:lnTo>
                    <a:pt x="480" y="129"/>
                  </a:lnTo>
                  <a:lnTo>
                    <a:pt x="510" y="141"/>
                  </a:lnTo>
                  <a:lnTo>
                    <a:pt x="537" y="165"/>
                  </a:lnTo>
                  <a:lnTo>
                    <a:pt x="555" y="180"/>
                  </a:lnTo>
                  <a:lnTo>
                    <a:pt x="570" y="198"/>
                  </a:lnTo>
                  <a:lnTo>
                    <a:pt x="594" y="222"/>
                  </a:lnTo>
                  <a:lnTo>
                    <a:pt x="612" y="249"/>
                  </a:lnTo>
                  <a:lnTo>
                    <a:pt x="629" y="275"/>
                  </a:lnTo>
                  <a:lnTo>
                    <a:pt x="641" y="299"/>
                  </a:lnTo>
                  <a:lnTo>
                    <a:pt x="653" y="323"/>
                  </a:lnTo>
                  <a:lnTo>
                    <a:pt x="662" y="348"/>
                  </a:lnTo>
                  <a:lnTo>
                    <a:pt x="670" y="372"/>
                  </a:lnTo>
                  <a:lnTo>
                    <a:pt x="656" y="429"/>
                  </a:lnTo>
                  <a:lnTo>
                    <a:pt x="646" y="453"/>
                  </a:lnTo>
                  <a:lnTo>
                    <a:pt x="635" y="474"/>
                  </a:lnTo>
                  <a:lnTo>
                    <a:pt x="625" y="498"/>
                  </a:lnTo>
                  <a:lnTo>
                    <a:pt x="613" y="519"/>
                  </a:lnTo>
                  <a:lnTo>
                    <a:pt x="607" y="531"/>
                  </a:lnTo>
                  <a:lnTo>
                    <a:pt x="596" y="546"/>
                  </a:lnTo>
                  <a:cubicBezTo>
                    <a:pt x="595" y="553"/>
                    <a:pt x="594" y="558"/>
                    <a:pt x="589" y="560"/>
                  </a:cubicBezTo>
                  <a:cubicBezTo>
                    <a:pt x="586" y="564"/>
                    <a:pt x="582" y="568"/>
                    <a:pt x="578" y="572"/>
                  </a:cubicBezTo>
                  <a:cubicBezTo>
                    <a:pt x="563" y="585"/>
                    <a:pt x="567" y="582"/>
                    <a:pt x="562" y="587"/>
                  </a:cubicBezTo>
                  <a:lnTo>
                    <a:pt x="548" y="602"/>
                  </a:lnTo>
                  <a:lnTo>
                    <a:pt x="534" y="612"/>
                  </a:lnTo>
                  <a:cubicBezTo>
                    <a:pt x="532" y="613"/>
                    <a:pt x="517" y="621"/>
                    <a:pt x="513" y="621"/>
                  </a:cubicBezTo>
                  <a:cubicBezTo>
                    <a:pt x="512" y="621"/>
                    <a:pt x="515" y="619"/>
                    <a:pt x="516" y="618"/>
                  </a:cubicBezTo>
                  <a:lnTo>
                    <a:pt x="225" y="720"/>
                  </a:lnTo>
                  <a:lnTo>
                    <a:pt x="264" y="699"/>
                  </a:lnTo>
                  <a:lnTo>
                    <a:pt x="285" y="687"/>
                  </a:lnTo>
                  <a:lnTo>
                    <a:pt x="306" y="666"/>
                  </a:lnTo>
                  <a:lnTo>
                    <a:pt x="321" y="636"/>
                  </a:lnTo>
                  <a:lnTo>
                    <a:pt x="327" y="618"/>
                  </a:lnTo>
                  <a:lnTo>
                    <a:pt x="336" y="588"/>
                  </a:lnTo>
                  <a:lnTo>
                    <a:pt x="345" y="567"/>
                  </a:lnTo>
                  <a:lnTo>
                    <a:pt x="351" y="528"/>
                  </a:lnTo>
                  <a:lnTo>
                    <a:pt x="354" y="510"/>
                  </a:lnTo>
                  <a:lnTo>
                    <a:pt x="351" y="483"/>
                  </a:lnTo>
                  <a:lnTo>
                    <a:pt x="348" y="447"/>
                  </a:lnTo>
                  <a:lnTo>
                    <a:pt x="345" y="429"/>
                  </a:lnTo>
                  <a:lnTo>
                    <a:pt x="342" y="405"/>
                  </a:lnTo>
                  <a:lnTo>
                    <a:pt x="339" y="387"/>
                  </a:lnTo>
                  <a:lnTo>
                    <a:pt x="333" y="354"/>
                  </a:lnTo>
                  <a:lnTo>
                    <a:pt x="324" y="330"/>
                  </a:lnTo>
                  <a:lnTo>
                    <a:pt x="315" y="309"/>
                  </a:lnTo>
                  <a:lnTo>
                    <a:pt x="306" y="291"/>
                  </a:lnTo>
                  <a:lnTo>
                    <a:pt x="297" y="264"/>
                  </a:lnTo>
                  <a:lnTo>
                    <a:pt x="282" y="243"/>
                  </a:lnTo>
                  <a:lnTo>
                    <a:pt x="270" y="225"/>
                  </a:lnTo>
                  <a:lnTo>
                    <a:pt x="255" y="201"/>
                  </a:lnTo>
                  <a:lnTo>
                    <a:pt x="234" y="174"/>
                  </a:lnTo>
                  <a:lnTo>
                    <a:pt x="210" y="153"/>
                  </a:lnTo>
                  <a:lnTo>
                    <a:pt x="183" y="126"/>
                  </a:lnTo>
                  <a:lnTo>
                    <a:pt x="159" y="111"/>
                  </a:lnTo>
                  <a:lnTo>
                    <a:pt x="123" y="87"/>
                  </a:lnTo>
                  <a:lnTo>
                    <a:pt x="81" y="75"/>
                  </a:lnTo>
                  <a:lnTo>
                    <a:pt x="36" y="72"/>
                  </a:lnTo>
                  <a:lnTo>
                    <a:pt x="3" y="81"/>
                  </a:lnTo>
                </a:path>
              </a:pathLst>
            </a:custGeom>
            <a:gradFill rotWithShape="0">
              <a:gsLst>
                <a:gs pos="0">
                  <a:srgbClr val="99CCFF">
                    <a:gamma/>
                    <a:shade val="46275"/>
                    <a:invGamma/>
                  </a:srgbClr>
                </a:gs>
                <a:gs pos="50000">
                  <a:srgbClr val="99CCFF"/>
                </a:gs>
                <a:gs pos="100000">
                  <a:srgbClr val="99CC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37" name="Freeform 35">
              <a:extLst>
                <a:ext uri="{FF2B5EF4-FFF2-40B4-BE49-F238E27FC236}">
                  <a16:creationId xmlns:a16="http://schemas.microsoft.com/office/drawing/2014/main" id="{3EA428BD-DB13-F433-B822-A36D421274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9" y="2973"/>
              <a:ext cx="375" cy="728"/>
            </a:xfrm>
            <a:custGeom>
              <a:avLst/>
              <a:gdLst>
                <a:gd name="T0" fmla="*/ 0 w 375"/>
                <a:gd name="T1" fmla="*/ 528 h 728"/>
                <a:gd name="T2" fmla="*/ 9 w 375"/>
                <a:gd name="T3" fmla="*/ 498 h 728"/>
                <a:gd name="T4" fmla="*/ 18 w 375"/>
                <a:gd name="T5" fmla="*/ 450 h 728"/>
                <a:gd name="T6" fmla="*/ 30 w 375"/>
                <a:gd name="T7" fmla="*/ 396 h 728"/>
                <a:gd name="T8" fmla="*/ 39 w 375"/>
                <a:gd name="T9" fmla="*/ 338 h 728"/>
                <a:gd name="T10" fmla="*/ 42 w 375"/>
                <a:gd name="T11" fmla="*/ 279 h 728"/>
                <a:gd name="T12" fmla="*/ 42 w 375"/>
                <a:gd name="T13" fmla="*/ 231 h 728"/>
                <a:gd name="T14" fmla="*/ 45 w 375"/>
                <a:gd name="T15" fmla="*/ 165 h 728"/>
                <a:gd name="T16" fmla="*/ 42 w 375"/>
                <a:gd name="T17" fmla="*/ 102 h 728"/>
                <a:gd name="T18" fmla="*/ 45 w 375"/>
                <a:gd name="T19" fmla="*/ 60 h 728"/>
                <a:gd name="T20" fmla="*/ 43 w 375"/>
                <a:gd name="T21" fmla="*/ 10 h 728"/>
                <a:gd name="T22" fmla="*/ 87 w 375"/>
                <a:gd name="T23" fmla="*/ 0 h 728"/>
                <a:gd name="T24" fmla="*/ 123 w 375"/>
                <a:gd name="T25" fmla="*/ 9 h 728"/>
                <a:gd name="T26" fmla="*/ 177 w 375"/>
                <a:gd name="T27" fmla="*/ 30 h 728"/>
                <a:gd name="T28" fmla="*/ 213 w 375"/>
                <a:gd name="T29" fmla="*/ 54 h 728"/>
                <a:gd name="T30" fmla="*/ 249 w 375"/>
                <a:gd name="T31" fmla="*/ 87 h 728"/>
                <a:gd name="T32" fmla="*/ 270 w 375"/>
                <a:gd name="T33" fmla="*/ 117 h 728"/>
                <a:gd name="T34" fmla="*/ 288 w 375"/>
                <a:gd name="T35" fmla="*/ 144 h 728"/>
                <a:gd name="T36" fmla="*/ 309 w 375"/>
                <a:gd name="T37" fmla="*/ 174 h 728"/>
                <a:gd name="T38" fmla="*/ 327 w 375"/>
                <a:gd name="T39" fmla="*/ 207 h 728"/>
                <a:gd name="T40" fmla="*/ 342 w 375"/>
                <a:gd name="T41" fmla="*/ 237 h 728"/>
                <a:gd name="T42" fmla="*/ 354 w 375"/>
                <a:gd name="T43" fmla="*/ 273 h 728"/>
                <a:gd name="T44" fmla="*/ 366 w 375"/>
                <a:gd name="T45" fmla="*/ 306 h 728"/>
                <a:gd name="T46" fmla="*/ 372 w 375"/>
                <a:gd name="T47" fmla="*/ 348 h 728"/>
                <a:gd name="T48" fmla="*/ 375 w 375"/>
                <a:gd name="T49" fmla="*/ 384 h 728"/>
                <a:gd name="T50" fmla="*/ 375 w 375"/>
                <a:gd name="T51" fmla="*/ 426 h 728"/>
                <a:gd name="T52" fmla="*/ 369 w 375"/>
                <a:gd name="T53" fmla="*/ 468 h 728"/>
                <a:gd name="T54" fmla="*/ 357 w 375"/>
                <a:gd name="T55" fmla="*/ 519 h 728"/>
                <a:gd name="T56" fmla="*/ 339 w 375"/>
                <a:gd name="T57" fmla="*/ 564 h 728"/>
                <a:gd name="T58" fmla="*/ 303 w 375"/>
                <a:gd name="T59" fmla="*/ 618 h 728"/>
                <a:gd name="T60" fmla="*/ 267 w 375"/>
                <a:gd name="T61" fmla="*/ 654 h 728"/>
                <a:gd name="T62" fmla="*/ 38 w 375"/>
                <a:gd name="T63" fmla="*/ 728 h 728"/>
                <a:gd name="T64" fmla="*/ 39 w 375"/>
                <a:gd name="T65" fmla="*/ 694 h 728"/>
                <a:gd name="T66" fmla="*/ 36 w 375"/>
                <a:gd name="T67" fmla="*/ 636 h 728"/>
                <a:gd name="T68" fmla="*/ 21 w 375"/>
                <a:gd name="T69" fmla="*/ 591 h 728"/>
                <a:gd name="T70" fmla="*/ 9 w 375"/>
                <a:gd name="T71" fmla="*/ 549 h 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75" h="728">
                  <a:moveTo>
                    <a:pt x="0" y="528"/>
                  </a:moveTo>
                  <a:lnTo>
                    <a:pt x="9" y="498"/>
                  </a:lnTo>
                  <a:lnTo>
                    <a:pt x="18" y="450"/>
                  </a:lnTo>
                  <a:lnTo>
                    <a:pt x="30" y="396"/>
                  </a:lnTo>
                  <a:lnTo>
                    <a:pt x="39" y="338"/>
                  </a:lnTo>
                  <a:lnTo>
                    <a:pt x="42" y="279"/>
                  </a:lnTo>
                  <a:lnTo>
                    <a:pt x="42" y="231"/>
                  </a:lnTo>
                  <a:lnTo>
                    <a:pt x="45" y="165"/>
                  </a:lnTo>
                  <a:lnTo>
                    <a:pt x="42" y="102"/>
                  </a:lnTo>
                  <a:lnTo>
                    <a:pt x="45" y="60"/>
                  </a:lnTo>
                  <a:lnTo>
                    <a:pt x="43" y="10"/>
                  </a:lnTo>
                  <a:lnTo>
                    <a:pt x="87" y="0"/>
                  </a:lnTo>
                  <a:lnTo>
                    <a:pt x="123" y="9"/>
                  </a:lnTo>
                  <a:lnTo>
                    <a:pt x="177" y="30"/>
                  </a:lnTo>
                  <a:lnTo>
                    <a:pt x="213" y="54"/>
                  </a:lnTo>
                  <a:lnTo>
                    <a:pt x="249" y="87"/>
                  </a:lnTo>
                  <a:lnTo>
                    <a:pt x="270" y="117"/>
                  </a:lnTo>
                  <a:lnTo>
                    <a:pt x="288" y="144"/>
                  </a:lnTo>
                  <a:lnTo>
                    <a:pt x="309" y="174"/>
                  </a:lnTo>
                  <a:lnTo>
                    <a:pt x="327" y="207"/>
                  </a:lnTo>
                  <a:lnTo>
                    <a:pt x="342" y="237"/>
                  </a:lnTo>
                  <a:lnTo>
                    <a:pt x="354" y="273"/>
                  </a:lnTo>
                  <a:lnTo>
                    <a:pt x="366" y="306"/>
                  </a:lnTo>
                  <a:cubicBezTo>
                    <a:pt x="369" y="318"/>
                    <a:pt x="371" y="335"/>
                    <a:pt x="372" y="348"/>
                  </a:cubicBezTo>
                  <a:cubicBezTo>
                    <a:pt x="373" y="361"/>
                    <a:pt x="375" y="371"/>
                    <a:pt x="375" y="384"/>
                  </a:cubicBezTo>
                  <a:lnTo>
                    <a:pt x="375" y="426"/>
                  </a:lnTo>
                  <a:lnTo>
                    <a:pt x="369" y="468"/>
                  </a:lnTo>
                  <a:lnTo>
                    <a:pt x="357" y="519"/>
                  </a:lnTo>
                  <a:lnTo>
                    <a:pt x="339" y="564"/>
                  </a:lnTo>
                  <a:lnTo>
                    <a:pt x="303" y="618"/>
                  </a:lnTo>
                  <a:lnTo>
                    <a:pt x="267" y="654"/>
                  </a:lnTo>
                  <a:lnTo>
                    <a:pt x="38" y="728"/>
                  </a:lnTo>
                  <a:lnTo>
                    <a:pt x="39" y="694"/>
                  </a:lnTo>
                  <a:lnTo>
                    <a:pt x="36" y="636"/>
                  </a:lnTo>
                  <a:lnTo>
                    <a:pt x="21" y="591"/>
                  </a:lnTo>
                  <a:lnTo>
                    <a:pt x="9" y="549"/>
                  </a:lnTo>
                </a:path>
              </a:pathLst>
            </a:custGeom>
            <a:gradFill rotWithShape="0">
              <a:gsLst>
                <a:gs pos="0">
                  <a:srgbClr val="99CCFF">
                    <a:gamma/>
                    <a:shade val="46275"/>
                    <a:invGamma/>
                  </a:srgbClr>
                </a:gs>
                <a:gs pos="50000">
                  <a:srgbClr val="99CCFF"/>
                </a:gs>
                <a:gs pos="100000">
                  <a:srgbClr val="99CC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</p:grpSp>
      <p:sp>
        <p:nvSpPr>
          <p:cNvPr id="38" name="Rectangle 36">
            <a:extLst>
              <a:ext uri="{FF2B5EF4-FFF2-40B4-BE49-F238E27FC236}">
                <a16:creationId xmlns:a16="http://schemas.microsoft.com/office/drawing/2014/main" id="{715BB735-5C99-8B58-D05F-2494073B5F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6715" y="465364"/>
            <a:ext cx="485261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00066"/>
                </a:solidFill>
                <a:latin typeface="DengXian" charset="-122"/>
                <a:ea typeface="DengXian" charset="-122"/>
                <a:cs typeface="DengXian" charset="-122"/>
                <a:sym typeface="Marlett" charset="2"/>
              </a:rPr>
              <a:t>相交体相对位置对交线的影响</a:t>
            </a:r>
          </a:p>
        </p:txBody>
      </p:sp>
      <p:sp>
        <p:nvSpPr>
          <p:cNvPr id="39" name="Oval 37">
            <a:extLst>
              <a:ext uri="{FF2B5EF4-FFF2-40B4-BE49-F238E27FC236}">
                <a16:creationId xmlns:a16="http://schemas.microsoft.com/office/drawing/2014/main" id="{498888AB-4BF3-72D3-102C-29C0051E66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7582" y="562806"/>
            <a:ext cx="334963" cy="334963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CC0000">
                  <a:gamma/>
                  <a:shade val="2353"/>
                  <a:invGamma/>
                </a:srgbClr>
              </a:gs>
            </a:gsLst>
            <a:path path="shape">
              <a:fillToRect l="50000" t="50000" r="50000" b="50000"/>
            </a:path>
          </a:gra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grpSp>
        <p:nvGrpSpPr>
          <p:cNvPr id="40" name="Group 38">
            <a:extLst>
              <a:ext uri="{FF2B5EF4-FFF2-40B4-BE49-F238E27FC236}">
                <a16:creationId xmlns:a16="http://schemas.microsoft.com/office/drawing/2014/main" id="{7FCA8CEF-5AFA-0D79-AC35-2A1A7D096FBE}"/>
              </a:ext>
            </a:extLst>
          </p:cNvPr>
          <p:cNvGrpSpPr>
            <a:grpSpLocks/>
          </p:cNvGrpSpPr>
          <p:nvPr/>
        </p:nvGrpSpPr>
        <p:grpSpPr bwMode="auto">
          <a:xfrm>
            <a:off x="1493045" y="3058356"/>
            <a:ext cx="1736725" cy="2543175"/>
            <a:chOff x="653" y="1962"/>
            <a:chExt cx="1094" cy="1602"/>
          </a:xfrm>
        </p:grpSpPr>
        <p:sp>
          <p:nvSpPr>
            <p:cNvPr id="41" name="Rectangle 39">
              <a:extLst>
                <a:ext uri="{FF2B5EF4-FFF2-40B4-BE49-F238E27FC236}">
                  <a16:creationId xmlns:a16="http://schemas.microsoft.com/office/drawing/2014/main" id="{0017AAE9-0D4A-42D3-BA00-46AC4CEF64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" y="2161"/>
              <a:ext cx="958" cy="555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42" name="Rectangle 40">
              <a:extLst>
                <a:ext uri="{FF2B5EF4-FFF2-40B4-BE49-F238E27FC236}">
                  <a16:creationId xmlns:a16="http://schemas.microsoft.com/office/drawing/2014/main" id="{CFA272BE-F5D5-8CA8-E371-4CF96C273C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9" y="2720"/>
              <a:ext cx="375" cy="159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43" name="Line 41">
              <a:extLst>
                <a:ext uri="{FF2B5EF4-FFF2-40B4-BE49-F238E27FC236}">
                  <a16:creationId xmlns:a16="http://schemas.microsoft.com/office/drawing/2014/main" id="{4A302263-8EF8-C3EA-D1A0-AFEFA5C02F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3" y="2155"/>
              <a:ext cx="340" cy="0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44" name="Rectangle 42">
              <a:extLst>
                <a:ext uri="{FF2B5EF4-FFF2-40B4-BE49-F238E27FC236}">
                  <a16:creationId xmlns:a16="http://schemas.microsoft.com/office/drawing/2014/main" id="{48FDC917-3E3E-9A68-20B2-9A71AD9431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" y="2002"/>
              <a:ext cx="380" cy="162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45" name="Line 43">
              <a:extLst>
                <a:ext uri="{FF2B5EF4-FFF2-40B4-BE49-F238E27FC236}">
                  <a16:creationId xmlns:a16="http://schemas.microsoft.com/office/drawing/2014/main" id="{B284F410-719F-27E9-BD13-FD0AB6DBB6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5" y="2715"/>
              <a:ext cx="340" cy="0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46" name="Rectangle 44">
              <a:extLst>
                <a:ext uri="{FF2B5EF4-FFF2-40B4-BE49-F238E27FC236}">
                  <a16:creationId xmlns:a16="http://schemas.microsoft.com/office/drawing/2014/main" id="{DE9C3B9A-E878-78D3-BC3B-7DBA3AE7EE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4" y="2940"/>
              <a:ext cx="957" cy="554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47" name="Oval 45">
              <a:extLst>
                <a:ext uri="{FF2B5EF4-FFF2-40B4-BE49-F238E27FC236}">
                  <a16:creationId xmlns:a16="http://schemas.microsoft.com/office/drawing/2014/main" id="{1374C0BB-5948-6001-74AA-D2DB2773E5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9" y="3033"/>
              <a:ext cx="367" cy="36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48" name="Line 46">
              <a:extLst>
                <a:ext uri="{FF2B5EF4-FFF2-40B4-BE49-F238E27FC236}">
                  <a16:creationId xmlns:a16="http://schemas.microsoft.com/office/drawing/2014/main" id="{C2328B66-DFAF-DFE0-E404-7829699AF6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3" y="2433"/>
              <a:ext cx="10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49" name="Line 47">
              <a:extLst>
                <a:ext uri="{FF2B5EF4-FFF2-40B4-BE49-F238E27FC236}">
                  <a16:creationId xmlns:a16="http://schemas.microsoft.com/office/drawing/2014/main" id="{F7AC5956-5602-6346-6C5F-FD36DD93EF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2" y="1962"/>
              <a:ext cx="0" cy="9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50" name="Line 48">
              <a:extLst>
                <a:ext uri="{FF2B5EF4-FFF2-40B4-BE49-F238E27FC236}">
                  <a16:creationId xmlns:a16="http://schemas.microsoft.com/office/drawing/2014/main" id="{65ABDA80-57D4-BC64-5693-9264461878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3" y="3219"/>
              <a:ext cx="10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51" name="Line 49">
              <a:extLst>
                <a:ext uri="{FF2B5EF4-FFF2-40B4-BE49-F238E27FC236}">
                  <a16:creationId xmlns:a16="http://schemas.microsoft.com/office/drawing/2014/main" id="{DB9B7B10-5A36-47C3-4EDB-440531073D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82" y="2913"/>
              <a:ext cx="0" cy="6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52" name="Line 50">
              <a:extLst>
                <a:ext uri="{FF2B5EF4-FFF2-40B4-BE49-F238E27FC236}">
                  <a16:creationId xmlns:a16="http://schemas.microsoft.com/office/drawing/2014/main" id="{9370EB6C-F617-DC36-A5C9-9F8E293A93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0" y="2152"/>
              <a:ext cx="359" cy="0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53" name="Line 51">
              <a:extLst>
                <a:ext uri="{FF2B5EF4-FFF2-40B4-BE49-F238E27FC236}">
                  <a16:creationId xmlns:a16="http://schemas.microsoft.com/office/drawing/2014/main" id="{79434442-764F-1BC9-B27A-FB5D7917D0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5" y="2716"/>
              <a:ext cx="363" cy="0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</p:grpSp>
      <p:sp>
        <p:nvSpPr>
          <p:cNvPr id="54" name="Arc 52">
            <a:extLst>
              <a:ext uri="{FF2B5EF4-FFF2-40B4-BE49-F238E27FC236}">
                <a16:creationId xmlns:a16="http://schemas.microsoft.com/office/drawing/2014/main" id="{9D67B19A-321F-2EFE-0557-05689FC26692}"/>
              </a:ext>
            </a:extLst>
          </p:cNvPr>
          <p:cNvSpPr>
            <a:spLocks/>
          </p:cNvSpPr>
          <p:nvPr/>
        </p:nvSpPr>
        <p:spPr bwMode="auto">
          <a:xfrm flipV="1">
            <a:off x="2026445" y="3153606"/>
            <a:ext cx="606425" cy="373063"/>
          </a:xfrm>
          <a:custGeom>
            <a:avLst/>
            <a:gdLst>
              <a:gd name="G0" fmla="+- 17479 0 0"/>
              <a:gd name="G1" fmla="+- 21600 0 0"/>
              <a:gd name="G2" fmla="+- 21600 0 0"/>
              <a:gd name="T0" fmla="*/ 0 w 35216"/>
              <a:gd name="T1" fmla="*/ 8910 h 21600"/>
              <a:gd name="T2" fmla="*/ 35216 w 35216"/>
              <a:gd name="T3" fmla="*/ 9273 h 21600"/>
              <a:gd name="T4" fmla="*/ 17479 w 35216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5216" h="21600" fill="none" extrusionOk="0">
                <a:moveTo>
                  <a:pt x="-1" y="8909"/>
                </a:moveTo>
                <a:cubicBezTo>
                  <a:pt x="4063" y="3312"/>
                  <a:pt x="10562" y="-1"/>
                  <a:pt x="17479" y="-1"/>
                </a:cubicBezTo>
                <a:cubicBezTo>
                  <a:pt x="24553" y="-1"/>
                  <a:pt x="31178" y="3463"/>
                  <a:pt x="35216" y="9272"/>
                </a:cubicBezTo>
              </a:path>
              <a:path w="35216" h="21600" stroke="0" extrusionOk="0">
                <a:moveTo>
                  <a:pt x="-1" y="8909"/>
                </a:moveTo>
                <a:cubicBezTo>
                  <a:pt x="4063" y="3312"/>
                  <a:pt x="10562" y="-1"/>
                  <a:pt x="17479" y="-1"/>
                </a:cubicBezTo>
                <a:cubicBezTo>
                  <a:pt x="24553" y="-1"/>
                  <a:pt x="31178" y="3463"/>
                  <a:pt x="35216" y="9272"/>
                </a:cubicBezTo>
                <a:lnTo>
                  <a:pt x="17479" y="21600"/>
                </a:lnTo>
                <a:close/>
              </a:path>
            </a:pathLst>
          </a:cu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55" name="Arc 53">
            <a:extLst>
              <a:ext uri="{FF2B5EF4-FFF2-40B4-BE49-F238E27FC236}">
                <a16:creationId xmlns:a16="http://schemas.microsoft.com/office/drawing/2014/main" id="{CEB9877F-B32F-51F7-6F97-21BEDA2156AC}"/>
              </a:ext>
            </a:extLst>
          </p:cNvPr>
          <p:cNvSpPr>
            <a:spLocks/>
          </p:cNvSpPr>
          <p:nvPr/>
        </p:nvSpPr>
        <p:spPr bwMode="auto">
          <a:xfrm>
            <a:off x="2016920" y="4087056"/>
            <a:ext cx="614362" cy="403225"/>
          </a:xfrm>
          <a:custGeom>
            <a:avLst/>
            <a:gdLst>
              <a:gd name="G0" fmla="+- 17330 0 0"/>
              <a:gd name="G1" fmla="+- 21600 0 0"/>
              <a:gd name="G2" fmla="+- 21600 0 0"/>
              <a:gd name="T0" fmla="*/ 0 w 35067"/>
              <a:gd name="T1" fmla="*/ 8707 h 21600"/>
              <a:gd name="T2" fmla="*/ 35067 w 35067"/>
              <a:gd name="T3" fmla="*/ 9273 h 21600"/>
              <a:gd name="T4" fmla="*/ 17330 w 35067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5067" h="21600" fill="none" extrusionOk="0">
                <a:moveTo>
                  <a:pt x="-1" y="8706"/>
                </a:moveTo>
                <a:cubicBezTo>
                  <a:pt x="4075" y="3228"/>
                  <a:pt x="10501" y="-1"/>
                  <a:pt x="17330" y="-1"/>
                </a:cubicBezTo>
                <a:cubicBezTo>
                  <a:pt x="24404" y="-1"/>
                  <a:pt x="31029" y="3463"/>
                  <a:pt x="35067" y="9272"/>
                </a:cubicBezTo>
              </a:path>
              <a:path w="35067" h="21600" stroke="0" extrusionOk="0">
                <a:moveTo>
                  <a:pt x="-1" y="8706"/>
                </a:moveTo>
                <a:cubicBezTo>
                  <a:pt x="4075" y="3228"/>
                  <a:pt x="10501" y="-1"/>
                  <a:pt x="17330" y="-1"/>
                </a:cubicBezTo>
                <a:cubicBezTo>
                  <a:pt x="24404" y="-1"/>
                  <a:pt x="31029" y="3463"/>
                  <a:pt x="35067" y="9272"/>
                </a:cubicBezTo>
                <a:lnTo>
                  <a:pt x="17330" y="21600"/>
                </a:lnTo>
                <a:close/>
              </a:path>
            </a:pathLst>
          </a:custGeom>
          <a:noFill/>
          <a:ln w="2857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grpSp>
        <p:nvGrpSpPr>
          <p:cNvPr id="56" name="Group 54">
            <a:extLst>
              <a:ext uri="{FF2B5EF4-FFF2-40B4-BE49-F238E27FC236}">
                <a16:creationId xmlns:a16="http://schemas.microsoft.com/office/drawing/2014/main" id="{9461133B-DFB9-1CEA-CC8A-94BC0589779C}"/>
              </a:ext>
            </a:extLst>
          </p:cNvPr>
          <p:cNvGrpSpPr>
            <a:grpSpLocks/>
          </p:cNvGrpSpPr>
          <p:nvPr/>
        </p:nvGrpSpPr>
        <p:grpSpPr bwMode="auto">
          <a:xfrm>
            <a:off x="6314282" y="3028194"/>
            <a:ext cx="1735138" cy="2651125"/>
            <a:chOff x="3690" y="1943"/>
            <a:chExt cx="1093" cy="1670"/>
          </a:xfrm>
        </p:grpSpPr>
        <p:sp>
          <p:nvSpPr>
            <p:cNvPr id="57" name="Rectangle 55">
              <a:extLst>
                <a:ext uri="{FF2B5EF4-FFF2-40B4-BE49-F238E27FC236}">
                  <a16:creationId xmlns:a16="http://schemas.microsoft.com/office/drawing/2014/main" id="{FB383930-7A31-851D-A0EE-4606806DC0A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4031" y="2694"/>
              <a:ext cx="383" cy="14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99CC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58" name="Rectangle 56">
              <a:extLst>
                <a:ext uri="{FF2B5EF4-FFF2-40B4-BE49-F238E27FC236}">
                  <a16:creationId xmlns:a16="http://schemas.microsoft.com/office/drawing/2014/main" id="{81A923BA-39D2-514F-A4F7-021303844E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2142"/>
              <a:ext cx="957" cy="5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59" name="Rectangle 57">
              <a:extLst>
                <a:ext uri="{FF2B5EF4-FFF2-40B4-BE49-F238E27FC236}">
                  <a16:creationId xmlns:a16="http://schemas.microsoft.com/office/drawing/2014/main" id="{9FD409E5-6F69-5214-6F48-D92599669A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5" y="1989"/>
              <a:ext cx="392" cy="15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60" name="Line 58">
              <a:extLst>
                <a:ext uri="{FF2B5EF4-FFF2-40B4-BE49-F238E27FC236}">
                  <a16:creationId xmlns:a16="http://schemas.microsoft.com/office/drawing/2014/main" id="{67C0B927-5C7D-60E2-1767-990B352F2E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0" y="2135"/>
              <a:ext cx="339" cy="0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61" name="Line 59">
              <a:extLst>
                <a:ext uri="{FF2B5EF4-FFF2-40B4-BE49-F238E27FC236}">
                  <a16:creationId xmlns:a16="http://schemas.microsoft.com/office/drawing/2014/main" id="{9E6ED6B1-CC29-9F12-B69D-D21877F8AD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2" y="2694"/>
              <a:ext cx="339" cy="0"/>
            </a:xfrm>
            <a:prstGeom prst="line">
              <a:avLst/>
            </a:prstGeom>
            <a:noFill/>
            <a:ln w="9525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62" name="Rectangle 60">
              <a:extLst>
                <a:ext uri="{FF2B5EF4-FFF2-40B4-BE49-F238E27FC236}">
                  <a16:creationId xmlns:a16="http://schemas.microsoft.com/office/drawing/2014/main" id="{B5C77D94-AA10-98D2-FBA8-F75C8C28D5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1" y="2919"/>
              <a:ext cx="956" cy="5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63" name="Oval 61">
              <a:extLst>
                <a:ext uri="{FF2B5EF4-FFF2-40B4-BE49-F238E27FC236}">
                  <a16:creationId xmlns:a16="http://schemas.microsoft.com/office/drawing/2014/main" id="{5355C58A-7F02-FF7F-9E9D-2BCC2CAB57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1" y="3152"/>
              <a:ext cx="387" cy="387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64" name="Line 62">
              <a:extLst>
                <a:ext uri="{FF2B5EF4-FFF2-40B4-BE49-F238E27FC236}">
                  <a16:creationId xmlns:a16="http://schemas.microsoft.com/office/drawing/2014/main" id="{1423CFFD-5ECC-5D35-AB3B-4801BB3BC2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0" y="2413"/>
              <a:ext cx="10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65" name="Line 63">
              <a:extLst>
                <a:ext uri="{FF2B5EF4-FFF2-40B4-BE49-F238E27FC236}">
                  <a16:creationId xmlns:a16="http://schemas.microsoft.com/office/drawing/2014/main" id="{EE2F8287-9CE2-6833-CD54-20C8BAF571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9" y="1943"/>
              <a:ext cx="0" cy="9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66" name="Line 64">
              <a:extLst>
                <a:ext uri="{FF2B5EF4-FFF2-40B4-BE49-F238E27FC236}">
                  <a16:creationId xmlns:a16="http://schemas.microsoft.com/office/drawing/2014/main" id="{C4F8AA73-AA23-75C6-2C0A-F636270DE9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0" y="3197"/>
              <a:ext cx="109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67" name="Line 65">
              <a:extLst>
                <a:ext uri="{FF2B5EF4-FFF2-40B4-BE49-F238E27FC236}">
                  <a16:creationId xmlns:a16="http://schemas.microsoft.com/office/drawing/2014/main" id="{9941ABBC-EDA9-162F-A578-549D072942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3" y="2892"/>
              <a:ext cx="0" cy="7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68" name="Line 66">
              <a:extLst>
                <a:ext uri="{FF2B5EF4-FFF2-40B4-BE49-F238E27FC236}">
                  <a16:creationId xmlns:a16="http://schemas.microsoft.com/office/drawing/2014/main" id="{2C33B48E-33AD-66A4-A2B8-1C03E1E52D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41" y="2136"/>
              <a:ext cx="363" cy="4"/>
            </a:xfrm>
            <a:prstGeom prst="line">
              <a:avLst/>
            </a:prstGeom>
            <a:noFill/>
            <a:ln w="571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69" name="Line 67">
              <a:extLst>
                <a:ext uri="{FF2B5EF4-FFF2-40B4-BE49-F238E27FC236}">
                  <a16:creationId xmlns:a16="http://schemas.microsoft.com/office/drawing/2014/main" id="{7BC0F761-8304-5415-54EC-0EE7BBDFD2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43" y="2691"/>
              <a:ext cx="363" cy="0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70" name="Line 68">
              <a:extLst>
                <a:ext uri="{FF2B5EF4-FFF2-40B4-BE49-F238E27FC236}">
                  <a16:creationId xmlns:a16="http://schemas.microsoft.com/office/drawing/2014/main" id="{BAB01495-020C-2EB8-94CD-EAA0EB958C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6" y="3354"/>
              <a:ext cx="5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>
                <a:latin typeface="DengXian" charset="-122"/>
                <a:ea typeface="DengXian" charset="-122"/>
                <a:cs typeface="DengXian" charset="-122"/>
              </a:endParaRPr>
            </a:p>
          </p:txBody>
        </p:sp>
      </p:grpSp>
      <p:sp>
        <p:nvSpPr>
          <p:cNvPr id="71" name="Freeform 69">
            <a:extLst>
              <a:ext uri="{FF2B5EF4-FFF2-40B4-BE49-F238E27FC236}">
                <a16:creationId xmlns:a16="http://schemas.microsoft.com/office/drawing/2014/main" id="{5DD9A646-BE0C-5475-6AAA-E62B5A24CE80}"/>
              </a:ext>
            </a:extLst>
          </p:cNvPr>
          <p:cNvSpPr>
            <a:spLocks/>
          </p:cNvSpPr>
          <p:nvPr/>
        </p:nvSpPr>
        <p:spPr bwMode="auto">
          <a:xfrm>
            <a:off x="6838157" y="3345694"/>
            <a:ext cx="84138" cy="893762"/>
          </a:xfrm>
          <a:custGeom>
            <a:avLst/>
            <a:gdLst>
              <a:gd name="T0" fmla="*/ 4 w 53"/>
              <a:gd name="T1" fmla="*/ 1 h 563"/>
              <a:gd name="T2" fmla="*/ 8 w 53"/>
              <a:gd name="T3" fmla="*/ 45 h 563"/>
              <a:gd name="T4" fmla="*/ 52 w 53"/>
              <a:gd name="T5" fmla="*/ 273 h 563"/>
              <a:gd name="T6" fmla="*/ 12 w 53"/>
              <a:gd name="T7" fmla="*/ 517 h 563"/>
              <a:gd name="T8" fmla="*/ 10 w 53"/>
              <a:gd name="T9" fmla="*/ 552 h 5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3" h="563">
                <a:moveTo>
                  <a:pt x="4" y="1"/>
                </a:moveTo>
                <a:cubicBezTo>
                  <a:pt x="5" y="8"/>
                  <a:pt x="0" y="0"/>
                  <a:pt x="8" y="45"/>
                </a:cubicBezTo>
                <a:cubicBezTo>
                  <a:pt x="16" y="90"/>
                  <a:pt x="51" y="194"/>
                  <a:pt x="52" y="273"/>
                </a:cubicBezTo>
                <a:cubicBezTo>
                  <a:pt x="53" y="352"/>
                  <a:pt x="19" y="471"/>
                  <a:pt x="12" y="517"/>
                </a:cubicBezTo>
                <a:cubicBezTo>
                  <a:pt x="5" y="563"/>
                  <a:pt x="10" y="545"/>
                  <a:pt x="10" y="552"/>
                </a:cubicBez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72" name="Freeform 70">
            <a:extLst>
              <a:ext uri="{FF2B5EF4-FFF2-40B4-BE49-F238E27FC236}">
                <a16:creationId xmlns:a16="http://schemas.microsoft.com/office/drawing/2014/main" id="{CD34B3DA-D856-982B-2DDD-A67B5A2FA3D8}"/>
              </a:ext>
            </a:extLst>
          </p:cNvPr>
          <p:cNvSpPr>
            <a:spLocks/>
          </p:cNvSpPr>
          <p:nvPr/>
        </p:nvSpPr>
        <p:spPr bwMode="auto">
          <a:xfrm>
            <a:off x="7401720" y="3339344"/>
            <a:ext cx="82550" cy="903287"/>
          </a:xfrm>
          <a:custGeom>
            <a:avLst/>
            <a:gdLst>
              <a:gd name="T0" fmla="*/ 41 w 52"/>
              <a:gd name="T1" fmla="*/ 5 h 569"/>
              <a:gd name="T2" fmla="*/ 45 w 52"/>
              <a:gd name="T3" fmla="*/ 45 h 569"/>
              <a:gd name="T4" fmla="*/ 1 w 52"/>
              <a:gd name="T5" fmla="*/ 273 h 569"/>
              <a:gd name="T6" fmla="*/ 41 w 52"/>
              <a:gd name="T7" fmla="*/ 521 h 569"/>
              <a:gd name="T8" fmla="*/ 41 w 52"/>
              <a:gd name="T9" fmla="*/ 561 h 5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" h="569">
                <a:moveTo>
                  <a:pt x="41" y="5"/>
                </a:moveTo>
                <a:cubicBezTo>
                  <a:pt x="42" y="12"/>
                  <a:pt x="52" y="0"/>
                  <a:pt x="45" y="45"/>
                </a:cubicBezTo>
                <a:cubicBezTo>
                  <a:pt x="38" y="90"/>
                  <a:pt x="2" y="194"/>
                  <a:pt x="1" y="273"/>
                </a:cubicBezTo>
                <a:cubicBezTo>
                  <a:pt x="0" y="352"/>
                  <a:pt x="34" y="473"/>
                  <a:pt x="41" y="521"/>
                </a:cubicBezTo>
                <a:cubicBezTo>
                  <a:pt x="48" y="569"/>
                  <a:pt x="41" y="553"/>
                  <a:pt x="41" y="561"/>
                </a:cubicBez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73" name="Freeform 71">
            <a:extLst>
              <a:ext uri="{FF2B5EF4-FFF2-40B4-BE49-F238E27FC236}">
                <a16:creationId xmlns:a16="http://schemas.microsoft.com/office/drawing/2014/main" id="{7C5E711E-4B36-BCE8-F95B-73D6C01AAE9F}"/>
              </a:ext>
            </a:extLst>
          </p:cNvPr>
          <p:cNvSpPr>
            <a:spLocks/>
          </p:cNvSpPr>
          <p:nvPr/>
        </p:nvSpPr>
        <p:spPr bwMode="auto">
          <a:xfrm>
            <a:off x="6857207" y="3323469"/>
            <a:ext cx="584200" cy="50800"/>
          </a:xfrm>
          <a:custGeom>
            <a:avLst/>
            <a:gdLst>
              <a:gd name="T0" fmla="*/ 0 w 368"/>
              <a:gd name="T1" fmla="*/ 31 h 32"/>
              <a:gd name="T2" fmla="*/ 68 w 368"/>
              <a:gd name="T3" fmla="*/ 11 h 32"/>
              <a:gd name="T4" fmla="*/ 188 w 368"/>
              <a:gd name="T5" fmla="*/ 31 h 32"/>
              <a:gd name="T6" fmla="*/ 296 w 368"/>
              <a:gd name="T7" fmla="*/ 3 h 32"/>
              <a:gd name="T8" fmla="*/ 368 w 368"/>
              <a:gd name="T9" fmla="*/ 11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68" h="32">
                <a:moveTo>
                  <a:pt x="0" y="31"/>
                </a:moveTo>
                <a:cubicBezTo>
                  <a:pt x="11" y="28"/>
                  <a:pt x="37" y="11"/>
                  <a:pt x="68" y="11"/>
                </a:cubicBezTo>
                <a:cubicBezTo>
                  <a:pt x="99" y="11"/>
                  <a:pt x="150" y="32"/>
                  <a:pt x="188" y="31"/>
                </a:cubicBezTo>
                <a:cubicBezTo>
                  <a:pt x="226" y="30"/>
                  <a:pt x="266" y="6"/>
                  <a:pt x="296" y="3"/>
                </a:cubicBezTo>
                <a:cubicBezTo>
                  <a:pt x="326" y="0"/>
                  <a:pt x="353" y="9"/>
                  <a:pt x="368" y="11"/>
                </a:cubicBezTo>
              </a:path>
            </a:pathLst>
          </a:custGeom>
          <a:noFill/>
          <a:ln w="12700" cap="flat" cmpd="sng">
            <a:solidFill>
              <a:srgbClr val="CC00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74" name="Freeform 72">
            <a:extLst>
              <a:ext uri="{FF2B5EF4-FFF2-40B4-BE49-F238E27FC236}">
                <a16:creationId xmlns:a16="http://schemas.microsoft.com/office/drawing/2014/main" id="{336E9115-56ED-80EB-B41E-8A7ACCDACADE}"/>
              </a:ext>
            </a:extLst>
          </p:cNvPr>
          <p:cNvSpPr>
            <a:spLocks/>
          </p:cNvSpPr>
          <p:nvPr/>
        </p:nvSpPr>
        <p:spPr bwMode="auto">
          <a:xfrm>
            <a:off x="6857207" y="4179131"/>
            <a:ext cx="603250" cy="44450"/>
          </a:xfrm>
          <a:custGeom>
            <a:avLst/>
            <a:gdLst>
              <a:gd name="T0" fmla="*/ 0 w 380"/>
              <a:gd name="T1" fmla="*/ 9 h 28"/>
              <a:gd name="T2" fmla="*/ 72 w 380"/>
              <a:gd name="T3" fmla="*/ 26 h 28"/>
              <a:gd name="T4" fmla="*/ 196 w 380"/>
              <a:gd name="T5" fmla="*/ 0 h 28"/>
              <a:gd name="T6" fmla="*/ 320 w 380"/>
              <a:gd name="T7" fmla="*/ 24 h 28"/>
              <a:gd name="T8" fmla="*/ 380 w 380"/>
              <a:gd name="T9" fmla="*/ 4 h 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80" h="28">
                <a:moveTo>
                  <a:pt x="0" y="9"/>
                </a:moveTo>
                <a:cubicBezTo>
                  <a:pt x="23" y="20"/>
                  <a:pt x="39" y="28"/>
                  <a:pt x="72" y="26"/>
                </a:cubicBezTo>
                <a:cubicBezTo>
                  <a:pt x="105" y="24"/>
                  <a:pt x="155" y="0"/>
                  <a:pt x="196" y="0"/>
                </a:cubicBezTo>
                <a:cubicBezTo>
                  <a:pt x="237" y="0"/>
                  <a:pt x="289" y="23"/>
                  <a:pt x="320" y="24"/>
                </a:cubicBezTo>
                <a:cubicBezTo>
                  <a:pt x="351" y="25"/>
                  <a:pt x="368" y="8"/>
                  <a:pt x="380" y="4"/>
                </a:cubicBezTo>
              </a:path>
            </a:pathLst>
          </a:custGeom>
          <a:noFill/>
          <a:ln w="12700" cap="flat" cmpd="sng">
            <a:solidFill>
              <a:srgbClr val="CC00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75" name="Text Box 73">
            <a:extLst>
              <a:ext uri="{FF2B5EF4-FFF2-40B4-BE49-F238E27FC236}">
                <a16:creationId xmlns:a16="http://schemas.microsoft.com/office/drawing/2014/main" id="{341EC984-E882-BA27-5F23-081EA225C4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0425" y="5983622"/>
            <a:ext cx="295465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zh-CN" altLang="en-US" sz="2400" dirty="0">
                <a:solidFill>
                  <a:srgbClr val="000066"/>
                </a:solidFill>
                <a:latin typeface="黑体" panose="02010609060101010101" pitchFamily="49" charset="-122"/>
                <a:ea typeface="黑体" panose="02010609060101010101" pitchFamily="49" charset="-122"/>
                <a:cs typeface="DengXian" charset="-122"/>
              </a:rPr>
              <a:t>交线由两支变成一支</a:t>
            </a:r>
          </a:p>
        </p:txBody>
      </p:sp>
      <p:sp>
        <p:nvSpPr>
          <p:cNvPr id="76" name="Freeform 74">
            <a:extLst>
              <a:ext uri="{FF2B5EF4-FFF2-40B4-BE49-F238E27FC236}">
                <a16:creationId xmlns:a16="http://schemas.microsoft.com/office/drawing/2014/main" id="{6CD4BD3E-150D-2360-B503-498C8644CD65}"/>
              </a:ext>
            </a:extLst>
          </p:cNvPr>
          <p:cNvSpPr>
            <a:spLocks/>
          </p:cNvSpPr>
          <p:nvPr/>
        </p:nvSpPr>
        <p:spPr bwMode="auto">
          <a:xfrm>
            <a:off x="4252120" y="3339344"/>
            <a:ext cx="639762" cy="865187"/>
          </a:xfrm>
          <a:custGeom>
            <a:avLst/>
            <a:gdLst>
              <a:gd name="T0" fmla="*/ 6 w 403"/>
              <a:gd name="T1" fmla="*/ 0 h 545"/>
              <a:gd name="T2" fmla="*/ 33 w 403"/>
              <a:gd name="T3" fmla="*/ 73 h 545"/>
              <a:gd name="T4" fmla="*/ 205 w 403"/>
              <a:gd name="T5" fmla="*/ 277 h 545"/>
              <a:gd name="T6" fmla="*/ 373 w 403"/>
              <a:gd name="T7" fmla="*/ 481 h 545"/>
              <a:gd name="T8" fmla="*/ 385 w 403"/>
              <a:gd name="T9" fmla="*/ 545 h 5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03" h="545">
                <a:moveTo>
                  <a:pt x="6" y="0"/>
                </a:moveTo>
                <a:cubicBezTo>
                  <a:pt x="11" y="12"/>
                  <a:pt x="0" y="27"/>
                  <a:pt x="33" y="73"/>
                </a:cubicBezTo>
                <a:cubicBezTo>
                  <a:pt x="66" y="119"/>
                  <a:pt x="148" y="209"/>
                  <a:pt x="205" y="277"/>
                </a:cubicBezTo>
                <a:cubicBezTo>
                  <a:pt x="262" y="345"/>
                  <a:pt x="343" y="436"/>
                  <a:pt x="373" y="481"/>
                </a:cubicBezTo>
                <a:cubicBezTo>
                  <a:pt x="403" y="526"/>
                  <a:pt x="383" y="532"/>
                  <a:pt x="385" y="545"/>
                </a:cubicBez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77" name="Freeform 75">
            <a:extLst>
              <a:ext uri="{FF2B5EF4-FFF2-40B4-BE49-F238E27FC236}">
                <a16:creationId xmlns:a16="http://schemas.microsoft.com/office/drawing/2014/main" id="{22603FFA-F3DC-0815-F095-D7CF2FA63AE4}"/>
              </a:ext>
            </a:extLst>
          </p:cNvPr>
          <p:cNvSpPr>
            <a:spLocks/>
          </p:cNvSpPr>
          <p:nvPr/>
        </p:nvSpPr>
        <p:spPr bwMode="auto">
          <a:xfrm>
            <a:off x="4258470" y="3332994"/>
            <a:ext cx="622300" cy="877887"/>
          </a:xfrm>
          <a:custGeom>
            <a:avLst/>
            <a:gdLst>
              <a:gd name="T0" fmla="*/ 385 w 392"/>
              <a:gd name="T1" fmla="*/ 0 h 553"/>
              <a:gd name="T2" fmla="*/ 362 w 392"/>
              <a:gd name="T3" fmla="*/ 70 h 553"/>
              <a:gd name="T4" fmla="*/ 207 w 392"/>
              <a:gd name="T5" fmla="*/ 274 h 553"/>
              <a:gd name="T6" fmla="*/ 33 w 392"/>
              <a:gd name="T7" fmla="*/ 485 h 553"/>
              <a:gd name="T8" fmla="*/ 9 w 392"/>
              <a:gd name="T9" fmla="*/ 553 h 5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92" h="553">
                <a:moveTo>
                  <a:pt x="385" y="0"/>
                </a:moveTo>
                <a:cubicBezTo>
                  <a:pt x="382" y="12"/>
                  <a:pt x="392" y="24"/>
                  <a:pt x="362" y="70"/>
                </a:cubicBezTo>
                <a:cubicBezTo>
                  <a:pt x="332" y="116"/>
                  <a:pt x="262" y="205"/>
                  <a:pt x="207" y="274"/>
                </a:cubicBezTo>
                <a:cubicBezTo>
                  <a:pt x="152" y="343"/>
                  <a:pt x="66" y="439"/>
                  <a:pt x="33" y="485"/>
                </a:cubicBezTo>
                <a:cubicBezTo>
                  <a:pt x="0" y="531"/>
                  <a:pt x="14" y="539"/>
                  <a:pt x="9" y="553"/>
                </a:cubicBez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78" name="Freeform 76">
            <a:extLst>
              <a:ext uri="{FF2B5EF4-FFF2-40B4-BE49-F238E27FC236}">
                <a16:creationId xmlns:a16="http://schemas.microsoft.com/office/drawing/2014/main" id="{8C44EEE6-49CA-0AB3-CB0A-14A82BB8BC2B}"/>
              </a:ext>
            </a:extLst>
          </p:cNvPr>
          <p:cNvSpPr>
            <a:spLocks/>
          </p:cNvSpPr>
          <p:nvPr/>
        </p:nvSpPr>
        <p:spPr bwMode="auto">
          <a:xfrm>
            <a:off x="4294982" y="4188656"/>
            <a:ext cx="561975" cy="60325"/>
          </a:xfrm>
          <a:custGeom>
            <a:avLst/>
            <a:gdLst>
              <a:gd name="T0" fmla="*/ 0 w 354"/>
              <a:gd name="T1" fmla="*/ 27 h 38"/>
              <a:gd name="T2" fmla="*/ 36 w 354"/>
              <a:gd name="T3" fmla="*/ 35 h 38"/>
              <a:gd name="T4" fmla="*/ 110 w 354"/>
              <a:gd name="T5" fmla="*/ 6 h 38"/>
              <a:gd name="T6" fmla="*/ 170 w 354"/>
              <a:gd name="T7" fmla="*/ 2 h 38"/>
              <a:gd name="T8" fmla="*/ 226 w 354"/>
              <a:gd name="T9" fmla="*/ 6 h 38"/>
              <a:gd name="T10" fmla="*/ 290 w 354"/>
              <a:gd name="T11" fmla="*/ 22 h 38"/>
              <a:gd name="T12" fmla="*/ 354 w 354"/>
              <a:gd name="T13" fmla="*/ 18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54" h="38">
                <a:moveTo>
                  <a:pt x="0" y="27"/>
                </a:moveTo>
                <a:cubicBezTo>
                  <a:pt x="6" y="27"/>
                  <a:pt x="18" y="38"/>
                  <a:pt x="36" y="35"/>
                </a:cubicBezTo>
                <a:cubicBezTo>
                  <a:pt x="54" y="32"/>
                  <a:pt x="88" y="12"/>
                  <a:pt x="110" y="6"/>
                </a:cubicBezTo>
                <a:cubicBezTo>
                  <a:pt x="132" y="0"/>
                  <a:pt x="151" y="2"/>
                  <a:pt x="170" y="2"/>
                </a:cubicBezTo>
                <a:cubicBezTo>
                  <a:pt x="189" y="2"/>
                  <a:pt x="206" y="3"/>
                  <a:pt x="226" y="6"/>
                </a:cubicBezTo>
                <a:cubicBezTo>
                  <a:pt x="246" y="9"/>
                  <a:pt x="269" y="20"/>
                  <a:pt x="290" y="22"/>
                </a:cubicBezTo>
                <a:cubicBezTo>
                  <a:pt x="311" y="24"/>
                  <a:pt x="341" y="19"/>
                  <a:pt x="354" y="18"/>
                </a:cubicBezTo>
              </a:path>
            </a:pathLst>
          </a:custGeom>
          <a:noFill/>
          <a:ln w="12700" cap="flat" cmpd="sng">
            <a:solidFill>
              <a:srgbClr val="CC00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79" name="Freeform 77">
            <a:extLst>
              <a:ext uri="{FF2B5EF4-FFF2-40B4-BE49-F238E27FC236}">
                <a16:creationId xmlns:a16="http://schemas.microsoft.com/office/drawing/2014/main" id="{5DCF9AF6-31D4-A769-86D9-7BCC84204077}"/>
              </a:ext>
            </a:extLst>
          </p:cNvPr>
          <p:cNvSpPr>
            <a:spLocks/>
          </p:cNvSpPr>
          <p:nvPr/>
        </p:nvSpPr>
        <p:spPr bwMode="auto">
          <a:xfrm>
            <a:off x="4272757" y="3323469"/>
            <a:ext cx="571500" cy="49212"/>
          </a:xfrm>
          <a:custGeom>
            <a:avLst/>
            <a:gdLst>
              <a:gd name="T0" fmla="*/ 0 w 360"/>
              <a:gd name="T1" fmla="*/ 3 h 31"/>
              <a:gd name="T2" fmla="*/ 64 w 360"/>
              <a:gd name="T3" fmla="*/ 3 h 31"/>
              <a:gd name="T4" fmla="*/ 124 w 360"/>
              <a:gd name="T5" fmla="*/ 23 h 31"/>
              <a:gd name="T6" fmla="*/ 184 w 360"/>
              <a:gd name="T7" fmla="*/ 31 h 31"/>
              <a:gd name="T8" fmla="*/ 244 w 360"/>
              <a:gd name="T9" fmla="*/ 23 h 31"/>
              <a:gd name="T10" fmla="*/ 308 w 360"/>
              <a:gd name="T11" fmla="*/ 3 h 31"/>
              <a:gd name="T12" fmla="*/ 360 w 360"/>
              <a:gd name="T13" fmla="*/ 3 h 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60" h="31">
                <a:moveTo>
                  <a:pt x="0" y="3"/>
                </a:moveTo>
                <a:cubicBezTo>
                  <a:pt x="11" y="3"/>
                  <a:pt x="43" y="0"/>
                  <a:pt x="64" y="3"/>
                </a:cubicBezTo>
                <a:cubicBezTo>
                  <a:pt x="85" y="6"/>
                  <a:pt x="104" y="18"/>
                  <a:pt x="124" y="23"/>
                </a:cubicBezTo>
                <a:cubicBezTo>
                  <a:pt x="144" y="28"/>
                  <a:pt x="164" y="31"/>
                  <a:pt x="184" y="31"/>
                </a:cubicBezTo>
                <a:cubicBezTo>
                  <a:pt x="204" y="31"/>
                  <a:pt x="223" y="28"/>
                  <a:pt x="244" y="23"/>
                </a:cubicBezTo>
                <a:cubicBezTo>
                  <a:pt x="265" y="18"/>
                  <a:pt x="289" y="6"/>
                  <a:pt x="308" y="3"/>
                </a:cubicBezTo>
                <a:cubicBezTo>
                  <a:pt x="327" y="0"/>
                  <a:pt x="349" y="3"/>
                  <a:pt x="360" y="3"/>
                </a:cubicBezTo>
              </a:path>
            </a:pathLst>
          </a:custGeom>
          <a:noFill/>
          <a:ln w="12700" cap="flat" cmpd="sng">
            <a:solidFill>
              <a:srgbClr val="CC00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80" name="Line 78">
            <a:extLst>
              <a:ext uri="{FF2B5EF4-FFF2-40B4-BE49-F238E27FC236}">
                <a16:creationId xmlns:a16="http://schemas.microsoft.com/office/drawing/2014/main" id="{B12D8B05-F93F-89E0-DBDB-215A98DF45A1}"/>
              </a:ext>
            </a:extLst>
          </p:cNvPr>
          <p:cNvSpPr>
            <a:spLocks noChangeShapeType="1"/>
          </p:cNvSpPr>
          <p:nvPr/>
        </p:nvSpPr>
        <p:spPr bwMode="auto">
          <a:xfrm>
            <a:off x="6869907" y="3340931"/>
            <a:ext cx="889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81" name="Line 79">
            <a:extLst>
              <a:ext uri="{FF2B5EF4-FFF2-40B4-BE49-F238E27FC236}">
                <a16:creationId xmlns:a16="http://schemas.microsoft.com/office/drawing/2014/main" id="{9D79B120-0CAE-DF8E-3E1F-0A68BE813332}"/>
              </a:ext>
            </a:extLst>
          </p:cNvPr>
          <p:cNvSpPr>
            <a:spLocks noChangeShapeType="1"/>
          </p:cNvSpPr>
          <p:nvPr/>
        </p:nvSpPr>
        <p:spPr bwMode="auto">
          <a:xfrm>
            <a:off x="7371557" y="3334581"/>
            <a:ext cx="889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82" name="Line 80">
            <a:extLst>
              <a:ext uri="{FF2B5EF4-FFF2-40B4-BE49-F238E27FC236}">
                <a16:creationId xmlns:a16="http://schemas.microsoft.com/office/drawing/2014/main" id="{D45C81D0-9B7A-6530-CAA9-F35745E837A8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7207" y="4223581"/>
            <a:ext cx="889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83" name="Line 81">
            <a:extLst>
              <a:ext uri="{FF2B5EF4-FFF2-40B4-BE49-F238E27FC236}">
                <a16:creationId xmlns:a16="http://schemas.microsoft.com/office/drawing/2014/main" id="{FB68A93A-91B9-ADF2-873B-CDFACC857203}"/>
              </a:ext>
            </a:extLst>
          </p:cNvPr>
          <p:cNvSpPr>
            <a:spLocks noChangeShapeType="1"/>
          </p:cNvSpPr>
          <p:nvPr/>
        </p:nvSpPr>
        <p:spPr bwMode="auto">
          <a:xfrm>
            <a:off x="7377907" y="4223581"/>
            <a:ext cx="889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40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FAA04C1-3334-10E6-EB4A-CFBC11143B22}"/>
              </a:ext>
            </a:extLst>
          </p:cNvPr>
          <p:cNvSpPr txBox="1"/>
          <p:nvPr/>
        </p:nvSpPr>
        <p:spPr>
          <a:xfrm>
            <a:off x="4951576" y="6049363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两圆柱体偏交</a:t>
            </a:r>
            <a:endParaRPr 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5" name="Left Brace 84">
            <a:extLst>
              <a:ext uri="{FF2B5EF4-FFF2-40B4-BE49-F238E27FC236}">
                <a16:creationId xmlns:a16="http://schemas.microsoft.com/office/drawing/2014/main" id="{51665201-1802-05C6-7D95-7C804F2EA48C}"/>
              </a:ext>
            </a:extLst>
          </p:cNvPr>
          <p:cNvSpPr/>
          <p:nvPr/>
        </p:nvSpPr>
        <p:spPr>
          <a:xfrm rot="5400000" flipH="1">
            <a:off x="5729135" y="3743365"/>
            <a:ext cx="339809" cy="4256311"/>
          </a:xfrm>
          <a:prstGeom prst="leftBrace">
            <a:avLst>
              <a:gd name="adj1" fmla="val 45754"/>
              <a:gd name="adj2" fmla="val 50391"/>
            </a:avLst>
          </a:prstGeom>
          <a:ln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id="{3E9CB58D-2632-CB7F-0F90-47755E9161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4733" y="2208630"/>
            <a:ext cx="3341689" cy="3341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057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50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75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675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175"/>
                            </p:stCondLst>
                            <p:childTnLst>
                              <p:par>
                                <p:cTn id="10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675"/>
                            </p:stCondLst>
                            <p:childTnLst>
                              <p:par>
                                <p:cTn id="10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175"/>
                            </p:stCondLst>
                            <p:childTnLst>
                              <p:par>
                                <p:cTn id="1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build="p" autoUpdateAnimBg="0" advAuto="0"/>
      <p:bldP spid="39" grpId="0" animBg="1"/>
      <p:bldP spid="54" grpId="0" animBg="1"/>
      <p:bldP spid="55" grpId="0" animBg="1"/>
      <p:bldP spid="71" grpId="0" animBg="1"/>
      <p:bldP spid="72" grpId="0" animBg="1"/>
      <p:bldP spid="73" grpId="0" animBg="1"/>
      <p:bldP spid="74" grpId="0" animBg="1"/>
      <p:bldP spid="75" grpId="0" build="p" autoUpdateAnimBg="0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/>
      <p:bldP spid="8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CDBB05-83C2-FCDF-385E-A571CC838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335C6-0D2D-204E-9338-5C7BCCB9F4C7}" type="datetime1">
              <a:rPr lang="en-US" altLang="zh-CN" smtClean="0"/>
              <a:t>11/11/25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FB05D8-72C6-F2F9-246E-A5F0022CB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14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EF0C47-5DA1-5D71-9CFA-899F4683D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34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311269BB-8E64-C1BF-242B-FEC3AB1A16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8305" y="1423988"/>
            <a:ext cx="5473700" cy="537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60801446-A03F-4F13-5BF6-63EEE77CC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8342" y="4408488"/>
            <a:ext cx="2589213" cy="2398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C81E1BE8-DBBB-F137-144B-AAD6D4F3EF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0660" y="1420205"/>
            <a:ext cx="6899275" cy="558958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tIns="0" bIns="0" anchor="ctr"/>
          <a:lstStyle/>
          <a:p>
            <a:pPr algn="l"/>
            <a:r>
              <a:rPr lang="en-US" altLang="zh-CN" sz="2400" b="1" dirty="0">
                <a:solidFill>
                  <a:srgbClr val="FF0000"/>
                </a:solidFill>
                <a:latin typeface="仿宋_GB2312" pitchFamily="49" charset="-122"/>
              </a:rPr>
              <a:t>      </a:t>
            </a:r>
            <a:r>
              <a:rPr lang="zh-CN" altLang="en-US" sz="2400" b="1" dirty="0">
                <a:solidFill>
                  <a:schemeClr val="accent5">
                    <a:lumMod val="75000"/>
                  </a:schemeClr>
                </a:solidFill>
                <a:latin typeface="仿宋_GB2312" pitchFamily="49" charset="-122"/>
              </a:rPr>
              <a:t>作图方法</a:t>
            </a:r>
            <a:endParaRPr lang="en-US" altLang="zh-CN" sz="2400" b="1" dirty="0">
              <a:solidFill>
                <a:schemeClr val="accent5">
                  <a:lumMod val="75000"/>
                </a:schemeClr>
              </a:solidFill>
              <a:latin typeface="仿宋_GB2312" pitchFamily="49" charset="-122"/>
            </a:endParaRPr>
          </a:p>
          <a:p>
            <a:pPr algn="l"/>
            <a:endParaRPr lang="zh-CN" altLang="en-US" sz="2400" b="1" dirty="0">
              <a:solidFill>
                <a:schemeClr val="accent5">
                  <a:lumMod val="75000"/>
                </a:schemeClr>
              </a:solidFill>
              <a:latin typeface="仿宋_GB2312" pitchFamily="49" charset="-122"/>
            </a:endParaRPr>
          </a:p>
          <a:p>
            <a:pPr algn="l"/>
            <a:r>
              <a:rPr lang="zh-CN" altLang="en-US" sz="2400" b="1" dirty="0">
                <a:solidFill>
                  <a:srgbClr val="C00000"/>
                </a:solidFill>
                <a:latin typeface="仿宋_GB2312" pitchFamily="49" charset="-122"/>
              </a:rPr>
              <a:t>辅助平面法</a:t>
            </a:r>
            <a:r>
              <a:rPr lang="zh-CN" altLang="en-US" sz="2400" b="1" dirty="0">
                <a:latin typeface="仿宋_GB2312" pitchFamily="49" charset="-122"/>
              </a:rPr>
              <a:t>：取一正平面</a:t>
            </a:r>
          </a:p>
          <a:p>
            <a:pPr algn="l"/>
            <a:r>
              <a:rPr lang="zh-CN" altLang="en-US" sz="2400" b="1" dirty="0">
                <a:latin typeface="仿宋_GB2312" pitchFamily="49" charset="-122"/>
              </a:rPr>
              <a:t>为辅助平面，此辅助平面切此</a:t>
            </a:r>
          </a:p>
          <a:p>
            <a:pPr algn="l"/>
            <a:r>
              <a:rPr lang="zh-CN" altLang="en-US" sz="2400" b="1" dirty="0">
                <a:latin typeface="仿宋_GB2312" pitchFamily="49" charset="-122"/>
              </a:rPr>
              <a:t>模型的交线都是</a:t>
            </a:r>
            <a:r>
              <a:rPr lang="zh-CN" altLang="en-US" sz="2400" b="1" dirty="0">
                <a:solidFill>
                  <a:schemeClr val="accent2">
                    <a:lumMod val="50000"/>
                  </a:schemeClr>
                </a:solidFill>
                <a:latin typeface="仿宋_GB2312" pitchFamily="49" charset="-122"/>
              </a:rPr>
              <a:t>圆柱的素线</a:t>
            </a:r>
            <a:r>
              <a:rPr lang="zh-CN" altLang="en-US" sz="2400" b="1" dirty="0">
                <a:latin typeface="仿宋_GB2312" pitchFamily="49" charset="-122"/>
              </a:rPr>
              <a:t>。</a:t>
            </a:r>
          </a:p>
          <a:p>
            <a:pPr algn="l"/>
            <a:r>
              <a:rPr lang="zh-CN" altLang="en-US" sz="2400" b="1" dirty="0">
                <a:latin typeface="仿宋_GB2312" pitchFamily="49" charset="-122"/>
              </a:rPr>
              <a:t>这些</a:t>
            </a:r>
            <a:r>
              <a:rPr lang="zh-CN" altLang="en-US" sz="2400" b="1" dirty="0">
                <a:solidFill>
                  <a:schemeClr val="accent2">
                    <a:lumMod val="50000"/>
                  </a:schemeClr>
                </a:solidFill>
                <a:latin typeface="仿宋_GB2312" pitchFamily="49" charset="-122"/>
              </a:rPr>
              <a:t>素线的交点即为相贯线上</a:t>
            </a:r>
          </a:p>
          <a:p>
            <a:pPr algn="l"/>
            <a:r>
              <a:rPr lang="zh-CN" altLang="en-US" sz="2400" b="1" dirty="0">
                <a:solidFill>
                  <a:schemeClr val="accent2">
                    <a:lumMod val="50000"/>
                  </a:schemeClr>
                </a:solidFill>
                <a:latin typeface="仿宋_GB2312" pitchFamily="49" charset="-122"/>
              </a:rPr>
              <a:t>的点</a:t>
            </a:r>
            <a:r>
              <a:rPr lang="zh-CN" altLang="en-US" sz="2400" b="1" dirty="0">
                <a:latin typeface="仿宋_GB2312" pitchFamily="49" charset="-122"/>
              </a:rPr>
              <a:t>。</a:t>
            </a:r>
          </a:p>
          <a:p>
            <a:pPr algn="l"/>
            <a:endParaRPr lang="zh-CN" altLang="en-US" sz="2400" b="1" dirty="0">
              <a:latin typeface="仿宋_GB2312" pitchFamily="49" charset="-122"/>
            </a:endParaRPr>
          </a:p>
          <a:p>
            <a:pPr algn="l"/>
            <a:endParaRPr lang="zh-CN" altLang="en-US" sz="2400" b="1" dirty="0">
              <a:latin typeface="仿宋_GB2312" pitchFamily="49" charset="-122"/>
            </a:endParaRPr>
          </a:p>
          <a:p>
            <a:pPr algn="l"/>
            <a:endParaRPr lang="zh-CN" altLang="en-US" sz="2400" b="1" dirty="0">
              <a:latin typeface="仿宋_GB2312" pitchFamily="49" charset="-122"/>
            </a:endParaRPr>
          </a:p>
          <a:p>
            <a:pPr algn="l"/>
            <a:endParaRPr lang="zh-CN" altLang="en-US" sz="2400" b="1" dirty="0">
              <a:latin typeface="仿宋_GB2312" pitchFamily="49" charset="-122"/>
            </a:endParaRPr>
          </a:p>
          <a:p>
            <a:pPr algn="l"/>
            <a:endParaRPr lang="zh-CN" altLang="en-US" sz="2400" b="1" dirty="0">
              <a:latin typeface="仿宋_GB2312" pitchFamily="49" charset="-122"/>
            </a:endParaRPr>
          </a:p>
          <a:p>
            <a:pPr algn="l"/>
            <a:endParaRPr lang="zh-CN" altLang="en-US" sz="2400" b="1" dirty="0">
              <a:latin typeface="仿宋_GB2312" pitchFamily="49" charset="-122"/>
            </a:endParaRPr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8EA132F4-C608-B65E-6B69-0B8F80DB7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3044" y="2404269"/>
            <a:ext cx="2967038" cy="290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9" name="Line 6">
            <a:extLst>
              <a:ext uri="{FF2B5EF4-FFF2-40B4-BE49-F238E27FC236}">
                <a16:creationId xmlns:a16="http://schemas.microsoft.com/office/drawing/2014/main" id="{1FDC8071-6244-6002-166C-CAD5466EBFF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033244" y="3172619"/>
            <a:ext cx="0" cy="47625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Line 7">
            <a:extLst>
              <a:ext uri="{FF2B5EF4-FFF2-40B4-BE49-F238E27FC236}">
                <a16:creationId xmlns:a16="http://schemas.microsoft.com/office/drawing/2014/main" id="{167E16DF-8FA6-C665-3FAF-11C378CA7893}"/>
              </a:ext>
            </a:extLst>
          </p:cNvPr>
          <p:cNvSpPr>
            <a:spLocks noChangeShapeType="1"/>
          </p:cNvSpPr>
          <p:nvPr/>
        </p:nvSpPr>
        <p:spPr bwMode="auto">
          <a:xfrm>
            <a:off x="9028482" y="4787107"/>
            <a:ext cx="0" cy="468312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80541066-812F-2027-1B38-7CA8B5B7E9F6}"/>
              </a:ext>
            </a:extLst>
          </p:cNvPr>
          <p:cNvSpPr>
            <a:spLocks noChangeShapeType="1"/>
          </p:cNvSpPr>
          <p:nvPr/>
        </p:nvSpPr>
        <p:spPr bwMode="auto">
          <a:xfrm>
            <a:off x="9739682" y="2766219"/>
            <a:ext cx="0" cy="466725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Line 9">
            <a:extLst>
              <a:ext uri="{FF2B5EF4-FFF2-40B4-BE49-F238E27FC236}">
                <a16:creationId xmlns:a16="http://schemas.microsoft.com/office/drawing/2014/main" id="{C0FA48DF-01B5-E00F-A746-30485D2CAD0D}"/>
              </a:ext>
            </a:extLst>
          </p:cNvPr>
          <p:cNvSpPr>
            <a:spLocks noChangeShapeType="1"/>
          </p:cNvSpPr>
          <p:nvPr/>
        </p:nvSpPr>
        <p:spPr bwMode="auto">
          <a:xfrm>
            <a:off x="9739682" y="4375944"/>
            <a:ext cx="0" cy="473075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Line 10">
            <a:extLst>
              <a:ext uri="{FF2B5EF4-FFF2-40B4-BE49-F238E27FC236}">
                <a16:creationId xmlns:a16="http://schemas.microsoft.com/office/drawing/2014/main" id="{63B76885-1491-5D40-0700-7EE98DA9E6E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85557" y="3644107"/>
            <a:ext cx="542925" cy="315912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Line 11">
            <a:extLst>
              <a:ext uri="{FF2B5EF4-FFF2-40B4-BE49-F238E27FC236}">
                <a16:creationId xmlns:a16="http://schemas.microsoft.com/office/drawing/2014/main" id="{62A74C73-4857-CF57-9940-5F6C3CCB85F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744444" y="2918619"/>
            <a:ext cx="533400" cy="309563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Line 12">
            <a:extLst>
              <a:ext uri="{FF2B5EF4-FFF2-40B4-BE49-F238E27FC236}">
                <a16:creationId xmlns:a16="http://schemas.microsoft.com/office/drawing/2014/main" id="{6492D646-74FB-974A-9AB6-A4311AE01BC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90319" y="4777582"/>
            <a:ext cx="542925" cy="325437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Line 13">
            <a:extLst>
              <a:ext uri="{FF2B5EF4-FFF2-40B4-BE49-F238E27FC236}">
                <a16:creationId xmlns:a16="http://schemas.microsoft.com/office/drawing/2014/main" id="{5F17BAA8-4D8A-ED35-0FFA-F6A24F8805A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734919" y="4061619"/>
            <a:ext cx="549275" cy="319088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Oval 14">
            <a:extLst>
              <a:ext uri="{FF2B5EF4-FFF2-40B4-BE49-F238E27FC236}">
                <a16:creationId xmlns:a16="http://schemas.microsoft.com/office/drawing/2014/main" id="{B9247AB1-71CD-527F-7309-B140A09F8D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74507" y="3583782"/>
            <a:ext cx="114300" cy="11430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Oval 15">
            <a:extLst>
              <a:ext uri="{FF2B5EF4-FFF2-40B4-BE49-F238E27FC236}">
                <a16:creationId xmlns:a16="http://schemas.microsoft.com/office/drawing/2014/main" id="{80C8C93A-B122-5902-63B5-CD3937A528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3644" y="3159919"/>
            <a:ext cx="114300" cy="11430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Oval 16">
            <a:extLst>
              <a:ext uri="{FF2B5EF4-FFF2-40B4-BE49-F238E27FC236}">
                <a16:creationId xmlns:a16="http://schemas.microsoft.com/office/drawing/2014/main" id="{1A3F94B5-A8C8-DBB6-2BA2-36916BCC0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4982" y="4731544"/>
            <a:ext cx="114300" cy="11430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Oval 17">
            <a:extLst>
              <a:ext uri="{FF2B5EF4-FFF2-40B4-BE49-F238E27FC236}">
                <a16:creationId xmlns:a16="http://schemas.microsoft.com/office/drawing/2014/main" id="{3A5F843B-B7F6-4789-9E73-ACE34B8681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88882" y="4331494"/>
            <a:ext cx="114300" cy="11430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Rectangle 18">
            <a:extLst>
              <a:ext uri="{FF2B5EF4-FFF2-40B4-BE49-F238E27FC236}">
                <a16:creationId xmlns:a16="http://schemas.microsoft.com/office/drawing/2014/main" id="{50E5C0A6-EDD3-FF13-7EDD-1B194B5B6D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5497" y="1516063"/>
            <a:ext cx="4262182" cy="342423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tIns="0" bIns="0" anchor="ctr"/>
          <a:lstStyle/>
          <a:p>
            <a:pPr algn="l"/>
            <a:r>
              <a:rPr lang="en-US" altLang="zh-CN" b="1" dirty="0">
                <a:solidFill>
                  <a:srgbClr val="FF0000"/>
                </a:solidFill>
                <a:latin typeface="仿宋_GB2312" pitchFamily="49" charset="-122"/>
              </a:rPr>
              <a:t>      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仿宋_GB2312" pitchFamily="49" charset="-122"/>
              </a:rPr>
              <a:t>投影分析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仿宋_GB2312" pitchFamily="49" charset="-122"/>
            </a:endParaRPr>
          </a:p>
          <a:p>
            <a:pPr algn="l"/>
            <a:endParaRPr lang="zh-CN" altLang="en-US" sz="2400" b="1" dirty="0">
              <a:solidFill>
                <a:schemeClr val="accent5">
                  <a:lumMod val="75000"/>
                </a:schemeClr>
              </a:solidFill>
              <a:latin typeface="仿宋_GB2312" pitchFamily="49" charset="-122"/>
            </a:endParaRPr>
          </a:p>
          <a:p>
            <a:pPr algn="l"/>
            <a:r>
              <a:rPr lang="zh-CN" altLang="en-US" sz="2400" b="1" dirty="0">
                <a:latin typeface="仿宋_GB2312" pitchFamily="49" charset="-122"/>
              </a:rPr>
              <a:t>两圆柱面分别垂直于水平</a:t>
            </a:r>
          </a:p>
          <a:p>
            <a:pPr algn="l"/>
            <a:r>
              <a:rPr lang="zh-CN" altLang="en-US" sz="2400" b="1" dirty="0">
                <a:latin typeface="仿宋_GB2312" pitchFamily="49" charset="-122"/>
              </a:rPr>
              <a:t>面和侧面，所以</a:t>
            </a:r>
            <a:r>
              <a:rPr lang="zh-CN" altLang="en-US" sz="2400" b="1" dirty="0">
                <a:solidFill>
                  <a:schemeClr val="accent2">
                    <a:lumMod val="50000"/>
                  </a:schemeClr>
                </a:solidFill>
                <a:latin typeface="仿宋_GB2312" pitchFamily="49" charset="-122"/>
              </a:rPr>
              <a:t>交线水平投影</a:t>
            </a:r>
          </a:p>
          <a:p>
            <a:pPr algn="l"/>
            <a:r>
              <a:rPr lang="zh-CN" altLang="en-US" sz="2400" b="1" dirty="0">
                <a:solidFill>
                  <a:schemeClr val="accent2">
                    <a:lumMod val="50000"/>
                  </a:schemeClr>
                </a:solidFill>
                <a:latin typeface="仿宋_GB2312" pitchFamily="49" charset="-122"/>
              </a:rPr>
              <a:t>积聚在小圆柱的水平投影上</a:t>
            </a:r>
            <a:r>
              <a:rPr lang="zh-CN" altLang="en-US" sz="2400" b="1" dirty="0">
                <a:latin typeface="仿宋_GB2312" pitchFamily="49" charset="-122"/>
              </a:rPr>
              <a:t>，</a:t>
            </a:r>
          </a:p>
          <a:p>
            <a:pPr algn="l"/>
            <a:r>
              <a:rPr lang="zh-CN" altLang="en-US" sz="2400" b="1" dirty="0">
                <a:solidFill>
                  <a:schemeClr val="accent2">
                    <a:lumMod val="50000"/>
                  </a:schemeClr>
                </a:solidFill>
                <a:latin typeface="仿宋_GB2312" pitchFamily="49" charset="-122"/>
              </a:rPr>
              <a:t>交线的侧面积聚在大圆柱的侧</a:t>
            </a:r>
          </a:p>
          <a:p>
            <a:pPr algn="l"/>
            <a:r>
              <a:rPr lang="zh-CN" altLang="en-US" sz="2400" b="1" dirty="0">
                <a:solidFill>
                  <a:schemeClr val="accent2">
                    <a:lumMod val="50000"/>
                  </a:schemeClr>
                </a:solidFill>
                <a:latin typeface="仿宋_GB2312" pitchFamily="49" charset="-122"/>
              </a:rPr>
              <a:t>面投影圆弧上</a:t>
            </a:r>
            <a:r>
              <a:rPr lang="zh-CN" altLang="en-US" sz="2400" b="1" dirty="0">
                <a:latin typeface="仿宋_GB2312" pitchFamily="49" charset="-122"/>
              </a:rPr>
              <a:t>（即在小圆柱轮</a:t>
            </a:r>
          </a:p>
          <a:p>
            <a:pPr algn="l"/>
            <a:r>
              <a:rPr lang="zh-CN" altLang="en-US" sz="2400" b="1" dirty="0">
                <a:latin typeface="仿宋_GB2312" pitchFamily="49" charset="-122"/>
              </a:rPr>
              <a:t>廓线之间的一段圆弧）。</a:t>
            </a:r>
          </a:p>
          <a:p>
            <a:pPr algn="l"/>
            <a:endParaRPr lang="zh-CN" altLang="en-US" sz="1600" b="1" dirty="0">
              <a:latin typeface="仿宋_GB2312" pitchFamily="49" charset="-122"/>
            </a:endParaRPr>
          </a:p>
        </p:txBody>
      </p:sp>
      <p:sp>
        <p:nvSpPr>
          <p:cNvPr id="22" name="Rectangle 19">
            <a:extLst>
              <a:ext uri="{FF2B5EF4-FFF2-40B4-BE49-F238E27FC236}">
                <a16:creationId xmlns:a16="http://schemas.microsoft.com/office/drawing/2014/main" id="{264D64E6-AE5F-5E3C-1B9C-9F21ADF98423}"/>
              </a:ext>
            </a:extLst>
          </p:cNvPr>
          <p:cNvSpPr txBox="1">
            <a:spLocks noChangeArrowheads="1"/>
          </p:cNvSpPr>
          <p:nvPr/>
        </p:nvSpPr>
        <p:spPr>
          <a:xfrm>
            <a:off x="1558582" y="886805"/>
            <a:ext cx="5786438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>
                <a:latin typeface="仿宋_GB2312" pitchFamily="49" charset="-122"/>
                <a:ea typeface="仿宋_GB2312" pitchFamily="49" charset="-122"/>
              </a:rPr>
              <a:t>求两偏交圆柱的交线。</a:t>
            </a:r>
            <a:endParaRPr lang="zh-CN" altLang="en-US">
              <a:latin typeface="仿宋_GB2312" pitchFamily="49" charset="-122"/>
              <a:ea typeface="仿宋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16517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 autoUpdateAnimBg="0"/>
      <p:bldP spid="21" grpId="0" animBg="1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7C667F-D094-5777-8F3F-7A2B9B500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D2766-2F2F-D945-B2C5-839270390F3C}" type="datetime1">
              <a:rPr lang="en-US" altLang="zh-CN" smtClean="0"/>
              <a:t>11/11/25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2A2CD8-748C-336B-32E7-AC6F3744B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14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8A9EBB-2F04-D8C8-998D-EE8F4B2FE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35</a:t>
            </a:fld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FACF022-3299-BC80-8FD7-ADC74551BF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118" y="341174"/>
            <a:ext cx="455765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C00000"/>
                </a:solidFill>
                <a:latin typeface="DengXian" charset="-122"/>
                <a:ea typeface="DengXian" charset="-122"/>
                <a:cs typeface="DengXian" charset="-122"/>
                <a:sym typeface="Marlett" charset="2"/>
              </a:rPr>
              <a:t>例</a:t>
            </a:r>
            <a:r>
              <a:rPr lang="en-US" altLang="zh-CN" sz="2800" b="1">
                <a:solidFill>
                  <a:srgbClr val="C00000"/>
                </a:solidFill>
                <a:latin typeface="DengXian" charset="-122"/>
                <a:ea typeface="DengXian" charset="-122"/>
                <a:cs typeface="DengXian" charset="-122"/>
                <a:sym typeface="Marlett" charset="2"/>
              </a:rPr>
              <a:t>14.9</a:t>
            </a:r>
            <a:r>
              <a:rPr lang="zh-CN" altLang="en-US" sz="2800" b="1">
                <a:solidFill>
                  <a:srgbClr val="C00000"/>
                </a:solidFill>
                <a:latin typeface="DengXian" charset="-122"/>
                <a:ea typeface="DengXian" charset="-122"/>
                <a:cs typeface="DengXian" charset="-122"/>
                <a:sym typeface="Marlett" charset="2"/>
              </a:rPr>
              <a:t>：</a:t>
            </a:r>
            <a:r>
              <a:rPr lang="en-US" altLang="zh-CN" sz="2800" b="1">
                <a:solidFill>
                  <a:srgbClr val="C00000"/>
                </a:solidFill>
                <a:latin typeface="DengXian" charset="-122"/>
                <a:ea typeface="DengXian" charset="-122"/>
                <a:cs typeface="DengXian" charset="-122"/>
                <a:sym typeface="Marlett" charset="2"/>
              </a:rPr>
              <a:t> </a:t>
            </a:r>
            <a:r>
              <a:rPr lang="zh-CN" altLang="en-US" sz="2800" b="1">
                <a:solidFill>
                  <a:srgbClr val="C00000"/>
                </a:solidFill>
                <a:latin typeface="DengXian" charset="-122"/>
                <a:ea typeface="DengXian" charset="-122"/>
                <a:cs typeface="DengXian" charset="-122"/>
                <a:sym typeface="Marlett" charset="2"/>
              </a:rPr>
              <a:t>求二圆柱体的交线</a:t>
            </a:r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5B1575E9-C7AB-8982-E003-1C318E90B2EF}"/>
              </a:ext>
            </a:extLst>
          </p:cNvPr>
          <p:cNvGrpSpPr>
            <a:grpSpLocks/>
          </p:cNvGrpSpPr>
          <p:nvPr/>
        </p:nvGrpSpPr>
        <p:grpSpPr bwMode="auto">
          <a:xfrm>
            <a:off x="1743075" y="1433512"/>
            <a:ext cx="1758950" cy="1700213"/>
            <a:chOff x="1636" y="1038"/>
            <a:chExt cx="1108" cy="1071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7F6780C0-82FB-37A0-2BFE-C0F81CFD0F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4" y="1038"/>
              <a:ext cx="484" cy="1071"/>
            </a:xfrm>
            <a:custGeom>
              <a:avLst/>
              <a:gdLst>
                <a:gd name="T0" fmla="*/ 8 w 484"/>
                <a:gd name="T1" fmla="*/ 94 h 1071"/>
                <a:gd name="T2" fmla="*/ 8 w 484"/>
                <a:gd name="T3" fmla="*/ 326 h 1071"/>
                <a:gd name="T4" fmla="*/ 32 w 484"/>
                <a:gd name="T5" fmla="*/ 358 h 1071"/>
                <a:gd name="T6" fmla="*/ 60 w 484"/>
                <a:gd name="T7" fmla="*/ 382 h 1071"/>
                <a:gd name="T8" fmla="*/ 88 w 484"/>
                <a:gd name="T9" fmla="*/ 406 h 1071"/>
                <a:gd name="T10" fmla="*/ 108 w 484"/>
                <a:gd name="T11" fmla="*/ 426 h 1071"/>
                <a:gd name="T12" fmla="*/ 128 w 484"/>
                <a:gd name="T13" fmla="*/ 450 h 1071"/>
                <a:gd name="T14" fmla="*/ 144 w 484"/>
                <a:gd name="T15" fmla="*/ 470 h 1071"/>
                <a:gd name="T16" fmla="*/ 164 w 484"/>
                <a:gd name="T17" fmla="*/ 498 h 1071"/>
                <a:gd name="T18" fmla="*/ 176 w 484"/>
                <a:gd name="T19" fmla="*/ 534 h 1071"/>
                <a:gd name="T20" fmla="*/ 188 w 484"/>
                <a:gd name="T21" fmla="*/ 574 h 1071"/>
                <a:gd name="T22" fmla="*/ 200 w 484"/>
                <a:gd name="T23" fmla="*/ 614 h 1071"/>
                <a:gd name="T24" fmla="*/ 208 w 484"/>
                <a:gd name="T25" fmla="*/ 642 h 1071"/>
                <a:gd name="T26" fmla="*/ 208 w 484"/>
                <a:gd name="T27" fmla="*/ 690 h 1071"/>
                <a:gd name="T28" fmla="*/ 204 w 484"/>
                <a:gd name="T29" fmla="*/ 734 h 1071"/>
                <a:gd name="T30" fmla="*/ 196 w 484"/>
                <a:gd name="T31" fmla="*/ 782 h 1071"/>
                <a:gd name="T32" fmla="*/ 176 w 484"/>
                <a:gd name="T33" fmla="*/ 822 h 1071"/>
                <a:gd name="T34" fmla="*/ 148 w 484"/>
                <a:gd name="T35" fmla="*/ 870 h 1071"/>
                <a:gd name="T36" fmla="*/ 128 w 484"/>
                <a:gd name="T37" fmla="*/ 882 h 1071"/>
                <a:gd name="T38" fmla="*/ 100 w 484"/>
                <a:gd name="T39" fmla="*/ 898 h 1071"/>
                <a:gd name="T40" fmla="*/ 56 w 484"/>
                <a:gd name="T41" fmla="*/ 906 h 1071"/>
                <a:gd name="T42" fmla="*/ 8 w 484"/>
                <a:gd name="T43" fmla="*/ 926 h 1071"/>
                <a:gd name="T44" fmla="*/ 8 w 484"/>
                <a:gd name="T45" fmla="*/ 974 h 1071"/>
                <a:gd name="T46" fmla="*/ 16 w 484"/>
                <a:gd name="T47" fmla="*/ 1014 h 1071"/>
                <a:gd name="T48" fmla="*/ 72 w 484"/>
                <a:gd name="T49" fmla="*/ 1034 h 1071"/>
                <a:gd name="T50" fmla="*/ 116 w 484"/>
                <a:gd name="T51" fmla="*/ 1058 h 1071"/>
                <a:gd name="T52" fmla="*/ 176 w 484"/>
                <a:gd name="T53" fmla="*/ 1066 h 1071"/>
                <a:gd name="T54" fmla="*/ 228 w 484"/>
                <a:gd name="T55" fmla="*/ 1070 h 1071"/>
                <a:gd name="T56" fmla="*/ 304 w 484"/>
                <a:gd name="T57" fmla="*/ 1062 h 1071"/>
                <a:gd name="T58" fmla="*/ 384 w 484"/>
                <a:gd name="T59" fmla="*/ 1050 h 1071"/>
                <a:gd name="T60" fmla="*/ 452 w 484"/>
                <a:gd name="T61" fmla="*/ 1010 h 1071"/>
                <a:gd name="T62" fmla="*/ 480 w 484"/>
                <a:gd name="T63" fmla="*/ 894 h 1071"/>
                <a:gd name="T64" fmla="*/ 476 w 484"/>
                <a:gd name="T65" fmla="*/ 130 h 1071"/>
                <a:gd name="T66" fmla="*/ 456 w 484"/>
                <a:gd name="T67" fmla="*/ 114 h 1071"/>
                <a:gd name="T68" fmla="*/ 424 w 484"/>
                <a:gd name="T69" fmla="*/ 138 h 1071"/>
                <a:gd name="T70" fmla="*/ 360 w 484"/>
                <a:gd name="T71" fmla="*/ 154 h 1071"/>
                <a:gd name="T72" fmla="*/ 316 w 484"/>
                <a:gd name="T73" fmla="*/ 162 h 1071"/>
                <a:gd name="T74" fmla="*/ 264 w 484"/>
                <a:gd name="T75" fmla="*/ 166 h 1071"/>
                <a:gd name="T76" fmla="*/ 204 w 484"/>
                <a:gd name="T77" fmla="*/ 166 h 1071"/>
                <a:gd name="T78" fmla="*/ 152 w 484"/>
                <a:gd name="T79" fmla="*/ 154 h 1071"/>
                <a:gd name="T80" fmla="*/ 92 w 484"/>
                <a:gd name="T81" fmla="*/ 138 h 1071"/>
                <a:gd name="T82" fmla="*/ 48 w 484"/>
                <a:gd name="T83" fmla="*/ 126 h 1071"/>
                <a:gd name="T84" fmla="*/ 4 w 484"/>
                <a:gd name="T85" fmla="*/ 90 h 10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84" h="1071">
                  <a:moveTo>
                    <a:pt x="8" y="94"/>
                  </a:moveTo>
                  <a:cubicBezTo>
                    <a:pt x="8" y="133"/>
                    <a:pt x="4" y="282"/>
                    <a:pt x="8" y="326"/>
                  </a:cubicBezTo>
                  <a:cubicBezTo>
                    <a:pt x="12" y="370"/>
                    <a:pt x="23" y="349"/>
                    <a:pt x="32" y="358"/>
                  </a:cubicBezTo>
                  <a:cubicBezTo>
                    <a:pt x="41" y="367"/>
                    <a:pt x="51" y="374"/>
                    <a:pt x="60" y="382"/>
                  </a:cubicBezTo>
                  <a:cubicBezTo>
                    <a:pt x="69" y="390"/>
                    <a:pt x="80" y="399"/>
                    <a:pt x="88" y="406"/>
                  </a:cubicBezTo>
                  <a:cubicBezTo>
                    <a:pt x="96" y="413"/>
                    <a:pt x="101" y="419"/>
                    <a:pt x="108" y="426"/>
                  </a:cubicBezTo>
                  <a:cubicBezTo>
                    <a:pt x="115" y="433"/>
                    <a:pt x="122" y="443"/>
                    <a:pt x="128" y="450"/>
                  </a:cubicBezTo>
                  <a:cubicBezTo>
                    <a:pt x="134" y="457"/>
                    <a:pt x="138" y="462"/>
                    <a:pt x="144" y="470"/>
                  </a:cubicBezTo>
                  <a:cubicBezTo>
                    <a:pt x="150" y="478"/>
                    <a:pt x="159" y="487"/>
                    <a:pt x="164" y="498"/>
                  </a:cubicBezTo>
                  <a:cubicBezTo>
                    <a:pt x="169" y="509"/>
                    <a:pt x="172" y="521"/>
                    <a:pt x="176" y="534"/>
                  </a:cubicBezTo>
                  <a:cubicBezTo>
                    <a:pt x="180" y="547"/>
                    <a:pt x="184" y="561"/>
                    <a:pt x="188" y="574"/>
                  </a:cubicBezTo>
                  <a:cubicBezTo>
                    <a:pt x="192" y="587"/>
                    <a:pt x="197" y="603"/>
                    <a:pt x="200" y="614"/>
                  </a:cubicBezTo>
                  <a:cubicBezTo>
                    <a:pt x="203" y="625"/>
                    <a:pt x="207" y="629"/>
                    <a:pt x="208" y="642"/>
                  </a:cubicBezTo>
                  <a:cubicBezTo>
                    <a:pt x="209" y="655"/>
                    <a:pt x="209" y="675"/>
                    <a:pt x="208" y="690"/>
                  </a:cubicBezTo>
                  <a:cubicBezTo>
                    <a:pt x="207" y="705"/>
                    <a:pt x="206" y="719"/>
                    <a:pt x="204" y="734"/>
                  </a:cubicBezTo>
                  <a:cubicBezTo>
                    <a:pt x="202" y="749"/>
                    <a:pt x="201" y="767"/>
                    <a:pt x="196" y="782"/>
                  </a:cubicBezTo>
                  <a:cubicBezTo>
                    <a:pt x="191" y="797"/>
                    <a:pt x="184" y="807"/>
                    <a:pt x="176" y="822"/>
                  </a:cubicBezTo>
                  <a:cubicBezTo>
                    <a:pt x="168" y="837"/>
                    <a:pt x="156" y="860"/>
                    <a:pt x="148" y="870"/>
                  </a:cubicBezTo>
                  <a:cubicBezTo>
                    <a:pt x="140" y="880"/>
                    <a:pt x="136" y="877"/>
                    <a:pt x="128" y="882"/>
                  </a:cubicBezTo>
                  <a:cubicBezTo>
                    <a:pt x="120" y="887"/>
                    <a:pt x="112" y="894"/>
                    <a:pt x="100" y="898"/>
                  </a:cubicBezTo>
                  <a:cubicBezTo>
                    <a:pt x="88" y="902"/>
                    <a:pt x="71" y="901"/>
                    <a:pt x="56" y="906"/>
                  </a:cubicBezTo>
                  <a:cubicBezTo>
                    <a:pt x="41" y="911"/>
                    <a:pt x="16" y="915"/>
                    <a:pt x="8" y="926"/>
                  </a:cubicBezTo>
                  <a:cubicBezTo>
                    <a:pt x="0" y="937"/>
                    <a:pt x="7" y="959"/>
                    <a:pt x="8" y="974"/>
                  </a:cubicBezTo>
                  <a:cubicBezTo>
                    <a:pt x="9" y="989"/>
                    <a:pt x="5" y="1004"/>
                    <a:pt x="16" y="1014"/>
                  </a:cubicBezTo>
                  <a:cubicBezTo>
                    <a:pt x="27" y="1024"/>
                    <a:pt x="55" y="1027"/>
                    <a:pt x="72" y="1034"/>
                  </a:cubicBezTo>
                  <a:cubicBezTo>
                    <a:pt x="89" y="1041"/>
                    <a:pt x="99" y="1053"/>
                    <a:pt x="116" y="1058"/>
                  </a:cubicBezTo>
                  <a:cubicBezTo>
                    <a:pt x="133" y="1063"/>
                    <a:pt x="157" y="1064"/>
                    <a:pt x="176" y="1066"/>
                  </a:cubicBezTo>
                  <a:cubicBezTo>
                    <a:pt x="195" y="1068"/>
                    <a:pt x="207" y="1071"/>
                    <a:pt x="228" y="1070"/>
                  </a:cubicBezTo>
                  <a:cubicBezTo>
                    <a:pt x="249" y="1069"/>
                    <a:pt x="278" y="1065"/>
                    <a:pt x="304" y="1062"/>
                  </a:cubicBezTo>
                  <a:cubicBezTo>
                    <a:pt x="330" y="1059"/>
                    <a:pt x="359" y="1059"/>
                    <a:pt x="384" y="1050"/>
                  </a:cubicBezTo>
                  <a:cubicBezTo>
                    <a:pt x="409" y="1041"/>
                    <a:pt x="436" y="1036"/>
                    <a:pt x="452" y="1010"/>
                  </a:cubicBezTo>
                  <a:cubicBezTo>
                    <a:pt x="468" y="984"/>
                    <a:pt x="476" y="1041"/>
                    <a:pt x="480" y="894"/>
                  </a:cubicBezTo>
                  <a:cubicBezTo>
                    <a:pt x="484" y="747"/>
                    <a:pt x="480" y="260"/>
                    <a:pt x="476" y="130"/>
                  </a:cubicBezTo>
                  <a:cubicBezTo>
                    <a:pt x="472" y="0"/>
                    <a:pt x="465" y="113"/>
                    <a:pt x="456" y="114"/>
                  </a:cubicBezTo>
                  <a:cubicBezTo>
                    <a:pt x="447" y="115"/>
                    <a:pt x="440" y="131"/>
                    <a:pt x="424" y="138"/>
                  </a:cubicBezTo>
                  <a:cubicBezTo>
                    <a:pt x="408" y="145"/>
                    <a:pt x="378" y="150"/>
                    <a:pt x="360" y="154"/>
                  </a:cubicBezTo>
                  <a:cubicBezTo>
                    <a:pt x="342" y="158"/>
                    <a:pt x="332" y="160"/>
                    <a:pt x="316" y="162"/>
                  </a:cubicBezTo>
                  <a:cubicBezTo>
                    <a:pt x="300" y="164"/>
                    <a:pt x="283" y="165"/>
                    <a:pt x="264" y="166"/>
                  </a:cubicBezTo>
                  <a:cubicBezTo>
                    <a:pt x="245" y="167"/>
                    <a:pt x="223" y="168"/>
                    <a:pt x="204" y="166"/>
                  </a:cubicBezTo>
                  <a:cubicBezTo>
                    <a:pt x="185" y="164"/>
                    <a:pt x="171" y="159"/>
                    <a:pt x="152" y="154"/>
                  </a:cubicBezTo>
                  <a:cubicBezTo>
                    <a:pt x="133" y="149"/>
                    <a:pt x="109" y="143"/>
                    <a:pt x="92" y="138"/>
                  </a:cubicBezTo>
                  <a:cubicBezTo>
                    <a:pt x="75" y="133"/>
                    <a:pt x="63" y="134"/>
                    <a:pt x="48" y="126"/>
                  </a:cubicBezTo>
                  <a:cubicBezTo>
                    <a:pt x="33" y="118"/>
                    <a:pt x="13" y="98"/>
                    <a:pt x="4" y="90"/>
                  </a:cubicBezTo>
                </a:path>
              </a:pathLst>
            </a:custGeom>
            <a:gradFill rotWithShape="0">
              <a:gsLst>
                <a:gs pos="0">
                  <a:srgbClr val="FFCCFF">
                    <a:gamma/>
                    <a:shade val="46275"/>
                    <a:invGamma/>
                  </a:srgbClr>
                </a:gs>
                <a:gs pos="50000">
                  <a:srgbClr val="FFCCFF"/>
                </a:gs>
                <a:gs pos="100000">
                  <a:srgbClr val="FFC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F9F6C7B8-3160-8ED5-A424-ED0CCF02F9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0" y="1252"/>
              <a:ext cx="576" cy="776"/>
            </a:xfrm>
            <a:custGeom>
              <a:avLst/>
              <a:gdLst>
                <a:gd name="T0" fmla="*/ 0 w 576"/>
                <a:gd name="T1" fmla="*/ 124 h 776"/>
                <a:gd name="T2" fmla="*/ 28 w 576"/>
                <a:gd name="T3" fmla="*/ 124 h 776"/>
                <a:gd name="T4" fmla="*/ 68 w 576"/>
                <a:gd name="T5" fmla="*/ 124 h 776"/>
                <a:gd name="T6" fmla="*/ 104 w 576"/>
                <a:gd name="T7" fmla="*/ 132 h 776"/>
                <a:gd name="T8" fmla="*/ 128 w 576"/>
                <a:gd name="T9" fmla="*/ 140 h 776"/>
                <a:gd name="T10" fmla="*/ 164 w 576"/>
                <a:gd name="T11" fmla="*/ 168 h 776"/>
                <a:gd name="T12" fmla="*/ 188 w 576"/>
                <a:gd name="T13" fmla="*/ 184 h 776"/>
                <a:gd name="T14" fmla="*/ 204 w 576"/>
                <a:gd name="T15" fmla="*/ 204 h 776"/>
                <a:gd name="T16" fmla="*/ 236 w 576"/>
                <a:gd name="T17" fmla="*/ 228 h 776"/>
                <a:gd name="T18" fmla="*/ 260 w 576"/>
                <a:gd name="T19" fmla="*/ 260 h 776"/>
                <a:gd name="T20" fmla="*/ 288 w 576"/>
                <a:gd name="T21" fmla="*/ 304 h 776"/>
                <a:gd name="T22" fmla="*/ 304 w 576"/>
                <a:gd name="T23" fmla="*/ 328 h 776"/>
                <a:gd name="T24" fmla="*/ 320 w 576"/>
                <a:gd name="T25" fmla="*/ 372 h 776"/>
                <a:gd name="T26" fmla="*/ 328 w 576"/>
                <a:gd name="T27" fmla="*/ 408 h 776"/>
                <a:gd name="T28" fmla="*/ 336 w 576"/>
                <a:gd name="T29" fmla="*/ 444 h 776"/>
                <a:gd name="T30" fmla="*/ 340 w 576"/>
                <a:gd name="T31" fmla="*/ 480 h 776"/>
                <a:gd name="T32" fmla="*/ 348 w 576"/>
                <a:gd name="T33" fmla="*/ 512 h 776"/>
                <a:gd name="T34" fmla="*/ 352 w 576"/>
                <a:gd name="T35" fmla="*/ 548 h 776"/>
                <a:gd name="T36" fmla="*/ 344 w 576"/>
                <a:gd name="T37" fmla="*/ 588 h 776"/>
                <a:gd name="T38" fmla="*/ 336 w 576"/>
                <a:gd name="T39" fmla="*/ 632 h 776"/>
                <a:gd name="T40" fmla="*/ 320 w 576"/>
                <a:gd name="T41" fmla="*/ 672 h 776"/>
                <a:gd name="T42" fmla="*/ 292 w 576"/>
                <a:gd name="T43" fmla="*/ 712 h 776"/>
                <a:gd name="T44" fmla="*/ 248 w 576"/>
                <a:gd name="T45" fmla="*/ 740 h 776"/>
                <a:gd name="T46" fmla="*/ 216 w 576"/>
                <a:gd name="T47" fmla="*/ 776 h 776"/>
                <a:gd name="T48" fmla="*/ 372 w 576"/>
                <a:gd name="T49" fmla="*/ 720 h 776"/>
                <a:gd name="T50" fmla="*/ 408 w 576"/>
                <a:gd name="T51" fmla="*/ 708 h 776"/>
                <a:gd name="T52" fmla="*/ 444 w 576"/>
                <a:gd name="T53" fmla="*/ 692 h 776"/>
                <a:gd name="T54" fmla="*/ 468 w 576"/>
                <a:gd name="T55" fmla="*/ 684 h 776"/>
                <a:gd name="T56" fmla="*/ 496 w 576"/>
                <a:gd name="T57" fmla="*/ 668 h 776"/>
                <a:gd name="T58" fmla="*/ 520 w 576"/>
                <a:gd name="T59" fmla="*/ 652 h 776"/>
                <a:gd name="T60" fmla="*/ 540 w 576"/>
                <a:gd name="T61" fmla="*/ 628 h 776"/>
                <a:gd name="T62" fmla="*/ 556 w 576"/>
                <a:gd name="T63" fmla="*/ 592 h 776"/>
                <a:gd name="T64" fmla="*/ 568 w 576"/>
                <a:gd name="T65" fmla="*/ 544 h 776"/>
                <a:gd name="T66" fmla="*/ 576 w 576"/>
                <a:gd name="T67" fmla="*/ 516 h 776"/>
                <a:gd name="T68" fmla="*/ 576 w 576"/>
                <a:gd name="T69" fmla="*/ 492 h 776"/>
                <a:gd name="T70" fmla="*/ 576 w 576"/>
                <a:gd name="T71" fmla="*/ 464 h 776"/>
                <a:gd name="T72" fmla="*/ 572 w 576"/>
                <a:gd name="T73" fmla="*/ 440 h 776"/>
                <a:gd name="T74" fmla="*/ 564 w 576"/>
                <a:gd name="T75" fmla="*/ 404 h 776"/>
                <a:gd name="T76" fmla="*/ 560 w 576"/>
                <a:gd name="T77" fmla="*/ 372 h 776"/>
                <a:gd name="T78" fmla="*/ 552 w 576"/>
                <a:gd name="T79" fmla="*/ 348 h 776"/>
                <a:gd name="T80" fmla="*/ 540 w 576"/>
                <a:gd name="T81" fmla="*/ 324 h 776"/>
                <a:gd name="T82" fmla="*/ 528 w 576"/>
                <a:gd name="T83" fmla="*/ 288 h 776"/>
                <a:gd name="T84" fmla="*/ 508 w 576"/>
                <a:gd name="T85" fmla="*/ 256 h 776"/>
                <a:gd name="T86" fmla="*/ 496 w 576"/>
                <a:gd name="T87" fmla="*/ 236 h 776"/>
                <a:gd name="T88" fmla="*/ 480 w 576"/>
                <a:gd name="T89" fmla="*/ 216 h 776"/>
                <a:gd name="T90" fmla="*/ 448 w 576"/>
                <a:gd name="T91" fmla="*/ 188 h 776"/>
                <a:gd name="T92" fmla="*/ 416 w 576"/>
                <a:gd name="T93" fmla="*/ 156 h 776"/>
                <a:gd name="T94" fmla="*/ 396 w 576"/>
                <a:gd name="T95" fmla="*/ 132 h 776"/>
                <a:gd name="T96" fmla="*/ 376 w 576"/>
                <a:gd name="T97" fmla="*/ 100 h 776"/>
                <a:gd name="T98" fmla="*/ 368 w 576"/>
                <a:gd name="T99" fmla="*/ 48 h 776"/>
                <a:gd name="T100" fmla="*/ 368 w 576"/>
                <a:gd name="T101" fmla="*/ 0 h 776"/>
                <a:gd name="T102" fmla="*/ 0 w 576"/>
                <a:gd name="T103" fmla="*/ 124 h 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76" h="776">
                  <a:moveTo>
                    <a:pt x="0" y="124"/>
                  </a:moveTo>
                  <a:lnTo>
                    <a:pt x="28" y="124"/>
                  </a:lnTo>
                  <a:lnTo>
                    <a:pt x="68" y="124"/>
                  </a:lnTo>
                  <a:lnTo>
                    <a:pt x="104" y="132"/>
                  </a:lnTo>
                  <a:lnTo>
                    <a:pt x="128" y="140"/>
                  </a:lnTo>
                  <a:lnTo>
                    <a:pt x="164" y="168"/>
                  </a:lnTo>
                  <a:lnTo>
                    <a:pt x="188" y="184"/>
                  </a:lnTo>
                  <a:lnTo>
                    <a:pt x="204" y="204"/>
                  </a:lnTo>
                  <a:lnTo>
                    <a:pt x="236" y="228"/>
                  </a:lnTo>
                  <a:lnTo>
                    <a:pt x="260" y="260"/>
                  </a:lnTo>
                  <a:lnTo>
                    <a:pt x="288" y="304"/>
                  </a:lnTo>
                  <a:lnTo>
                    <a:pt x="304" y="328"/>
                  </a:lnTo>
                  <a:lnTo>
                    <a:pt x="320" y="372"/>
                  </a:lnTo>
                  <a:lnTo>
                    <a:pt x="328" y="408"/>
                  </a:lnTo>
                  <a:lnTo>
                    <a:pt x="336" y="444"/>
                  </a:lnTo>
                  <a:lnTo>
                    <a:pt x="340" y="480"/>
                  </a:lnTo>
                  <a:lnTo>
                    <a:pt x="348" y="512"/>
                  </a:lnTo>
                  <a:lnTo>
                    <a:pt x="352" y="548"/>
                  </a:lnTo>
                  <a:lnTo>
                    <a:pt x="344" y="588"/>
                  </a:lnTo>
                  <a:cubicBezTo>
                    <a:pt x="335" y="623"/>
                    <a:pt x="339" y="617"/>
                    <a:pt x="336" y="632"/>
                  </a:cubicBezTo>
                  <a:lnTo>
                    <a:pt x="320" y="672"/>
                  </a:lnTo>
                  <a:lnTo>
                    <a:pt x="292" y="712"/>
                  </a:lnTo>
                  <a:lnTo>
                    <a:pt x="248" y="740"/>
                  </a:lnTo>
                  <a:lnTo>
                    <a:pt x="216" y="776"/>
                  </a:lnTo>
                  <a:lnTo>
                    <a:pt x="372" y="720"/>
                  </a:lnTo>
                  <a:lnTo>
                    <a:pt x="408" y="708"/>
                  </a:lnTo>
                  <a:lnTo>
                    <a:pt x="444" y="692"/>
                  </a:lnTo>
                  <a:lnTo>
                    <a:pt x="468" y="684"/>
                  </a:lnTo>
                  <a:lnTo>
                    <a:pt x="496" y="668"/>
                  </a:lnTo>
                  <a:lnTo>
                    <a:pt x="520" y="652"/>
                  </a:lnTo>
                  <a:lnTo>
                    <a:pt x="540" y="628"/>
                  </a:lnTo>
                  <a:lnTo>
                    <a:pt x="556" y="592"/>
                  </a:lnTo>
                  <a:lnTo>
                    <a:pt x="568" y="544"/>
                  </a:lnTo>
                  <a:lnTo>
                    <a:pt x="576" y="516"/>
                  </a:lnTo>
                  <a:lnTo>
                    <a:pt x="576" y="492"/>
                  </a:lnTo>
                  <a:lnTo>
                    <a:pt x="576" y="464"/>
                  </a:lnTo>
                  <a:lnTo>
                    <a:pt x="572" y="440"/>
                  </a:lnTo>
                  <a:lnTo>
                    <a:pt x="564" y="404"/>
                  </a:lnTo>
                  <a:lnTo>
                    <a:pt x="560" y="372"/>
                  </a:lnTo>
                  <a:lnTo>
                    <a:pt x="552" y="348"/>
                  </a:lnTo>
                  <a:lnTo>
                    <a:pt x="540" y="324"/>
                  </a:lnTo>
                  <a:lnTo>
                    <a:pt x="528" y="288"/>
                  </a:lnTo>
                  <a:cubicBezTo>
                    <a:pt x="520" y="256"/>
                    <a:pt x="513" y="265"/>
                    <a:pt x="508" y="256"/>
                  </a:cubicBezTo>
                  <a:lnTo>
                    <a:pt x="496" y="236"/>
                  </a:lnTo>
                  <a:lnTo>
                    <a:pt x="480" y="216"/>
                  </a:lnTo>
                  <a:lnTo>
                    <a:pt x="448" y="188"/>
                  </a:lnTo>
                  <a:lnTo>
                    <a:pt x="416" y="156"/>
                  </a:lnTo>
                  <a:lnTo>
                    <a:pt x="396" y="132"/>
                  </a:lnTo>
                  <a:lnTo>
                    <a:pt x="376" y="100"/>
                  </a:lnTo>
                  <a:lnTo>
                    <a:pt x="368" y="48"/>
                  </a:lnTo>
                  <a:lnTo>
                    <a:pt x="368" y="0"/>
                  </a:lnTo>
                  <a:lnTo>
                    <a:pt x="0" y="124"/>
                  </a:lnTo>
                  <a:close/>
                </a:path>
              </a:pathLst>
            </a:custGeom>
            <a:gradFill rotWithShape="0">
              <a:gsLst>
                <a:gs pos="0">
                  <a:srgbClr val="99CCFF">
                    <a:gamma/>
                    <a:shade val="46275"/>
                    <a:invGamma/>
                  </a:srgbClr>
                </a:gs>
                <a:gs pos="50000">
                  <a:srgbClr val="99CCFF"/>
                </a:gs>
                <a:gs pos="100000">
                  <a:srgbClr val="99CC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Oval 7">
              <a:extLst>
                <a:ext uri="{FF2B5EF4-FFF2-40B4-BE49-F238E27FC236}">
                  <a16:creationId xmlns:a16="http://schemas.microsoft.com/office/drawing/2014/main" id="{B8C4FEFD-56A6-F1A0-5194-1D86A01A69B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224673">
              <a:off x="1636" y="1358"/>
              <a:ext cx="464" cy="683"/>
            </a:xfrm>
            <a:prstGeom prst="ellipse">
              <a:avLst/>
            </a:prstGeom>
            <a:gradFill rotWithShape="0">
              <a:gsLst>
                <a:gs pos="0">
                  <a:srgbClr val="99CCFF">
                    <a:gamma/>
                    <a:shade val="46275"/>
                    <a:invGamma/>
                  </a:srgbClr>
                </a:gs>
                <a:gs pos="100000">
                  <a:srgbClr val="99CCFF"/>
                </a:gs>
              </a:gsLst>
              <a:lin ang="27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7F594943-5063-B84D-413C-099681A0D2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6" y="1212"/>
              <a:ext cx="148" cy="715"/>
            </a:xfrm>
            <a:custGeom>
              <a:avLst/>
              <a:gdLst>
                <a:gd name="T0" fmla="*/ 0 w 148"/>
                <a:gd name="T1" fmla="*/ 0 h 715"/>
                <a:gd name="T2" fmla="*/ 16 w 148"/>
                <a:gd name="T3" fmla="*/ 28 h 715"/>
                <a:gd name="T4" fmla="*/ 36 w 148"/>
                <a:gd name="T5" fmla="*/ 44 h 715"/>
                <a:gd name="T6" fmla="*/ 52 w 148"/>
                <a:gd name="T7" fmla="*/ 64 h 715"/>
                <a:gd name="T8" fmla="*/ 72 w 148"/>
                <a:gd name="T9" fmla="*/ 88 h 715"/>
                <a:gd name="T10" fmla="*/ 100 w 148"/>
                <a:gd name="T11" fmla="*/ 132 h 715"/>
                <a:gd name="T12" fmla="*/ 112 w 148"/>
                <a:gd name="T13" fmla="*/ 156 h 715"/>
                <a:gd name="T14" fmla="*/ 128 w 148"/>
                <a:gd name="T15" fmla="*/ 188 h 715"/>
                <a:gd name="T16" fmla="*/ 140 w 148"/>
                <a:gd name="T17" fmla="*/ 236 h 715"/>
                <a:gd name="T18" fmla="*/ 144 w 148"/>
                <a:gd name="T19" fmla="*/ 284 h 715"/>
                <a:gd name="T20" fmla="*/ 148 w 148"/>
                <a:gd name="T21" fmla="*/ 328 h 715"/>
                <a:gd name="T22" fmla="*/ 148 w 148"/>
                <a:gd name="T23" fmla="*/ 360 h 715"/>
                <a:gd name="T24" fmla="*/ 148 w 148"/>
                <a:gd name="T25" fmla="*/ 392 h 715"/>
                <a:gd name="T26" fmla="*/ 140 w 148"/>
                <a:gd name="T27" fmla="*/ 428 h 715"/>
                <a:gd name="T28" fmla="*/ 128 w 148"/>
                <a:gd name="T29" fmla="*/ 456 h 715"/>
                <a:gd name="T30" fmla="*/ 120 w 148"/>
                <a:gd name="T31" fmla="*/ 484 h 715"/>
                <a:gd name="T32" fmla="*/ 92 w 148"/>
                <a:gd name="T33" fmla="*/ 532 h 715"/>
                <a:gd name="T34" fmla="*/ 68 w 148"/>
                <a:gd name="T35" fmla="*/ 568 h 715"/>
                <a:gd name="T36" fmla="*/ 48 w 148"/>
                <a:gd name="T37" fmla="*/ 584 h 715"/>
                <a:gd name="T38" fmla="*/ 28 w 148"/>
                <a:gd name="T39" fmla="*/ 596 h 715"/>
                <a:gd name="T40" fmla="*/ 8 w 148"/>
                <a:gd name="T41" fmla="*/ 616 h 715"/>
                <a:gd name="T42" fmla="*/ 0 w 148"/>
                <a:gd name="T43" fmla="*/ 0 h 7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8" h="715">
                  <a:moveTo>
                    <a:pt x="0" y="0"/>
                  </a:moveTo>
                  <a:lnTo>
                    <a:pt x="16" y="28"/>
                  </a:lnTo>
                  <a:lnTo>
                    <a:pt x="36" y="44"/>
                  </a:lnTo>
                  <a:lnTo>
                    <a:pt x="52" y="64"/>
                  </a:lnTo>
                  <a:lnTo>
                    <a:pt x="72" y="88"/>
                  </a:lnTo>
                  <a:lnTo>
                    <a:pt x="100" y="132"/>
                  </a:lnTo>
                  <a:lnTo>
                    <a:pt x="112" y="156"/>
                  </a:lnTo>
                  <a:lnTo>
                    <a:pt x="128" y="188"/>
                  </a:lnTo>
                  <a:lnTo>
                    <a:pt x="140" y="236"/>
                  </a:lnTo>
                  <a:lnTo>
                    <a:pt x="144" y="284"/>
                  </a:lnTo>
                  <a:lnTo>
                    <a:pt x="148" y="328"/>
                  </a:lnTo>
                  <a:lnTo>
                    <a:pt x="148" y="360"/>
                  </a:lnTo>
                  <a:lnTo>
                    <a:pt x="148" y="392"/>
                  </a:lnTo>
                  <a:lnTo>
                    <a:pt x="140" y="428"/>
                  </a:lnTo>
                  <a:lnTo>
                    <a:pt x="128" y="456"/>
                  </a:lnTo>
                  <a:lnTo>
                    <a:pt x="120" y="484"/>
                  </a:lnTo>
                  <a:lnTo>
                    <a:pt x="92" y="532"/>
                  </a:lnTo>
                  <a:cubicBezTo>
                    <a:pt x="84" y="542"/>
                    <a:pt x="77" y="559"/>
                    <a:pt x="68" y="568"/>
                  </a:cubicBezTo>
                  <a:lnTo>
                    <a:pt x="48" y="584"/>
                  </a:lnTo>
                  <a:cubicBezTo>
                    <a:pt x="34" y="594"/>
                    <a:pt x="40" y="590"/>
                    <a:pt x="28" y="596"/>
                  </a:cubicBezTo>
                  <a:cubicBezTo>
                    <a:pt x="6" y="614"/>
                    <a:pt x="13" y="715"/>
                    <a:pt x="8" y="616"/>
                  </a:cubicBez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99CCFF">
                    <a:gamma/>
                    <a:shade val="46275"/>
                    <a:invGamma/>
                  </a:srgbClr>
                </a:gs>
                <a:gs pos="50000">
                  <a:srgbClr val="99CCFF"/>
                </a:gs>
                <a:gs pos="100000">
                  <a:srgbClr val="99CC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Oval 9">
              <a:extLst>
                <a:ext uri="{FF2B5EF4-FFF2-40B4-BE49-F238E27FC236}">
                  <a16:creationId xmlns:a16="http://schemas.microsoft.com/office/drawing/2014/main" id="{68AB813E-466D-04D2-CDAF-FBA2A0B14C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4" y="1038"/>
              <a:ext cx="466" cy="162"/>
            </a:xfrm>
            <a:prstGeom prst="ellipse">
              <a:avLst/>
            </a:prstGeom>
            <a:gradFill rotWithShape="0">
              <a:gsLst>
                <a:gs pos="0">
                  <a:srgbClr val="FFCCFF"/>
                </a:gs>
                <a:gs pos="100000">
                  <a:srgbClr val="FFCCFF">
                    <a:gamma/>
                    <a:shade val="46275"/>
                    <a:invGamma/>
                  </a:srgbClr>
                </a:gs>
              </a:gsLst>
              <a:lin ang="1890000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2" name="Group 10">
            <a:extLst>
              <a:ext uri="{FF2B5EF4-FFF2-40B4-BE49-F238E27FC236}">
                <a16:creationId xmlns:a16="http://schemas.microsoft.com/office/drawing/2014/main" id="{A84ACFF6-46CD-9692-A3A2-21C5F74FCB09}"/>
              </a:ext>
            </a:extLst>
          </p:cNvPr>
          <p:cNvGrpSpPr>
            <a:grpSpLocks/>
          </p:cNvGrpSpPr>
          <p:nvPr/>
        </p:nvGrpSpPr>
        <p:grpSpPr bwMode="auto">
          <a:xfrm>
            <a:off x="4262438" y="696912"/>
            <a:ext cx="5324475" cy="5229225"/>
            <a:chOff x="2133" y="542"/>
            <a:chExt cx="3354" cy="3294"/>
          </a:xfrm>
        </p:grpSpPr>
        <p:grpSp>
          <p:nvGrpSpPr>
            <p:cNvPr id="13" name="Group 11">
              <a:extLst>
                <a:ext uri="{FF2B5EF4-FFF2-40B4-BE49-F238E27FC236}">
                  <a16:creationId xmlns:a16="http://schemas.microsoft.com/office/drawing/2014/main" id="{6970B1B9-0C78-715C-F132-DB38725EAD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33" y="542"/>
              <a:ext cx="1746" cy="3294"/>
              <a:chOff x="2133" y="542"/>
              <a:chExt cx="1746" cy="3294"/>
            </a:xfrm>
          </p:grpSpPr>
          <p:grpSp>
            <p:nvGrpSpPr>
              <p:cNvPr id="20" name="Group 12">
                <a:extLst>
                  <a:ext uri="{FF2B5EF4-FFF2-40B4-BE49-F238E27FC236}">
                    <a16:creationId xmlns:a16="http://schemas.microsoft.com/office/drawing/2014/main" id="{256CB504-7E73-35BF-AAE4-60F052891DB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33" y="2346"/>
                <a:ext cx="1746" cy="1490"/>
                <a:chOff x="2106" y="2500"/>
                <a:chExt cx="1746" cy="1490"/>
              </a:xfrm>
            </p:grpSpPr>
            <p:sp>
              <p:nvSpPr>
                <p:cNvPr id="26" name="Rectangle 13">
                  <a:extLst>
                    <a:ext uri="{FF2B5EF4-FFF2-40B4-BE49-F238E27FC236}">
                      <a16:creationId xmlns:a16="http://schemas.microsoft.com/office/drawing/2014/main" id="{970BDC45-0F4A-7AB5-2BD3-EF88EA6502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17" y="2500"/>
                  <a:ext cx="1512" cy="1211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rgbClr val="333399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7" name="Oval 14">
                  <a:extLst>
                    <a:ext uri="{FF2B5EF4-FFF2-40B4-BE49-F238E27FC236}">
                      <a16:creationId xmlns:a16="http://schemas.microsoft.com/office/drawing/2014/main" id="{B78CD8AA-590A-A146-30D5-4024286B39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11" y="2997"/>
                  <a:ext cx="923" cy="923"/>
                </a:xfrm>
                <a:prstGeom prst="ellipse">
                  <a:avLst/>
                </a:prstGeom>
                <a:solidFill>
                  <a:schemeClr val="bg1"/>
                </a:solidFill>
                <a:ln w="38100">
                  <a:solidFill>
                    <a:srgbClr val="990033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Line 15">
                  <a:extLst>
                    <a:ext uri="{FF2B5EF4-FFF2-40B4-BE49-F238E27FC236}">
                      <a16:creationId xmlns:a16="http://schemas.microsoft.com/office/drawing/2014/main" id="{F32D9077-078B-E965-F5E2-4292A304E2A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06" y="3108"/>
                  <a:ext cx="174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" name="Line 16">
                  <a:extLst>
                    <a:ext uri="{FF2B5EF4-FFF2-40B4-BE49-F238E27FC236}">
                      <a16:creationId xmlns:a16="http://schemas.microsoft.com/office/drawing/2014/main" id="{3B0589DE-A011-4D39-B759-7033B94016B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42" y="3462"/>
                  <a:ext cx="106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Line 17">
                  <a:extLst>
                    <a:ext uri="{FF2B5EF4-FFF2-40B4-BE49-F238E27FC236}">
                      <a16:creationId xmlns:a16="http://schemas.microsoft.com/office/drawing/2014/main" id="{C7C4802A-A343-6C76-A603-EDD8D1655B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76" y="2922"/>
                  <a:ext cx="0" cy="10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1" name="Group 18">
                <a:extLst>
                  <a:ext uri="{FF2B5EF4-FFF2-40B4-BE49-F238E27FC236}">
                    <a16:creationId xmlns:a16="http://schemas.microsoft.com/office/drawing/2014/main" id="{F00BF054-CAF2-BFE0-CCFD-FB4A6477C1B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57" y="542"/>
                <a:ext cx="1722" cy="1692"/>
                <a:chOff x="2157" y="542"/>
                <a:chExt cx="1722" cy="1692"/>
              </a:xfrm>
            </p:grpSpPr>
            <p:sp>
              <p:nvSpPr>
                <p:cNvPr id="22" name="Rectangle 19">
                  <a:extLst>
                    <a:ext uri="{FF2B5EF4-FFF2-40B4-BE49-F238E27FC236}">
                      <a16:creationId xmlns:a16="http://schemas.microsoft.com/office/drawing/2014/main" id="{90E4ACF7-104F-5C24-30CA-48EFC2D319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35" y="651"/>
                  <a:ext cx="934" cy="145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rgbClr val="990033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" name="Rectangle 20">
                  <a:extLst>
                    <a:ext uri="{FF2B5EF4-FFF2-40B4-BE49-F238E27FC236}">
                      <a16:creationId xmlns:a16="http://schemas.microsoft.com/office/drawing/2014/main" id="{5DA73148-343B-A326-E7AC-CE7762DF99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41" y="776"/>
                  <a:ext cx="1518" cy="1200"/>
                </a:xfrm>
                <a:prstGeom prst="rect">
                  <a:avLst/>
                </a:prstGeom>
                <a:noFill/>
                <a:ln w="12700">
                  <a:solidFill>
                    <a:srgbClr val="333399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99CC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Line 21">
                  <a:extLst>
                    <a:ext uri="{FF2B5EF4-FFF2-40B4-BE49-F238E27FC236}">
                      <a16:creationId xmlns:a16="http://schemas.microsoft.com/office/drawing/2014/main" id="{C5F1F69C-D1B1-6A3A-8CD1-42611C8329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57" y="1376"/>
                  <a:ext cx="172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Line 22">
                  <a:extLst>
                    <a:ext uri="{FF2B5EF4-FFF2-40B4-BE49-F238E27FC236}">
                      <a16:creationId xmlns:a16="http://schemas.microsoft.com/office/drawing/2014/main" id="{3573B858-1C75-8EFB-370B-FC284F8DF2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003" y="542"/>
                  <a:ext cx="0" cy="16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4" name="Group 23">
              <a:extLst>
                <a:ext uri="{FF2B5EF4-FFF2-40B4-BE49-F238E27FC236}">
                  <a16:creationId xmlns:a16="http://schemas.microsoft.com/office/drawing/2014/main" id="{53E012CA-55EB-EFC3-CF3B-3D0BDF741A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05" y="566"/>
              <a:ext cx="1482" cy="1626"/>
              <a:chOff x="3966" y="720"/>
              <a:chExt cx="1482" cy="1626"/>
            </a:xfrm>
          </p:grpSpPr>
          <p:sp>
            <p:nvSpPr>
              <p:cNvPr id="15" name="Rectangle 24">
                <a:extLst>
                  <a:ext uri="{FF2B5EF4-FFF2-40B4-BE49-F238E27FC236}">
                    <a16:creationId xmlns:a16="http://schemas.microsoft.com/office/drawing/2014/main" id="{CCF27C9D-47C8-E5A1-7AD3-946DD41886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12" y="804"/>
                <a:ext cx="936" cy="1452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990033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" name="Oval 25">
                <a:extLst>
                  <a:ext uri="{FF2B5EF4-FFF2-40B4-BE49-F238E27FC236}">
                    <a16:creationId xmlns:a16="http://schemas.microsoft.com/office/drawing/2014/main" id="{848B5F22-2B82-AC7D-DEDC-9239FE7668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3" y="928"/>
                <a:ext cx="1200" cy="1200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rgbClr val="33339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" name="Line 26">
                <a:extLst>
                  <a:ext uri="{FF2B5EF4-FFF2-40B4-BE49-F238E27FC236}">
                    <a16:creationId xmlns:a16="http://schemas.microsoft.com/office/drawing/2014/main" id="{72142FC6-1D55-15D4-627A-56DD49ADDF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26" y="840"/>
                <a:ext cx="0" cy="13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" name="Line 27">
                <a:extLst>
                  <a:ext uri="{FF2B5EF4-FFF2-40B4-BE49-F238E27FC236}">
                    <a16:creationId xmlns:a16="http://schemas.microsoft.com/office/drawing/2014/main" id="{80566597-E08E-4903-6240-5BB49B04F5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6" y="1530"/>
                <a:ext cx="133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" name="Line 28">
                <a:extLst>
                  <a:ext uri="{FF2B5EF4-FFF2-40B4-BE49-F238E27FC236}">
                    <a16:creationId xmlns:a16="http://schemas.microsoft.com/office/drawing/2014/main" id="{FE82041B-9A24-C03C-AE02-1244213895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80" y="720"/>
                <a:ext cx="0" cy="162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31" name="Arc 29">
            <a:extLst>
              <a:ext uri="{FF2B5EF4-FFF2-40B4-BE49-F238E27FC236}">
                <a16:creationId xmlns:a16="http://schemas.microsoft.com/office/drawing/2014/main" id="{570D9BFD-34AB-6781-3584-6D42F9985F44}"/>
              </a:ext>
            </a:extLst>
          </p:cNvPr>
          <p:cNvSpPr>
            <a:spLocks/>
          </p:cNvSpPr>
          <p:nvPr/>
        </p:nvSpPr>
        <p:spPr bwMode="auto">
          <a:xfrm flipV="1">
            <a:off x="4913313" y="4346575"/>
            <a:ext cx="1447800" cy="1146175"/>
          </a:xfrm>
          <a:custGeom>
            <a:avLst/>
            <a:gdLst>
              <a:gd name="G0" fmla="+- 21600 0 0"/>
              <a:gd name="G1" fmla="+- 12606 0 0"/>
              <a:gd name="G2" fmla="+- 21600 0 0"/>
              <a:gd name="T0" fmla="*/ 39594 w 43200"/>
              <a:gd name="T1" fmla="*/ 657 h 34206"/>
              <a:gd name="T2" fmla="*/ 4060 w 43200"/>
              <a:gd name="T3" fmla="*/ 0 h 34206"/>
              <a:gd name="T4" fmla="*/ 21600 w 43200"/>
              <a:gd name="T5" fmla="*/ 12606 h 34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200" h="34206" fill="none" extrusionOk="0">
                <a:moveTo>
                  <a:pt x="39593" y="657"/>
                </a:moveTo>
                <a:cubicBezTo>
                  <a:pt x="41945" y="4198"/>
                  <a:pt x="43200" y="8354"/>
                  <a:pt x="43200" y="12606"/>
                </a:cubicBezTo>
                <a:cubicBezTo>
                  <a:pt x="43200" y="24535"/>
                  <a:pt x="33529" y="34206"/>
                  <a:pt x="21600" y="34206"/>
                </a:cubicBezTo>
                <a:cubicBezTo>
                  <a:pt x="9670" y="34206"/>
                  <a:pt x="0" y="24535"/>
                  <a:pt x="0" y="12606"/>
                </a:cubicBezTo>
                <a:cubicBezTo>
                  <a:pt x="0" y="8082"/>
                  <a:pt x="1420" y="3673"/>
                  <a:pt x="4060" y="0"/>
                </a:cubicBezTo>
              </a:path>
              <a:path w="43200" h="34206" stroke="0" extrusionOk="0">
                <a:moveTo>
                  <a:pt x="39593" y="657"/>
                </a:moveTo>
                <a:cubicBezTo>
                  <a:pt x="41945" y="4198"/>
                  <a:pt x="43200" y="8354"/>
                  <a:pt x="43200" y="12606"/>
                </a:cubicBezTo>
                <a:cubicBezTo>
                  <a:pt x="43200" y="24535"/>
                  <a:pt x="33529" y="34206"/>
                  <a:pt x="21600" y="34206"/>
                </a:cubicBezTo>
                <a:cubicBezTo>
                  <a:pt x="9670" y="34206"/>
                  <a:pt x="0" y="24535"/>
                  <a:pt x="0" y="12606"/>
                </a:cubicBezTo>
                <a:cubicBezTo>
                  <a:pt x="0" y="8082"/>
                  <a:pt x="1420" y="3673"/>
                  <a:pt x="4060" y="0"/>
                </a:cubicBezTo>
                <a:lnTo>
                  <a:pt x="21600" y="12606"/>
                </a:lnTo>
                <a:close/>
              </a:path>
            </a:pathLst>
          </a:custGeom>
          <a:noFill/>
          <a:ln w="76200">
            <a:solidFill>
              <a:srgbClr val="FF5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" name="Arc 30">
            <a:extLst>
              <a:ext uri="{FF2B5EF4-FFF2-40B4-BE49-F238E27FC236}">
                <a16:creationId xmlns:a16="http://schemas.microsoft.com/office/drawing/2014/main" id="{C9991A5D-418A-1CF0-3DB2-8897D9E65A6C}"/>
              </a:ext>
            </a:extLst>
          </p:cNvPr>
          <p:cNvSpPr>
            <a:spLocks/>
          </p:cNvSpPr>
          <p:nvPr/>
        </p:nvSpPr>
        <p:spPr bwMode="auto">
          <a:xfrm flipV="1">
            <a:off x="4922838" y="4346575"/>
            <a:ext cx="1447800" cy="1146175"/>
          </a:xfrm>
          <a:custGeom>
            <a:avLst/>
            <a:gdLst>
              <a:gd name="G0" fmla="+- 21600 0 0"/>
              <a:gd name="G1" fmla="+- 12606 0 0"/>
              <a:gd name="G2" fmla="+- 21600 0 0"/>
              <a:gd name="T0" fmla="*/ 39594 w 43200"/>
              <a:gd name="T1" fmla="*/ 657 h 34206"/>
              <a:gd name="T2" fmla="*/ 4060 w 43200"/>
              <a:gd name="T3" fmla="*/ 0 h 34206"/>
              <a:gd name="T4" fmla="*/ 21600 w 43200"/>
              <a:gd name="T5" fmla="*/ 12606 h 342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200" h="34206" fill="none" extrusionOk="0">
                <a:moveTo>
                  <a:pt x="39593" y="657"/>
                </a:moveTo>
                <a:cubicBezTo>
                  <a:pt x="41945" y="4198"/>
                  <a:pt x="43200" y="8354"/>
                  <a:pt x="43200" y="12606"/>
                </a:cubicBezTo>
                <a:cubicBezTo>
                  <a:pt x="43200" y="24535"/>
                  <a:pt x="33529" y="34206"/>
                  <a:pt x="21600" y="34206"/>
                </a:cubicBezTo>
                <a:cubicBezTo>
                  <a:pt x="9670" y="34206"/>
                  <a:pt x="0" y="24535"/>
                  <a:pt x="0" y="12606"/>
                </a:cubicBezTo>
                <a:cubicBezTo>
                  <a:pt x="0" y="8082"/>
                  <a:pt x="1420" y="3673"/>
                  <a:pt x="4060" y="0"/>
                </a:cubicBezTo>
              </a:path>
              <a:path w="43200" h="34206" stroke="0" extrusionOk="0">
                <a:moveTo>
                  <a:pt x="39593" y="657"/>
                </a:moveTo>
                <a:cubicBezTo>
                  <a:pt x="41945" y="4198"/>
                  <a:pt x="43200" y="8354"/>
                  <a:pt x="43200" y="12606"/>
                </a:cubicBezTo>
                <a:cubicBezTo>
                  <a:pt x="43200" y="24535"/>
                  <a:pt x="33529" y="34206"/>
                  <a:pt x="21600" y="34206"/>
                </a:cubicBezTo>
                <a:cubicBezTo>
                  <a:pt x="9670" y="34206"/>
                  <a:pt x="0" y="24535"/>
                  <a:pt x="0" y="12606"/>
                </a:cubicBezTo>
                <a:cubicBezTo>
                  <a:pt x="0" y="8082"/>
                  <a:pt x="1420" y="3673"/>
                  <a:pt x="4060" y="0"/>
                </a:cubicBezTo>
                <a:lnTo>
                  <a:pt x="21600" y="12606"/>
                </a:lnTo>
                <a:close/>
              </a:path>
            </a:pathLst>
          </a:custGeom>
          <a:noFill/>
          <a:ln w="76200">
            <a:solidFill>
              <a:srgbClr val="FF5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" name="Text Box 31">
            <a:extLst>
              <a:ext uri="{FF2B5EF4-FFF2-40B4-BE49-F238E27FC236}">
                <a16:creationId xmlns:a16="http://schemas.microsoft.com/office/drawing/2014/main" id="{BD0D87FA-FE74-0348-932E-77091E3AB9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5775" y="3392487"/>
            <a:ext cx="162095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>
                <a:solidFill>
                  <a:srgbClr val="A5002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DengXian" charset="-122"/>
                <a:ea typeface="DengXian" charset="-122"/>
                <a:cs typeface="DengXian" charset="-122"/>
              </a:rPr>
              <a:t>交线分析</a:t>
            </a:r>
          </a:p>
        </p:txBody>
      </p:sp>
      <p:sp>
        <p:nvSpPr>
          <p:cNvPr id="34" name="Oval 32">
            <a:extLst>
              <a:ext uri="{FF2B5EF4-FFF2-40B4-BE49-F238E27FC236}">
                <a16:creationId xmlns:a16="http://schemas.microsoft.com/office/drawing/2014/main" id="{CBA7C998-9877-5384-D065-39F50EFEA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5888" y="3538537"/>
            <a:ext cx="317500" cy="317500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FFCC">
                  <a:gamma/>
                  <a:shade val="12549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35" name="Text Box 33">
            <a:extLst>
              <a:ext uri="{FF2B5EF4-FFF2-40B4-BE49-F238E27FC236}">
                <a16:creationId xmlns:a16="http://schemas.microsoft.com/office/drawing/2014/main" id="{4B078824-95E0-B6ED-797B-3EE7FE16B3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9838" y="4025900"/>
            <a:ext cx="30511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>
                <a:latin typeface="DengXian" charset="-122"/>
                <a:ea typeface="DengXian" charset="-122"/>
                <a:cs typeface="DengXian" charset="-122"/>
              </a:rPr>
              <a:t>封闭的空间曲线</a:t>
            </a:r>
          </a:p>
        </p:txBody>
      </p:sp>
      <p:sp>
        <p:nvSpPr>
          <p:cNvPr id="36" name="Rectangle 34">
            <a:extLst>
              <a:ext uri="{FF2B5EF4-FFF2-40B4-BE49-F238E27FC236}">
                <a16:creationId xmlns:a16="http://schemas.microsoft.com/office/drawing/2014/main" id="{AA0DDDA1-5038-A824-0FA9-24E52B926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5850" y="3979862"/>
            <a:ext cx="3298825" cy="79375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37" name="Text Box 35">
            <a:extLst>
              <a:ext uri="{FF2B5EF4-FFF2-40B4-BE49-F238E27FC236}">
                <a16:creationId xmlns:a16="http://schemas.microsoft.com/office/drawing/2014/main" id="{685D2636-269D-E515-9AB9-60CA35E4CE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6250" y="3863975"/>
            <a:ext cx="162095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>
                <a:solidFill>
                  <a:srgbClr val="A5002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DengXian" charset="-122"/>
                <a:ea typeface="DengXian" charset="-122"/>
                <a:cs typeface="DengXian" charset="-122"/>
              </a:rPr>
              <a:t>投影分析</a:t>
            </a:r>
          </a:p>
        </p:txBody>
      </p:sp>
      <p:sp>
        <p:nvSpPr>
          <p:cNvPr id="38" name="Oval 36">
            <a:extLst>
              <a:ext uri="{FF2B5EF4-FFF2-40B4-BE49-F238E27FC236}">
                <a16:creationId xmlns:a16="http://schemas.microsoft.com/office/drawing/2014/main" id="{251F579C-A1BB-3D48-017A-0D771E8FB3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4025900"/>
            <a:ext cx="317500" cy="317500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FFCC">
                  <a:gamma/>
                  <a:shade val="12549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39" name="Arc 37">
            <a:extLst>
              <a:ext uri="{FF2B5EF4-FFF2-40B4-BE49-F238E27FC236}">
                <a16:creationId xmlns:a16="http://schemas.microsoft.com/office/drawing/2014/main" id="{4D4E213D-BA00-A76F-9C85-72DF621C5C81}"/>
              </a:ext>
            </a:extLst>
          </p:cNvPr>
          <p:cNvSpPr>
            <a:spLocks/>
          </p:cNvSpPr>
          <p:nvPr/>
        </p:nvSpPr>
        <p:spPr bwMode="auto">
          <a:xfrm flipV="1">
            <a:off x="8053388" y="1069975"/>
            <a:ext cx="1185862" cy="1905000"/>
          </a:xfrm>
          <a:custGeom>
            <a:avLst/>
            <a:gdLst>
              <a:gd name="G0" fmla="+- 5308 0 0"/>
              <a:gd name="G1" fmla="+- 21600 0 0"/>
              <a:gd name="G2" fmla="+- 21600 0 0"/>
              <a:gd name="T0" fmla="*/ 920 w 26908"/>
              <a:gd name="T1" fmla="*/ 450 h 43200"/>
              <a:gd name="T2" fmla="*/ 0 w 26908"/>
              <a:gd name="T3" fmla="*/ 42538 h 43200"/>
              <a:gd name="T4" fmla="*/ 5308 w 26908"/>
              <a:gd name="T5" fmla="*/ 21600 h 43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6908" h="43200" fill="none" extrusionOk="0">
                <a:moveTo>
                  <a:pt x="920" y="450"/>
                </a:moveTo>
                <a:cubicBezTo>
                  <a:pt x="2363" y="150"/>
                  <a:pt x="3833" y="-1"/>
                  <a:pt x="5308" y="-1"/>
                </a:cubicBezTo>
                <a:cubicBezTo>
                  <a:pt x="17237" y="0"/>
                  <a:pt x="26908" y="9670"/>
                  <a:pt x="26908" y="21600"/>
                </a:cubicBezTo>
                <a:cubicBezTo>
                  <a:pt x="26908" y="33529"/>
                  <a:pt x="17237" y="43200"/>
                  <a:pt x="5308" y="43200"/>
                </a:cubicBezTo>
                <a:cubicBezTo>
                  <a:pt x="3518" y="43199"/>
                  <a:pt x="1735" y="42977"/>
                  <a:pt x="0" y="42537"/>
                </a:cubicBezTo>
              </a:path>
              <a:path w="26908" h="43200" stroke="0" extrusionOk="0">
                <a:moveTo>
                  <a:pt x="920" y="450"/>
                </a:moveTo>
                <a:cubicBezTo>
                  <a:pt x="2363" y="150"/>
                  <a:pt x="3833" y="-1"/>
                  <a:pt x="5308" y="-1"/>
                </a:cubicBezTo>
                <a:cubicBezTo>
                  <a:pt x="17237" y="0"/>
                  <a:pt x="26908" y="9670"/>
                  <a:pt x="26908" y="21600"/>
                </a:cubicBezTo>
                <a:cubicBezTo>
                  <a:pt x="26908" y="33529"/>
                  <a:pt x="17237" y="43200"/>
                  <a:pt x="5308" y="43200"/>
                </a:cubicBezTo>
                <a:cubicBezTo>
                  <a:pt x="3518" y="43199"/>
                  <a:pt x="1735" y="42977"/>
                  <a:pt x="0" y="42537"/>
                </a:cubicBezTo>
                <a:lnTo>
                  <a:pt x="5308" y="21600"/>
                </a:lnTo>
                <a:close/>
              </a:path>
            </a:pathLst>
          </a:custGeom>
          <a:noFill/>
          <a:ln w="762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" name="Arc 38">
            <a:extLst>
              <a:ext uri="{FF2B5EF4-FFF2-40B4-BE49-F238E27FC236}">
                <a16:creationId xmlns:a16="http://schemas.microsoft.com/office/drawing/2014/main" id="{EA2E4D48-FFC0-F517-4F3C-7260D038F253}"/>
              </a:ext>
            </a:extLst>
          </p:cNvPr>
          <p:cNvSpPr>
            <a:spLocks/>
          </p:cNvSpPr>
          <p:nvPr/>
        </p:nvSpPr>
        <p:spPr bwMode="auto">
          <a:xfrm flipV="1">
            <a:off x="8064500" y="1065212"/>
            <a:ext cx="1185863" cy="1905000"/>
          </a:xfrm>
          <a:custGeom>
            <a:avLst/>
            <a:gdLst>
              <a:gd name="G0" fmla="+- 5308 0 0"/>
              <a:gd name="G1" fmla="+- 21600 0 0"/>
              <a:gd name="G2" fmla="+- 21600 0 0"/>
              <a:gd name="T0" fmla="*/ 920 w 26908"/>
              <a:gd name="T1" fmla="*/ 450 h 43200"/>
              <a:gd name="T2" fmla="*/ 0 w 26908"/>
              <a:gd name="T3" fmla="*/ 42538 h 43200"/>
              <a:gd name="T4" fmla="*/ 5308 w 26908"/>
              <a:gd name="T5" fmla="*/ 21600 h 43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6908" h="43200" fill="none" extrusionOk="0">
                <a:moveTo>
                  <a:pt x="920" y="450"/>
                </a:moveTo>
                <a:cubicBezTo>
                  <a:pt x="2363" y="150"/>
                  <a:pt x="3833" y="-1"/>
                  <a:pt x="5308" y="-1"/>
                </a:cubicBezTo>
                <a:cubicBezTo>
                  <a:pt x="17237" y="0"/>
                  <a:pt x="26908" y="9670"/>
                  <a:pt x="26908" y="21600"/>
                </a:cubicBezTo>
                <a:cubicBezTo>
                  <a:pt x="26908" y="33529"/>
                  <a:pt x="17237" y="43200"/>
                  <a:pt x="5308" y="43200"/>
                </a:cubicBezTo>
                <a:cubicBezTo>
                  <a:pt x="3518" y="43199"/>
                  <a:pt x="1735" y="42977"/>
                  <a:pt x="0" y="42537"/>
                </a:cubicBezTo>
              </a:path>
              <a:path w="26908" h="43200" stroke="0" extrusionOk="0">
                <a:moveTo>
                  <a:pt x="920" y="450"/>
                </a:moveTo>
                <a:cubicBezTo>
                  <a:pt x="2363" y="150"/>
                  <a:pt x="3833" y="-1"/>
                  <a:pt x="5308" y="-1"/>
                </a:cubicBezTo>
                <a:cubicBezTo>
                  <a:pt x="17237" y="0"/>
                  <a:pt x="26908" y="9670"/>
                  <a:pt x="26908" y="21600"/>
                </a:cubicBezTo>
                <a:cubicBezTo>
                  <a:pt x="26908" y="33529"/>
                  <a:pt x="17237" y="43200"/>
                  <a:pt x="5308" y="43200"/>
                </a:cubicBezTo>
                <a:cubicBezTo>
                  <a:pt x="3518" y="43199"/>
                  <a:pt x="1735" y="42977"/>
                  <a:pt x="0" y="42537"/>
                </a:cubicBezTo>
                <a:lnTo>
                  <a:pt x="5308" y="21600"/>
                </a:lnTo>
                <a:close/>
              </a:path>
            </a:pathLst>
          </a:custGeom>
          <a:noFill/>
          <a:ln w="762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" name="Text Box 39">
            <a:extLst>
              <a:ext uri="{FF2B5EF4-FFF2-40B4-BE49-F238E27FC236}">
                <a16:creationId xmlns:a16="http://schemas.microsoft.com/office/drawing/2014/main" id="{68E8AA73-BBBF-EFD7-D4CF-5E38325078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2750" y="4437062"/>
            <a:ext cx="2251075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latin typeface="DengXian" charset="-122"/>
                <a:ea typeface="DengXian" charset="-122"/>
                <a:cs typeface="DengXian" charset="-122"/>
              </a:rPr>
              <a:t>交线的</a:t>
            </a:r>
            <a:r>
              <a:rPr lang="en-US" altLang="zh-CN" sz="2800" b="1">
                <a:latin typeface="DengXian" charset="-122"/>
                <a:ea typeface="DengXian" charset="-122"/>
                <a:cs typeface="DengXian" charset="-122"/>
              </a:rPr>
              <a:t>H</a:t>
            </a:r>
            <a:r>
              <a:rPr lang="zh-CN" altLang="en-US" sz="2800" b="1">
                <a:latin typeface="DengXian" charset="-122"/>
                <a:ea typeface="DengXian" charset="-122"/>
                <a:cs typeface="DengXian" charset="-122"/>
              </a:rPr>
              <a:t>、</a:t>
            </a:r>
            <a:r>
              <a:rPr lang="en-US" altLang="zh-CN" sz="2800" b="1">
                <a:latin typeface="DengXian" charset="-122"/>
                <a:ea typeface="DengXian" charset="-122"/>
                <a:cs typeface="DengXian" charset="-122"/>
              </a:rPr>
              <a:t>W</a:t>
            </a:r>
          </a:p>
          <a:p>
            <a:r>
              <a:rPr lang="zh-CN" altLang="en-US" sz="2800" b="1">
                <a:latin typeface="DengXian" charset="-122"/>
                <a:ea typeface="DengXian" charset="-122"/>
                <a:cs typeface="DengXian" charset="-122"/>
              </a:rPr>
              <a:t>投影已知</a:t>
            </a:r>
          </a:p>
          <a:p>
            <a:r>
              <a:rPr lang="zh-CN" altLang="en-US" sz="2800" b="1">
                <a:latin typeface="DengXian" charset="-122"/>
                <a:ea typeface="DengXian" charset="-122"/>
                <a:cs typeface="DengXian" charset="-122"/>
                <a:sym typeface="Monotype Sorts" charset="2"/>
              </a:rPr>
              <a:t>求</a:t>
            </a:r>
            <a:r>
              <a:rPr lang="en-US" altLang="zh-CN" sz="2800" b="1">
                <a:latin typeface="DengXian" charset="-122"/>
                <a:ea typeface="DengXian" charset="-122"/>
                <a:cs typeface="DengXian" charset="-122"/>
                <a:sym typeface="Monotype Sorts" charset="2"/>
              </a:rPr>
              <a:t>V</a:t>
            </a:r>
            <a:r>
              <a:rPr lang="zh-CN" altLang="en-US" sz="2800" b="1">
                <a:latin typeface="DengXian" charset="-122"/>
                <a:ea typeface="DengXian" charset="-122"/>
                <a:cs typeface="DengXian" charset="-122"/>
                <a:sym typeface="Monotype Sorts" charset="2"/>
              </a:rPr>
              <a:t>投影</a:t>
            </a:r>
            <a:endParaRPr lang="zh-CN" altLang="en-US" sz="2800" b="1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42" name="Rectangle 40">
            <a:extLst>
              <a:ext uri="{FF2B5EF4-FFF2-40B4-BE49-F238E27FC236}">
                <a16:creationId xmlns:a16="http://schemas.microsoft.com/office/drawing/2014/main" id="{325CD020-06CA-B474-774C-690AFA045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1150" y="4456112"/>
            <a:ext cx="2433638" cy="141128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altLang="en-US" sz="3600" b="1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43" name="Oval 41">
            <a:extLst>
              <a:ext uri="{FF2B5EF4-FFF2-40B4-BE49-F238E27FC236}">
                <a16:creationId xmlns:a16="http://schemas.microsoft.com/office/drawing/2014/main" id="{EE375F18-986B-510D-528B-499F8E0A18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9063" y="4548187"/>
            <a:ext cx="317500" cy="317500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FFCC">
                  <a:gamma/>
                  <a:shade val="12549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44" name="Text Box 42">
            <a:extLst>
              <a:ext uri="{FF2B5EF4-FFF2-40B4-BE49-F238E27FC236}">
                <a16:creationId xmlns:a16="http://schemas.microsoft.com/office/drawing/2014/main" id="{4F0995C1-6092-A479-7C35-3E61D59551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7363" y="4351337"/>
            <a:ext cx="162095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>
                <a:solidFill>
                  <a:srgbClr val="A5002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DengXian" charset="-122"/>
                <a:ea typeface="DengXian" charset="-122"/>
                <a:cs typeface="DengXian" charset="-122"/>
              </a:rPr>
              <a:t>投影作图</a:t>
            </a:r>
          </a:p>
        </p:txBody>
      </p:sp>
      <p:sp>
        <p:nvSpPr>
          <p:cNvPr id="45" name="Text Box 43">
            <a:extLst>
              <a:ext uri="{FF2B5EF4-FFF2-40B4-BE49-F238E27FC236}">
                <a16:creationId xmlns:a16="http://schemas.microsoft.com/office/drawing/2014/main" id="{9DE747AE-31AD-FF0D-1D20-5D1AC71EB5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7525" y="4856162"/>
            <a:ext cx="231775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latin typeface="DengXian" charset="-122"/>
                <a:ea typeface="DengXian" charset="-122"/>
                <a:cs typeface="DengXian" charset="-122"/>
              </a:rPr>
              <a:t>特殊点</a:t>
            </a:r>
          </a:p>
          <a:p>
            <a:r>
              <a:rPr lang="zh-CN" altLang="en-US" sz="2800" b="1">
                <a:latin typeface="DengXian" charset="-122"/>
                <a:ea typeface="DengXian" charset="-122"/>
                <a:cs typeface="DengXian" charset="-122"/>
              </a:rPr>
              <a:t>中间点</a:t>
            </a:r>
          </a:p>
          <a:p>
            <a:r>
              <a:rPr lang="zh-CN" altLang="en-US" sz="2800" b="1">
                <a:latin typeface="DengXian" charset="-122"/>
                <a:ea typeface="DengXian" charset="-122"/>
                <a:cs typeface="DengXian" charset="-122"/>
              </a:rPr>
              <a:t>光滑连接曲线</a:t>
            </a:r>
          </a:p>
        </p:txBody>
      </p:sp>
      <p:sp>
        <p:nvSpPr>
          <p:cNvPr id="46" name="Line 44">
            <a:extLst>
              <a:ext uri="{FF2B5EF4-FFF2-40B4-BE49-F238E27FC236}">
                <a16:creationId xmlns:a16="http://schemas.microsoft.com/office/drawing/2014/main" id="{DEF2CB76-46AA-8B4F-3284-9FCAA6C0593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21263" y="2014537"/>
            <a:ext cx="0" cy="344805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" name="Line 45">
            <a:extLst>
              <a:ext uri="{FF2B5EF4-FFF2-40B4-BE49-F238E27FC236}">
                <a16:creationId xmlns:a16="http://schemas.microsoft.com/office/drawing/2014/main" id="{19F5342B-4B6A-6F4C-2941-60CBAB7800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56338" y="1993900"/>
            <a:ext cx="0" cy="344805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" name="Line 46">
            <a:extLst>
              <a:ext uri="{FF2B5EF4-FFF2-40B4-BE49-F238E27FC236}">
                <a16:creationId xmlns:a16="http://schemas.microsoft.com/office/drawing/2014/main" id="{1108FAEE-C100-7490-B82D-B13410E63F1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91088" y="1254125"/>
            <a:ext cx="3959225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" name="Line 47">
            <a:extLst>
              <a:ext uri="{FF2B5EF4-FFF2-40B4-BE49-F238E27FC236}">
                <a16:creationId xmlns:a16="http://schemas.microsoft.com/office/drawing/2014/main" id="{7C10BEEE-BC94-43BB-C6DD-89A41A2069E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94263" y="2778125"/>
            <a:ext cx="39497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" name="Line 48">
            <a:extLst>
              <a:ext uri="{FF2B5EF4-FFF2-40B4-BE49-F238E27FC236}">
                <a16:creationId xmlns:a16="http://schemas.microsoft.com/office/drawing/2014/main" id="{2F9326A4-ED66-4126-B6A5-570A091A7F6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56200" y="1052512"/>
            <a:ext cx="0" cy="3478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" name="Line 49">
            <a:extLst>
              <a:ext uri="{FF2B5EF4-FFF2-40B4-BE49-F238E27FC236}">
                <a16:creationId xmlns:a16="http://schemas.microsoft.com/office/drawing/2014/main" id="{47ECC390-480C-6034-79A3-8B66BE4268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16638" y="1031875"/>
            <a:ext cx="0" cy="34782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" name="Line 50">
            <a:extLst>
              <a:ext uri="{FF2B5EF4-FFF2-40B4-BE49-F238E27FC236}">
                <a16:creationId xmlns:a16="http://schemas.microsoft.com/office/drawing/2014/main" id="{D65AE905-9473-9AAD-F96B-3FFAF2AF43F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32450" y="1095375"/>
            <a:ext cx="2466975" cy="0"/>
          </a:xfrm>
          <a:prstGeom prst="line">
            <a:avLst/>
          </a:prstGeom>
          <a:noFill/>
          <a:ln w="9525">
            <a:solidFill>
              <a:srgbClr val="0066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" name="Line 51">
            <a:extLst>
              <a:ext uri="{FF2B5EF4-FFF2-40B4-BE49-F238E27FC236}">
                <a16:creationId xmlns:a16="http://schemas.microsoft.com/office/drawing/2014/main" id="{6C0F955A-01D1-10E5-90EE-6E162CEEA12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26100" y="2949575"/>
            <a:ext cx="2466975" cy="0"/>
          </a:xfrm>
          <a:prstGeom prst="line">
            <a:avLst/>
          </a:prstGeom>
          <a:noFill/>
          <a:ln w="9525">
            <a:solidFill>
              <a:srgbClr val="0066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" name="Line 52">
            <a:extLst>
              <a:ext uri="{FF2B5EF4-FFF2-40B4-BE49-F238E27FC236}">
                <a16:creationId xmlns:a16="http://schemas.microsoft.com/office/drawing/2014/main" id="{B82EC6A4-6302-ECF2-F7A7-CB4B80F3396E}"/>
              </a:ext>
            </a:extLst>
          </p:cNvPr>
          <p:cNvSpPr>
            <a:spLocks noChangeShapeType="1"/>
          </p:cNvSpPr>
          <p:nvPr/>
        </p:nvSpPr>
        <p:spPr bwMode="auto">
          <a:xfrm>
            <a:off x="4130675" y="5324475"/>
            <a:ext cx="29003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" name="Line 53">
            <a:extLst>
              <a:ext uri="{FF2B5EF4-FFF2-40B4-BE49-F238E27FC236}">
                <a16:creationId xmlns:a16="http://schemas.microsoft.com/office/drawing/2014/main" id="{E3695FD6-E54B-2060-24B2-51C05F8C787B}"/>
              </a:ext>
            </a:extLst>
          </p:cNvPr>
          <p:cNvSpPr>
            <a:spLocks noChangeShapeType="1"/>
          </p:cNvSpPr>
          <p:nvPr/>
        </p:nvSpPr>
        <p:spPr bwMode="auto">
          <a:xfrm>
            <a:off x="9094788" y="546100"/>
            <a:ext cx="0" cy="28590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" name="Text Box 54">
            <a:extLst>
              <a:ext uri="{FF2B5EF4-FFF2-40B4-BE49-F238E27FC236}">
                <a16:creationId xmlns:a16="http://schemas.microsoft.com/office/drawing/2014/main" id="{5CC31174-A405-7C3C-D70A-B810E3CC6E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53513" y="266700"/>
            <a:ext cx="6302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 sz="2800" b="1">
                <a:ea typeface="隶书" charset="0"/>
              </a:rPr>
              <a:t>P</a:t>
            </a:r>
            <a:r>
              <a:rPr lang="en-US" altLang="zh-CN" sz="1800" b="1">
                <a:ea typeface="隶书" charset="0"/>
              </a:rPr>
              <a:t>W</a:t>
            </a:r>
            <a:endParaRPr lang="en-US" altLang="zh-CN" sz="2800" b="1">
              <a:ea typeface="隶书" charset="0"/>
            </a:endParaRPr>
          </a:p>
        </p:txBody>
      </p:sp>
      <p:sp>
        <p:nvSpPr>
          <p:cNvPr id="57" name="Line 55">
            <a:extLst>
              <a:ext uri="{FF2B5EF4-FFF2-40B4-BE49-F238E27FC236}">
                <a16:creationId xmlns:a16="http://schemas.microsoft.com/office/drawing/2014/main" id="{307082B6-4579-6AE2-F2E5-439C962B112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54588" y="1498600"/>
            <a:ext cx="0" cy="3840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" name="Line 56">
            <a:extLst>
              <a:ext uri="{FF2B5EF4-FFF2-40B4-BE49-F238E27FC236}">
                <a16:creationId xmlns:a16="http://schemas.microsoft.com/office/drawing/2014/main" id="{A37B4E0D-ABB6-49B6-D4D3-2DF9794F84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29363" y="1516062"/>
            <a:ext cx="0" cy="3787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" name="Line 57">
            <a:extLst>
              <a:ext uri="{FF2B5EF4-FFF2-40B4-BE49-F238E27FC236}">
                <a16:creationId xmlns:a16="http://schemas.microsoft.com/office/drawing/2014/main" id="{9D02FD4D-16FB-8CF7-B654-D635B2C20F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45063" y="1528762"/>
            <a:ext cx="4149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" name="Line 58">
            <a:extLst>
              <a:ext uri="{FF2B5EF4-FFF2-40B4-BE49-F238E27FC236}">
                <a16:creationId xmlns:a16="http://schemas.microsoft.com/office/drawing/2014/main" id="{C6F73333-61A9-4B67-B0B1-37A6A718B52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48238" y="2517775"/>
            <a:ext cx="41687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" name="Oval 59">
            <a:extLst>
              <a:ext uri="{FF2B5EF4-FFF2-40B4-BE49-F238E27FC236}">
                <a16:creationId xmlns:a16="http://schemas.microsoft.com/office/drawing/2014/main" id="{638FDA61-68F4-96C4-40B5-82A1078B7A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26525" y="1436687"/>
            <a:ext cx="158750" cy="158750"/>
          </a:xfrm>
          <a:prstGeom prst="ellipse">
            <a:avLst/>
          </a:prstGeom>
          <a:gradFill rotWithShape="0">
            <a:gsLst>
              <a:gs pos="0">
                <a:srgbClr val="99FF99"/>
              </a:gs>
              <a:gs pos="100000">
                <a:srgbClr val="99FF99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" name="Oval 60">
            <a:extLst>
              <a:ext uri="{FF2B5EF4-FFF2-40B4-BE49-F238E27FC236}">
                <a16:creationId xmlns:a16="http://schemas.microsoft.com/office/drawing/2014/main" id="{B8320D6B-1A4C-0031-4517-27CDA77C41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69400" y="1928812"/>
            <a:ext cx="158750" cy="15875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FF0000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" name="Oval 61">
            <a:extLst>
              <a:ext uri="{FF2B5EF4-FFF2-40B4-BE49-F238E27FC236}">
                <a16:creationId xmlns:a16="http://schemas.microsoft.com/office/drawing/2014/main" id="{1A94CA7C-C4C7-7A3E-6A26-71D57831B9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7763" y="1150937"/>
            <a:ext cx="158750" cy="158750"/>
          </a:xfrm>
          <a:prstGeom prst="ellipse">
            <a:avLst/>
          </a:prstGeom>
          <a:gradFill rotWithShape="0">
            <a:gsLst>
              <a:gs pos="0">
                <a:srgbClr val="6699FF"/>
              </a:gs>
              <a:gs pos="100000">
                <a:srgbClr val="6699FF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" name="Oval 62">
            <a:extLst>
              <a:ext uri="{FF2B5EF4-FFF2-40B4-BE49-F238E27FC236}">
                <a16:creationId xmlns:a16="http://schemas.microsoft.com/office/drawing/2014/main" id="{2DCC282C-878D-C0B4-2090-1CD3F91471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5700" y="2703512"/>
            <a:ext cx="158750" cy="158750"/>
          </a:xfrm>
          <a:prstGeom prst="ellipse">
            <a:avLst/>
          </a:prstGeom>
          <a:gradFill rotWithShape="0">
            <a:gsLst>
              <a:gs pos="0">
                <a:srgbClr val="6699FF"/>
              </a:gs>
              <a:gs pos="100000">
                <a:srgbClr val="6699FF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5" name="Oval 63">
            <a:extLst>
              <a:ext uri="{FF2B5EF4-FFF2-40B4-BE49-F238E27FC236}">
                <a16:creationId xmlns:a16="http://schemas.microsoft.com/office/drawing/2014/main" id="{452C8D53-2D00-62D6-2575-A56A220238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3888" y="1000125"/>
            <a:ext cx="158750" cy="158750"/>
          </a:xfrm>
          <a:prstGeom prst="ellipse">
            <a:avLst/>
          </a:prstGeom>
          <a:gradFill rotWithShape="0">
            <a:gsLst>
              <a:gs pos="0">
                <a:srgbClr val="FFFF66"/>
              </a:gs>
              <a:gs pos="100000">
                <a:srgbClr val="FFFF66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" name="Oval 64">
            <a:extLst>
              <a:ext uri="{FF2B5EF4-FFF2-40B4-BE49-F238E27FC236}">
                <a16:creationId xmlns:a16="http://schemas.microsoft.com/office/drawing/2014/main" id="{28CD63D1-9254-E1AE-F0E0-86BF577DF9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8963" y="2913062"/>
            <a:ext cx="158750" cy="158750"/>
          </a:xfrm>
          <a:prstGeom prst="ellipse">
            <a:avLst/>
          </a:prstGeom>
          <a:gradFill rotWithShape="0">
            <a:gsLst>
              <a:gs pos="0">
                <a:srgbClr val="FFFF66"/>
              </a:gs>
              <a:gs pos="100000">
                <a:srgbClr val="FFFF66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" name="Oval 65">
            <a:extLst>
              <a:ext uri="{FF2B5EF4-FFF2-40B4-BE49-F238E27FC236}">
                <a16:creationId xmlns:a16="http://schemas.microsoft.com/office/drawing/2014/main" id="{427F4344-9398-F793-EE4B-6848BF614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0050" y="2871787"/>
            <a:ext cx="158750" cy="15875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0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" name="Oval 66">
            <a:extLst>
              <a:ext uri="{FF2B5EF4-FFF2-40B4-BE49-F238E27FC236}">
                <a16:creationId xmlns:a16="http://schemas.microsoft.com/office/drawing/2014/main" id="{069D983D-9473-50E5-3BA8-3CFEF6AE7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4338" y="1009650"/>
            <a:ext cx="158750" cy="15875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0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" name="Oval 67">
            <a:extLst>
              <a:ext uri="{FF2B5EF4-FFF2-40B4-BE49-F238E27FC236}">
                <a16:creationId xmlns:a16="http://schemas.microsoft.com/office/drawing/2014/main" id="{56C3C972-4AFF-8E85-FDB8-9F86F9527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6050" y="2455862"/>
            <a:ext cx="158750" cy="158750"/>
          </a:xfrm>
          <a:prstGeom prst="ellipse">
            <a:avLst/>
          </a:prstGeom>
          <a:gradFill rotWithShape="0">
            <a:gsLst>
              <a:gs pos="0">
                <a:srgbClr val="99FF99"/>
              </a:gs>
              <a:gs pos="100000">
                <a:srgbClr val="99FF99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0" name="Oval 68">
            <a:extLst>
              <a:ext uri="{FF2B5EF4-FFF2-40B4-BE49-F238E27FC236}">
                <a16:creationId xmlns:a16="http://schemas.microsoft.com/office/drawing/2014/main" id="{F228A829-D63E-E25A-7B05-82152273D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3475" y="5413375"/>
            <a:ext cx="158750" cy="15875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FF0000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" name="Oval 69">
            <a:extLst>
              <a:ext uri="{FF2B5EF4-FFF2-40B4-BE49-F238E27FC236}">
                <a16:creationId xmlns:a16="http://schemas.microsoft.com/office/drawing/2014/main" id="{461FF2EB-B573-E05E-F410-DD2E99596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1725" y="5392737"/>
            <a:ext cx="158750" cy="15875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FF0000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" name="Oval 70">
            <a:extLst>
              <a:ext uri="{FF2B5EF4-FFF2-40B4-BE49-F238E27FC236}">
                <a16:creationId xmlns:a16="http://schemas.microsoft.com/office/drawing/2014/main" id="{718C6209-677F-8352-08E4-DCE3743F70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9650" y="5010150"/>
            <a:ext cx="158750" cy="158750"/>
          </a:xfrm>
          <a:prstGeom prst="ellipse">
            <a:avLst/>
          </a:prstGeom>
          <a:gradFill rotWithShape="0">
            <a:gsLst>
              <a:gs pos="0">
                <a:srgbClr val="6699FF"/>
              </a:gs>
              <a:gs pos="100000">
                <a:srgbClr val="6699FF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" name="Oval 71">
            <a:extLst>
              <a:ext uri="{FF2B5EF4-FFF2-40B4-BE49-F238E27FC236}">
                <a16:creationId xmlns:a16="http://schemas.microsoft.com/office/drawing/2014/main" id="{7576FC58-0588-9AC9-BBCA-7D5519E27E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5075" y="5003800"/>
            <a:ext cx="158750" cy="158750"/>
          </a:xfrm>
          <a:prstGeom prst="ellipse">
            <a:avLst/>
          </a:prstGeom>
          <a:gradFill rotWithShape="0">
            <a:gsLst>
              <a:gs pos="0">
                <a:srgbClr val="6699FF"/>
              </a:gs>
              <a:gs pos="100000">
                <a:srgbClr val="6699FF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" name="Oval 72">
            <a:extLst>
              <a:ext uri="{FF2B5EF4-FFF2-40B4-BE49-F238E27FC236}">
                <a16:creationId xmlns:a16="http://schemas.microsoft.com/office/drawing/2014/main" id="{7141540C-4B8B-EA14-657D-82FC74D16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7300" y="4476750"/>
            <a:ext cx="158750" cy="158750"/>
          </a:xfrm>
          <a:prstGeom prst="ellipse">
            <a:avLst/>
          </a:prstGeom>
          <a:gradFill rotWithShape="0">
            <a:gsLst>
              <a:gs pos="0">
                <a:srgbClr val="FFFF66"/>
              </a:gs>
              <a:gs pos="100000">
                <a:srgbClr val="FFFF66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" name="Oval 73">
            <a:extLst>
              <a:ext uri="{FF2B5EF4-FFF2-40B4-BE49-F238E27FC236}">
                <a16:creationId xmlns:a16="http://schemas.microsoft.com/office/drawing/2014/main" id="{FC345E69-F98D-F553-39C0-2ABF4134C2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0438" y="4441825"/>
            <a:ext cx="158750" cy="158750"/>
          </a:xfrm>
          <a:prstGeom prst="ellipse">
            <a:avLst/>
          </a:prstGeom>
          <a:gradFill rotWithShape="0">
            <a:gsLst>
              <a:gs pos="0">
                <a:srgbClr val="FFFF66"/>
              </a:gs>
              <a:gs pos="100000">
                <a:srgbClr val="FFFF66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" name="Oval 74">
            <a:extLst>
              <a:ext uri="{FF2B5EF4-FFF2-40B4-BE49-F238E27FC236}">
                <a16:creationId xmlns:a16="http://schemas.microsoft.com/office/drawing/2014/main" id="{2B50CFAD-4F4E-6F03-762C-1580365F9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3713" y="4262437"/>
            <a:ext cx="158750" cy="15875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0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" name="Oval 75">
            <a:extLst>
              <a:ext uri="{FF2B5EF4-FFF2-40B4-BE49-F238E27FC236}">
                <a16:creationId xmlns:a16="http://schemas.microsoft.com/office/drawing/2014/main" id="{63CD6C68-9F58-1118-E588-99A210670D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3625" y="5243512"/>
            <a:ext cx="158750" cy="158750"/>
          </a:xfrm>
          <a:prstGeom prst="ellipse">
            <a:avLst/>
          </a:prstGeom>
          <a:gradFill rotWithShape="0">
            <a:gsLst>
              <a:gs pos="0">
                <a:srgbClr val="99FF99"/>
              </a:gs>
              <a:gs pos="100000">
                <a:srgbClr val="99FF99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" name="Oval 76">
            <a:extLst>
              <a:ext uri="{FF2B5EF4-FFF2-40B4-BE49-F238E27FC236}">
                <a16:creationId xmlns:a16="http://schemas.microsoft.com/office/drawing/2014/main" id="{9FD2410E-D32D-6A5B-0C00-1B7B4C13A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5225" y="5238750"/>
            <a:ext cx="158750" cy="158750"/>
          </a:xfrm>
          <a:prstGeom prst="ellipse">
            <a:avLst/>
          </a:prstGeom>
          <a:gradFill rotWithShape="0">
            <a:gsLst>
              <a:gs pos="0">
                <a:srgbClr val="99FF99"/>
              </a:gs>
              <a:gs pos="100000">
                <a:srgbClr val="99FF99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" name="Freeform 77">
            <a:extLst>
              <a:ext uri="{FF2B5EF4-FFF2-40B4-BE49-F238E27FC236}">
                <a16:creationId xmlns:a16="http://schemas.microsoft.com/office/drawing/2014/main" id="{41E466F2-2C6F-4BF6-5932-8E860177813C}"/>
              </a:ext>
            </a:extLst>
          </p:cNvPr>
          <p:cNvSpPr>
            <a:spLocks/>
          </p:cNvSpPr>
          <p:nvPr/>
        </p:nvSpPr>
        <p:spPr bwMode="auto">
          <a:xfrm>
            <a:off x="4895850" y="1062037"/>
            <a:ext cx="1485900" cy="1916113"/>
          </a:xfrm>
          <a:custGeom>
            <a:avLst/>
            <a:gdLst>
              <a:gd name="T0" fmla="*/ 470 w 936"/>
              <a:gd name="T1" fmla="*/ 23 h 1207"/>
              <a:gd name="T2" fmla="*/ 166 w 936"/>
              <a:gd name="T3" fmla="*/ 3 h 1207"/>
              <a:gd name="T4" fmla="*/ 41 w 936"/>
              <a:gd name="T5" fmla="*/ 43 h 1207"/>
              <a:gd name="T6" fmla="*/ 5 w 936"/>
              <a:gd name="T7" fmla="*/ 118 h 1207"/>
              <a:gd name="T8" fmla="*/ 38 w 936"/>
              <a:gd name="T9" fmla="*/ 292 h 1207"/>
              <a:gd name="T10" fmla="*/ 78 w 936"/>
              <a:gd name="T11" fmla="*/ 603 h 1207"/>
              <a:gd name="T12" fmla="*/ 38 w 936"/>
              <a:gd name="T13" fmla="*/ 919 h 1207"/>
              <a:gd name="T14" fmla="*/ 2 w 936"/>
              <a:gd name="T15" fmla="*/ 1083 h 1207"/>
              <a:gd name="T16" fmla="*/ 53 w 936"/>
              <a:gd name="T17" fmla="*/ 1165 h 1207"/>
              <a:gd name="T18" fmla="*/ 166 w 936"/>
              <a:gd name="T19" fmla="*/ 1203 h 1207"/>
              <a:gd name="T20" fmla="*/ 470 w 936"/>
              <a:gd name="T21" fmla="*/ 1187 h 1207"/>
              <a:gd name="T22" fmla="*/ 770 w 936"/>
              <a:gd name="T23" fmla="*/ 1203 h 1207"/>
              <a:gd name="T24" fmla="*/ 890 w 936"/>
              <a:gd name="T25" fmla="*/ 1165 h 1207"/>
              <a:gd name="T26" fmla="*/ 934 w 936"/>
              <a:gd name="T27" fmla="*/ 1083 h 1207"/>
              <a:gd name="T28" fmla="*/ 898 w 936"/>
              <a:gd name="T29" fmla="*/ 919 h 1207"/>
              <a:gd name="T30" fmla="*/ 858 w 936"/>
              <a:gd name="T31" fmla="*/ 603 h 1207"/>
              <a:gd name="T32" fmla="*/ 902 w 936"/>
              <a:gd name="T33" fmla="*/ 295 h 1207"/>
              <a:gd name="T34" fmla="*/ 934 w 936"/>
              <a:gd name="T35" fmla="*/ 123 h 1207"/>
              <a:gd name="T36" fmla="*/ 890 w 936"/>
              <a:gd name="T37" fmla="*/ 43 h 1207"/>
              <a:gd name="T38" fmla="*/ 774 w 936"/>
              <a:gd name="T39" fmla="*/ 3 h 1207"/>
              <a:gd name="T40" fmla="*/ 470 w 936"/>
              <a:gd name="T41" fmla="*/ 23 h 12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936" h="1207">
                <a:moveTo>
                  <a:pt x="470" y="23"/>
                </a:moveTo>
                <a:cubicBezTo>
                  <a:pt x="369" y="23"/>
                  <a:pt x="237" y="0"/>
                  <a:pt x="166" y="3"/>
                </a:cubicBezTo>
                <a:cubicBezTo>
                  <a:pt x="95" y="6"/>
                  <a:pt x="68" y="24"/>
                  <a:pt x="41" y="43"/>
                </a:cubicBezTo>
                <a:cubicBezTo>
                  <a:pt x="14" y="62"/>
                  <a:pt x="5" y="77"/>
                  <a:pt x="5" y="118"/>
                </a:cubicBezTo>
                <a:cubicBezTo>
                  <a:pt x="5" y="159"/>
                  <a:pt x="26" y="211"/>
                  <a:pt x="38" y="292"/>
                </a:cubicBezTo>
                <a:cubicBezTo>
                  <a:pt x="50" y="373"/>
                  <a:pt x="78" y="499"/>
                  <a:pt x="78" y="603"/>
                </a:cubicBezTo>
                <a:cubicBezTo>
                  <a:pt x="78" y="707"/>
                  <a:pt x="51" y="839"/>
                  <a:pt x="38" y="919"/>
                </a:cubicBezTo>
                <a:cubicBezTo>
                  <a:pt x="25" y="999"/>
                  <a:pt x="0" y="1042"/>
                  <a:pt x="2" y="1083"/>
                </a:cubicBezTo>
                <a:cubicBezTo>
                  <a:pt x="4" y="1124"/>
                  <a:pt x="26" y="1145"/>
                  <a:pt x="53" y="1165"/>
                </a:cubicBezTo>
                <a:cubicBezTo>
                  <a:pt x="80" y="1185"/>
                  <a:pt x="97" y="1199"/>
                  <a:pt x="166" y="1203"/>
                </a:cubicBezTo>
                <a:cubicBezTo>
                  <a:pt x="235" y="1207"/>
                  <a:pt x="369" y="1187"/>
                  <a:pt x="470" y="1187"/>
                </a:cubicBezTo>
                <a:cubicBezTo>
                  <a:pt x="571" y="1187"/>
                  <a:pt x="700" y="1207"/>
                  <a:pt x="770" y="1203"/>
                </a:cubicBezTo>
                <a:cubicBezTo>
                  <a:pt x="840" y="1199"/>
                  <a:pt x="863" y="1185"/>
                  <a:pt x="890" y="1165"/>
                </a:cubicBezTo>
                <a:cubicBezTo>
                  <a:pt x="917" y="1145"/>
                  <a:pt x="933" y="1124"/>
                  <a:pt x="934" y="1083"/>
                </a:cubicBezTo>
                <a:cubicBezTo>
                  <a:pt x="935" y="1042"/>
                  <a:pt x="911" y="999"/>
                  <a:pt x="898" y="919"/>
                </a:cubicBezTo>
                <a:cubicBezTo>
                  <a:pt x="885" y="839"/>
                  <a:pt x="857" y="707"/>
                  <a:pt x="858" y="603"/>
                </a:cubicBezTo>
                <a:cubicBezTo>
                  <a:pt x="859" y="499"/>
                  <a:pt x="889" y="375"/>
                  <a:pt x="902" y="295"/>
                </a:cubicBezTo>
                <a:cubicBezTo>
                  <a:pt x="915" y="215"/>
                  <a:pt x="936" y="165"/>
                  <a:pt x="934" y="123"/>
                </a:cubicBezTo>
                <a:cubicBezTo>
                  <a:pt x="932" y="81"/>
                  <a:pt x="917" y="63"/>
                  <a:pt x="890" y="43"/>
                </a:cubicBezTo>
                <a:cubicBezTo>
                  <a:pt x="863" y="23"/>
                  <a:pt x="844" y="6"/>
                  <a:pt x="774" y="3"/>
                </a:cubicBezTo>
                <a:cubicBezTo>
                  <a:pt x="704" y="0"/>
                  <a:pt x="571" y="23"/>
                  <a:pt x="470" y="23"/>
                </a:cubicBez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0" name="Freeform 78">
            <a:extLst>
              <a:ext uri="{FF2B5EF4-FFF2-40B4-BE49-F238E27FC236}">
                <a16:creationId xmlns:a16="http://schemas.microsoft.com/office/drawing/2014/main" id="{4E5CBF30-00E1-616B-3A1D-81938C6C80EB}"/>
              </a:ext>
            </a:extLst>
          </p:cNvPr>
          <p:cNvSpPr>
            <a:spLocks/>
          </p:cNvSpPr>
          <p:nvPr/>
        </p:nvSpPr>
        <p:spPr bwMode="auto">
          <a:xfrm>
            <a:off x="4899025" y="1249362"/>
            <a:ext cx="120650" cy="1528763"/>
          </a:xfrm>
          <a:custGeom>
            <a:avLst/>
            <a:gdLst>
              <a:gd name="T0" fmla="*/ 0 w 76"/>
              <a:gd name="T1" fmla="*/ 0 h 963"/>
              <a:gd name="T2" fmla="*/ 6 w 76"/>
              <a:gd name="T3" fmla="*/ 45 h 963"/>
              <a:gd name="T4" fmla="*/ 21 w 76"/>
              <a:gd name="T5" fmla="*/ 99 h 963"/>
              <a:gd name="T6" fmla="*/ 33 w 76"/>
              <a:gd name="T7" fmla="*/ 168 h 963"/>
              <a:gd name="T8" fmla="*/ 48 w 76"/>
              <a:gd name="T9" fmla="*/ 249 h 963"/>
              <a:gd name="T10" fmla="*/ 66 w 76"/>
              <a:gd name="T11" fmla="*/ 354 h 963"/>
              <a:gd name="T12" fmla="*/ 75 w 76"/>
              <a:gd name="T13" fmla="*/ 483 h 963"/>
              <a:gd name="T14" fmla="*/ 72 w 76"/>
              <a:gd name="T15" fmla="*/ 600 h 963"/>
              <a:gd name="T16" fmla="*/ 57 w 76"/>
              <a:gd name="T17" fmla="*/ 693 h 963"/>
              <a:gd name="T18" fmla="*/ 36 w 76"/>
              <a:gd name="T19" fmla="*/ 795 h 963"/>
              <a:gd name="T20" fmla="*/ 24 w 76"/>
              <a:gd name="T21" fmla="*/ 840 h 963"/>
              <a:gd name="T22" fmla="*/ 15 w 76"/>
              <a:gd name="T23" fmla="*/ 885 h 963"/>
              <a:gd name="T24" fmla="*/ 6 w 76"/>
              <a:gd name="T25" fmla="*/ 912 h 963"/>
              <a:gd name="T26" fmla="*/ 3 w 76"/>
              <a:gd name="T27" fmla="*/ 963 h 9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76" h="963">
                <a:moveTo>
                  <a:pt x="0" y="0"/>
                </a:moveTo>
                <a:cubicBezTo>
                  <a:pt x="1" y="14"/>
                  <a:pt x="3" y="29"/>
                  <a:pt x="6" y="45"/>
                </a:cubicBezTo>
                <a:cubicBezTo>
                  <a:pt x="9" y="61"/>
                  <a:pt x="17" y="79"/>
                  <a:pt x="21" y="99"/>
                </a:cubicBezTo>
                <a:cubicBezTo>
                  <a:pt x="25" y="119"/>
                  <a:pt x="28" y="143"/>
                  <a:pt x="33" y="168"/>
                </a:cubicBezTo>
                <a:cubicBezTo>
                  <a:pt x="38" y="193"/>
                  <a:pt x="43" y="218"/>
                  <a:pt x="48" y="249"/>
                </a:cubicBezTo>
                <a:cubicBezTo>
                  <a:pt x="53" y="280"/>
                  <a:pt x="62" y="315"/>
                  <a:pt x="66" y="354"/>
                </a:cubicBezTo>
                <a:cubicBezTo>
                  <a:pt x="70" y="393"/>
                  <a:pt x="74" y="442"/>
                  <a:pt x="75" y="483"/>
                </a:cubicBezTo>
                <a:cubicBezTo>
                  <a:pt x="76" y="524"/>
                  <a:pt x="75" y="565"/>
                  <a:pt x="72" y="600"/>
                </a:cubicBezTo>
                <a:cubicBezTo>
                  <a:pt x="69" y="635"/>
                  <a:pt x="63" y="661"/>
                  <a:pt x="57" y="693"/>
                </a:cubicBezTo>
                <a:cubicBezTo>
                  <a:pt x="51" y="725"/>
                  <a:pt x="41" y="771"/>
                  <a:pt x="36" y="795"/>
                </a:cubicBezTo>
                <a:cubicBezTo>
                  <a:pt x="31" y="819"/>
                  <a:pt x="28" y="825"/>
                  <a:pt x="24" y="840"/>
                </a:cubicBezTo>
                <a:cubicBezTo>
                  <a:pt x="20" y="855"/>
                  <a:pt x="18" y="873"/>
                  <a:pt x="15" y="885"/>
                </a:cubicBezTo>
                <a:cubicBezTo>
                  <a:pt x="12" y="897"/>
                  <a:pt x="8" y="899"/>
                  <a:pt x="6" y="912"/>
                </a:cubicBezTo>
                <a:cubicBezTo>
                  <a:pt x="4" y="925"/>
                  <a:pt x="4" y="956"/>
                  <a:pt x="3" y="963"/>
                </a:cubicBezTo>
              </a:path>
            </a:pathLst>
          </a:custGeom>
          <a:noFill/>
          <a:ln w="38100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" name="Freeform 79">
            <a:extLst>
              <a:ext uri="{FF2B5EF4-FFF2-40B4-BE49-F238E27FC236}">
                <a16:creationId xmlns:a16="http://schemas.microsoft.com/office/drawing/2014/main" id="{070697F9-F641-9ED2-FC59-7830FAC6158E}"/>
              </a:ext>
            </a:extLst>
          </p:cNvPr>
          <p:cNvSpPr>
            <a:spLocks/>
          </p:cNvSpPr>
          <p:nvPr/>
        </p:nvSpPr>
        <p:spPr bwMode="auto">
          <a:xfrm>
            <a:off x="6270625" y="1249362"/>
            <a:ext cx="120650" cy="1528763"/>
          </a:xfrm>
          <a:custGeom>
            <a:avLst/>
            <a:gdLst>
              <a:gd name="T0" fmla="*/ 76 w 76"/>
              <a:gd name="T1" fmla="*/ 0 h 963"/>
              <a:gd name="T2" fmla="*/ 70 w 76"/>
              <a:gd name="T3" fmla="*/ 45 h 963"/>
              <a:gd name="T4" fmla="*/ 55 w 76"/>
              <a:gd name="T5" fmla="*/ 99 h 963"/>
              <a:gd name="T6" fmla="*/ 43 w 76"/>
              <a:gd name="T7" fmla="*/ 168 h 963"/>
              <a:gd name="T8" fmla="*/ 28 w 76"/>
              <a:gd name="T9" fmla="*/ 249 h 963"/>
              <a:gd name="T10" fmla="*/ 13 w 76"/>
              <a:gd name="T11" fmla="*/ 345 h 963"/>
              <a:gd name="T12" fmla="*/ 1 w 76"/>
              <a:gd name="T13" fmla="*/ 483 h 963"/>
              <a:gd name="T14" fmla="*/ 6 w 76"/>
              <a:gd name="T15" fmla="*/ 603 h 963"/>
              <a:gd name="T16" fmla="*/ 18 w 76"/>
              <a:gd name="T17" fmla="*/ 693 h 963"/>
              <a:gd name="T18" fmla="*/ 33 w 76"/>
              <a:gd name="T19" fmla="*/ 768 h 963"/>
              <a:gd name="T20" fmla="*/ 52 w 76"/>
              <a:gd name="T21" fmla="*/ 840 h 963"/>
              <a:gd name="T22" fmla="*/ 61 w 76"/>
              <a:gd name="T23" fmla="*/ 885 h 963"/>
              <a:gd name="T24" fmla="*/ 70 w 76"/>
              <a:gd name="T25" fmla="*/ 912 h 963"/>
              <a:gd name="T26" fmla="*/ 73 w 76"/>
              <a:gd name="T27" fmla="*/ 963 h 9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76" h="963">
                <a:moveTo>
                  <a:pt x="76" y="0"/>
                </a:moveTo>
                <a:cubicBezTo>
                  <a:pt x="75" y="14"/>
                  <a:pt x="73" y="29"/>
                  <a:pt x="70" y="45"/>
                </a:cubicBezTo>
                <a:cubicBezTo>
                  <a:pt x="67" y="61"/>
                  <a:pt x="59" y="79"/>
                  <a:pt x="55" y="99"/>
                </a:cubicBezTo>
                <a:cubicBezTo>
                  <a:pt x="51" y="119"/>
                  <a:pt x="48" y="143"/>
                  <a:pt x="43" y="168"/>
                </a:cubicBezTo>
                <a:cubicBezTo>
                  <a:pt x="38" y="193"/>
                  <a:pt x="33" y="220"/>
                  <a:pt x="28" y="249"/>
                </a:cubicBezTo>
                <a:cubicBezTo>
                  <a:pt x="23" y="278"/>
                  <a:pt x="17" y="306"/>
                  <a:pt x="13" y="345"/>
                </a:cubicBezTo>
                <a:cubicBezTo>
                  <a:pt x="9" y="384"/>
                  <a:pt x="2" y="440"/>
                  <a:pt x="1" y="483"/>
                </a:cubicBezTo>
                <a:cubicBezTo>
                  <a:pt x="0" y="526"/>
                  <a:pt x="3" y="568"/>
                  <a:pt x="6" y="603"/>
                </a:cubicBezTo>
                <a:cubicBezTo>
                  <a:pt x="9" y="638"/>
                  <a:pt x="14" y="666"/>
                  <a:pt x="18" y="693"/>
                </a:cubicBezTo>
                <a:cubicBezTo>
                  <a:pt x="22" y="720"/>
                  <a:pt x="27" y="744"/>
                  <a:pt x="33" y="768"/>
                </a:cubicBezTo>
                <a:cubicBezTo>
                  <a:pt x="39" y="792"/>
                  <a:pt x="47" y="821"/>
                  <a:pt x="52" y="840"/>
                </a:cubicBezTo>
                <a:cubicBezTo>
                  <a:pt x="57" y="859"/>
                  <a:pt x="58" y="873"/>
                  <a:pt x="61" y="885"/>
                </a:cubicBezTo>
                <a:cubicBezTo>
                  <a:pt x="64" y="897"/>
                  <a:pt x="68" y="899"/>
                  <a:pt x="70" y="912"/>
                </a:cubicBezTo>
                <a:cubicBezTo>
                  <a:pt x="72" y="925"/>
                  <a:pt x="72" y="956"/>
                  <a:pt x="73" y="963"/>
                </a:cubicBezTo>
              </a:path>
            </a:pathLst>
          </a:custGeom>
          <a:noFill/>
          <a:ln w="38100" cmpd="sng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" name="Line 80">
            <a:extLst>
              <a:ext uri="{FF2B5EF4-FFF2-40B4-BE49-F238E27FC236}">
                <a16:creationId xmlns:a16="http://schemas.microsoft.com/office/drawing/2014/main" id="{E7BE0441-B75F-0974-F3B4-2B95BBEB8546}"/>
              </a:ext>
            </a:extLst>
          </p:cNvPr>
          <p:cNvSpPr>
            <a:spLocks noChangeShapeType="1"/>
          </p:cNvSpPr>
          <p:nvPr/>
        </p:nvSpPr>
        <p:spPr bwMode="auto">
          <a:xfrm>
            <a:off x="4899025" y="858837"/>
            <a:ext cx="0" cy="39052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3" name="Line 81">
            <a:extLst>
              <a:ext uri="{FF2B5EF4-FFF2-40B4-BE49-F238E27FC236}">
                <a16:creationId xmlns:a16="http://schemas.microsoft.com/office/drawing/2014/main" id="{901BA7CA-F8EF-DF78-440B-00982B1BB63F}"/>
              </a:ext>
            </a:extLst>
          </p:cNvPr>
          <p:cNvSpPr>
            <a:spLocks noChangeShapeType="1"/>
          </p:cNvSpPr>
          <p:nvPr/>
        </p:nvSpPr>
        <p:spPr bwMode="auto">
          <a:xfrm>
            <a:off x="4899025" y="2778125"/>
            <a:ext cx="0" cy="40005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84" name="Line 82">
            <a:extLst>
              <a:ext uri="{FF2B5EF4-FFF2-40B4-BE49-F238E27FC236}">
                <a16:creationId xmlns:a16="http://schemas.microsoft.com/office/drawing/2014/main" id="{0142FF30-9D06-CB51-7C40-B258CE043DA7}"/>
              </a:ext>
            </a:extLst>
          </p:cNvPr>
          <p:cNvSpPr>
            <a:spLocks noChangeShapeType="1"/>
          </p:cNvSpPr>
          <p:nvPr/>
        </p:nvSpPr>
        <p:spPr bwMode="auto">
          <a:xfrm>
            <a:off x="6384925" y="873125"/>
            <a:ext cx="0" cy="39052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5" name="Line 83">
            <a:extLst>
              <a:ext uri="{FF2B5EF4-FFF2-40B4-BE49-F238E27FC236}">
                <a16:creationId xmlns:a16="http://schemas.microsoft.com/office/drawing/2014/main" id="{74C9062A-1A3A-6F77-CE35-D03D702D33D7}"/>
              </a:ext>
            </a:extLst>
          </p:cNvPr>
          <p:cNvSpPr>
            <a:spLocks noChangeShapeType="1"/>
          </p:cNvSpPr>
          <p:nvPr/>
        </p:nvSpPr>
        <p:spPr bwMode="auto">
          <a:xfrm>
            <a:off x="6384925" y="2778125"/>
            <a:ext cx="0" cy="39052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6" name="Line 84">
            <a:extLst>
              <a:ext uri="{FF2B5EF4-FFF2-40B4-BE49-F238E27FC236}">
                <a16:creationId xmlns:a16="http://schemas.microsoft.com/office/drawing/2014/main" id="{B35F2151-02FA-96F1-00B0-51D44F658EA1}"/>
              </a:ext>
            </a:extLst>
          </p:cNvPr>
          <p:cNvSpPr>
            <a:spLocks noChangeShapeType="1"/>
          </p:cNvSpPr>
          <p:nvPr/>
        </p:nvSpPr>
        <p:spPr bwMode="auto">
          <a:xfrm>
            <a:off x="4884738" y="868362"/>
            <a:ext cx="1519237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7" name="Line 85">
            <a:extLst>
              <a:ext uri="{FF2B5EF4-FFF2-40B4-BE49-F238E27FC236}">
                <a16:creationId xmlns:a16="http://schemas.microsoft.com/office/drawing/2014/main" id="{C3F3CE9A-55F9-5073-0E75-B2A1FC5B0E1C}"/>
              </a:ext>
            </a:extLst>
          </p:cNvPr>
          <p:cNvSpPr>
            <a:spLocks noChangeShapeType="1"/>
          </p:cNvSpPr>
          <p:nvPr/>
        </p:nvSpPr>
        <p:spPr bwMode="auto">
          <a:xfrm>
            <a:off x="4884738" y="3173412"/>
            <a:ext cx="1519237" cy="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8" name="Line 86">
            <a:extLst>
              <a:ext uri="{FF2B5EF4-FFF2-40B4-BE49-F238E27FC236}">
                <a16:creationId xmlns:a16="http://schemas.microsoft.com/office/drawing/2014/main" id="{D2A59E2E-39B1-0CDE-F9E2-1BF0415E00DD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7538" y="1068387"/>
            <a:ext cx="452437" cy="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9" name="Rectangle 87">
            <a:extLst>
              <a:ext uri="{FF2B5EF4-FFF2-40B4-BE49-F238E27FC236}">
                <a16:creationId xmlns:a16="http://schemas.microsoft.com/office/drawing/2014/main" id="{79BB40E1-E306-7857-EA2B-103137FC1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2838" y="1020762"/>
            <a:ext cx="1438275" cy="16351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0" name="Freeform 88">
            <a:extLst>
              <a:ext uri="{FF2B5EF4-FFF2-40B4-BE49-F238E27FC236}">
                <a16:creationId xmlns:a16="http://schemas.microsoft.com/office/drawing/2014/main" id="{9DC3FA02-DC83-ED04-3364-CB28953E43D4}"/>
              </a:ext>
            </a:extLst>
          </p:cNvPr>
          <p:cNvSpPr>
            <a:spLocks/>
          </p:cNvSpPr>
          <p:nvPr/>
        </p:nvSpPr>
        <p:spPr bwMode="auto">
          <a:xfrm>
            <a:off x="4894263" y="1068387"/>
            <a:ext cx="1490662" cy="180975"/>
          </a:xfrm>
          <a:custGeom>
            <a:avLst/>
            <a:gdLst>
              <a:gd name="T0" fmla="*/ 0 w 939"/>
              <a:gd name="T1" fmla="*/ 114 h 114"/>
              <a:gd name="T2" fmla="*/ 9 w 939"/>
              <a:gd name="T3" fmla="*/ 81 h 114"/>
              <a:gd name="T4" fmla="*/ 27 w 939"/>
              <a:gd name="T5" fmla="*/ 45 h 114"/>
              <a:gd name="T6" fmla="*/ 60 w 939"/>
              <a:gd name="T7" fmla="*/ 21 h 114"/>
              <a:gd name="T8" fmla="*/ 96 w 939"/>
              <a:gd name="T9" fmla="*/ 9 h 114"/>
              <a:gd name="T10" fmla="*/ 162 w 939"/>
              <a:gd name="T11" fmla="*/ 3 h 114"/>
              <a:gd name="T12" fmla="*/ 279 w 939"/>
              <a:gd name="T13" fmla="*/ 9 h 114"/>
              <a:gd name="T14" fmla="*/ 381 w 939"/>
              <a:gd name="T15" fmla="*/ 18 h 114"/>
              <a:gd name="T16" fmla="*/ 471 w 939"/>
              <a:gd name="T17" fmla="*/ 18 h 114"/>
              <a:gd name="T18" fmla="*/ 582 w 939"/>
              <a:gd name="T19" fmla="*/ 15 h 114"/>
              <a:gd name="T20" fmla="*/ 660 w 939"/>
              <a:gd name="T21" fmla="*/ 6 h 114"/>
              <a:gd name="T22" fmla="*/ 771 w 939"/>
              <a:gd name="T23" fmla="*/ 0 h 114"/>
              <a:gd name="T24" fmla="*/ 843 w 939"/>
              <a:gd name="T25" fmla="*/ 9 h 114"/>
              <a:gd name="T26" fmla="*/ 891 w 939"/>
              <a:gd name="T27" fmla="*/ 30 h 114"/>
              <a:gd name="T28" fmla="*/ 927 w 939"/>
              <a:gd name="T29" fmla="*/ 72 h 114"/>
              <a:gd name="T30" fmla="*/ 939 w 939"/>
              <a:gd name="T31" fmla="*/ 114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939" h="114">
                <a:moveTo>
                  <a:pt x="0" y="114"/>
                </a:moveTo>
                <a:cubicBezTo>
                  <a:pt x="2" y="103"/>
                  <a:pt x="5" y="92"/>
                  <a:pt x="9" y="81"/>
                </a:cubicBezTo>
                <a:cubicBezTo>
                  <a:pt x="13" y="70"/>
                  <a:pt x="19" y="55"/>
                  <a:pt x="27" y="45"/>
                </a:cubicBezTo>
                <a:cubicBezTo>
                  <a:pt x="35" y="35"/>
                  <a:pt x="49" y="27"/>
                  <a:pt x="60" y="21"/>
                </a:cubicBezTo>
                <a:cubicBezTo>
                  <a:pt x="71" y="15"/>
                  <a:pt x="79" y="12"/>
                  <a:pt x="96" y="9"/>
                </a:cubicBezTo>
                <a:cubicBezTo>
                  <a:pt x="113" y="6"/>
                  <a:pt x="132" y="3"/>
                  <a:pt x="162" y="3"/>
                </a:cubicBezTo>
                <a:cubicBezTo>
                  <a:pt x="192" y="3"/>
                  <a:pt x="243" y="7"/>
                  <a:pt x="279" y="9"/>
                </a:cubicBezTo>
                <a:cubicBezTo>
                  <a:pt x="315" y="11"/>
                  <a:pt x="349" y="17"/>
                  <a:pt x="381" y="18"/>
                </a:cubicBezTo>
                <a:cubicBezTo>
                  <a:pt x="413" y="19"/>
                  <a:pt x="438" y="18"/>
                  <a:pt x="471" y="18"/>
                </a:cubicBezTo>
                <a:cubicBezTo>
                  <a:pt x="504" y="18"/>
                  <a:pt x="551" y="17"/>
                  <a:pt x="582" y="15"/>
                </a:cubicBezTo>
                <a:cubicBezTo>
                  <a:pt x="613" y="13"/>
                  <a:pt x="629" y="8"/>
                  <a:pt x="660" y="6"/>
                </a:cubicBezTo>
                <a:cubicBezTo>
                  <a:pt x="691" y="4"/>
                  <a:pt x="741" y="0"/>
                  <a:pt x="771" y="0"/>
                </a:cubicBezTo>
                <a:cubicBezTo>
                  <a:pt x="801" y="0"/>
                  <a:pt x="823" y="4"/>
                  <a:pt x="843" y="9"/>
                </a:cubicBezTo>
                <a:cubicBezTo>
                  <a:pt x="863" y="14"/>
                  <a:pt x="877" y="20"/>
                  <a:pt x="891" y="30"/>
                </a:cubicBezTo>
                <a:cubicBezTo>
                  <a:pt x="905" y="40"/>
                  <a:pt x="919" y="58"/>
                  <a:pt x="927" y="72"/>
                </a:cubicBezTo>
                <a:cubicBezTo>
                  <a:pt x="935" y="86"/>
                  <a:pt x="937" y="105"/>
                  <a:pt x="939" y="114"/>
                </a:cubicBezTo>
              </a:path>
            </a:pathLst>
          </a:custGeom>
          <a:noFill/>
          <a:ln w="19050" cap="flat" cmpd="sng">
            <a:solidFill>
              <a:srgbClr val="CC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1" name="Line 89">
            <a:extLst>
              <a:ext uri="{FF2B5EF4-FFF2-40B4-BE49-F238E27FC236}">
                <a16:creationId xmlns:a16="http://schemas.microsoft.com/office/drawing/2014/main" id="{5C7E879E-6462-A355-F591-4DDFD34D70FA}"/>
              </a:ext>
            </a:extLst>
          </p:cNvPr>
          <p:cNvSpPr>
            <a:spLocks noChangeShapeType="1"/>
          </p:cNvSpPr>
          <p:nvPr/>
        </p:nvSpPr>
        <p:spPr bwMode="auto">
          <a:xfrm>
            <a:off x="4937125" y="1068387"/>
            <a:ext cx="219075" cy="0"/>
          </a:xfrm>
          <a:prstGeom prst="line">
            <a:avLst/>
          </a:prstGeom>
          <a:noFill/>
          <a:ln w="19050">
            <a:solidFill>
              <a:srgbClr val="333399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" name="Line 90">
            <a:extLst>
              <a:ext uri="{FF2B5EF4-FFF2-40B4-BE49-F238E27FC236}">
                <a16:creationId xmlns:a16="http://schemas.microsoft.com/office/drawing/2014/main" id="{30D9A501-02AC-6026-9D5B-57F09B8B0A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18225" y="1068387"/>
            <a:ext cx="219075" cy="0"/>
          </a:xfrm>
          <a:prstGeom prst="line">
            <a:avLst/>
          </a:prstGeom>
          <a:noFill/>
          <a:ln w="19050">
            <a:solidFill>
              <a:srgbClr val="333399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3" name="Line 91">
            <a:extLst>
              <a:ext uri="{FF2B5EF4-FFF2-40B4-BE49-F238E27FC236}">
                <a16:creationId xmlns:a16="http://schemas.microsoft.com/office/drawing/2014/main" id="{8BB3626D-5086-8516-0BC6-D5D728169E6F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3975" y="1068387"/>
            <a:ext cx="452438" cy="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4" name="Line 92">
            <a:extLst>
              <a:ext uri="{FF2B5EF4-FFF2-40B4-BE49-F238E27FC236}">
                <a16:creationId xmlns:a16="http://schemas.microsoft.com/office/drawing/2014/main" id="{A849B922-06B9-7AFB-626F-B84248607693}"/>
              </a:ext>
            </a:extLst>
          </p:cNvPr>
          <p:cNvSpPr>
            <a:spLocks noChangeShapeType="1"/>
          </p:cNvSpPr>
          <p:nvPr/>
        </p:nvSpPr>
        <p:spPr bwMode="auto">
          <a:xfrm>
            <a:off x="4432300" y="2973387"/>
            <a:ext cx="452438" cy="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95" name="Rectangle 93">
            <a:extLst>
              <a:ext uri="{FF2B5EF4-FFF2-40B4-BE49-F238E27FC236}">
                <a16:creationId xmlns:a16="http://schemas.microsoft.com/office/drawing/2014/main" id="{EAFA780D-716C-D054-A159-4E3D5EAF43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2838" y="2841625"/>
            <a:ext cx="1438275" cy="16986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6" name="Freeform 94">
            <a:extLst>
              <a:ext uri="{FF2B5EF4-FFF2-40B4-BE49-F238E27FC236}">
                <a16:creationId xmlns:a16="http://schemas.microsoft.com/office/drawing/2014/main" id="{419E0054-F685-588E-51FA-6DB417CFD707}"/>
              </a:ext>
            </a:extLst>
          </p:cNvPr>
          <p:cNvSpPr>
            <a:spLocks/>
          </p:cNvSpPr>
          <p:nvPr/>
        </p:nvSpPr>
        <p:spPr bwMode="auto">
          <a:xfrm flipV="1">
            <a:off x="4899025" y="2787650"/>
            <a:ext cx="1490663" cy="180975"/>
          </a:xfrm>
          <a:custGeom>
            <a:avLst/>
            <a:gdLst>
              <a:gd name="T0" fmla="*/ 0 w 939"/>
              <a:gd name="T1" fmla="*/ 114 h 114"/>
              <a:gd name="T2" fmla="*/ 9 w 939"/>
              <a:gd name="T3" fmla="*/ 81 h 114"/>
              <a:gd name="T4" fmla="*/ 27 w 939"/>
              <a:gd name="T5" fmla="*/ 45 h 114"/>
              <a:gd name="T6" fmla="*/ 60 w 939"/>
              <a:gd name="T7" fmla="*/ 21 h 114"/>
              <a:gd name="T8" fmla="*/ 96 w 939"/>
              <a:gd name="T9" fmla="*/ 9 h 114"/>
              <a:gd name="T10" fmla="*/ 162 w 939"/>
              <a:gd name="T11" fmla="*/ 3 h 114"/>
              <a:gd name="T12" fmla="*/ 279 w 939"/>
              <a:gd name="T13" fmla="*/ 9 h 114"/>
              <a:gd name="T14" fmla="*/ 381 w 939"/>
              <a:gd name="T15" fmla="*/ 18 h 114"/>
              <a:gd name="T16" fmla="*/ 471 w 939"/>
              <a:gd name="T17" fmla="*/ 18 h 114"/>
              <a:gd name="T18" fmla="*/ 582 w 939"/>
              <a:gd name="T19" fmla="*/ 15 h 114"/>
              <a:gd name="T20" fmla="*/ 660 w 939"/>
              <a:gd name="T21" fmla="*/ 6 h 114"/>
              <a:gd name="T22" fmla="*/ 771 w 939"/>
              <a:gd name="T23" fmla="*/ 0 h 114"/>
              <a:gd name="T24" fmla="*/ 843 w 939"/>
              <a:gd name="T25" fmla="*/ 9 h 114"/>
              <a:gd name="T26" fmla="*/ 891 w 939"/>
              <a:gd name="T27" fmla="*/ 30 h 114"/>
              <a:gd name="T28" fmla="*/ 927 w 939"/>
              <a:gd name="T29" fmla="*/ 72 h 114"/>
              <a:gd name="T30" fmla="*/ 939 w 939"/>
              <a:gd name="T31" fmla="*/ 114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939" h="114">
                <a:moveTo>
                  <a:pt x="0" y="114"/>
                </a:moveTo>
                <a:cubicBezTo>
                  <a:pt x="2" y="103"/>
                  <a:pt x="5" y="92"/>
                  <a:pt x="9" y="81"/>
                </a:cubicBezTo>
                <a:cubicBezTo>
                  <a:pt x="13" y="70"/>
                  <a:pt x="19" y="55"/>
                  <a:pt x="27" y="45"/>
                </a:cubicBezTo>
                <a:cubicBezTo>
                  <a:pt x="35" y="35"/>
                  <a:pt x="49" y="27"/>
                  <a:pt x="60" y="21"/>
                </a:cubicBezTo>
                <a:cubicBezTo>
                  <a:pt x="71" y="15"/>
                  <a:pt x="79" y="12"/>
                  <a:pt x="96" y="9"/>
                </a:cubicBezTo>
                <a:cubicBezTo>
                  <a:pt x="113" y="6"/>
                  <a:pt x="132" y="3"/>
                  <a:pt x="162" y="3"/>
                </a:cubicBezTo>
                <a:cubicBezTo>
                  <a:pt x="192" y="3"/>
                  <a:pt x="243" y="7"/>
                  <a:pt x="279" y="9"/>
                </a:cubicBezTo>
                <a:cubicBezTo>
                  <a:pt x="315" y="11"/>
                  <a:pt x="349" y="17"/>
                  <a:pt x="381" y="18"/>
                </a:cubicBezTo>
                <a:cubicBezTo>
                  <a:pt x="413" y="19"/>
                  <a:pt x="438" y="18"/>
                  <a:pt x="471" y="18"/>
                </a:cubicBezTo>
                <a:cubicBezTo>
                  <a:pt x="504" y="18"/>
                  <a:pt x="551" y="17"/>
                  <a:pt x="582" y="15"/>
                </a:cubicBezTo>
                <a:cubicBezTo>
                  <a:pt x="613" y="13"/>
                  <a:pt x="629" y="8"/>
                  <a:pt x="660" y="6"/>
                </a:cubicBezTo>
                <a:cubicBezTo>
                  <a:pt x="691" y="4"/>
                  <a:pt x="741" y="0"/>
                  <a:pt x="771" y="0"/>
                </a:cubicBezTo>
                <a:cubicBezTo>
                  <a:pt x="801" y="0"/>
                  <a:pt x="823" y="4"/>
                  <a:pt x="843" y="9"/>
                </a:cubicBezTo>
                <a:cubicBezTo>
                  <a:pt x="863" y="14"/>
                  <a:pt x="877" y="20"/>
                  <a:pt x="891" y="30"/>
                </a:cubicBezTo>
                <a:cubicBezTo>
                  <a:pt x="905" y="40"/>
                  <a:pt x="919" y="58"/>
                  <a:pt x="927" y="72"/>
                </a:cubicBezTo>
                <a:cubicBezTo>
                  <a:pt x="935" y="86"/>
                  <a:pt x="937" y="105"/>
                  <a:pt x="939" y="114"/>
                </a:cubicBezTo>
              </a:path>
            </a:pathLst>
          </a:custGeom>
          <a:noFill/>
          <a:ln w="19050" cap="flat" cmpd="sng">
            <a:solidFill>
              <a:srgbClr val="CC0000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" name="Line 95">
            <a:extLst>
              <a:ext uri="{FF2B5EF4-FFF2-40B4-BE49-F238E27FC236}">
                <a16:creationId xmlns:a16="http://schemas.microsoft.com/office/drawing/2014/main" id="{A0C54D02-D52D-B8FE-1881-E9181CCFEE7F}"/>
              </a:ext>
            </a:extLst>
          </p:cNvPr>
          <p:cNvSpPr>
            <a:spLocks noChangeShapeType="1"/>
          </p:cNvSpPr>
          <p:nvPr/>
        </p:nvSpPr>
        <p:spPr bwMode="auto">
          <a:xfrm>
            <a:off x="4937125" y="2968625"/>
            <a:ext cx="219075" cy="0"/>
          </a:xfrm>
          <a:prstGeom prst="line">
            <a:avLst/>
          </a:prstGeom>
          <a:noFill/>
          <a:ln w="19050">
            <a:solidFill>
              <a:srgbClr val="333399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" name="Line 96">
            <a:extLst>
              <a:ext uri="{FF2B5EF4-FFF2-40B4-BE49-F238E27FC236}">
                <a16:creationId xmlns:a16="http://schemas.microsoft.com/office/drawing/2014/main" id="{329259AD-5619-D0E7-77FE-EDF32687C36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22988" y="2973387"/>
            <a:ext cx="219075" cy="0"/>
          </a:xfrm>
          <a:prstGeom prst="line">
            <a:avLst/>
          </a:prstGeom>
          <a:noFill/>
          <a:ln w="19050">
            <a:solidFill>
              <a:srgbClr val="333399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9" name="Line 97">
            <a:extLst>
              <a:ext uri="{FF2B5EF4-FFF2-40B4-BE49-F238E27FC236}">
                <a16:creationId xmlns:a16="http://schemas.microsoft.com/office/drawing/2014/main" id="{EDB0A11B-18FE-1A1B-3BE3-D842DBAA2C3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3975" y="2971800"/>
            <a:ext cx="452438" cy="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0" name="Line 98">
            <a:extLst>
              <a:ext uri="{FF2B5EF4-FFF2-40B4-BE49-F238E27FC236}">
                <a16:creationId xmlns:a16="http://schemas.microsoft.com/office/drawing/2014/main" id="{EE9CE11E-6AA3-E3F4-574D-2A2405C4ADEC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9125" y="1057275"/>
            <a:ext cx="0" cy="193675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1" name="Line 99">
            <a:extLst>
              <a:ext uri="{FF2B5EF4-FFF2-40B4-BE49-F238E27FC236}">
                <a16:creationId xmlns:a16="http://schemas.microsoft.com/office/drawing/2014/main" id="{033AF42B-A9F2-B9F7-C3FD-F0D74061389F}"/>
              </a:ext>
            </a:extLst>
          </p:cNvPr>
          <p:cNvSpPr>
            <a:spLocks noChangeShapeType="1"/>
          </p:cNvSpPr>
          <p:nvPr/>
        </p:nvSpPr>
        <p:spPr bwMode="auto">
          <a:xfrm>
            <a:off x="6842125" y="1054100"/>
            <a:ext cx="0" cy="193675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" name="Oval 100">
            <a:extLst>
              <a:ext uri="{FF2B5EF4-FFF2-40B4-BE49-F238E27FC236}">
                <a16:creationId xmlns:a16="http://schemas.microsoft.com/office/drawing/2014/main" id="{CD698B22-6590-73F9-2934-BE3FB14DB4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363" y="1936750"/>
            <a:ext cx="158750" cy="15875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FF0000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" name="Oval 101">
            <a:extLst>
              <a:ext uri="{FF2B5EF4-FFF2-40B4-BE49-F238E27FC236}">
                <a16:creationId xmlns:a16="http://schemas.microsoft.com/office/drawing/2014/main" id="{33BBD547-264B-13ED-D811-59CD83C4D5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3313" y="1936750"/>
            <a:ext cx="158750" cy="15875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FF0000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4" name="Oval 102">
            <a:extLst>
              <a:ext uri="{FF2B5EF4-FFF2-40B4-BE49-F238E27FC236}">
                <a16:creationId xmlns:a16="http://schemas.microsoft.com/office/drawing/2014/main" id="{93954366-86D9-D8E1-5115-B21979C0DA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4888" y="1184275"/>
            <a:ext cx="158750" cy="158750"/>
          </a:xfrm>
          <a:prstGeom prst="ellipse">
            <a:avLst/>
          </a:prstGeom>
          <a:gradFill rotWithShape="0">
            <a:gsLst>
              <a:gs pos="0">
                <a:srgbClr val="6699FF"/>
              </a:gs>
              <a:gs pos="100000">
                <a:srgbClr val="6699FF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5" name="Oval 103">
            <a:extLst>
              <a:ext uri="{FF2B5EF4-FFF2-40B4-BE49-F238E27FC236}">
                <a16:creationId xmlns:a16="http://schemas.microsoft.com/office/drawing/2014/main" id="{24B46537-4762-8F89-1BD7-099CE9B900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5550" y="1168400"/>
            <a:ext cx="158750" cy="158750"/>
          </a:xfrm>
          <a:prstGeom prst="ellipse">
            <a:avLst/>
          </a:prstGeom>
          <a:gradFill rotWithShape="0">
            <a:gsLst>
              <a:gs pos="0">
                <a:srgbClr val="6699FF"/>
              </a:gs>
              <a:gs pos="100000">
                <a:srgbClr val="6699FF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6" name="Oval 104">
            <a:extLst>
              <a:ext uri="{FF2B5EF4-FFF2-40B4-BE49-F238E27FC236}">
                <a16:creationId xmlns:a16="http://schemas.microsoft.com/office/drawing/2014/main" id="{57E09025-29B0-DA1E-5BF6-9C0768C6EC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8538" y="2701925"/>
            <a:ext cx="158750" cy="158750"/>
          </a:xfrm>
          <a:prstGeom prst="ellipse">
            <a:avLst/>
          </a:prstGeom>
          <a:gradFill rotWithShape="0">
            <a:gsLst>
              <a:gs pos="0">
                <a:srgbClr val="6699FF"/>
              </a:gs>
              <a:gs pos="100000">
                <a:srgbClr val="6699FF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107" name="Oval 105">
            <a:extLst>
              <a:ext uri="{FF2B5EF4-FFF2-40B4-BE49-F238E27FC236}">
                <a16:creationId xmlns:a16="http://schemas.microsoft.com/office/drawing/2014/main" id="{871A8BFA-3A9E-33EF-E35B-FED34E61C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0313" y="2701925"/>
            <a:ext cx="158750" cy="158750"/>
          </a:xfrm>
          <a:prstGeom prst="ellipse">
            <a:avLst/>
          </a:prstGeom>
          <a:gradFill rotWithShape="0">
            <a:gsLst>
              <a:gs pos="0">
                <a:srgbClr val="6699FF"/>
              </a:gs>
              <a:gs pos="100000">
                <a:srgbClr val="6699FF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8" name="Oval 106">
            <a:extLst>
              <a:ext uri="{FF2B5EF4-FFF2-40B4-BE49-F238E27FC236}">
                <a16:creationId xmlns:a16="http://schemas.microsoft.com/office/drawing/2014/main" id="{99DDBE79-5ADD-CE56-D620-F990E803CA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985837"/>
            <a:ext cx="158750" cy="158750"/>
          </a:xfrm>
          <a:prstGeom prst="ellipse">
            <a:avLst/>
          </a:prstGeom>
          <a:gradFill rotWithShape="0">
            <a:gsLst>
              <a:gs pos="0">
                <a:srgbClr val="FFFF66"/>
              </a:gs>
              <a:gs pos="100000">
                <a:srgbClr val="FFFF66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9" name="Oval 107">
            <a:extLst>
              <a:ext uri="{FF2B5EF4-FFF2-40B4-BE49-F238E27FC236}">
                <a16:creationId xmlns:a16="http://schemas.microsoft.com/office/drawing/2014/main" id="{26A613D6-F2DF-D5D9-FA0E-E61B09FEE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5238" y="2884487"/>
            <a:ext cx="158750" cy="158750"/>
          </a:xfrm>
          <a:prstGeom prst="ellipse">
            <a:avLst/>
          </a:prstGeom>
          <a:gradFill rotWithShape="0">
            <a:gsLst>
              <a:gs pos="0">
                <a:srgbClr val="FFFF66"/>
              </a:gs>
              <a:gs pos="100000">
                <a:srgbClr val="FFFF66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0" name="Oval 108">
            <a:extLst>
              <a:ext uri="{FF2B5EF4-FFF2-40B4-BE49-F238E27FC236}">
                <a16:creationId xmlns:a16="http://schemas.microsoft.com/office/drawing/2014/main" id="{2301B43C-086B-BFC1-74CB-88CF48F092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5675" y="985837"/>
            <a:ext cx="158750" cy="158750"/>
          </a:xfrm>
          <a:prstGeom prst="ellipse">
            <a:avLst/>
          </a:prstGeom>
          <a:gradFill rotWithShape="0">
            <a:gsLst>
              <a:gs pos="0">
                <a:srgbClr val="FFFF66"/>
              </a:gs>
              <a:gs pos="100000">
                <a:srgbClr val="FFFF66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1" name="Oval 109">
            <a:extLst>
              <a:ext uri="{FF2B5EF4-FFF2-40B4-BE49-F238E27FC236}">
                <a16:creationId xmlns:a16="http://schemas.microsoft.com/office/drawing/2014/main" id="{9482908A-B267-EF3A-5D95-8A9AA4B5B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7263" y="2892425"/>
            <a:ext cx="158750" cy="158750"/>
          </a:xfrm>
          <a:prstGeom prst="ellipse">
            <a:avLst/>
          </a:prstGeom>
          <a:gradFill rotWithShape="0">
            <a:gsLst>
              <a:gs pos="0">
                <a:srgbClr val="FFFF66"/>
              </a:gs>
              <a:gs pos="100000">
                <a:srgbClr val="FFFF66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" name="Oval 110">
            <a:extLst>
              <a:ext uri="{FF2B5EF4-FFF2-40B4-BE49-F238E27FC236}">
                <a16:creationId xmlns:a16="http://schemas.microsoft.com/office/drawing/2014/main" id="{D0BD00EC-10B1-7075-FB72-66A5EAE79A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250" y="1012825"/>
            <a:ext cx="158750" cy="15875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0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" name="Oval 111">
            <a:extLst>
              <a:ext uri="{FF2B5EF4-FFF2-40B4-BE49-F238E27FC236}">
                <a16:creationId xmlns:a16="http://schemas.microsoft.com/office/drawing/2014/main" id="{967A991C-814B-039B-BD2B-36213AD580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2851150"/>
            <a:ext cx="158750" cy="158750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0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4" name="Oval 112">
            <a:extLst>
              <a:ext uri="{FF2B5EF4-FFF2-40B4-BE49-F238E27FC236}">
                <a16:creationId xmlns:a16="http://schemas.microsoft.com/office/drawing/2014/main" id="{F95BCF84-B8A8-4383-AA59-BA59B47DAC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5688" y="1447800"/>
            <a:ext cx="158750" cy="158750"/>
          </a:xfrm>
          <a:prstGeom prst="ellipse">
            <a:avLst/>
          </a:prstGeom>
          <a:gradFill rotWithShape="0">
            <a:gsLst>
              <a:gs pos="0">
                <a:srgbClr val="99FF99"/>
              </a:gs>
              <a:gs pos="100000">
                <a:srgbClr val="99FF99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5" name="Oval 113">
            <a:extLst>
              <a:ext uri="{FF2B5EF4-FFF2-40B4-BE49-F238E27FC236}">
                <a16:creationId xmlns:a16="http://schemas.microsoft.com/office/drawing/2014/main" id="{34E2A2A9-1CDE-F2CB-9F9A-0DB2816E0B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7288" y="1449387"/>
            <a:ext cx="158750" cy="158750"/>
          </a:xfrm>
          <a:prstGeom prst="ellipse">
            <a:avLst/>
          </a:prstGeom>
          <a:gradFill rotWithShape="0">
            <a:gsLst>
              <a:gs pos="0">
                <a:srgbClr val="99FF99"/>
              </a:gs>
              <a:gs pos="100000">
                <a:srgbClr val="99FF99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6" name="Oval 114">
            <a:extLst>
              <a:ext uri="{FF2B5EF4-FFF2-40B4-BE49-F238E27FC236}">
                <a16:creationId xmlns:a16="http://schemas.microsoft.com/office/drawing/2014/main" id="{9C4DC258-6F3E-C03B-D118-B5D0997104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7275" y="2441575"/>
            <a:ext cx="158750" cy="158750"/>
          </a:xfrm>
          <a:prstGeom prst="ellipse">
            <a:avLst/>
          </a:prstGeom>
          <a:gradFill rotWithShape="0">
            <a:gsLst>
              <a:gs pos="0">
                <a:srgbClr val="99FF99"/>
              </a:gs>
              <a:gs pos="100000">
                <a:srgbClr val="99FF99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7" name="Oval 115">
            <a:extLst>
              <a:ext uri="{FF2B5EF4-FFF2-40B4-BE49-F238E27FC236}">
                <a16:creationId xmlns:a16="http://schemas.microsoft.com/office/drawing/2014/main" id="{D379604F-8E8C-0F4F-6635-E3A0CA168A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2438400"/>
            <a:ext cx="158750" cy="158750"/>
          </a:xfrm>
          <a:prstGeom prst="ellipse">
            <a:avLst/>
          </a:prstGeom>
          <a:gradFill rotWithShape="0">
            <a:gsLst>
              <a:gs pos="0">
                <a:srgbClr val="99FF99"/>
              </a:gs>
              <a:gs pos="100000">
                <a:srgbClr val="99FF99">
                  <a:gamma/>
                  <a:shade val="0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8" name="Rectangle 116">
            <a:extLst>
              <a:ext uri="{FF2B5EF4-FFF2-40B4-BE49-F238E27FC236}">
                <a16:creationId xmlns:a16="http://schemas.microsoft.com/office/drawing/2014/main" id="{75C11C96-5D92-1860-3477-9F83E429F4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9900" y="4932362"/>
            <a:ext cx="2416175" cy="137477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119" name="Oval 117">
            <a:extLst>
              <a:ext uri="{FF2B5EF4-FFF2-40B4-BE49-F238E27FC236}">
                <a16:creationId xmlns:a16="http://schemas.microsoft.com/office/drawing/2014/main" id="{FB9167BC-0DEB-A615-F431-EBF60F54C3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2713" y="5033962"/>
            <a:ext cx="317500" cy="317500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FFFFCC">
                  <a:gamma/>
                  <a:shade val="12549"/>
                  <a:invGamma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120" name="Text Box 118">
            <a:extLst>
              <a:ext uri="{FF2B5EF4-FFF2-40B4-BE49-F238E27FC236}">
                <a16:creationId xmlns:a16="http://schemas.microsoft.com/office/drawing/2014/main" id="{3E78CD5B-160F-F366-C0C9-983F9052A7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8475" y="4857750"/>
            <a:ext cx="90281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>
                <a:solidFill>
                  <a:srgbClr val="A5002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DengXian" charset="-122"/>
                <a:ea typeface="DengXian" charset="-122"/>
                <a:cs typeface="DengXian" charset="-122"/>
              </a:rPr>
              <a:t>检查</a:t>
            </a:r>
          </a:p>
        </p:txBody>
      </p:sp>
      <p:sp>
        <p:nvSpPr>
          <p:cNvPr id="121" name="Text Box 119">
            <a:extLst>
              <a:ext uri="{FF2B5EF4-FFF2-40B4-BE49-F238E27FC236}">
                <a16:creationId xmlns:a16="http://schemas.microsoft.com/office/drawing/2014/main" id="{21A5D7B4-9CDA-B149-EAAC-03A9545405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3188" y="5468937"/>
            <a:ext cx="26981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>
                <a:solidFill>
                  <a:srgbClr val="000066"/>
                </a:solidFill>
                <a:latin typeface="DengXian" charset="-122"/>
                <a:ea typeface="DengXian" charset="-122"/>
                <a:cs typeface="DengXian" charset="-122"/>
              </a:rPr>
              <a:t>外形轮廓线投影</a:t>
            </a:r>
          </a:p>
        </p:txBody>
      </p:sp>
      <p:sp>
        <p:nvSpPr>
          <p:cNvPr id="122" name="Arc 120">
            <a:extLst>
              <a:ext uri="{FF2B5EF4-FFF2-40B4-BE49-F238E27FC236}">
                <a16:creationId xmlns:a16="http://schemas.microsoft.com/office/drawing/2014/main" id="{3ED6976D-694A-E82F-26E7-BDD604F68E07}"/>
              </a:ext>
            </a:extLst>
          </p:cNvPr>
          <p:cNvSpPr>
            <a:spLocks/>
          </p:cNvSpPr>
          <p:nvPr/>
        </p:nvSpPr>
        <p:spPr bwMode="auto">
          <a:xfrm flipV="1">
            <a:off x="5976938" y="806450"/>
            <a:ext cx="609600" cy="609600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21600 w 43200"/>
              <a:gd name="T1" fmla="*/ 0 h 43200"/>
              <a:gd name="T2" fmla="*/ 14903 w 43200"/>
              <a:gd name="T3" fmla="*/ 1065 h 43200"/>
              <a:gd name="T4" fmla="*/ 21600 w 43200"/>
              <a:gd name="T5" fmla="*/ 21600 h 43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21600" y="-1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2250"/>
                  <a:pt x="6014" y="3963"/>
                  <a:pt x="14902" y="1064"/>
                </a:cubicBezTo>
              </a:path>
              <a:path w="43200" h="43200" stroke="0" extrusionOk="0">
                <a:moveTo>
                  <a:pt x="21600" y="-1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12250"/>
                  <a:pt x="6014" y="3963"/>
                  <a:pt x="14902" y="1064"/>
                </a:cubicBezTo>
                <a:lnTo>
                  <a:pt x="21600" y="21600"/>
                </a:lnTo>
                <a:close/>
              </a:path>
            </a:pathLst>
          </a:custGeom>
          <a:noFill/>
          <a:ln w="9525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23" name="Group 121">
            <a:extLst>
              <a:ext uri="{FF2B5EF4-FFF2-40B4-BE49-F238E27FC236}">
                <a16:creationId xmlns:a16="http://schemas.microsoft.com/office/drawing/2014/main" id="{974EBEAC-10A7-99EC-1BB1-C0542E251649}"/>
              </a:ext>
            </a:extLst>
          </p:cNvPr>
          <p:cNvGrpSpPr>
            <a:grpSpLocks/>
          </p:cNvGrpSpPr>
          <p:nvPr/>
        </p:nvGrpSpPr>
        <p:grpSpPr bwMode="auto">
          <a:xfrm>
            <a:off x="7856538" y="3659187"/>
            <a:ext cx="1895475" cy="1666875"/>
            <a:chOff x="3660" y="2466"/>
            <a:chExt cx="1194" cy="1050"/>
          </a:xfrm>
        </p:grpSpPr>
        <p:sp>
          <p:nvSpPr>
            <p:cNvPr id="124" name="Line 122">
              <a:extLst>
                <a:ext uri="{FF2B5EF4-FFF2-40B4-BE49-F238E27FC236}">
                  <a16:creationId xmlns:a16="http://schemas.microsoft.com/office/drawing/2014/main" id="{4DC0B867-15C8-4EC2-F60D-6A59AAC3BA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6" y="2466"/>
              <a:ext cx="0" cy="618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5" name="Line 123">
              <a:extLst>
                <a:ext uri="{FF2B5EF4-FFF2-40B4-BE49-F238E27FC236}">
                  <a16:creationId xmlns:a16="http://schemas.microsoft.com/office/drawing/2014/main" id="{745107F3-A61A-C9C3-1D04-BD49A5E5BA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0" y="2640"/>
              <a:ext cx="4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6" name="Line 124">
              <a:extLst>
                <a:ext uri="{FF2B5EF4-FFF2-40B4-BE49-F238E27FC236}">
                  <a16:creationId xmlns:a16="http://schemas.microsoft.com/office/drawing/2014/main" id="{E2C29F55-CEE2-5C57-D2C0-B707AF2600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82" y="2640"/>
              <a:ext cx="37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7" name="Freeform 125">
              <a:extLst>
                <a:ext uri="{FF2B5EF4-FFF2-40B4-BE49-F238E27FC236}">
                  <a16:creationId xmlns:a16="http://schemas.microsoft.com/office/drawing/2014/main" id="{1B780FE5-FB06-B8B9-7858-A045E73421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0" y="2639"/>
              <a:ext cx="810" cy="433"/>
            </a:xfrm>
            <a:custGeom>
              <a:avLst/>
              <a:gdLst>
                <a:gd name="T0" fmla="*/ 0 w 810"/>
                <a:gd name="T1" fmla="*/ 91 h 433"/>
                <a:gd name="T2" fmla="*/ 192 w 810"/>
                <a:gd name="T3" fmla="*/ 31 h 433"/>
                <a:gd name="T4" fmla="*/ 330 w 810"/>
                <a:gd name="T5" fmla="*/ 1 h 433"/>
                <a:gd name="T6" fmla="*/ 522 w 810"/>
                <a:gd name="T7" fmla="*/ 25 h 433"/>
                <a:gd name="T8" fmla="*/ 678 w 810"/>
                <a:gd name="T9" fmla="*/ 139 h 433"/>
                <a:gd name="T10" fmla="*/ 768 w 810"/>
                <a:gd name="T11" fmla="*/ 277 h 433"/>
                <a:gd name="T12" fmla="*/ 810 w 810"/>
                <a:gd name="T13" fmla="*/ 433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0" h="433">
                  <a:moveTo>
                    <a:pt x="0" y="91"/>
                  </a:moveTo>
                  <a:cubicBezTo>
                    <a:pt x="32" y="82"/>
                    <a:pt x="137" y="46"/>
                    <a:pt x="192" y="31"/>
                  </a:cubicBezTo>
                  <a:cubicBezTo>
                    <a:pt x="247" y="16"/>
                    <a:pt x="275" y="2"/>
                    <a:pt x="330" y="1"/>
                  </a:cubicBezTo>
                  <a:cubicBezTo>
                    <a:pt x="385" y="0"/>
                    <a:pt x="464" y="2"/>
                    <a:pt x="522" y="25"/>
                  </a:cubicBezTo>
                  <a:cubicBezTo>
                    <a:pt x="580" y="48"/>
                    <a:pt x="637" y="97"/>
                    <a:pt x="678" y="139"/>
                  </a:cubicBezTo>
                  <a:cubicBezTo>
                    <a:pt x="719" y="181"/>
                    <a:pt x="746" y="228"/>
                    <a:pt x="768" y="277"/>
                  </a:cubicBezTo>
                  <a:cubicBezTo>
                    <a:pt x="790" y="326"/>
                    <a:pt x="801" y="401"/>
                    <a:pt x="810" y="433"/>
                  </a:cubicBezTo>
                </a:path>
              </a:pathLst>
            </a:custGeom>
            <a:noFill/>
            <a:ln w="19050" cap="flat" cmpd="sng">
              <a:solidFill>
                <a:srgbClr val="CC0000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" name="Freeform 126">
              <a:extLst>
                <a:ext uri="{FF2B5EF4-FFF2-40B4-BE49-F238E27FC236}">
                  <a16:creationId xmlns:a16="http://schemas.microsoft.com/office/drawing/2014/main" id="{ACAD0FE7-2749-DE98-2E10-688FCCC265A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2" y="3072"/>
              <a:ext cx="54" cy="444"/>
            </a:xfrm>
            <a:custGeom>
              <a:avLst/>
              <a:gdLst>
                <a:gd name="T0" fmla="*/ 54 w 54"/>
                <a:gd name="T1" fmla="*/ 0 h 444"/>
                <a:gd name="T2" fmla="*/ 30 w 54"/>
                <a:gd name="T3" fmla="*/ 126 h 444"/>
                <a:gd name="T4" fmla="*/ 6 w 54"/>
                <a:gd name="T5" fmla="*/ 312 h 444"/>
                <a:gd name="T6" fmla="*/ 0 w 54"/>
                <a:gd name="T7" fmla="*/ 444 h 4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4" h="444">
                  <a:moveTo>
                    <a:pt x="54" y="0"/>
                  </a:moveTo>
                  <a:cubicBezTo>
                    <a:pt x="50" y="21"/>
                    <a:pt x="38" y="74"/>
                    <a:pt x="30" y="126"/>
                  </a:cubicBezTo>
                  <a:cubicBezTo>
                    <a:pt x="22" y="178"/>
                    <a:pt x="11" y="259"/>
                    <a:pt x="6" y="312"/>
                  </a:cubicBezTo>
                  <a:cubicBezTo>
                    <a:pt x="1" y="365"/>
                    <a:pt x="1" y="417"/>
                    <a:pt x="0" y="444"/>
                  </a:cubicBezTo>
                </a:path>
              </a:pathLst>
            </a:custGeom>
            <a:noFill/>
            <a:ln w="38100" cmpd="sng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" name="Oval 127">
              <a:extLst>
                <a:ext uri="{FF2B5EF4-FFF2-40B4-BE49-F238E27FC236}">
                  <a16:creationId xmlns:a16="http://schemas.microsoft.com/office/drawing/2014/main" id="{804DBA00-A2CC-08D5-A69C-1E6C9E8467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" y="2585"/>
              <a:ext cx="100" cy="100"/>
            </a:xfrm>
            <a:prstGeom prst="ellipse">
              <a:avLst/>
            </a:prstGeom>
            <a:gradFill rotWithShape="0">
              <a:gsLst>
                <a:gs pos="0">
                  <a:srgbClr val="FFFF66"/>
                </a:gs>
                <a:gs pos="100000">
                  <a:srgbClr val="FFFF66">
                    <a:gamma/>
                    <a:shade val="0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0" name="Oval 128">
              <a:extLst>
                <a:ext uri="{FF2B5EF4-FFF2-40B4-BE49-F238E27FC236}">
                  <a16:creationId xmlns:a16="http://schemas.microsoft.com/office/drawing/2014/main" id="{4BDA65CE-48AC-3794-4621-174F94741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8" y="2987"/>
              <a:ext cx="100" cy="100"/>
            </a:xfrm>
            <a:prstGeom prst="ellipse">
              <a:avLst/>
            </a:prstGeom>
            <a:gradFill rotWithShape="0">
              <a:gsLst>
                <a:gs pos="0">
                  <a:srgbClr val="6699FF"/>
                </a:gs>
                <a:gs pos="100000">
                  <a:srgbClr val="6699FF">
                    <a:gamma/>
                    <a:shade val="0"/>
                    <a:invGamma/>
                  </a:srgbClr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31" name="Group 129">
            <a:extLst>
              <a:ext uri="{FF2B5EF4-FFF2-40B4-BE49-F238E27FC236}">
                <a16:creationId xmlns:a16="http://schemas.microsoft.com/office/drawing/2014/main" id="{FB91E3F8-78E3-3740-726C-6E551D69CAA9}"/>
              </a:ext>
            </a:extLst>
          </p:cNvPr>
          <p:cNvGrpSpPr>
            <a:grpSpLocks/>
          </p:cNvGrpSpPr>
          <p:nvPr/>
        </p:nvGrpSpPr>
        <p:grpSpPr bwMode="auto">
          <a:xfrm>
            <a:off x="5048251" y="4065587"/>
            <a:ext cx="3427413" cy="2487613"/>
            <a:chOff x="2540" y="2554"/>
            <a:chExt cx="2159" cy="1567"/>
          </a:xfrm>
        </p:grpSpPr>
        <p:sp>
          <p:nvSpPr>
            <p:cNvPr id="132" name="Freeform 130">
              <a:extLst>
                <a:ext uri="{FF2B5EF4-FFF2-40B4-BE49-F238E27FC236}">
                  <a16:creationId xmlns:a16="http://schemas.microsoft.com/office/drawing/2014/main" id="{CBB64F3C-9801-B8F4-3391-7087CCEEF4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7" y="2554"/>
              <a:ext cx="345" cy="1167"/>
            </a:xfrm>
            <a:custGeom>
              <a:avLst/>
              <a:gdLst>
                <a:gd name="T0" fmla="*/ 0 w 411"/>
                <a:gd name="T1" fmla="*/ 1089 h 1111"/>
                <a:gd name="T2" fmla="*/ 411 w 411"/>
                <a:gd name="T3" fmla="*/ 0 h 1111"/>
                <a:gd name="T4" fmla="*/ 133 w 411"/>
                <a:gd name="T5" fmla="*/ 1111 h 1111"/>
                <a:gd name="T6" fmla="*/ 0 w 411"/>
                <a:gd name="T7" fmla="*/ 1089 h 1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11" h="1111">
                  <a:moveTo>
                    <a:pt x="0" y="1089"/>
                  </a:moveTo>
                  <a:lnTo>
                    <a:pt x="411" y="0"/>
                  </a:lnTo>
                  <a:lnTo>
                    <a:pt x="133" y="1111"/>
                  </a:lnTo>
                  <a:lnTo>
                    <a:pt x="0" y="1089"/>
                  </a:lnTo>
                  <a:close/>
                </a:path>
              </a:pathLst>
            </a:custGeom>
            <a:solidFill>
              <a:srgbClr val="0000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000">
                <a:latin typeface="DengXian" charset="-122"/>
                <a:ea typeface="DengXian" charset="-122"/>
                <a:cs typeface="DengXian" charset="-122"/>
              </a:endParaRPr>
            </a:p>
          </p:txBody>
        </p:sp>
        <p:sp>
          <p:nvSpPr>
            <p:cNvPr id="133" name="Text Box 131">
              <a:extLst>
                <a:ext uri="{FF2B5EF4-FFF2-40B4-BE49-F238E27FC236}">
                  <a16:creationId xmlns:a16="http://schemas.microsoft.com/office/drawing/2014/main" id="{35414DF6-C4FB-5842-267A-49CD9FB881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0" y="3675"/>
              <a:ext cx="2159" cy="446"/>
            </a:xfrm>
            <a:prstGeom prst="rect">
              <a:avLst/>
            </a:prstGeom>
            <a:solidFill>
              <a:srgbClr val="0000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000" b="1">
                  <a:solidFill>
                    <a:schemeClr val="bg1"/>
                  </a:solidFill>
                  <a:latin typeface="DengXian" charset="-122"/>
                  <a:ea typeface="DengXian" charset="-122"/>
                  <a:cs typeface="DengXian" charset="-122"/>
                </a:rPr>
                <a:t>大圆柱</a:t>
              </a:r>
              <a:r>
                <a:rPr lang="en-US" altLang="zh-CN" sz="2000" b="1">
                  <a:solidFill>
                    <a:schemeClr val="bg1"/>
                  </a:solidFill>
                  <a:latin typeface="DengXian" charset="-122"/>
                  <a:ea typeface="DengXian" charset="-122"/>
                  <a:cs typeface="DengXian" charset="-122"/>
                </a:rPr>
                <a:t>V</a:t>
              </a:r>
              <a:r>
                <a:rPr lang="zh-CN" altLang="en-US" sz="2000" b="1">
                  <a:solidFill>
                    <a:schemeClr val="bg1"/>
                  </a:solidFill>
                  <a:latin typeface="DengXian" charset="-122"/>
                  <a:ea typeface="DengXian" charset="-122"/>
                  <a:cs typeface="DengXian" charset="-122"/>
                </a:rPr>
                <a:t>面外形轮廓线终止点</a:t>
              </a:r>
            </a:p>
            <a:p>
              <a:r>
                <a:rPr lang="zh-CN" altLang="en-US" sz="2000" b="1">
                  <a:solidFill>
                    <a:schemeClr val="bg1"/>
                  </a:solidFill>
                  <a:latin typeface="DengXian" charset="-122"/>
                  <a:ea typeface="DengXian" charset="-122"/>
                  <a:cs typeface="DengXian" charset="-122"/>
                </a:rPr>
                <a:t>外形轮廓线与曲线的切点</a:t>
              </a:r>
            </a:p>
          </p:txBody>
        </p:sp>
      </p:grpSp>
      <p:sp>
        <p:nvSpPr>
          <p:cNvPr id="134" name="Freeform 132">
            <a:extLst>
              <a:ext uri="{FF2B5EF4-FFF2-40B4-BE49-F238E27FC236}">
                <a16:creationId xmlns:a16="http://schemas.microsoft.com/office/drawing/2014/main" id="{17253249-130D-00D7-BBE0-88BB0E75836F}"/>
              </a:ext>
            </a:extLst>
          </p:cNvPr>
          <p:cNvSpPr>
            <a:spLocks/>
          </p:cNvSpPr>
          <p:nvPr/>
        </p:nvSpPr>
        <p:spPr bwMode="auto">
          <a:xfrm>
            <a:off x="4994273" y="4057650"/>
            <a:ext cx="4287838" cy="2663825"/>
          </a:xfrm>
          <a:custGeom>
            <a:avLst/>
            <a:gdLst>
              <a:gd name="T0" fmla="*/ 10 w 2701"/>
              <a:gd name="T1" fmla="*/ 1678 h 1678"/>
              <a:gd name="T2" fmla="*/ 0 w 2701"/>
              <a:gd name="T3" fmla="*/ 1124 h 1678"/>
              <a:gd name="T4" fmla="*/ 1710 w 2701"/>
              <a:gd name="T5" fmla="*/ 1111 h 1678"/>
              <a:gd name="T6" fmla="*/ 2088 w 2701"/>
              <a:gd name="T7" fmla="*/ 0 h 1678"/>
              <a:gd name="T8" fmla="*/ 2221 w 2701"/>
              <a:gd name="T9" fmla="*/ 0 h 1678"/>
              <a:gd name="T10" fmla="*/ 2167 w 2701"/>
              <a:gd name="T11" fmla="*/ 1112 h 1678"/>
              <a:gd name="T12" fmla="*/ 2701 w 2701"/>
              <a:gd name="T13" fmla="*/ 1112 h 1678"/>
              <a:gd name="T14" fmla="*/ 2699 w 2701"/>
              <a:gd name="T15" fmla="*/ 1678 h 1678"/>
              <a:gd name="T16" fmla="*/ 10 w 2701"/>
              <a:gd name="T17" fmla="*/ 1678 h 16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701" h="1678">
                <a:moveTo>
                  <a:pt x="10" y="1678"/>
                </a:moveTo>
                <a:lnTo>
                  <a:pt x="0" y="1124"/>
                </a:lnTo>
                <a:lnTo>
                  <a:pt x="1710" y="1111"/>
                </a:lnTo>
                <a:lnTo>
                  <a:pt x="2088" y="0"/>
                </a:lnTo>
                <a:lnTo>
                  <a:pt x="2221" y="0"/>
                </a:lnTo>
                <a:lnTo>
                  <a:pt x="2167" y="1112"/>
                </a:lnTo>
                <a:lnTo>
                  <a:pt x="2701" y="1112"/>
                </a:lnTo>
                <a:lnTo>
                  <a:pt x="2699" y="1678"/>
                </a:lnTo>
                <a:lnTo>
                  <a:pt x="10" y="1678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35" name="Group 136">
            <a:extLst>
              <a:ext uri="{FF2B5EF4-FFF2-40B4-BE49-F238E27FC236}">
                <a16:creationId xmlns:a16="http://schemas.microsoft.com/office/drawing/2014/main" id="{BC86DAD5-1F62-39F9-35ED-1A8F94CBAA83}"/>
              </a:ext>
            </a:extLst>
          </p:cNvPr>
          <p:cNvGrpSpPr>
            <a:grpSpLocks/>
          </p:cNvGrpSpPr>
          <p:nvPr/>
        </p:nvGrpSpPr>
        <p:grpSpPr bwMode="auto">
          <a:xfrm>
            <a:off x="4397212" y="4652798"/>
            <a:ext cx="4700587" cy="1938338"/>
            <a:chOff x="2103" y="2916"/>
            <a:chExt cx="2961" cy="1221"/>
          </a:xfrm>
        </p:grpSpPr>
        <p:sp>
          <p:nvSpPr>
            <p:cNvPr id="136" name="Freeform 134">
              <a:extLst>
                <a:ext uri="{FF2B5EF4-FFF2-40B4-BE49-F238E27FC236}">
                  <a16:creationId xmlns:a16="http://schemas.microsoft.com/office/drawing/2014/main" id="{2E16AA1E-4981-A362-0FBB-839DC919C6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4" y="2916"/>
              <a:ext cx="600" cy="789"/>
            </a:xfrm>
            <a:custGeom>
              <a:avLst/>
              <a:gdLst>
                <a:gd name="T0" fmla="*/ 0 w 411"/>
                <a:gd name="T1" fmla="*/ 1089 h 1111"/>
                <a:gd name="T2" fmla="*/ 411 w 411"/>
                <a:gd name="T3" fmla="*/ 0 h 1111"/>
                <a:gd name="T4" fmla="*/ 133 w 411"/>
                <a:gd name="T5" fmla="*/ 1111 h 1111"/>
                <a:gd name="T6" fmla="*/ 0 w 411"/>
                <a:gd name="T7" fmla="*/ 1089 h 1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11" h="1111">
                  <a:moveTo>
                    <a:pt x="0" y="1089"/>
                  </a:moveTo>
                  <a:lnTo>
                    <a:pt x="411" y="0"/>
                  </a:lnTo>
                  <a:lnTo>
                    <a:pt x="133" y="1111"/>
                  </a:lnTo>
                  <a:lnTo>
                    <a:pt x="0" y="1089"/>
                  </a:lnTo>
                  <a:close/>
                </a:path>
              </a:pathLst>
            </a:custGeom>
            <a:solidFill>
              <a:srgbClr val="000066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7" name="Text Box 135">
              <a:extLst>
                <a:ext uri="{FF2B5EF4-FFF2-40B4-BE49-F238E27FC236}">
                  <a16:creationId xmlns:a16="http://schemas.microsoft.com/office/drawing/2014/main" id="{BDC7251C-0FCF-885D-6D43-0443849934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03" y="3691"/>
              <a:ext cx="2959" cy="446"/>
            </a:xfrm>
            <a:prstGeom prst="rect">
              <a:avLst/>
            </a:prstGeom>
            <a:solidFill>
              <a:srgbClr val="0000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000" b="1">
                  <a:solidFill>
                    <a:schemeClr val="bg1"/>
                  </a:solidFill>
                  <a:latin typeface="DengXian" charset="-122"/>
                  <a:ea typeface="DengXian" charset="-122"/>
                  <a:cs typeface="DengXian" charset="-122"/>
                </a:rPr>
                <a:t>小圆柱</a:t>
              </a:r>
              <a:r>
                <a:rPr lang="en-US" altLang="zh-CN" sz="2000" b="1">
                  <a:solidFill>
                    <a:schemeClr val="bg1"/>
                  </a:solidFill>
                  <a:latin typeface="DengXian" charset="-122"/>
                  <a:ea typeface="DengXian" charset="-122"/>
                  <a:cs typeface="DengXian" charset="-122"/>
                </a:rPr>
                <a:t>V</a:t>
              </a:r>
              <a:r>
                <a:rPr lang="zh-CN" altLang="en-US" sz="2000" b="1">
                  <a:solidFill>
                    <a:schemeClr val="bg1"/>
                  </a:solidFill>
                  <a:latin typeface="DengXian" charset="-122"/>
                  <a:ea typeface="DengXian" charset="-122"/>
                  <a:cs typeface="DengXian" charset="-122"/>
                </a:rPr>
                <a:t>面外形轮廓线终止点，外形轮廓</a:t>
              </a:r>
            </a:p>
            <a:p>
              <a:r>
                <a:rPr lang="zh-CN" altLang="en-US" sz="2000" b="1">
                  <a:solidFill>
                    <a:schemeClr val="bg1"/>
                  </a:solidFill>
                  <a:latin typeface="DengXian" charset="-122"/>
                  <a:ea typeface="DengXian" charset="-122"/>
                  <a:cs typeface="DengXian" charset="-122"/>
                </a:rPr>
                <a:t>线与曲线的切点，曲线投影虚实分界点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66035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75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75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75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75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75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75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500"/>
                            </p:stCondLst>
                            <p:childTnLst>
                              <p:par>
                                <p:cTn id="1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500"/>
                            </p:stCondLst>
                            <p:childTnLst>
                              <p:par>
                                <p:cTn id="1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500"/>
                            </p:stCondLst>
                            <p:childTnLst>
                              <p:par>
                                <p:cTn id="14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1000"/>
                            </p:stCondLst>
                            <p:childTnLst>
                              <p:par>
                                <p:cTn id="14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500"/>
                            </p:stCondLst>
                            <p:childTnLst>
                              <p:par>
                                <p:cTn id="15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1000"/>
                            </p:stCondLst>
                            <p:childTnLst>
                              <p:par>
                                <p:cTn id="16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4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500"/>
                            </p:stCondLst>
                            <p:childTnLst>
                              <p:par>
                                <p:cTn id="17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500"/>
                            </p:stCondLst>
                            <p:childTnLst>
                              <p:par>
                                <p:cTn id="18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>
                            <p:stCondLst>
                              <p:cond delay="500"/>
                            </p:stCondLst>
                            <p:childTnLst>
                              <p:par>
                                <p:cTn id="18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2" fill="hold">
                            <p:stCondLst>
                              <p:cond delay="1000"/>
                            </p:stCondLst>
                            <p:childTnLst>
                              <p:par>
                                <p:cTn id="19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500"/>
                            </p:stCondLst>
                            <p:childTnLst>
                              <p:par>
                                <p:cTn id="20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4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1000"/>
                            </p:stCondLst>
                            <p:childTnLst>
                              <p:par>
                                <p:cTn id="20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8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500"/>
                            </p:stCondLst>
                            <p:childTnLst>
                              <p:par>
                                <p:cTn id="22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500"/>
                            </p:stCondLst>
                            <p:childTnLst>
                              <p:par>
                                <p:cTn id="2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7" fill="hold">
                            <p:stCondLst>
                              <p:cond delay="500"/>
                            </p:stCondLst>
                            <p:childTnLst>
                              <p:par>
                                <p:cTn id="23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0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6" fill="hold">
                            <p:stCondLst>
                              <p:cond delay="500"/>
                            </p:stCondLst>
                            <p:childTnLst>
                              <p:par>
                                <p:cTn id="24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9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500"/>
                            </p:stCondLst>
                            <p:childTnLst>
                              <p:par>
                                <p:cTn id="25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9" fill="hold">
                            <p:stCondLst>
                              <p:cond delay="500"/>
                            </p:stCondLst>
                            <p:childTnLst>
                              <p:par>
                                <p:cTn id="27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8" fill="hold">
                            <p:stCondLst>
                              <p:cond delay="500"/>
                            </p:stCondLst>
                            <p:childTnLst>
                              <p:par>
                                <p:cTn id="28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2" fill="hold">
                            <p:stCondLst>
                              <p:cond delay="1000"/>
                            </p:stCondLst>
                            <p:childTnLst>
                              <p:par>
                                <p:cTn id="29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5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6" fill="hold">
                      <p:stCondLst>
                        <p:cond delay="indefinite"/>
                      </p:stCondLst>
                      <p:childTnLst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1" fill="hold">
                            <p:stCondLst>
                              <p:cond delay="500"/>
                            </p:stCondLst>
                            <p:childTnLst>
                              <p:par>
                                <p:cTn id="30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4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5" fill="hold">
                            <p:stCondLst>
                              <p:cond delay="1000"/>
                            </p:stCondLst>
                            <p:childTnLst>
                              <p:par>
                                <p:cTn id="30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8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indefinite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id="3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4" fill="hold">
                      <p:stCondLst>
                        <p:cond delay="indefinite"/>
                      </p:stCondLst>
                      <p:childTnLst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id="3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9" fill="hold">
                      <p:stCondLst>
                        <p:cond delay="indefinite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4" fill="hold">
                      <p:stCondLst>
                        <p:cond delay="indefinite"/>
                      </p:stCondLst>
                      <p:childTnLst>
                        <p:par>
                          <p:cTn id="335" fill="hold">
                            <p:stCondLst>
                              <p:cond delay="0"/>
                            </p:stCondLst>
                            <p:childTnLst>
                              <p:par>
                                <p:cTn id="3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8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3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4" fill="hold">
                      <p:stCondLst>
                        <p:cond delay="indefinite"/>
                      </p:stCondLst>
                      <p:childTnLst>
                        <p:par>
                          <p:cTn id="345" fill="hold">
                            <p:stCondLst>
                              <p:cond delay="0"/>
                            </p:stCondLst>
                            <p:childTnLst>
                              <p:par>
                                <p:cTn id="34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8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3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4" fill="hold">
                      <p:stCondLst>
                        <p:cond delay="indefinite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8" dur="75"/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9" fill="hold">
                      <p:stCondLst>
                        <p:cond delay="indefinite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id="361" presetID="23" presetClass="entr" presetSubtype="3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3" dur="75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4" dur="75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5" dur="75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6" dur="75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7" fill="hold">
                      <p:stCondLst>
                        <p:cond delay="indefinite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2" fill="hold">
                      <p:stCondLst>
                        <p:cond delay="indefinite"/>
                      </p:stCondLst>
                      <p:childTnLst>
                        <p:par>
                          <p:cTn id="373" fill="hold">
                            <p:stCondLst>
                              <p:cond delay="0"/>
                            </p:stCondLst>
                            <p:childTnLst>
                              <p:par>
                                <p:cTn id="37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7" fill="hold">
                      <p:stCondLst>
                        <p:cond delay="indefinite"/>
                      </p:stCondLst>
                      <p:childTnLst>
                        <p:par>
                          <p:cTn id="378" fill="hold">
                            <p:stCondLst>
                              <p:cond delay="0"/>
                            </p:stCondLst>
                            <p:childTnLst>
                              <p:par>
                                <p:cTn id="3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2" fill="hold">
                      <p:stCondLst>
                        <p:cond delay="indefinite"/>
                      </p:stCondLst>
                      <p:childTnLst>
                        <p:par>
                          <p:cTn id="383" fill="hold">
                            <p:stCondLst>
                              <p:cond delay="0"/>
                            </p:stCondLst>
                            <p:childTnLst>
                              <p:par>
                                <p:cTn id="3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7" fill="hold">
                      <p:stCondLst>
                        <p:cond delay="indefinite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2" fill="hold">
                            <p:stCondLst>
                              <p:cond delay="500"/>
                            </p:stCondLst>
                            <p:childTnLst>
                              <p:par>
                                <p:cTn id="3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6" fill="hold">
                      <p:stCondLst>
                        <p:cond delay="indefinite"/>
                      </p:stCondLst>
                      <p:childTnLst>
                        <p:par>
                          <p:cTn id="397" fill="hold">
                            <p:stCondLst>
                              <p:cond delay="0"/>
                            </p:stCondLst>
                            <p:childTnLst>
                              <p:par>
                                <p:cTn id="3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1" fill="hold">
                      <p:stCondLst>
                        <p:cond delay="indefinite"/>
                      </p:stCondLst>
                      <p:childTnLst>
                        <p:par>
                          <p:cTn id="402" fill="hold">
                            <p:stCondLst>
                              <p:cond delay="0"/>
                            </p:stCondLst>
                            <p:childTnLst>
                              <p:par>
                                <p:cTn id="4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6" fill="hold">
                      <p:stCondLst>
                        <p:cond delay="indefinite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1" fill="hold">
                      <p:stCondLst>
                        <p:cond delay="indefinite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6" fill="hold">
                      <p:stCondLst>
                        <p:cond delay="indefinite"/>
                      </p:stCondLst>
                      <p:childTnLst>
                        <p:par>
                          <p:cTn id="417" fill="hold">
                            <p:stCondLst>
                              <p:cond delay="0"/>
                            </p:stCondLst>
                            <p:childTnLst>
                              <p:par>
                                <p:cTn id="4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1" fill="hold">
                      <p:stCondLst>
                        <p:cond delay="indefinite"/>
                      </p:stCondLst>
                      <p:childTnLst>
                        <p:par>
                          <p:cTn id="422" fill="hold">
                            <p:stCondLst>
                              <p:cond delay="0"/>
                            </p:stCondLst>
                            <p:childTnLst>
                              <p:par>
                                <p:cTn id="4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6" fill="hold">
                      <p:stCondLst>
                        <p:cond delay="indefinite"/>
                      </p:stCondLst>
                      <p:childTnLst>
                        <p:par>
                          <p:cTn id="427" fill="hold">
                            <p:stCondLst>
                              <p:cond delay="0"/>
                            </p:stCondLst>
                            <p:childTnLst>
                              <p:par>
                                <p:cTn id="4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1" fill="hold">
                      <p:stCondLst>
                        <p:cond delay="indefinite"/>
                      </p:stCondLst>
                      <p:childTnLst>
                        <p:par>
                          <p:cTn id="432" fill="hold">
                            <p:stCondLst>
                              <p:cond delay="0"/>
                            </p:stCondLst>
                            <p:childTnLst>
                              <p:par>
                                <p:cTn id="4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6" fill="hold">
                      <p:stCondLst>
                        <p:cond delay="indefinite"/>
                      </p:stCondLst>
                      <p:childTnLst>
                        <p:par>
                          <p:cTn id="437" fill="hold">
                            <p:stCondLst>
                              <p:cond delay="0"/>
                            </p:stCondLst>
                            <p:childTnLst>
                              <p:par>
                                <p:cTn id="4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1" fill="hold">
                            <p:stCondLst>
                              <p:cond delay="500"/>
                            </p:stCondLst>
                            <p:childTnLst>
                              <p:par>
                                <p:cTn id="4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5" fill="hold">
                      <p:stCondLst>
                        <p:cond delay="indefinite"/>
                      </p:stCondLst>
                      <p:childTnLst>
                        <p:par>
                          <p:cTn id="446" fill="hold">
                            <p:stCondLst>
                              <p:cond delay="0"/>
                            </p:stCondLst>
                            <p:childTnLst>
                              <p:par>
                                <p:cTn id="4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9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0" fill="hold">
                      <p:stCondLst>
                        <p:cond delay="indefinite"/>
                      </p:stCondLst>
                      <p:childTnLst>
                        <p:par>
                          <p:cTn id="451" fill="hold">
                            <p:stCondLst>
                              <p:cond delay="0"/>
                            </p:stCondLst>
                            <p:childTnLst>
                              <p:par>
                                <p:cTn id="45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4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5" fill="hold">
                      <p:stCondLst>
                        <p:cond delay="indefinite"/>
                      </p:stCondLst>
                      <p:childTnLst>
                        <p:par>
                          <p:cTn id="456" fill="hold">
                            <p:stCondLst>
                              <p:cond delay="0"/>
                            </p:stCondLst>
                            <p:childTnLst>
                              <p:par>
                                <p:cTn id="4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9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0" fill="hold">
                      <p:stCondLst>
                        <p:cond delay="indefinite"/>
                      </p:stCondLst>
                      <p:childTnLst>
                        <p:par>
                          <p:cTn id="461" fill="hold">
                            <p:stCondLst>
                              <p:cond delay="0"/>
                            </p:stCondLst>
                            <p:childTnLst>
                              <p:par>
                                <p:cTn id="46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4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5" fill="hold">
                      <p:stCondLst>
                        <p:cond delay="indefinite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9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 advAuto="0"/>
      <p:bldP spid="31" grpId="0" animBg="1"/>
      <p:bldP spid="32" grpId="0" animBg="1"/>
      <p:bldP spid="33" grpId="0" build="p" autoUpdateAnimBg="0"/>
      <p:bldP spid="34" grpId="0" animBg="1"/>
      <p:bldP spid="35" grpId="0" build="p" autoUpdateAnimBg="0"/>
      <p:bldP spid="36" grpId="0" animBg="1"/>
      <p:bldP spid="37" grpId="0" build="p" autoUpdateAnimBg="0"/>
      <p:bldP spid="38" grpId="0" animBg="1"/>
      <p:bldP spid="39" grpId="0" animBg="1"/>
      <p:bldP spid="40" grpId="0" animBg="1"/>
      <p:bldP spid="41" grpId="0" autoUpdateAnimBg="0"/>
      <p:bldP spid="42" grpId="0" animBg="1" autoUpdateAnimBg="0"/>
      <p:bldP spid="43" grpId="0" animBg="1"/>
      <p:bldP spid="44" grpId="0" build="p" autoUpdateAnimBg="0"/>
      <p:bldP spid="45" grpId="0" autoUpdateAnimBg="0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build="p" autoUpdateAnimBg="0" advAuto="0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build="p" autoUpdateAnimBg="0"/>
      <p:bldP spid="121" grpId="0" autoUpdateAnimBg="0"/>
      <p:bldP spid="122" grpId="0" animBg="1"/>
      <p:bldP spid="13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14BABA-4CA9-293F-1D8F-DF428E848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32B6B-BC5D-BB40-8A4A-6C78BF4B0B6C}" type="datetime1">
              <a:rPr lang="en-US" altLang="zh-CN" smtClean="0"/>
              <a:t>11/11/25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D43722-4A5F-9819-7014-8849E726A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14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A568ED-6ADC-074A-F395-E835FDF1A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36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CF9CF83-B1B1-2EF0-9313-3A9252AC1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245" y="1778405"/>
            <a:ext cx="3207120" cy="32199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0F78FE-21C8-F32F-461C-2038B8001D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729" y="1778404"/>
            <a:ext cx="3281244" cy="32199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671E50-847E-0DF2-AA56-4C30033404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4824" y="2217171"/>
            <a:ext cx="2009539" cy="2142935"/>
          </a:xfrm>
          <a:prstGeom prst="rect">
            <a:avLst/>
          </a:prstGeom>
        </p:spPr>
      </p:pic>
      <p:sp>
        <p:nvSpPr>
          <p:cNvPr id="11" name="Action Button: Get Information 10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F13D511B-FAE3-FB27-7FCC-4453233BD0A9}"/>
              </a:ext>
            </a:extLst>
          </p:cNvPr>
          <p:cNvSpPr/>
          <p:nvPr/>
        </p:nvSpPr>
        <p:spPr>
          <a:xfrm>
            <a:off x="11012978" y="5465536"/>
            <a:ext cx="681644" cy="595313"/>
          </a:xfrm>
          <a:prstGeom prst="actionButtonInformation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432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1.48148E-6 L 0.3211 -0.01227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055" y="-6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3.7037E-7 L 0.25157 -0.00116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78" y="-69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06FD1F-BE1E-899D-9723-DF055AF21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90402-922E-A544-A378-34FAE1A4A8C9}" type="datetime1">
              <a:rPr lang="en-US" altLang="zh-CN" smtClean="0"/>
              <a:t>11/11/25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B4AF57-6238-9956-BE74-3B65FE753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14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63420A-F832-FADA-2FA7-FBBA82454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37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03C00774-BBE0-8413-4D75-967B61936E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7175" y="1263650"/>
            <a:ext cx="5045075" cy="4805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" name="Text Box 3">
            <a:extLst>
              <a:ext uri="{FF2B5EF4-FFF2-40B4-BE49-F238E27FC236}">
                <a16:creationId xmlns:a16="http://schemas.microsoft.com/office/drawing/2014/main" id="{248AE142-7BD5-97B6-E84A-7C366DC648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7675" y="1316037"/>
            <a:ext cx="2913063" cy="27924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b="1">
                <a:solidFill>
                  <a:srgbClr val="FF0000"/>
                </a:solidFill>
                <a:latin typeface="仿宋_GB2312" pitchFamily="49" charset="-122"/>
              </a:rPr>
              <a:t>      </a:t>
            </a:r>
            <a:r>
              <a:rPr lang="zh-CN" altLang="en-US" b="1">
                <a:solidFill>
                  <a:srgbClr val="FF0000"/>
                </a:solidFill>
                <a:latin typeface="仿宋_GB2312" pitchFamily="49" charset="-122"/>
              </a:rPr>
              <a:t>投影分析</a:t>
            </a:r>
            <a:r>
              <a:rPr lang="zh-CN" altLang="en-US" b="1">
                <a:latin typeface="仿宋_GB2312" pitchFamily="49" charset="-122"/>
              </a:rPr>
              <a:t> </a:t>
            </a:r>
          </a:p>
          <a:p>
            <a:pPr algn="l">
              <a:spcBef>
                <a:spcPct val="50000"/>
              </a:spcBef>
            </a:pPr>
            <a:r>
              <a:rPr lang="zh-CN" altLang="en-US" sz="1800" b="1">
                <a:latin typeface="仿宋_GB2312" pitchFamily="49" charset="-122"/>
              </a:rPr>
              <a:t>        大圆柱是直立的，小圆柱是倾斜的，直立圆柱的水平投影具有积聚性，则交线的水平投影为两圆柱投影的公共部分。小圆柱的轴线是正平线，则小圆柱的端面圆的正面投影积聚为直线。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BA2C6E47-0BDA-D8B2-50E7-5475A575C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8813" y="3438525"/>
            <a:ext cx="2271712" cy="280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8" name="Freeform 5">
            <a:extLst>
              <a:ext uri="{FF2B5EF4-FFF2-40B4-BE49-F238E27FC236}">
                <a16:creationId xmlns:a16="http://schemas.microsoft.com/office/drawing/2014/main" id="{693B40EA-3F78-9D06-9DFB-C2690B4F743A}"/>
              </a:ext>
            </a:extLst>
          </p:cNvPr>
          <p:cNvSpPr>
            <a:spLocks/>
          </p:cNvSpPr>
          <p:nvPr/>
        </p:nvSpPr>
        <p:spPr bwMode="auto">
          <a:xfrm>
            <a:off x="2644775" y="4606925"/>
            <a:ext cx="234950" cy="1012825"/>
          </a:xfrm>
          <a:custGeom>
            <a:avLst/>
            <a:gdLst>
              <a:gd name="T0" fmla="*/ 139 w 148"/>
              <a:gd name="T1" fmla="*/ 0 h 638"/>
              <a:gd name="T2" fmla="*/ 105 w 148"/>
              <a:gd name="T3" fmla="*/ 29 h 638"/>
              <a:gd name="T4" fmla="*/ 81 w 148"/>
              <a:gd name="T5" fmla="*/ 67 h 638"/>
              <a:gd name="T6" fmla="*/ 62 w 148"/>
              <a:gd name="T7" fmla="*/ 101 h 638"/>
              <a:gd name="T8" fmla="*/ 48 w 148"/>
              <a:gd name="T9" fmla="*/ 134 h 638"/>
              <a:gd name="T10" fmla="*/ 14 w 148"/>
              <a:gd name="T11" fmla="*/ 192 h 638"/>
              <a:gd name="T12" fmla="*/ 9 w 148"/>
              <a:gd name="T13" fmla="*/ 230 h 638"/>
              <a:gd name="T14" fmla="*/ 4 w 148"/>
              <a:gd name="T15" fmla="*/ 283 h 638"/>
              <a:gd name="T16" fmla="*/ 0 w 148"/>
              <a:gd name="T17" fmla="*/ 326 h 638"/>
              <a:gd name="T18" fmla="*/ 4 w 148"/>
              <a:gd name="T19" fmla="*/ 369 h 638"/>
              <a:gd name="T20" fmla="*/ 14 w 148"/>
              <a:gd name="T21" fmla="*/ 413 h 638"/>
              <a:gd name="T22" fmla="*/ 19 w 148"/>
              <a:gd name="T23" fmla="*/ 451 h 638"/>
              <a:gd name="T24" fmla="*/ 33 w 148"/>
              <a:gd name="T25" fmla="*/ 494 h 638"/>
              <a:gd name="T26" fmla="*/ 57 w 148"/>
              <a:gd name="T27" fmla="*/ 528 h 638"/>
              <a:gd name="T28" fmla="*/ 67 w 148"/>
              <a:gd name="T29" fmla="*/ 561 h 638"/>
              <a:gd name="T30" fmla="*/ 100 w 148"/>
              <a:gd name="T31" fmla="*/ 595 h 638"/>
              <a:gd name="T32" fmla="*/ 124 w 148"/>
              <a:gd name="T33" fmla="*/ 614 h 638"/>
              <a:gd name="T34" fmla="*/ 148 w 148"/>
              <a:gd name="T35" fmla="*/ 638 h 6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48" h="638">
                <a:moveTo>
                  <a:pt x="139" y="0"/>
                </a:moveTo>
                <a:cubicBezTo>
                  <a:pt x="127" y="9"/>
                  <a:pt x="115" y="18"/>
                  <a:pt x="105" y="29"/>
                </a:cubicBezTo>
                <a:cubicBezTo>
                  <a:pt x="95" y="40"/>
                  <a:pt x="88" y="55"/>
                  <a:pt x="81" y="67"/>
                </a:cubicBezTo>
                <a:cubicBezTo>
                  <a:pt x="74" y="79"/>
                  <a:pt x="67" y="90"/>
                  <a:pt x="62" y="101"/>
                </a:cubicBezTo>
                <a:cubicBezTo>
                  <a:pt x="57" y="112"/>
                  <a:pt x="56" y="119"/>
                  <a:pt x="48" y="134"/>
                </a:cubicBezTo>
                <a:cubicBezTo>
                  <a:pt x="40" y="149"/>
                  <a:pt x="20" y="176"/>
                  <a:pt x="14" y="192"/>
                </a:cubicBezTo>
                <a:cubicBezTo>
                  <a:pt x="8" y="208"/>
                  <a:pt x="11" y="215"/>
                  <a:pt x="9" y="230"/>
                </a:cubicBezTo>
                <a:cubicBezTo>
                  <a:pt x="7" y="245"/>
                  <a:pt x="6" y="267"/>
                  <a:pt x="4" y="283"/>
                </a:cubicBezTo>
                <a:cubicBezTo>
                  <a:pt x="2" y="299"/>
                  <a:pt x="0" y="312"/>
                  <a:pt x="0" y="326"/>
                </a:cubicBezTo>
                <a:cubicBezTo>
                  <a:pt x="0" y="340"/>
                  <a:pt x="2" y="355"/>
                  <a:pt x="4" y="369"/>
                </a:cubicBezTo>
                <a:cubicBezTo>
                  <a:pt x="6" y="383"/>
                  <a:pt x="12" y="399"/>
                  <a:pt x="14" y="413"/>
                </a:cubicBezTo>
                <a:cubicBezTo>
                  <a:pt x="16" y="427"/>
                  <a:pt x="16" y="438"/>
                  <a:pt x="19" y="451"/>
                </a:cubicBezTo>
                <a:cubicBezTo>
                  <a:pt x="22" y="464"/>
                  <a:pt x="27" y="481"/>
                  <a:pt x="33" y="494"/>
                </a:cubicBezTo>
                <a:cubicBezTo>
                  <a:pt x="39" y="507"/>
                  <a:pt x="51" y="517"/>
                  <a:pt x="57" y="528"/>
                </a:cubicBezTo>
                <a:cubicBezTo>
                  <a:pt x="63" y="539"/>
                  <a:pt x="60" y="550"/>
                  <a:pt x="67" y="561"/>
                </a:cubicBezTo>
                <a:cubicBezTo>
                  <a:pt x="74" y="572"/>
                  <a:pt x="91" y="586"/>
                  <a:pt x="100" y="595"/>
                </a:cubicBezTo>
                <a:cubicBezTo>
                  <a:pt x="109" y="604"/>
                  <a:pt x="116" y="607"/>
                  <a:pt x="124" y="614"/>
                </a:cubicBezTo>
                <a:cubicBezTo>
                  <a:pt x="132" y="621"/>
                  <a:pt x="142" y="632"/>
                  <a:pt x="148" y="638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3CADA176-CCEB-BD54-B0E3-6354174649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51025" y="1711325"/>
            <a:ext cx="495300" cy="8763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BB0951A6-3D67-B7C0-8A83-C72F24ECF7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8138" y="1231900"/>
            <a:ext cx="7745412" cy="51244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b="1">
                <a:solidFill>
                  <a:srgbClr val="FF0000"/>
                </a:solidFill>
                <a:latin typeface="仿宋_GB2312" pitchFamily="49" charset="-122"/>
              </a:rPr>
              <a:t>              </a:t>
            </a:r>
          </a:p>
          <a:p>
            <a:pPr algn="l">
              <a:spcBef>
                <a:spcPct val="50000"/>
              </a:spcBef>
            </a:pPr>
            <a:endParaRPr lang="en-US" altLang="zh-CN" b="1">
              <a:solidFill>
                <a:srgbClr val="FF0000"/>
              </a:solidFill>
              <a:latin typeface="仿宋_GB2312" pitchFamily="49" charset="-122"/>
            </a:endParaRPr>
          </a:p>
          <a:p>
            <a:pPr algn="l">
              <a:spcBef>
                <a:spcPct val="50000"/>
              </a:spcBef>
            </a:pPr>
            <a:endParaRPr lang="en-US" altLang="zh-CN" b="1">
              <a:solidFill>
                <a:srgbClr val="FF0000"/>
              </a:solidFill>
              <a:latin typeface="仿宋_GB2312" pitchFamily="49" charset="-122"/>
            </a:endParaRPr>
          </a:p>
          <a:p>
            <a:pPr algn="l">
              <a:spcBef>
                <a:spcPct val="50000"/>
              </a:spcBef>
            </a:pPr>
            <a:r>
              <a:rPr lang="en-US" altLang="zh-CN" b="1">
                <a:solidFill>
                  <a:srgbClr val="FF0000"/>
                </a:solidFill>
                <a:latin typeface="仿宋_GB2312" pitchFamily="49" charset="-122"/>
              </a:rPr>
              <a:t>          </a:t>
            </a:r>
            <a:r>
              <a:rPr lang="zh-CN" altLang="en-US" b="1">
                <a:solidFill>
                  <a:srgbClr val="FF0000"/>
                </a:solidFill>
                <a:latin typeface="仿宋_GB2312" pitchFamily="49" charset="-122"/>
              </a:rPr>
              <a:t>作图方法</a:t>
            </a:r>
            <a:r>
              <a:rPr lang="zh-CN" altLang="en-US" b="1">
                <a:latin typeface="仿宋_GB2312" pitchFamily="49" charset="-122"/>
              </a:rPr>
              <a:t>   </a:t>
            </a:r>
          </a:p>
          <a:p>
            <a:pPr algn="l">
              <a:spcBef>
                <a:spcPct val="50000"/>
              </a:spcBef>
            </a:pPr>
            <a:r>
              <a:rPr lang="zh-CN" altLang="en-US" b="1">
                <a:latin typeface="仿宋_GB2312" pitchFamily="49" charset="-122"/>
              </a:rPr>
              <a:t>         </a:t>
            </a:r>
            <a:r>
              <a:rPr lang="zh-CN" altLang="en-US" sz="1800" b="1">
                <a:latin typeface="仿宋_GB2312" pitchFamily="49" charset="-122"/>
              </a:rPr>
              <a:t>辅助平面法。用正平面切此</a:t>
            </a:r>
          </a:p>
          <a:p>
            <a:pPr algn="l">
              <a:spcBef>
                <a:spcPct val="50000"/>
              </a:spcBef>
            </a:pPr>
            <a:r>
              <a:rPr lang="zh-CN" altLang="en-US" sz="1800" b="1">
                <a:latin typeface="仿宋_GB2312" pitchFamily="49" charset="-122"/>
              </a:rPr>
              <a:t>     模型，其交线分别为四条直线，</a:t>
            </a:r>
          </a:p>
          <a:p>
            <a:pPr algn="l">
              <a:spcBef>
                <a:spcPct val="50000"/>
              </a:spcBef>
            </a:pPr>
            <a:r>
              <a:rPr lang="zh-CN" altLang="en-US" sz="1800" b="1">
                <a:latin typeface="仿宋_GB2312" pitchFamily="49" charset="-122"/>
              </a:rPr>
              <a:t>     它们的交点是相贯线上的点。</a:t>
            </a:r>
          </a:p>
          <a:p>
            <a:pPr algn="l">
              <a:spcBef>
                <a:spcPct val="50000"/>
              </a:spcBef>
            </a:pPr>
            <a:endParaRPr lang="zh-CN" altLang="en-US" sz="1800" b="1">
              <a:latin typeface="仿宋_GB2312" pitchFamily="49" charset="-122"/>
            </a:endParaRPr>
          </a:p>
          <a:p>
            <a:pPr algn="l">
              <a:spcBef>
                <a:spcPct val="50000"/>
              </a:spcBef>
            </a:pPr>
            <a:endParaRPr lang="zh-CN" altLang="en-US" sz="1800" b="1">
              <a:latin typeface="仿宋_GB2312" pitchFamily="49" charset="-122"/>
            </a:endParaRPr>
          </a:p>
          <a:p>
            <a:pPr algn="l">
              <a:spcBef>
                <a:spcPct val="50000"/>
              </a:spcBef>
            </a:pPr>
            <a:endParaRPr lang="zh-CN" altLang="en-US" sz="1800" b="1">
              <a:latin typeface="仿宋_GB2312" pitchFamily="49" charset="-122"/>
            </a:endParaRPr>
          </a:p>
          <a:p>
            <a:pPr algn="l">
              <a:spcBef>
                <a:spcPct val="50000"/>
              </a:spcBef>
            </a:pPr>
            <a:endParaRPr lang="zh-CN" altLang="en-US" sz="1800" b="1">
              <a:latin typeface="仿宋_GB2312" pitchFamily="49" charset="-122"/>
            </a:endParaRPr>
          </a:p>
        </p:txBody>
      </p:sp>
      <p:pic>
        <p:nvPicPr>
          <p:cNvPr id="11" name="Picture 8">
            <a:extLst>
              <a:ext uri="{FF2B5EF4-FFF2-40B4-BE49-F238E27FC236}">
                <a16:creationId xmlns:a16="http://schemas.microsoft.com/office/drawing/2014/main" id="{1AE82C21-0C26-FC25-29F6-91D57ECB0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8500" y="2178050"/>
            <a:ext cx="2943225" cy="3494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2" name="Line 9">
            <a:extLst>
              <a:ext uri="{FF2B5EF4-FFF2-40B4-BE49-F238E27FC236}">
                <a16:creationId xmlns:a16="http://schemas.microsoft.com/office/drawing/2014/main" id="{2049BBF3-6E47-CEA6-4678-5CBD6F1D0074}"/>
              </a:ext>
            </a:extLst>
          </p:cNvPr>
          <p:cNvSpPr>
            <a:spLocks noChangeShapeType="1"/>
          </p:cNvSpPr>
          <p:nvPr/>
        </p:nvSpPr>
        <p:spPr bwMode="auto">
          <a:xfrm>
            <a:off x="7277100" y="2976562"/>
            <a:ext cx="0" cy="6159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Line 10">
            <a:extLst>
              <a:ext uri="{FF2B5EF4-FFF2-40B4-BE49-F238E27FC236}">
                <a16:creationId xmlns:a16="http://schemas.microsoft.com/office/drawing/2014/main" id="{37A0D83F-72AB-1F9A-E38B-B581CC8DBA2A}"/>
              </a:ext>
            </a:extLst>
          </p:cNvPr>
          <p:cNvSpPr>
            <a:spLocks noChangeShapeType="1"/>
          </p:cNvSpPr>
          <p:nvPr/>
        </p:nvSpPr>
        <p:spPr bwMode="auto">
          <a:xfrm>
            <a:off x="7277100" y="4819650"/>
            <a:ext cx="0" cy="79216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Line 11">
            <a:extLst>
              <a:ext uri="{FF2B5EF4-FFF2-40B4-BE49-F238E27FC236}">
                <a16:creationId xmlns:a16="http://schemas.microsoft.com/office/drawing/2014/main" id="{E210A7D1-C4C2-BD28-36B3-6D20AE1C54EB}"/>
              </a:ext>
            </a:extLst>
          </p:cNvPr>
          <p:cNvSpPr>
            <a:spLocks noChangeShapeType="1"/>
          </p:cNvSpPr>
          <p:nvPr/>
        </p:nvSpPr>
        <p:spPr bwMode="auto">
          <a:xfrm>
            <a:off x="8480425" y="2487612"/>
            <a:ext cx="0" cy="26289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Line 12">
            <a:extLst>
              <a:ext uri="{FF2B5EF4-FFF2-40B4-BE49-F238E27FC236}">
                <a16:creationId xmlns:a16="http://schemas.microsoft.com/office/drawing/2014/main" id="{D3AC3F6B-07FE-FFD7-77D5-3AB68B1C935B}"/>
              </a:ext>
            </a:extLst>
          </p:cNvPr>
          <p:cNvSpPr>
            <a:spLocks noChangeShapeType="1"/>
          </p:cNvSpPr>
          <p:nvPr/>
        </p:nvSpPr>
        <p:spPr bwMode="auto">
          <a:xfrm>
            <a:off x="6896100" y="3486150"/>
            <a:ext cx="388938" cy="1143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Line 13">
            <a:extLst>
              <a:ext uri="{FF2B5EF4-FFF2-40B4-BE49-F238E27FC236}">
                <a16:creationId xmlns:a16="http://schemas.microsoft.com/office/drawing/2014/main" id="{B6F03186-3246-3812-AC73-B3E6ADBE8720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4568825"/>
            <a:ext cx="792163" cy="2508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Oval 14">
            <a:extLst>
              <a:ext uri="{FF2B5EF4-FFF2-40B4-BE49-F238E27FC236}">
                <a16:creationId xmlns:a16="http://schemas.microsoft.com/office/drawing/2014/main" id="{94987AA1-99E1-4C50-E17A-BE6ACAF80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5500" y="3508375"/>
            <a:ext cx="153988" cy="153987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Oval 15">
            <a:extLst>
              <a:ext uri="{FF2B5EF4-FFF2-40B4-BE49-F238E27FC236}">
                <a16:creationId xmlns:a16="http://schemas.microsoft.com/office/drawing/2014/main" id="{8CCB4EF2-DB05-CA2F-2743-1DE25B0E0E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900" y="4732337"/>
            <a:ext cx="153988" cy="153988"/>
          </a:xfrm>
          <a:prstGeom prst="ellipse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9" name="Group 16">
            <a:extLst>
              <a:ext uri="{FF2B5EF4-FFF2-40B4-BE49-F238E27FC236}">
                <a16:creationId xmlns:a16="http://schemas.microsoft.com/office/drawing/2014/main" id="{04D8C7C0-B8FD-610B-3D92-D1EE7DB2379F}"/>
              </a:ext>
            </a:extLst>
          </p:cNvPr>
          <p:cNvGrpSpPr>
            <a:grpSpLocks/>
          </p:cNvGrpSpPr>
          <p:nvPr/>
        </p:nvGrpSpPr>
        <p:grpSpPr bwMode="auto">
          <a:xfrm>
            <a:off x="1731963" y="1133475"/>
            <a:ext cx="6916737" cy="5354637"/>
            <a:chOff x="509" y="601"/>
            <a:chExt cx="4357" cy="3373"/>
          </a:xfrm>
        </p:grpSpPr>
        <p:pic>
          <p:nvPicPr>
            <p:cNvPr id="20" name="Picture 17">
              <a:extLst>
                <a:ext uri="{FF2B5EF4-FFF2-40B4-BE49-F238E27FC236}">
                  <a16:creationId xmlns:a16="http://schemas.microsoft.com/office/drawing/2014/main" id="{9376BA30-FA0C-6106-AD64-6A56E8B2FD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9" y="606"/>
              <a:ext cx="3728" cy="3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1" name="Rectangle 18">
              <a:extLst>
                <a:ext uri="{FF2B5EF4-FFF2-40B4-BE49-F238E27FC236}">
                  <a16:creationId xmlns:a16="http://schemas.microsoft.com/office/drawing/2014/main" id="{E847995B-5B38-6FEE-3912-DB891AA20D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0" y="601"/>
              <a:ext cx="716" cy="27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2" name="Text Box 19">
            <a:extLst>
              <a:ext uri="{FF2B5EF4-FFF2-40B4-BE49-F238E27FC236}">
                <a16:creationId xmlns:a16="http://schemas.microsoft.com/office/drawing/2014/main" id="{8508CDEC-3C65-9F90-1281-FD28BEA101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7649" y="4465637"/>
            <a:ext cx="3905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仿宋_GB2312" pitchFamily="49" charset="-122"/>
              </a:rPr>
              <a:t>作图步骤</a:t>
            </a:r>
          </a:p>
        </p:txBody>
      </p:sp>
      <p:sp>
        <p:nvSpPr>
          <p:cNvPr id="23" name="Text Box 20">
            <a:extLst>
              <a:ext uri="{FF2B5EF4-FFF2-40B4-BE49-F238E27FC236}">
                <a16:creationId xmlns:a16="http://schemas.microsoft.com/office/drawing/2014/main" id="{63595754-3E76-B0A0-D350-C708F2F11A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9937" y="4946650"/>
            <a:ext cx="37226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000" b="1">
                <a:latin typeface="仿宋_GB2312" pitchFamily="49" charset="-122"/>
              </a:rPr>
              <a:t>1. </a:t>
            </a:r>
            <a:r>
              <a:rPr lang="zh-CN" altLang="en-US" sz="2000" b="1">
                <a:latin typeface="仿宋_GB2312" pitchFamily="49" charset="-122"/>
              </a:rPr>
              <a:t>求特殊位置点。</a:t>
            </a:r>
            <a:r>
              <a:rPr lang="zh-CN" altLang="en-US" b="1">
                <a:latin typeface="仿宋_GB2312" pitchFamily="49" charset="-122"/>
              </a:rPr>
              <a:t> </a:t>
            </a:r>
            <a:r>
              <a:rPr lang="zh-CN" altLang="en-US" sz="1200" b="1">
                <a:solidFill>
                  <a:schemeClr val="accent2"/>
                </a:solidFill>
                <a:latin typeface="仿宋_GB2312" pitchFamily="49" charset="-122"/>
              </a:rPr>
              <a:t>● </a:t>
            </a:r>
            <a:r>
              <a:rPr lang="zh-CN" altLang="en-US" sz="1200" b="1">
                <a:solidFill>
                  <a:schemeClr val="hlink"/>
                </a:solidFill>
                <a:latin typeface="仿宋_GB2312" pitchFamily="49" charset="-122"/>
              </a:rPr>
              <a:t>●</a:t>
            </a:r>
          </a:p>
        </p:txBody>
      </p:sp>
      <p:grpSp>
        <p:nvGrpSpPr>
          <p:cNvPr id="24" name="Group 21">
            <a:extLst>
              <a:ext uri="{FF2B5EF4-FFF2-40B4-BE49-F238E27FC236}">
                <a16:creationId xmlns:a16="http://schemas.microsoft.com/office/drawing/2014/main" id="{ED2D24A9-5159-F048-1071-A778429200E2}"/>
              </a:ext>
            </a:extLst>
          </p:cNvPr>
          <p:cNvGrpSpPr>
            <a:grpSpLocks/>
          </p:cNvGrpSpPr>
          <p:nvPr/>
        </p:nvGrpSpPr>
        <p:grpSpPr bwMode="auto">
          <a:xfrm>
            <a:off x="2965450" y="1746250"/>
            <a:ext cx="157163" cy="1490662"/>
            <a:chOff x="1292" y="987"/>
            <a:chExt cx="99" cy="939"/>
          </a:xfrm>
        </p:grpSpPr>
        <p:sp>
          <p:nvSpPr>
            <p:cNvPr id="25" name="Oval 22">
              <a:extLst>
                <a:ext uri="{FF2B5EF4-FFF2-40B4-BE49-F238E27FC236}">
                  <a16:creationId xmlns:a16="http://schemas.microsoft.com/office/drawing/2014/main" id="{7BDB92C5-8BDB-62C2-0E62-1A5071B389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2" y="987"/>
              <a:ext cx="99" cy="9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Oval 23">
              <a:extLst>
                <a:ext uri="{FF2B5EF4-FFF2-40B4-BE49-F238E27FC236}">
                  <a16:creationId xmlns:a16="http://schemas.microsoft.com/office/drawing/2014/main" id="{A3D2BB9A-1449-4D73-DDB7-B835F43F3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2" y="1827"/>
              <a:ext cx="99" cy="9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7" name="Oval 24">
            <a:extLst>
              <a:ext uri="{FF2B5EF4-FFF2-40B4-BE49-F238E27FC236}">
                <a16:creationId xmlns:a16="http://schemas.microsoft.com/office/drawing/2014/main" id="{CEDA5186-DEAC-905B-077D-01CCC4C566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5450" y="5345112"/>
            <a:ext cx="177800" cy="1778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Line 25">
            <a:extLst>
              <a:ext uri="{FF2B5EF4-FFF2-40B4-BE49-F238E27FC236}">
                <a16:creationId xmlns:a16="http://schemas.microsoft.com/office/drawing/2014/main" id="{252CBCFD-829B-10DE-BE99-968540FE3EDD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3238" y="1814512"/>
            <a:ext cx="3527425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Line 26">
            <a:extLst>
              <a:ext uri="{FF2B5EF4-FFF2-40B4-BE49-F238E27FC236}">
                <a16:creationId xmlns:a16="http://schemas.microsoft.com/office/drawing/2014/main" id="{974A8174-AE41-649D-D81F-20C8A062AABD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0063" y="3159125"/>
            <a:ext cx="3535362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0" name="Group 27">
            <a:extLst>
              <a:ext uri="{FF2B5EF4-FFF2-40B4-BE49-F238E27FC236}">
                <a16:creationId xmlns:a16="http://schemas.microsoft.com/office/drawing/2014/main" id="{C1EC9BB3-E1F8-3283-3C00-405145A630B0}"/>
              </a:ext>
            </a:extLst>
          </p:cNvPr>
          <p:cNvGrpSpPr>
            <a:grpSpLocks/>
          </p:cNvGrpSpPr>
          <p:nvPr/>
        </p:nvGrpSpPr>
        <p:grpSpPr bwMode="auto">
          <a:xfrm>
            <a:off x="6484938" y="1746250"/>
            <a:ext cx="166687" cy="1484312"/>
            <a:chOff x="3509" y="987"/>
            <a:chExt cx="105" cy="935"/>
          </a:xfrm>
        </p:grpSpPr>
        <p:sp>
          <p:nvSpPr>
            <p:cNvPr id="31" name="Oval 28">
              <a:extLst>
                <a:ext uri="{FF2B5EF4-FFF2-40B4-BE49-F238E27FC236}">
                  <a16:creationId xmlns:a16="http://schemas.microsoft.com/office/drawing/2014/main" id="{D75A30D5-D65C-32E6-BD6E-7BB0CE42C1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5" y="987"/>
              <a:ext cx="99" cy="9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hlink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Oval 29">
              <a:extLst>
                <a:ext uri="{FF2B5EF4-FFF2-40B4-BE49-F238E27FC236}">
                  <a16:creationId xmlns:a16="http://schemas.microsoft.com/office/drawing/2014/main" id="{6DE06574-728D-DEE9-7973-CCE6E82D9B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9" y="1823"/>
              <a:ext cx="99" cy="9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3" name="Group 30">
            <a:extLst>
              <a:ext uri="{FF2B5EF4-FFF2-40B4-BE49-F238E27FC236}">
                <a16:creationId xmlns:a16="http://schemas.microsoft.com/office/drawing/2014/main" id="{2C3DB9FF-B6F2-2BE9-242E-F885D618F5B9}"/>
              </a:ext>
            </a:extLst>
          </p:cNvPr>
          <p:cNvGrpSpPr>
            <a:grpSpLocks/>
          </p:cNvGrpSpPr>
          <p:nvPr/>
        </p:nvGrpSpPr>
        <p:grpSpPr bwMode="auto">
          <a:xfrm>
            <a:off x="3235325" y="4773612"/>
            <a:ext cx="161925" cy="1300163"/>
            <a:chOff x="1462" y="2894"/>
            <a:chExt cx="102" cy="819"/>
          </a:xfrm>
        </p:grpSpPr>
        <p:sp>
          <p:nvSpPr>
            <p:cNvPr id="34" name="Oval 31">
              <a:extLst>
                <a:ext uri="{FF2B5EF4-FFF2-40B4-BE49-F238E27FC236}">
                  <a16:creationId xmlns:a16="http://schemas.microsoft.com/office/drawing/2014/main" id="{947F7284-8ECA-B7EC-7E68-7D00C6D4BD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2" y="2894"/>
              <a:ext cx="99" cy="9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Oval 32">
              <a:extLst>
                <a:ext uri="{FF2B5EF4-FFF2-40B4-BE49-F238E27FC236}">
                  <a16:creationId xmlns:a16="http://schemas.microsoft.com/office/drawing/2014/main" id="{DEC5C84A-D74C-1453-1385-C6F4492F0B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5" y="3614"/>
              <a:ext cx="99" cy="9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6" name="Oval 33">
            <a:extLst>
              <a:ext uri="{FF2B5EF4-FFF2-40B4-BE49-F238E27FC236}">
                <a16:creationId xmlns:a16="http://schemas.microsoft.com/office/drawing/2014/main" id="{0431565D-6261-C806-0DE3-79CDA895B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0088" y="2578100"/>
            <a:ext cx="157162" cy="15716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" name="Line 34">
            <a:extLst>
              <a:ext uri="{FF2B5EF4-FFF2-40B4-BE49-F238E27FC236}">
                <a16:creationId xmlns:a16="http://schemas.microsoft.com/office/drawing/2014/main" id="{D8867A0A-54BD-4A0C-D573-4D1E1995CD1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14700" y="2473325"/>
            <a:ext cx="0" cy="3519487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" name="Line 35">
            <a:extLst>
              <a:ext uri="{FF2B5EF4-FFF2-40B4-BE49-F238E27FC236}">
                <a16:creationId xmlns:a16="http://schemas.microsoft.com/office/drawing/2014/main" id="{651A59A9-13F2-F5A6-3E38-6FBC4C9E448C}"/>
              </a:ext>
            </a:extLst>
          </p:cNvPr>
          <p:cNvSpPr>
            <a:spLocks noChangeShapeType="1"/>
          </p:cNvSpPr>
          <p:nvPr/>
        </p:nvSpPr>
        <p:spPr bwMode="auto">
          <a:xfrm>
            <a:off x="3314700" y="2640012"/>
            <a:ext cx="39624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" name="Line 36">
            <a:extLst>
              <a:ext uri="{FF2B5EF4-FFF2-40B4-BE49-F238E27FC236}">
                <a16:creationId xmlns:a16="http://schemas.microsoft.com/office/drawing/2014/main" id="{E60FAA82-5F28-4DD8-A4C3-2AAD192C9926}"/>
              </a:ext>
            </a:extLst>
          </p:cNvPr>
          <p:cNvSpPr>
            <a:spLocks noChangeShapeType="1"/>
          </p:cNvSpPr>
          <p:nvPr/>
        </p:nvSpPr>
        <p:spPr bwMode="auto">
          <a:xfrm>
            <a:off x="5973763" y="2481262"/>
            <a:ext cx="0" cy="15875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" name="Line 37">
            <a:extLst>
              <a:ext uri="{FF2B5EF4-FFF2-40B4-BE49-F238E27FC236}">
                <a16:creationId xmlns:a16="http://schemas.microsoft.com/office/drawing/2014/main" id="{7A498063-4F90-5870-1D33-90879245A2BE}"/>
              </a:ext>
            </a:extLst>
          </p:cNvPr>
          <p:cNvSpPr>
            <a:spLocks noChangeShapeType="1"/>
          </p:cNvSpPr>
          <p:nvPr/>
        </p:nvSpPr>
        <p:spPr bwMode="auto">
          <a:xfrm>
            <a:off x="7170738" y="2487612"/>
            <a:ext cx="0" cy="15240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1" name="Group 38">
            <a:extLst>
              <a:ext uri="{FF2B5EF4-FFF2-40B4-BE49-F238E27FC236}">
                <a16:creationId xmlns:a16="http://schemas.microsoft.com/office/drawing/2014/main" id="{769EA12E-5AE5-70A5-A49A-FAE54B3EE5A2}"/>
              </a:ext>
            </a:extLst>
          </p:cNvPr>
          <p:cNvGrpSpPr>
            <a:grpSpLocks/>
          </p:cNvGrpSpPr>
          <p:nvPr/>
        </p:nvGrpSpPr>
        <p:grpSpPr bwMode="auto">
          <a:xfrm>
            <a:off x="5907088" y="2546350"/>
            <a:ext cx="1338262" cy="180975"/>
            <a:chOff x="3145" y="1491"/>
            <a:chExt cx="843" cy="114"/>
          </a:xfrm>
        </p:grpSpPr>
        <p:sp>
          <p:nvSpPr>
            <p:cNvPr id="42" name="Oval 39">
              <a:extLst>
                <a:ext uri="{FF2B5EF4-FFF2-40B4-BE49-F238E27FC236}">
                  <a16:creationId xmlns:a16="http://schemas.microsoft.com/office/drawing/2014/main" id="{2D411420-EA5F-AF5D-E6AF-9261B3ECA6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5" y="1491"/>
              <a:ext cx="99" cy="9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Oval 40">
              <a:extLst>
                <a:ext uri="{FF2B5EF4-FFF2-40B4-BE49-F238E27FC236}">
                  <a16:creationId xmlns:a16="http://schemas.microsoft.com/office/drawing/2014/main" id="{EDCEE80D-D772-0104-B1E3-0C60DA1B4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9" y="1506"/>
              <a:ext cx="99" cy="9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4" name="Text Box 41">
            <a:extLst>
              <a:ext uri="{FF2B5EF4-FFF2-40B4-BE49-F238E27FC236}">
                <a16:creationId xmlns:a16="http://schemas.microsoft.com/office/drawing/2014/main" id="{C57AD54B-A61F-CAFF-27F8-B5D801C83F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2012" y="5370512"/>
            <a:ext cx="4440237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000" b="1" dirty="0">
                <a:latin typeface="仿宋_GB2312" pitchFamily="49" charset="-122"/>
              </a:rPr>
              <a:t>2. </a:t>
            </a:r>
            <a:r>
              <a:rPr lang="zh-CN" altLang="en-US" sz="2000" b="1" dirty="0">
                <a:latin typeface="仿宋_GB2312" pitchFamily="49" charset="-122"/>
              </a:rPr>
              <a:t>用辅助平面法求一般位置点。</a:t>
            </a:r>
            <a:r>
              <a:rPr lang="zh-CN" altLang="en-US" b="1" dirty="0">
                <a:latin typeface="仿宋_GB2312" pitchFamily="49" charset="-122"/>
              </a:rPr>
              <a:t> </a:t>
            </a:r>
            <a:r>
              <a:rPr lang="zh-CN" altLang="en-US" sz="1200" b="1" dirty="0">
                <a:solidFill>
                  <a:srgbClr val="FF0000"/>
                </a:solidFill>
                <a:latin typeface="仿宋_GB2312" pitchFamily="49" charset="-122"/>
              </a:rPr>
              <a:t>●</a:t>
            </a:r>
          </a:p>
        </p:txBody>
      </p:sp>
      <p:sp>
        <p:nvSpPr>
          <p:cNvPr id="45" name="Line 42">
            <a:extLst>
              <a:ext uri="{FF2B5EF4-FFF2-40B4-BE49-F238E27FC236}">
                <a16:creationId xmlns:a16="http://schemas.microsoft.com/office/drawing/2014/main" id="{D0A81B6B-CFC6-0356-91F7-E1E3F8D8D158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3400" y="5908675"/>
            <a:ext cx="3121025" cy="0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" name="Line 43">
            <a:extLst>
              <a:ext uri="{FF2B5EF4-FFF2-40B4-BE49-F238E27FC236}">
                <a16:creationId xmlns:a16="http://schemas.microsoft.com/office/drawing/2014/main" id="{7BB92D56-1A01-0872-0861-D6B0EF32D1E8}"/>
              </a:ext>
            </a:extLst>
          </p:cNvPr>
          <p:cNvSpPr>
            <a:spLocks noChangeShapeType="1"/>
          </p:cNvSpPr>
          <p:nvPr/>
        </p:nvSpPr>
        <p:spPr bwMode="auto">
          <a:xfrm>
            <a:off x="7069138" y="1306512"/>
            <a:ext cx="4762" cy="2900363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" name="Line 44">
            <a:extLst>
              <a:ext uri="{FF2B5EF4-FFF2-40B4-BE49-F238E27FC236}">
                <a16:creationId xmlns:a16="http://schemas.microsoft.com/office/drawing/2014/main" id="{67A1D9C4-6F01-CC7E-66A5-8E50564312A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49488" y="2220912"/>
            <a:ext cx="0" cy="3719513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" name="Line 45">
            <a:extLst>
              <a:ext uri="{FF2B5EF4-FFF2-40B4-BE49-F238E27FC236}">
                <a16:creationId xmlns:a16="http://schemas.microsoft.com/office/drawing/2014/main" id="{B336A380-9518-4976-CB19-B974A29B61B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55875" y="1693862"/>
            <a:ext cx="0" cy="4237038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" name="Text Box 46">
            <a:extLst>
              <a:ext uri="{FF2B5EF4-FFF2-40B4-BE49-F238E27FC236}">
                <a16:creationId xmlns:a16="http://schemas.microsoft.com/office/drawing/2014/main" id="{533A1161-2A34-F5C1-498C-B0362F6F39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2338" y="5611812"/>
            <a:ext cx="457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 b="1" i="1">
                <a:latin typeface="仿宋_GB2312" pitchFamily="49" charset="-122"/>
              </a:rPr>
              <a:t>P</a:t>
            </a:r>
            <a:r>
              <a:rPr lang="en-US" altLang="zh-CN" sz="1400" b="1" i="1" baseline="-25000">
                <a:latin typeface="仿宋_GB2312" pitchFamily="49" charset="-122"/>
              </a:rPr>
              <a:t>H</a:t>
            </a:r>
          </a:p>
        </p:txBody>
      </p:sp>
      <p:sp>
        <p:nvSpPr>
          <p:cNvPr id="50" name="Text Box 47">
            <a:extLst>
              <a:ext uri="{FF2B5EF4-FFF2-40B4-BE49-F238E27FC236}">
                <a16:creationId xmlns:a16="http://schemas.microsoft.com/office/drawing/2014/main" id="{446B29D7-56DA-685A-9425-00810CC2B0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2463" y="3959225"/>
            <a:ext cx="457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 b="1" i="1">
                <a:latin typeface="仿宋_GB2312" pitchFamily="49" charset="-122"/>
              </a:rPr>
              <a:t>P</a:t>
            </a:r>
            <a:r>
              <a:rPr lang="en-US" altLang="zh-CN" sz="1400" b="1" i="1" baseline="-25000">
                <a:latin typeface="仿宋_GB2312" pitchFamily="49" charset="-122"/>
              </a:rPr>
              <a:t>W</a:t>
            </a:r>
          </a:p>
        </p:txBody>
      </p:sp>
      <p:sp>
        <p:nvSpPr>
          <p:cNvPr id="51" name="Line 48">
            <a:extLst>
              <a:ext uri="{FF2B5EF4-FFF2-40B4-BE49-F238E27FC236}">
                <a16:creationId xmlns:a16="http://schemas.microsoft.com/office/drawing/2014/main" id="{27BE61CD-4EAC-390E-E011-1061895FB8F9}"/>
              </a:ext>
            </a:extLst>
          </p:cNvPr>
          <p:cNvSpPr>
            <a:spLocks noChangeShapeType="1"/>
          </p:cNvSpPr>
          <p:nvPr/>
        </p:nvSpPr>
        <p:spPr bwMode="auto">
          <a:xfrm>
            <a:off x="2552700" y="1881187"/>
            <a:ext cx="1049338" cy="601663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" name="Line 49">
            <a:extLst>
              <a:ext uri="{FF2B5EF4-FFF2-40B4-BE49-F238E27FC236}">
                <a16:creationId xmlns:a16="http://schemas.microsoft.com/office/drawing/2014/main" id="{59C36C3F-3B2E-08FE-B0EA-7196FFB00779}"/>
              </a:ext>
            </a:extLst>
          </p:cNvPr>
          <p:cNvSpPr>
            <a:spLocks noChangeShapeType="1"/>
          </p:cNvSpPr>
          <p:nvPr/>
        </p:nvSpPr>
        <p:spPr bwMode="auto">
          <a:xfrm>
            <a:off x="2247900" y="2398712"/>
            <a:ext cx="1193800" cy="681038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" name="Line 50">
            <a:extLst>
              <a:ext uri="{FF2B5EF4-FFF2-40B4-BE49-F238E27FC236}">
                <a16:creationId xmlns:a16="http://schemas.microsoft.com/office/drawing/2014/main" id="{C21ED8F3-1E38-34E1-68D0-48032AC86D7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09925" y="2109787"/>
            <a:ext cx="0" cy="3810000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" name="Line 51">
            <a:extLst>
              <a:ext uri="{FF2B5EF4-FFF2-40B4-BE49-F238E27FC236}">
                <a16:creationId xmlns:a16="http://schemas.microsoft.com/office/drawing/2014/main" id="{252BB328-1878-63FE-62C0-6C55727F56DD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9925" y="2262187"/>
            <a:ext cx="3871913" cy="0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" name="Line 52">
            <a:extLst>
              <a:ext uri="{FF2B5EF4-FFF2-40B4-BE49-F238E27FC236}">
                <a16:creationId xmlns:a16="http://schemas.microsoft.com/office/drawing/2014/main" id="{C872D08D-86BC-5A9F-5C7F-804ABC9289A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9925" y="2943225"/>
            <a:ext cx="3871913" cy="0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6" name="Oval 53">
            <a:extLst>
              <a:ext uri="{FF2B5EF4-FFF2-40B4-BE49-F238E27FC236}">
                <a16:creationId xmlns:a16="http://schemas.microsoft.com/office/drawing/2014/main" id="{DE5C6BCE-C62E-5C55-6D27-42A6B5168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3725" y="5832475"/>
            <a:ext cx="138113" cy="138112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7" name="Group 54">
            <a:extLst>
              <a:ext uri="{FF2B5EF4-FFF2-40B4-BE49-F238E27FC236}">
                <a16:creationId xmlns:a16="http://schemas.microsoft.com/office/drawing/2014/main" id="{F67B5CA5-39B3-7495-3ECF-CA03E6BBBEC4}"/>
              </a:ext>
            </a:extLst>
          </p:cNvPr>
          <p:cNvGrpSpPr>
            <a:grpSpLocks/>
          </p:cNvGrpSpPr>
          <p:nvPr/>
        </p:nvGrpSpPr>
        <p:grpSpPr bwMode="auto">
          <a:xfrm>
            <a:off x="3136900" y="2197100"/>
            <a:ext cx="147638" cy="825500"/>
            <a:chOff x="1400" y="1271"/>
            <a:chExt cx="93" cy="520"/>
          </a:xfrm>
        </p:grpSpPr>
        <p:sp>
          <p:nvSpPr>
            <p:cNvPr id="58" name="Oval 55">
              <a:extLst>
                <a:ext uri="{FF2B5EF4-FFF2-40B4-BE49-F238E27FC236}">
                  <a16:creationId xmlns:a16="http://schemas.microsoft.com/office/drawing/2014/main" id="{512D1058-77BF-0498-72C6-5250FB1482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6" y="1271"/>
              <a:ext cx="86" cy="8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" name="Oval 56">
              <a:extLst>
                <a:ext uri="{FF2B5EF4-FFF2-40B4-BE49-F238E27FC236}">
                  <a16:creationId xmlns:a16="http://schemas.microsoft.com/office/drawing/2014/main" id="{00A0395D-09CC-F71C-D35D-75EB063A5D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0" y="1698"/>
              <a:ext cx="93" cy="9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0" name="Group 57">
            <a:extLst>
              <a:ext uri="{FF2B5EF4-FFF2-40B4-BE49-F238E27FC236}">
                <a16:creationId xmlns:a16="http://schemas.microsoft.com/office/drawing/2014/main" id="{CC364EA8-2A47-0B9A-3037-8F73B4E3DC22}"/>
              </a:ext>
            </a:extLst>
          </p:cNvPr>
          <p:cNvGrpSpPr>
            <a:grpSpLocks/>
          </p:cNvGrpSpPr>
          <p:nvPr/>
        </p:nvGrpSpPr>
        <p:grpSpPr bwMode="auto">
          <a:xfrm>
            <a:off x="6996113" y="2187575"/>
            <a:ext cx="147637" cy="828675"/>
            <a:chOff x="3831" y="1265"/>
            <a:chExt cx="93" cy="522"/>
          </a:xfrm>
        </p:grpSpPr>
        <p:sp>
          <p:nvSpPr>
            <p:cNvPr id="61" name="Oval 58">
              <a:extLst>
                <a:ext uri="{FF2B5EF4-FFF2-40B4-BE49-F238E27FC236}">
                  <a16:creationId xmlns:a16="http://schemas.microsoft.com/office/drawing/2014/main" id="{E2352C1B-4969-0871-465D-370A1EBCE2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1" y="1265"/>
              <a:ext cx="93" cy="9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" name="Oval 59">
              <a:extLst>
                <a:ext uri="{FF2B5EF4-FFF2-40B4-BE49-F238E27FC236}">
                  <a16:creationId xmlns:a16="http://schemas.microsoft.com/office/drawing/2014/main" id="{67FF2174-F68B-86B3-F04F-FBAE9200AF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2" y="1700"/>
              <a:ext cx="87" cy="8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3" name="Line 60">
            <a:extLst>
              <a:ext uri="{FF2B5EF4-FFF2-40B4-BE49-F238E27FC236}">
                <a16:creationId xmlns:a16="http://schemas.microsoft.com/office/drawing/2014/main" id="{D18745B2-9263-34B7-20E0-6803F4D33B2C}"/>
              </a:ext>
            </a:extLst>
          </p:cNvPr>
          <p:cNvSpPr>
            <a:spLocks noChangeShapeType="1"/>
          </p:cNvSpPr>
          <p:nvPr/>
        </p:nvSpPr>
        <p:spPr bwMode="auto">
          <a:xfrm>
            <a:off x="1920875" y="4984750"/>
            <a:ext cx="2965450" cy="0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" name="Text Box 61">
            <a:extLst>
              <a:ext uri="{FF2B5EF4-FFF2-40B4-BE49-F238E27FC236}">
                <a16:creationId xmlns:a16="http://schemas.microsoft.com/office/drawing/2014/main" id="{63D58F92-DA93-1B9E-E3CF-A37E74D11C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9163" y="4645025"/>
            <a:ext cx="457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 b="1" i="1">
                <a:latin typeface="仿宋_GB2312" pitchFamily="49" charset="-122"/>
              </a:rPr>
              <a:t>Q</a:t>
            </a:r>
            <a:r>
              <a:rPr lang="en-US" altLang="zh-CN" sz="1400" b="1" i="1" baseline="-25000">
                <a:latin typeface="仿宋_GB2312" pitchFamily="49" charset="-122"/>
              </a:rPr>
              <a:t>H</a:t>
            </a:r>
          </a:p>
        </p:txBody>
      </p:sp>
      <p:sp>
        <p:nvSpPr>
          <p:cNvPr id="65" name="Line 62">
            <a:extLst>
              <a:ext uri="{FF2B5EF4-FFF2-40B4-BE49-F238E27FC236}">
                <a16:creationId xmlns:a16="http://schemas.microsoft.com/office/drawing/2014/main" id="{B560FB92-B8DB-E6EE-9ABD-A1672F0157DA}"/>
              </a:ext>
            </a:extLst>
          </p:cNvPr>
          <p:cNvSpPr>
            <a:spLocks noChangeShapeType="1"/>
          </p:cNvSpPr>
          <p:nvPr/>
        </p:nvSpPr>
        <p:spPr bwMode="auto">
          <a:xfrm>
            <a:off x="6115050" y="1338262"/>
            <a:ext cx="0" cy="2794000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" name="Text Box 63">
            <a:extLst>
              <a:ext uri="{FF2B5EF4-FFF2-40B4-BE49-F238E27FC236}">
                <a16:creationId xmlns:a16="http://schemas.microsoft.com/office/drawing/2014/main" id="{F0F46D80-0978-1237-6FB8-2CD71DA517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8700" y="3916362"/>
            <a:ext cx="457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 b="1" i="1">
                <a:latin typeface="仿宋_GB2312" pitchFamily="49" charset="-122"/>
              </a:rPr>
              <a:t>Q</a:t>
            </a:r>
            <a:r>
              <a:rPr lang="en-US" altLang="zh-CN" sz="1400" b="1" i="1" baseline="-25000">
                <a:latin typeface="仿宋_GB2312" pitchFamily="49" charset="-122"/>
              </a:rPr>
              <a:t>W</a:t>
            </a:r>
          </a:p>
        </p:txBody>
      </p:sp>
      <p:sp>
        <p:nvSpPr>
          <p:cNvPr id="67" name="Oval 64">
            <a:extLst>
              <a:ext uri="{FF2B5EF4-FFF2-40B4-BE49-F238E27FC236}">
                <a16:creationId xmlns:a16="http://schemas.microsoft.com/office/drawing/2014/main" id="{FBE0EA82-4300-0693-4645-3E9755CE51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5313" y="4937125"/>
            <a:ext cx="147637" cy="147637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8" name="Group 65">
            <a:extLst>
              <a:ext uri="{FF2B5EF4-FFF2-40B4-BE49-F238E27FC236}">
                <a16:creationId xmlns:a16="http://schemas.microsoft.com/office/drawing/2014/main" id="{93D2A06B-F3AB-85E5-864A-269C834884E8}"/>
              </a:ext>
            </a:extLst>
          </p:cNvPr>
          <p:cNvGrpSpPr>
            <a:grpSpLocks/>
          </p:cNvGrpSpPr>
          <p:nvPr/>
        </p:nvGrpSpPr>
        <p:grpSpPr bwMode="auto">
          <a:xfrm>
            <a:off x="6032500" y="2193925"/>
            <a:ext cx="158750" cy="830262"/>
            <a:chOff x="3224" y="1269"/>
            <a:chExt cx="100" cy="523"/>
          </a:xfrm>
        </p:grpSpPr>
        <p:sp>
          <p:nvSpPr>
            <p:cNvPr id="69" name="Oval 66">
              <a:extLst>
                <a:ext uri="{FF2B5EF4-FFF2-40B4-BE49-F238E27FC236}">
                  <a16:creationId xmlns:a16="http://schemas.microsoft.com/office/drawing/2014/main" id="{1261A470-B5F1-AFB9-48C7-735EE6D76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4" y="1269"/>
              <a:ext cx="93" cy="9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" name="Oval 67">
              <a:extLst>
                <a:ext uri="{FF2B5EF4-FFF2-40B4-BE49-F238E27FC236}">
                  <a16:creationId xmlns:a16="http://schemas.microsoft.com/office/drawing/2014/main" id="{C1ED0D21-1F71-1DAB-0B99-08F05F06E7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1" y="1699"/>
              <a:ext cx="93" cy="9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1" name="Text Box 68">
            <a:extLst>
              <a:ext uri="{FF2B5EF4-FFF2-40B4-BE49-F238E27FC236}">
                <a16:creationId xmlns:a16="http://schemas.microsoft.com/office/drawing/2014/main" id="{577CDF5F-7546-A3E4-CEF0-80A1DEDFBC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5174" y="5776912"/>
            <a:ext cx="45370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000" b="1">
                <a:latin typeface="仿宋_GB2312" pitchFamily="49" charset="-122"/>
              </a:rPr>
              <a:t>3. </a:t>
            </a:r>
            <a:r>
              <a:rPr lang="zh-CN" altLang="en-US" sz="2000" b="1">
                <a:latin typeface="仿宋_GB2312" pitchFamily="49" charset="-122"/>
              </a:rPr>
              <a:t>用光滑曲线连线，并判别可见性。</a:t>
            </a:r>
          </a:p>
        </p:txBody>
      </p:sp>
      <p:sp>
        <p:nvSpPr>
          <p:cNvPr id="72" name="Freeform 69">
            <a:extLst>
              <a:ext uri="{FF2B5EF4-FFF2-40B4-BE49-F238E27FC236}">
                <a16:creationId xmlns:a16="http://schemas.microsoft.com/office/drawing/2014/main" id="{FA276627-D6EC-13FF-3876-F508BCCB81CC}"/>
              </a:ext>
            </a:extLst>
          </p:cNvPr>
          <p:cNvSpPr>
            <a:spLocks/>
          </p:cNvSpPr>
          <p:nvPr/>
        </p:nvSpPr>
        <p:spPr bwMode="auto">
          <a:xfrm>
            <a:off x="3048000" y="1817687"/>
            <a:ext cx="268288" cy="1349375"/>
          </a:xfrm>
          <a:custGeom>
            <a:avLst/>
            <a:gdLst>
              <a:gd name="T0" fmla="*/ 0 w 169"/>
              <a:gd name="T1" fmla="*/ 0 h 850"/>
              <a:gd name="T2" fmla="*/ 34 w 169"/>
              <a:gd name="T3" fmla="*/ 43 h 850"/>
              <a:gd name="T4" fmla="*/ 62 w 169"/>
              <a:gd name="T5" fmla="*/ 110 h 850"/>
              <a:gd name="T6" fmla="*/ 82 w 169"/>
              <a:gd name="T7" fmla="*/ 163 h 850"/>
              <a:gd name="T8" fmla="*/ 106 w 169"/>
              <a:gd name="T9" fmla="*/ 254 h 850"/>
              <a:gd name="T10" fmla="*/ 125 w 169"/>
              <a:gd name="T11" fmla="*/ 322 h 850"/>
              <a:gd name="T12" fmla="*/ 144 w 169"/>
              <a:gd name="T13" fmla="*/ 394 h 850"/>
              <a:gd name="T14" fmla="*/ 158 w 169"/>
              <a:gd name="T15" fmla="*/ 480 h 850"/>
              <a:gd name="T16" fmla="*/ 168 w 169"/>
              <a:gd name="T17" fmla="*/ 576 h 850"/>
              <a:gd name="T18" fmla="*/ 163 w 169"/>
              <a:gd name="T19" fmla="*/ 629 h 850"/>
              <a:gd name="T20" fmla="*/ 154 w 169"/>
              <a:gd name="T21" fmla="*/ 677 h 850"/>
              <a:gd name="T22" fmla="*/ 125 w 169"/>
              <a:gd name="T23" fmla="*/ 715 h 850"/>
              <a:gd name="T24" fmla="*/ 91 w 169"/>
              <a:gd name="T25" fmla="*/ 749 h 850"/>
              <a:gd name="T26" fmla="*/ 67 w 169"/>
              <a:gd name="T27" fmla="*/ 787 h 850"/>
              <a:gd name="T28" fmla="*/ 38 w 169"/>
              <a:gd name="T29" fmla="*/ 816 h 850"/>
              <a:gd name="T30" fmla="*/ 0 w 169"/>
              <a:gd name="T31" fmla="*/ 850 h 8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69" h="850">
                <a:moveTo>
                  <a:pt x="0" y="0"/>
                </a:moveTo>
                <a:cubicBezTo>
                  <a:pt x="12" y="12"/>
                  <a:pt x="24" y="25"/>
                  <a:pt x="34" y="43"/>
                </a:cubicBezTo>
                <a:cubicBezTo>
                  <a:pt x="44" y="61"/>
                  <a:pt x="54" y="90"/>
                  <a:pt x="62" y="110"/>
                </a:cubicBezTo>
                <a:cubicBezTo>
                  <a:pt x="70" y="130"/>
                  <a:pt x="75" y="139"/>
                  <a:pt x="82" y="163"/>
                </a:cubicBezTo>
                <a:cubicBezTo>
                  <a:pt x="89" y="187"/>
                  <a:pt x="99" y="228"/>
                  <a:pt x="106" y="254"/>
                </a:cubicBezTo>
                <a:cubicBezTo>
                  <a:pt x="113" y="280"/>
                  <a:pt x="119" y="299"/>
                  <a:pt x="125" y="322"/>
                </a:cubicBezTo>
                <a:cubicBezTo>
                  <a:pt x="131" y="345"/>
                  <a:pt x="139" y="368"/>
                  <a:pt x="144" y="394"/>
                </a:cubicBezTo>
                <a:cubicBezTo>
                  <a:pt x="149" y="420"/>
                  <a:pt x="154" y="450"/>
                  <a:pt x="158" y="480"/>
                </a:cubicBezTo>
                <a:cubicBezTo>
                  <a:pt x="162" y="510"/>
                  <a:pt x="167" y="551"/>
                  <a:pt x="168" y="576"/>
                </a:cubicBezTo>
                <a:cubicBezTo>
                  <a:pt x="169" y="601"/>
                  <a:pt x="165" y="612"/>
                  <a:pt x="163" y="629"/>
                </a:cubicBezTo>
                <a:cubicBezTo>
                  <a:pt x="161" y="646"/>
                  <a:pt x="160" y="663"/>
                  <a:pt x="154" y="677"/>
                </a:cubicBezTo>
                <a:cubicBezTo>
                  <a:pt x="148" y="691"/>
                  <a:pt x="135" y="703"/>
                  <a:pt x="125" y="715"/>
                </a:cubicBezTo>
                <a:cubicBezTo>
                  <a:pt x="115" y="727"/>
                  <a:pt x="101" y="737"/>
                  <a:pt x="91" y="749"/>
                </a:cubicBezTo>
                <a:cubicBezTo>
                  <a:pt x="81" y="761"/>
                  <a:pt x="76" y="776"/>
                  <a:pt x="67" y="787"/>
                </a:cubicBezTo>
                <a:cubicBezTo>
                  <a:pt x="58" y="798"/>
                  <a:pt x="49" y="806"/>
                  <a:pt x="38" y="816"/>
                </a:cubicBezTo>
                <a:cubicBezTo>
                  <a:pt x="27" y="826"/>
                  <a:pt x="13" y="838"/>
                  <a:pt x="0" y="850"/>
                </a:cubicBez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" name="Freeform 70">
            <a:extLst>
              <a:ext uri="{FF2B5EF4-FFF2-40B4-BE49-F238E27FC236}">
                <a16:creationId xmlns:a16="http://schemas.microsoft.com/office/drawing/2014/main" id="{536B880E-FE08-A80E-116A-456DF72ACA6B}"/>
              </a:ext>
            </a:extLst>
          </p:cNvPr>
          <p:cNvSpPr>
            <a:spLocks/>
          </p:cNvSpPr>
          <p:nvPr/>
        </p:nvSpPr>
        <p:spPr bwMode="auto">
          <a:xfrm>
            <a:off x="5973763" y="1831975"/>
            <a:ext cx="1173162" cy="793750"/>
          </a:xfrm>
          <a:custGeom>
            <a:avLst/>
            <a:gdLst>
              <a:gd name="T0" fmla="*/ 0 w 744"/>
              <a:gd name="T1" fmla="*/ 510 h 510"/>
              <a:gd name="T2" fmla="*/ 10 w 744"/>
              <a:gd name="T3" fmla="*/ 452 h 510"/>
              <a:gd name="T4" fmla="*/ 29 w 744"/>
              <a:gd name="T5" fmla="*/ 404 h 510"/>
              <a:gd name="T6" fmla="*/ 43 w 744"/>
              <a:gd name="T7" fmla="*/ 366 h 510"/>
              <a:gd name="T8" fmla="*/ 58 w 744"/>
              <a:gd name="T9" fmla="*/ 337 h 510"/>
              <a:gd name="T10" fmla="*/ 72 w 744"/>
              <a:gd name="T11" fmla="*/ 298 h 510"/>
              <a:gd name="T12" fmla="*/ 91 w 744"/>
              <a:gd name="T13" fmla="*/ 250 h 510"/>
              <a:gd name="T14" fmla="*/ 115 w 744"/>
              <a:gd name="T15" fmla="*/ 212 h 510"/>
              <a:gd name="T16" fmla="*/ 134 w 744"/>
              <a:gd name="T17" fmla="*/ 178 h 510"/>
              <a:gd name="T18" fmla="*/ 154 w 744"/>
              <a:gd name="T19" fmla="*/ 145 h 510"/>
              <a:gd name="T20" fmla="*/ 173 w 744"/>
              <a:gd name="T21" fmla="*/ 121 h 510"/>
              <a:gd name="T22" fmla="*/ 197 w 744"/>
              <a:gd name="T23" fmla="*/ 87 h 510"/>
              <a:gd name="T24" fmla="*/ 240 w 744"/>
              <a:gd name="T25" fmla="*/ 49 h 510"/>
              <a:gd name="T26" fmla="*/ 264 w 744"/>
              <a:gd name="T27" fmla="*/ 34 h 510"/>
              <a:gd name="T28" fmla="*/ 307 w 744"/>
              <a:gd name="T29" fmla="*/ 15 h 510"/>
              <a:gd name="T30" fmla="*/ 336 w 744"/>
              <a:gd name="T31" fmla="*/ 6 h 510"/>
              <a:gd name="T32" fmla="*/ 370 w 744"/>
              <a:gd name="T33" fmla="*/ 1 h 510"/>
              <a:gd name="T34" fmla="*/ 418 w 744"/>
              <a:gd name="T35" fmla="*/ 10 h 510"/>
              <a:gd name="T36" fmla="*/ 466 w 744"/>
              <a:gd name="T37" fmla="*/ 34 h 510"/>
              <a:gd name="T38" fmla="*/ 504 w 744"/>
              <a:gd name="T39" fmla="*/ 54 h 510"/>
              <a:gd name="T40" fmla="*/ 562 w 744"/>
              <a:gd name="T41" fmla="*/ 97 h 510"/>
              <a:gd name="T42" fmla="*/ 590 w 744"/>
              <a:gd name="T43" fmla="*/ 126 h 510"/>
              <a:gd name="T44" fmla="*/ 619 w 744"/>
              <a:gd name="T45" fmla="*/ 150 h 510"/>
              <a:gd name="T46" fmla="*/ 643 w 744"/>
              <a:gd name="T47" fmla="*/ 178 h 510"/>
              <a:gd name="T48" fmla="*/ 677 w 744"/>
              <a:gd name="T49" fmla="*/ 226 h 510"/>
              <a:gd name="T50" fmla="*/ 701 w 744"/>
              <a:gd name="T51" fmla="*/ 270 h 510"/>
              <a:gd name="T52" fmla="*/ 720 w 744"/>
              <a:gd name="T53" fmla="*/ 313 h 510"/>
              <a:gd name="T54" fmla="*/ 730 w 744"/>
              <a:gd name="T55" fmla="*/ 366 h 510"/>
              <a:gd name="T56" fmla="*/ 730 w 744"/>
              <a:gd name="T57" fmla="*/ 414 h 510"/>
              <a:gd name="T58" fmla="*/ 739 w 744"/>
              <a:gd name="T59" fmla="*/ 466 h 510"/>
              <a:gd name="T60" fmla="*/ 744 w 744"/>
              <a:gd name="T61" fmla="*/ 505 h 5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744" h="510">
                <a:moveTo>
                  <a:pt x="0" y="510"/>
                </a:moveTo>
                <a:cubicBezTo>
                  <a:pt x="2" y="490"/>
                  <a:pt x="5" y="470"/>
                  <a:pt x="10" y="452"/>
                </a:cubicBezTo>
                <a:cubicBezTo>
                  <a:pt x="15" y="434"/>
                  <a:pt x="24" y="418"/>
                  <a:pt x="29" y="404"/>
                </a:cubicBezTo>
                <a:cubicBezTo>
                  <a:pt x="34" y="390"/>
                  <a:pt x="38" y="377"/>
                  <a:pt x="43" y="366"/>
                </a:cubicBezTo>
                <a:cubicBezTo>
                  <a:pt x="48" y="355"/>
                  <a:pt x="53" y="348"/>
                  <a:pt x="58" y="337"/>
                </a:cubicBezTo>
                <a:cubicBezTo>
                  <a:pt x="63" y="326"/>
                  <a:pt x="67" y="312"/>
                  <a:pt x="72" y="298"/>
                </a:cubicBezTo>
                <a:cubicBezTo>
                  <a:pt x="77" y="284"/>
                  <a:pt x="84" y="264"/>
                  <a:pt x="91" y="250"/>
                </a:cubicBezTo>
                <a:cubicBezTo>
                  <a:pt x="98" y="236"/>
                  <a:pt x="108" y="224"/>
                  <a:pt x="115" y="212"/>
                </a:cubicBezTo>
                <a:cubicBezTo>
                  <a:pt x="122" y="200"/>
                  <a:pt x="128" y="189"/>
                  <a:pt x="134" y="178"/>
                </a:cubicBezTo>
                <a:cubicBezTo>
                  <a:pt x="140" y="167"/>
                  <a:pt x="148" y="154"/>
                  <a:pt x="154" y="145"/>
                </a:cubicBezTo>
                <a:cubicBezTo>
                  <a:pt x="160" y="136"/>
                  <a:pt x="166" y="131"/>
                  <a:pt x="173" y="121"/>
                </a:cubicBezTo>
                <a:cubicBezTo>
                  <a:pt x="180" y="111"/>
                  <a:pt x="186" y="99"/>
                  <a:pt x="197" y="87"/>
                </a:cubicBezTo>
                <a:cubicBezTo>
                  <a:pt x="208" y="75"/>
                  <a:pt x="229" y="58"/>
                  <a:pt x="240" y="49"/>
                </a:cubicBezTo>
                <a:cubicBezTo>
                  <a:pt x="251" y="40"/>
                  <a:pt x="253" y="40"/>
                  <a:pt x="264" y="34"/>
                </a:cubicBezTo>
                <a:cubicBezTo>
                  <a:pt x="275" y="28"/>
                  <a:pt x="295" y="20"/>
                  <a:pt x="307" y="15"/>
                </a:cubicBezTo>
                <a:cubicBezTo>
                  <a:pt x="319" y="10"/>
                  <a:pt x="326" y="8"/>
                  <a:pt x="336" y="6"/>
                </a:cubicBezTo>
                <a:cubicBezTo>
                  <a:pt x="346" y="4"/>
                  <a:pt x="356" y="0"/>
                  <a:pt x="370" y="1"/>
                </a:cubicBezTo>
                <a:cubicBezTo>
                  <a:pt x="384" y="2"/>
                  <a:pt x="402" y="5"/>
                  <a:pt x="418" y="10"/>
                </a:cubicBezTo>
                <a:cubicBezTo>
                  <a:pt x="434" y="15"/>
                  <a:pt x="452" y="27"/>
                  <a:pt x="466" y="34"/>
                </a:cubicBezTo>
                <a:cubicBezTo>
                  <a:pt x="480" y="41"/>
                  <a:pt x="488" y="44"/>
                  <a:pt x="504" y="54"/>
                </a:cubicBezTo>
                <a:cubicBezTo>
                  <a:pt x="520" y="64"/>
                  <a:pt x="548" y="85"/>
                  <a:pt x="562" y="97"/>
                </a:cubicBezTo>
                <a:cubicBezTo>
                  <a:pt x="576" y="109"/>
                  <a:pt x="581" y="117"/>
                  <a:pt x="590" y="126"/>
                </a:cubicBezTo>
                <a:cubicBezTo>
                  <a:pt x="599" y="135"/>
                  <a:pt x="610" y="141"/>
                  <a:pt x="619" y="150"/>
                </a:cubicBezTo>
                <a:cubicBezTo>
                  <a:pt x="628" y="159"/>
                  <a:pt x="633" y="165"/>
                  <a:pt x="643" y="178"/>
                </a:cubicBezTo>
                <a:cubicBezTo>
                  <a:pt x="653" y="191"/>
                  <a:pt x="667" y="211"/>
                  <a:pt x="677" y="226"/>
                </a:cubicBezTo>
                <a:cubicBezTo>
                  <a:pt x="687" y="241"/>
                  <a:pt x="694" y="256"/>
                  <a:pt x="701" y="270"/>
                </a:cubicBezTo>
                <a:cubicBezTo>
                  <a:pt x="708" y="284"/>
                  <a:pt x="715" y="297"/>
                  <a:pt x="720" y="313"/>
                </a:cubicBezTo>
                <a:cubicBezTo>
                  <a:pt x="725" y="329"/>
                  <a:pt x="728" y="349"/>
                  <a:pt x="730" y="366"/>
                </a:cubicBezTo>
                <a:cubicBezTo>
                  <a:pt x="732" y="383"/>
                  <a:pt x="728" y="397"/>
                  <a:pt x="730" y="414"/>
                </a:cubicBezTo>
                <a:cubicBezTo>
                  <a:pt x="732" y="431"/>
                  <a:pt x="737" y="451"/>
                  <a:pt x="739" y="466"/>
                </a:cubicBezTo>
                <a:cubicBezTo>
                  <a:pt x="741" y="481"/>
                  <a:pt x="742" y="496"/>
                  <a:pt x="744" y="505"/>
                </a:cubicBezTo>
              </a:path>
            </a:pathLst>
          </a:custGeom>
          <a:noFill/>
          <a:ln w="6350" cap="flat" cmpd="sng">
            <a:solidFill>
              <a:schemeClr val="accent1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4" name="Freeform 71">
            <a:extLst>
              <a:ext uri="{FF2B5EF4-FFF2-40B4-BE49-F238E27FC236}">
                <a16:creationId xmlns:a16="http://schemas.microsoft.com/office/drawing/2014/main" id="{20E13DFE-1FA5-F95D-D0D4-5E1FDE3D198B}"/>
              </a:ext>
            </a:extLst>
          </p:cNvPr>
          <p:cNvSpPr>
            <a:spLocks/>
          </p:cNvSpPr>
          <p:nvPr/>
        </p:nvSpPr>
        <p:spPr bwMode="auto">
          <a:xfrm>
            <a:off x="5981700" y="2628900"/>
            <a:ext cx="1174750" cy="533400"/>
          </a:xfrm>
          <a:custGeom>
            <a:avLst/>
            <a:gdLst>
              <a:gd name="T0" fmla="*/ 0 w 740"/>
              <a:gd name="T1" fmla="*/ 3 h 336"/>
              <a:gd name="T2" fmla="*/ 24 w 740"/>
              <a:gd name="T3" fmla="*/ 79 h 336"/>
              <a:gd name="T4" fmla="*/ 48 w 740"/>
              <a:gd name="T5" fmla="*/ 113 h 336"/>
              <a:gd name="T6" fmla="*/ 58 w 740"/>
              <a:gd name="T7" fmla="*/ 142 h 336"/>
              <a:gd name="T8" fmla="*/ 77 w 740"/>
              <a:gd name="T9" fmla="*/ 171 h 336"/>
              <a:gd name="T10" fmla="*/ 106 w 740"/>
              <a:gd name="T11" fmla="*/ 219 h 336"/>
              <a:gd name="T12" fmla="*/ 144 w 740"/>
              <a:gd name="T13" fmla="*/ 252 h 336"/>
              <a:gd name="T14" fmla="*/ 197 w 740"/>
              <a:gd name="T15" fmla="*/ 286 h 336"/>
              <a:gd name="T16" fmla="*/ 245 w 740"/>
              <a:gd name="T17" fmla="*/ 310 h 336"/>
              <a:gd name="T18" fmla="*/ 302 w 740"/>
              <a:gd name="T19" fmla="*/ 329 h 336"/>
              <a:gd name="T20" fmla="*/ 360 w 740"/>
              <a:gd name="T21" fmla="*/ 334 h 336"/>
              <a:gd name="T22" fmla="*/ 398 w 740"/>
              <a:gd name="T23" fmla="*/ 334 h 336"/>
              <a:gd name="T24" fmla="*/ 446 w 740"/>
              <a:gd name="T25" fmla="*/ 324 h 336"/>
              <a:gd name="T26" fmla="*/ 475 w 740"/>
              <a:gd name="T27" fmla="*/ 315 h 336"/>
              <a:gd name="T28" fmla="*/ 523 w 740"/>
              <a:gd name="T29" fmla="*/ 300 h 336"/>
              <a:gd name="T30" fmla="*/ 581 w 740"/>
              <a:gd name="T31" fmla="*/ 276 h 336"/>
              <a:gd name="T32" fmla="*/ 619 w 740"/>
              <a:gd name="T33" fmla="*/ 257 h 336"/>
              <a:gd name="T34" fmla="*/ 653 w 740"/>
              <a:gd name="T35" fmla="*/ 223 h 336"/>
              <a:gd name="T36" fmla="*/ 682 w 740"/>
              <a:gd name="T37" fmla="*/ 199 h 336"/>
              <a:gd name="T38" fmla="*/ 706 w 740"/>
              <a:gd name="T39" fmla="*/ 147 h 336"/>
              <a:gd name="T40" fmla="*/ 725 w 740"/>
              <a:gd name="T41" fmla="*/ 89 h 336"/>
              <a:gd name="T42" fmla="*/ 734 w 740"/>
              <a:gd name="T43" fmla="*/ 46 h 336"/>
              <a:gd name="T44" fmla="*/ 739 w 740"/>
              <a:gd name="T45" fmla="*/ 3 h 3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740" h="336">
                <a:moveTo>
                  <a:pt x="0" y="3"/>
                </a:moveTo>
                <a:cubicBezTo>
                  <a:pt x="8" y="32"/>
                  <a:pt x="16" y="61"/>
                  <a:pt x="24" y="79"/>
                </a:cubicBezTo>
                <a:cubicBezTo>
                  <a:pt x="32" y="97"/>
                  <a:pt x="42" y="103"/>
                  <a:pt x="48" y="113"/>
                </a:cubicBezTo>
                <a:cubicBezTo>
                  <a:pt x="54" y="123"/>
                  <a:pt x="53" y="132"/>
                  <a:pt x="58" y="142"/>
                </a:cubicBezTo>
                <a:cubicBezTo>
                  <a:pt x="63" y="152"/>
                  <a:pt x="69" y="158"/>
                  <a:pt x="77" y="171"/>
                </a:cubicBezTo>
                <a:cubicBezTo>
                  <a:pt x="85" y="184"/>
                  <a:pt x="95" y="206"/>
                  <a:pt x="106" y="219"/>
                </a:cubicBezTo>
                <a:cubicBezTo>
                  <a:pt x="117" y="232"/>
                  <a:pt x="129" y="241"/>
                  <a:pt x="144" y="252"/>
                </a:cubicBezTo>
                <a:cubicBezTo>
                  <a:pt x="159" y="263"/>
                  <a:pt x="180" y="276"/>
                  <a:pt x="197" y="286"/>
                </a:cubicBezTo>
                <a:cubicBezTo>
                  <a:pt x="214" y="296"/>
                  <a:pt x="228" y="303"/>
                  <a:pt x="245" y="310"/>
                </a:cubicBezTo>
                <a:cubicBezTo>
                  <a:pt x="262" y="317"/>
                  <a:pt x="283" y="325"/>
                  <a:pt x="302" y="329"/>
                </a:cubicBezTo>
                <a:cubicBezTo>
                  <a:pt x="321" y="333"/>
                  <a:pt x="344" y="333"/>
                  <a:pt x="360" y="334"/>
                </a:cubicBezTo>
                <a:cubicBezTo>
                  <a:pt x="376" y="335"/>
                  <a:pt x="384" y="336"/>
                  <a:pt x="398" y="334"/>
                </a:cubicBezTo>
                <a:cubicBezTo>
                  <a:pt x="412" y="332"/>
                  <a:pt x="433" y="327"/>
                  <a:pt x="446" y="324"/>
                </a:cubicBezTo>
                <a:cubicBezTo>
                  <a:pt x="459" y="321"/>
                  <a:pt x="462" y="319"/>
                  <a:pt x="475" y="315"/>
                </a:cubicBezTo>
                <a:cubicBezTo>
                  <a:pt x="488" y="311"/>
                  <a:pt x="506" y="306"/>
                  <a:pt x="523" y="300"/>
                </a:cubicBezTo>
                <a:cubicBezTo>
                  <a:pt x="540" y="294"/>
                  <a:pt x="565" y="283"/>
                  <a:pt x="581" y="276"/>
                </a:cubicBezTo>
                <a:cubicBezTo>
                  <a:pt x="597" y="269"/>
                  <a:pt x="607" y="266"/>
                  <a:pt x="619" y="257"/>
                </a:cubicBezTo>
                <a:cubicBezTo>
                  <a:pt x="631" y="248"/>
                  <a:pt x="642" y="233"/>
                  <a:pt x="653" y="223"/>
                </a:cubicBezTo>
                <a:cubicBezTo>
                  <a:pt x="664" y="213"/>
                  <a:pt x="673" y="212"/>
                  <a:pt x="682" y="199"/>
                </a:cubicBezTo>
                <a:cubicBezTo>
                  <a:pt x="691" y="186"/>
                  <a:pt x="699" y="165"/>
                  <a:pt x="706" y="147"/>
                </a:cubicBezTo>
                <a:cubicBezTo>
                  <a:pt x="713" y="129"/>
                  <a:pt x="720" y="106"/>
                  <a:pt x="725" y="89"/>
                </a:cubicBezTo>
                <a:cubicBezTo>
                  <a:pt x="730" y="72"/>
                  <a:pt x="732" y="60"/>
                  <a:pt x="734" y="46"/>
                </a:cubicBezTo>
                <a:cubicBezTo>
                  <a:pt x="736" y="32"/>
                  <a:pt x="740" y="0"/>
                  <a:pt x="739" y="3"/>
                </a:cubicBez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" name="Line 72">
            <a:extLst>
              <a:ext uri="{FF2B5EF4-FFF2-40B4-BE49-F238E27FC236}">
                <a16:creationId xmlns:a16="http://schemas.microsoft.com/office/drawing/2014/main" id="{AFD911EF-190C-09B1-CAFC-BA5F49BC43CC}"/>
              </a:ext>
            </a:extLst>
          </p:cNvPr>
          <p:cNvSpPr>
            <a:spLocks noChangeShapeType="1"/>
          </p:cNvSpPr>
          <p:nvPr/>
        </p:nvSpPr>
        <p:spPr bwMode="auto">
          <a:xfrm>
            <a:off x="5981700" y="2487612"/>
            <a:ext cx="0" cy="1460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" name="Line 73">
            <a:extLst>
              <a:ext uri="{FF2B5EF4-FFF2-40B4-BE49-F238E27FC236}">
                <a16:creationId xmlns:a16="http://schemas.microsoft.com/office/drawing/2014/main" id="{8FEFE8D9-3578-6E93-0277-287BA6F6761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78675" y="2473325"/>
            <a:ext cx="0" cy="152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" name="Rectangle 74">
            <a:extLst>
              <a:ext uri="{FF2B5EF4-FFF2-40B4-BE49-F238E27FC236}">
                <a16:creationId xmlns:a16="http://schemas.microsoft.com/office/drawing/2014/main" id="{6EAE56E2-4998-86E6-24BC-86E8A7C66F76}"/>
              </a:ext>
            </a:extLst>
          </p:cNvPr>
          <p:cNvSpPr txBox="1">
            <a:spLocks noChangeArrowheads="1"/>
          </p:cNvSpPr>
          <p:nvPr/>
        </p:nvSpPr>
        <p:spPr>
          <a:xfrm>
            <a:off x="881063" y="475910"/>
            <a:ext cx="5045074" cy="565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>
                <a:latin typeface="+mn-ea"/>
                <a:ea typeface="+mn-ea"/>
              </a:rPr>
              <a:t>14.10 </a:t>
            </a:r>
            <a:r>
              <a:rPr lang="zh-CN" altLang="en-US" sz="2800">
                <a:latin typeface="+mn-ea"/>
                <a:ea typeface="+mn-ea"/>
              </a:rPr>
              <a:t>求两斜交圆柱的交线</a:t>
            </a:r>
            <a:endParaRPr lang="zh-CN" altLang="en-US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80229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8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indefinite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>
                      <p:stCondLst>
                        <p:cond delay="indefinite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id="30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  <p:bldP spid="10" grpId="0" animBg="1" autoUpdateAnimBg="0"/>
      <p:bldP spid="22" grpId="0" autoUpdateAnimBg="0"/>
      <p:bldP spid="23" grpId="0" autoUpdateAnimBg="0"/>
      <p:bldP spid="44" grpId="0" autoUpdateAnimBg="0"/>
      <p:bldP spid="49" grpId="0" autoUpdateAnimBg="0"/>
      <p:bldP spid="50" grpId="0" autoUpdateAnimBg="0"/>
      <p:bldP spid="64" grpId="0" autoUpdateAnimBg="0"/>
      <p:bldP spid="66" grpId="0" autoUpdateAnimBg="0"/>
      <p:bldP spid="71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EB6855-64E3-A0F9-B90A-554850285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3AAD4-047D-384E-89DC-94CABBEA6A96}" type="datetime1">
              <a:rPr lang="en-US" altLang="zh-CN" smtClean="0"/>
              <a:t>11/11/25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9BC33B-ECFE-A0F6-93FA-E12FFD3BF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工程制图第</a:t>
            </a:r>
            <a:r>
              <a:rPr lang="en-US" altLang="zh-CN"/>
              <a:t>14</a:t>
            </a:r>
            <a:r>
              <a:rPr lang="zh-CN" altLang="en-US"/>
              <a:t>讲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DB9CD-E0C7-D9F3-3B0F-BFBC8C95F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F952B-8205-4A3F-8B8C-DB9DCBA03AAE}" type="slidenum">
              <a:rPr lang="en-US" smtClean="0"/>
              <a:t>38</a:t>
            </a:fld>
            <a:endParaRPr lang="en-US"/>
          </a:p>
        </p:txBody>
      </p:sp>
      <p:pic>
        <p:nvPicPr>
          <p:cNvPr id="5" name="Picture 2" descr="相贯线18">
            <a:extLst>
              <a:ext uri="{FF2B5EF4-FFF2-40B4-BE49-F238E27FC236}">
                <a16:creationId xmlns:a16="http://schemas.microsoft.com/office/drawing/2014/main" id="{99753FAC-3E57-E42A-AF81-F4BE8E26BA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98" t="13689" r="24290" b="21365"/>
          <a:stretch>
            <a:fillRect/>
          </a:stretch>
        </p:blipFill>
        <p:spPr bwMode="auto">
          <a:xfrm>
            <a:off x="1225096" y="1645557"/>
            <a:ext cx="5068888" cy="458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7EDC53F2-4955-3047-5934-48CA853F00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6859" y="2434545"/>
            <a:ext cx="2530475" cy="3230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0447E17C-6717-A52D-C028-DDFAA7259654}"/>
              </a:ext>
            </a:extLst>
          </p:cNvPr>
          <p:cNvSpPr txBox="1">
            <a:spLocks noChangeArrowheads="1"/>
          </p:cNvSpPr>
          <p:nvPr/>
        </p:nvSpPr>
        <p:spPr>
          <a:xfrm>
            <a:off x="3425144" y="1001939"/>
            <a:ext cx="4760913" cy="520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>
                <a:solidFill>
                  <a:schemeClr val="tx1"/>
                </a:solidFill>
                <a:ea typeface="仿宋_GB2312" pitchFamily="49" charset="-122"/>
              </a:rPr>
              <a:t>擦除多余作图线后的结果</a:t>
            </a:r>
            <a:endParaRPr lang="zh-CN" altLang="en-US">
              <a:ea typeface="仿宋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039411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29"/>
  <p:tag name="KSO_WM_TEMPLATE_MASTER_TYPE" val="1"/>
  <p:tag name="KSO_WM_TEMPLATE_COLOR_TYPE" val="0"/>
  <p:tag name="KSO_WM_TAG_VERSION" val="1.0"/>
  <p:tag name="KSO_WM_BEAUTIFY_FLAG" val="#wm#"/>
  <p:tag name="KSO_WM_TEMPLATE_CATEGORY" val="custom"/>
  <p:tag name="KSO_WM_TEMPLATE_INDEX" val="20230820"/>
  <p:tag name="KSO_WM_SPECIAL_SOURCE" val="bdnull"/>
  <p:tag name="KSO_WM_TEMPLATE_THUMBS_INDEX" val="1、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1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  <p:tag name="KSO_WM_UNIT_CONTENT_GROUP_TYPE" val="contentchip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添加文档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1.0"/>
  <p:tag name="KSO_WM_BEAUTIFY_FLAG" val="#wm#"/>
  <p:tag name="KSO_WM_UNIT_CONTENT_GROUP_TYPE" val="contentchip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1.0"/>
  <p:tag name="KSO_WM_BEAUTIFY_FLAG" val="#wm#"/>
  <p:tag name="KSO_WM_UNIT_CONTENT_GROUP_TYPE" val="contentchip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PLACING_PICTURE_USER_VIEWPORT" val="{&quot;height&quot;:10411,&quot;width&quot;:12984}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1.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2"/>
  <p:tag name="KSO_WM_UNIT_ID" val="_3*i*2"/>
  <p:tag name="KSO_WM_UNIT_LAYERLEVEL" val="1"/>
  <p:tag name="KSO_WM_TAG_VERSION" val="1.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3*e*1"/>
  <p:tag name="KSO_WM_UNIT_LAYERLEVEL" val="1"/>
  <p:tag name="KSO_WM_TAG_VERSION" val="1.0"/>
  <p:tag name="KSO_WM_BEAUTIFY_FLAG" val="#wm#"/>
  <p:tag name="KSO_WM_UNIT_CONTENT_GROUP_TYPE" val="contentchip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1.0"/>
  <p:tag name="KSO_WM_BEAUTIFY_FLAG" val="#wm#"/>
  <p:tag name="KSO_WM_UNIT_CONTENT_GROUP_TYPE" val="contentchip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1.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4*f*1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4*f*2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1.0"/>
  <p:tag name="KSO_WM_BEAUTIFY_FLAG" val="#wm#"/>
  <p:tag name="KSO_WM_UNIT_CONTENT_GROUP_TYPE" val="titlestyl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5*i*1"/>
  <p:tag name="KSO_WM_UNIT_LAYERLEVEL" val="1"/>
  <p:tag name="KSO_WM_TAG_VERSION" val="1.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2"/>
  <p:tag name="KSO_WM_UNIT_ID" val="_5*a*2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3"/>
  <p:tag name="KSO_WM_UNIT_ID" val="_5*a*3"/>
  <p:tag name="KSO_WM_UNIT_LAYERLEVEL" val="1"/>
  <p:tag name="KSO_WM_TAG_VERSION" val="1.0"/>
  <p:tag name="KSO_WM_BEAUTIFY_FLAG" val="#wm#"/>
  <p:tag name="KSO_WM_UNIT_CONTENT_GROUP_TYPE" val="titlestyl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7*i*1"/>
  <p:tag name="KSO_WM_UNIT_LAYERLEVEL" val="1"/>
  <p:tag name="KSO_WM_TAG_VERSION" val="1.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0*i*1"/>
  <p:tag name="KSO_WM_UNIT_LAYERLEVEL" val="1"/>
  <p:tag name="KSO_WM_TAG_VERSION" val="1.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0*f*1"/>
  <p:tag name="KSO_WM_UNIT_LAYERLEVEL" val="1"/>
  <p:tag name="KSO_WM_TAG_VERSION" val="1.0"/>
  <p:tag name="KSO_WM_BEAUTIFY_FLAG" val="#wm#"/>
  <p:tag name="KSO_WM_UNIT_PRESET_TEXT" val="单击此处编辑母版文本样式&#10;第二级&#10;第三级&#10;第四级&#10;第五级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1.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THANK YOU 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1.0"/>
  <p:tag name="KSO_WM_BEAUTIFY_FLAG" val="#wm#"/>
  <p:tag name="KSO_WM_UNIT_CONTENT_GROUP_TYPE" val="contentchip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  <p:tag name="KSO_WM_UNIT_CONTENT_GROUP_TYPE" val="contentchip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2*i*1"/>
  <p:tag name="KSO_WM_UNIT_LAYERLEVEL" val="1"/>
  <p:tag name="KSO_WM_TAG_VERSION" val="1.0"/>
  <p:tag name="KSO_WM_SLIDE_BACKGROUND_TYPE" val="general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2*a*1"/>
  <p:tag name="KSO_WM_UNIT_LAYERLEVEL" val="1"/>
  <p:tag name="KSO_WM_TAG_VERSION" val="1.0"/>
  <p:tag name="KSO_WM_BEAUTIFY_FLAG" val="#wm#"/>
  <p:tag name="KSO_WM_UNIT_CONTENT_GROUP_TYPE" val="titlestyle"/>
  <p:tag name="KSO_WM_SLIDE_BACKGROUND_TYPE" val="general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0820_1"/>
  <p:tag name="KSO_WM_TEMPLATE_SUBCATEGORY" val="0"/>
  <p:tag name="KSO_WM_TEMPLATE_MASTER_TYPE" val="1"/>
  <p:tag name="KSO_WM_TEMPLATE_COLOR_TYPE" val="0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30820"/>
  <p:tag name="KSO_WM_SLIDE_TYPE" val="title"/>
  <p:tag name="KSO_WM_SLIDE_SUBTYPE" val="pureTxt"/>
  <p:tag name="KSO_WM_SLIDE_LAYOUT" val="a_b_f"/>
  <p:tag name="KSO_WM_SLIDE_LAYOUT_CNT" val="1_1_1"/>
  <p:tag name="KSO_WM_SPECIAL_SOURCE" val="bdnull"/>
  <p:tag name="KSO_WM_TEMPLATE_THUMBS_INDEX" val="1、9"/>
  <p:tag name="KSO_WM_SLIDE_CONTENT_AREA" val="{&quot;left&quot;:&quot;50.8&quot;,&quot;top&quot;:&quot;87.4&quot;,&quot;width&quot;:&quot;541.3&quot;,&quot;height&quot;:&quot;310.5&quot;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820_1*a*1"/>
  <p:tag name="KSO_WM_TEMPLATE_CATEGORY" val="custom"/>
  <p:tag name="KSO_WM_TEMPLATE_INDEX" val="20230820"/>
  <p:tag name="KSO_WM_UNIT_LAYERLEVEL" val="1"/>
  <p:tag name="KSO_WM_TAG_VERSION" val="1.0"/>
  <p:tag name="KSO_WM_BEAUTIFY_FLAG" val="#wm#"/>
  <p:tag name="KSO_WM_UNIT_CONTENT_GROUP_TYPE" val="contentchip"/>
  <p:tag name="KSO_WM_UNIT_TEXT_FILL_FORE_SCHEMECOLOR_INDEX_BRIGHTNESS" val="0.25"/>
  <p:tag name="KSO_WM_UNIT_TEXT_FILL_FORE_SCHEMECOLOR_INDEX" val="13"/>
  <p:tag name="KSO_WM_UNIT_TEXT_FILL_TYPE" val="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添加文档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0820_1*b*1"/>
  <p:tag name="KSO_WM_TEMPLATE_CATEGORY" val="custom"/>
  <p:tag name="KSO_WM_TEMPLATE_INDEX" val="20230820"/>
  <p:tag name="KSO_WM_UNIT_LAYERLEVEL" val="1"/>
  <p:tag name="KSO_WM_TAG_VERSION" val="1.0"/>
  <p:tag name="KSO_WM_BEAUTIFY_FLAG" val="#wm#"/>
  <p:tag name="KSO_WM_UNIT_CONTENT_GROUP_TYPE" val="contentchip"/>
  <p:tag name="KSO_WM_UNIT_TEXT_FILL_FORE_SCHEMECOLOR_INDEX_1_BRIGHTNESS" val="0"/>
  <p:tag name="KSO_WM_UNIT_TEXT_FILL_FORE_SCHEMECOLOR_INDEX_1" val="5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41"/>
  <p:tag name="KSO_WM_UNIT_TEXT_FILL_GRADIENT_DIRECTION" val="-2"/>
  <p:tag name="KSO_WM_UNIT_TEXT_FILL_TYPE" val="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awing.potx" id="{77E09630-93FA-4073-96B7-E4A1C97AE4E9}" vid="{2BCD55EF-A901-4B71-8B57-2954839B2DF5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Drawing</Template>
  <TotalTime>439</TotalTime>
  <Words>2344</Words>
  <Application>Microsoft Macintosh PowerPoint</Application>
  <PresentationFormat>Widescreen</PresentationFormat>
  <Paragraphs>414</Paragraphs>
  <Slides>38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51" baseType="lpstr">
      <vt:lpstr>DengXian</vt:lpstr>
      <vt:lpstr>仿宋_GB2312</vt:lpstr>
      <vt:lpstr>隶书</vt:lpstr>
      <vt:lpstr>Microsoft YaHei</vt:lpstr>
      <vt:lpstr>黑体</vt:lpstr>
      <vt:lpstr>Arial</vt:lpstr>
      <vt:lpstr>Calibri</vt:lpstr>
      <vt:lpstr>Cambria Math</vt:lpstr>
      <vt:lpstr>Symbol</vt:lpstr>
      <vt:lpstr>Times New Roman</vt:lpstr>
      <vt:lpstr>Wingdings</vt:lpstr>
      <vt:lpstr>Office Theme</vt:lpstr>
      <vt:lpstr>BMP 图象</vt:lpstr>
      <vt:lpstr>工程制图 第14讲</vt:lpstr>
      <vt:lpstr>5.1 立体表面的相贯线</vt:lpstr>
      <vt:lpstr>5.2 平面体与回转体相贯(P129)</vt:lpstr>
      <vt:lpstr>5.2 平面体与回转体相贯</vt:lpstr>
      <vt:lpstr>PowerPoint Presentation</vt:lpstr>
      <vt:lpstr>5.2 平面体与回转体相贯</vt:lpstr>
      <vt:lpstr>5.2 平面体与回转体相贯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5.3 回转体与回转体相贯(P131)</vt:lpstr>
      <vt:lpstr>5.3 回转体与回转体相贯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视觉与视图</dc:title>
  <dc:creator>Jun Chen</dc:creator>
  <cp:lastModifiedBy>陈军_工学院</cp:lastModifiedBy>
  <cp:revision>4</cp:revision>
  <dcterms:created xsi:type="dcterms:W3CDTF">2016-02-16T14:15:02Z</dcterms:created>
  <dcterms:modified xsi:type="dcterms:W3CDTF">2025-11-11T12:59:33Z</dcterms:modified>
</cp:coreProperties>
</file>