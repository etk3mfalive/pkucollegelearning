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38"/>
  </p:notesMasterIdLst>
  <p:handoutMasterIdLst>
    <p:handoutMasterId r:id="rId39"/>
  </p:handoutMasterIdLst>
  <p:sldIdLst>
    <p:sldId id="262" r:id="rId2"/>
    <p:sldId id="1252" r:id="rId3"/>
    <p:sldId id="1199" r:id="rId4"/>
    <p:sldId id="1251" r:id="rId5"/>
    <p:sldId id="1172" r:id="rId6"/>
    <p:sldId id="1253" r:id="rId7"/>
    <p:sldId id="765" r:id="rId8"/>
    <p:sldId id="766" r:id="rId9"/>
    <p:sldId id="767" r:id="rId10"/>
    <p:sldId id="768" r:id="rId11"/>
    <p:sldId id="1246" r:id="rId12"/>
    <p:sldId id="1247" r:id="rId13"/>
    <p:sldId id="1144" r:id="rId14"/>
    <p:sldId id="1165" r:id="rId15"/>
    <p:sldId id="1248" r:id="rId16"/>
    <p:sldId id="1245" r:id="rId17"/>
    <p:sldId id="1090" r:id="rId18"/>
    <p:sldId id="1091" r:id="rId19"/>
    <p:sldId id="1093" r:id="rId20"/>
    <p:sldId id="1092" r:id="rId21"/>
    <p:sldId id="1094" r:id="rId22"/>
    <p:sldId id="1095" r:id="rId23"/>
    <p:sldId id="1169" r:id="rId24"/>
    <p:sldId id="1215" r:id="rId25"/>
    <p:sldId id="1216" r:id="rId26"/>
    <p:sldId id="1100" r:id="rId27"/>
    <p:sldId id="1218" r:id="rId28"/>
    <p:sldId id="1157" r:id="rId29"/>
    <p:sldId id="1175" r:id="rId30"/>
    <p:sldId id="1219" r:id="rId31"/>
    <p:sldId id="1220" r:id="rId32"/>
    <p:sldId id="1221" r:id="rId33"/>
    <p:sldId id="1222" r:id="rId34"/>
    <p:sldId id="1223" r:id="rId35"/>
    <p:sldId id="1224" r:id="rId36"/>
    <p:sldId id="1230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A90AC85-7D53-5B42-AE5D-7BBD0D67CB90}">
          <p14:sldIdLst>
            <p14:sldId id="262"/>
            <p14:sldId id="1252"/>
            <p14:sldId id="1199"/>
            <p14:sldId id="1251"/>
            <p14:sldId id="1172"/>
            <p14:sldId id="1253"/>
            <p14:sldId id="765"/>
            <p14:sldId id="766"/>
            <p14:sldId id="767"/>
            <p14:sldId id="768"/>
            <p14:sldId id="1246"/>
            <p14:sldId id="1247"/>
            <p14:sldId id="1144"/>
            <p14:sldId id="1165"/>
            <p14:sldId id="1248"/>
            <p14:sldId id="1245"/>
            <p14:sldId id="1090"/>
            <p14:sldId id="1091"/>
            <p14:sldId id="1093"/>
            <p14:sldId id="1092"/>
            <p14:sldId id="1094"/>
            <p14:sldId id="1095"/>
            <p14:sldId id="1169"/>
            <p14:sldId id="1215"/>
            <p14:sldId id="1216"/>
            <p14:sldId id="1100"/>
            <p14:sldId id="1218"/>
            <p14:sldId id="1157"/>
            <p14:sldId id="1175"/>
            <p14:sldId id="1219"/>
            <p14:sldId id="1220"/>
            <p14:sldId id="1221"/>
            <p14:sldId id="1222"/>
            <p14:sldId id="1223"/>
            <p14:sldId id="1224"/>
            <p14:sldId id="1230"/>
          </p14:sldIdLst>
        </p14:section>
        <p14:section name="第4章平面与立体相交" id="{C0E3C271-392A-4A9D-8C89-48E10D6322CD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陈军" initials="陈军" lastIdx="1" clrIdx="0">
    <p:extLst>
      <p:ext uri="{19B8F6BF-5375-455C-9EA6-DF929625EA0E}">
        <p15:presenceInfo xmlns:p15="http://schemas.microsoft.com/office/powerpoint/2012/main" userId="S-1-5-21-3571948258-4195890842-3876710089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B2CE5B-8E89-8F4F-B2D3-EB633528B3F8}" v="6" dt="2025-11-06T01:00:19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11"/>
    <p:restoredTop sz="94806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陈军_工学院" userId="6f7f04a3-a118-4a29-a2ab-4ad1875833df" providerId="ADAL" clId="{31F9BBFB-1BF7-519C-95BD-79C8958F59A6}"/>
    <pc:docChg chg="custSel addSld delSld modSld modSection">
      <pc:chgData name="陈军_工学院" userId="6f7f04a3-a118-4a29-a2ab-4ad1875833df" providerId="ADAL" clId="{31F9BBFB-1BF7-519C-95BD-79C8958F59A6}" dt="2025-11-03T06:44:33.251" v="595" actId="20577"/>
      <pc:docMkLst>
        <pc:docMk/>
      </pc:docMkLst>
      <pc:sldChg chg="modSp mod">
        <pc:chgData name="陈军_工学院" userId="6f7f04a3-a118-4a29-a2ab-4ad1875833df" providerId="ADAL" clId="{31F9BBFB-1BF7-519C-95BD-79C8958F59A6}" dt="2025-11-03T06:32:26.937" v="44" actId="20577"/>
        <pc:sldMkLst>
          <pc:docMk/>
          <pc:sldMk cId="1024799859" sldId="765"/>
        </pc:sldMkLst>
        <pc:spChg chg="mod">
          <ac:chgData name="陈军_工学院" userId="6f7f04a3-a118-4a29-a2ab-4ad1875833df" providerId="ADAL" clId="{31F9BBFB-1BF7-519C-95BD-79C8958F59A6}" dt="2025-11-03T06:32:26.937" v="44" actId="20577"/>
          <ac:spMkLst>
            <pc:docMk/>
            <pc:sldMk cId="1024799859" sldId="765"/>
            <ac:spMk id="30" creationId="{6FE16A5F-35C1-2F63-6F6B-8100975C5833}"/>
          </ac:spMkLst>
        </pc:spChg>
      </pc:sldChg>
      <pc:sldChg chg="modSp mod">
        <pc:chgData name="陈军_工学院" userId="6f7f04a3-a118-4a29-a2ab-4ad1875833df" providerId="ADAL" clId="{31F9BBFB-1BF7-519C-95BD-79C8958F59A6}" dt="2025-11-03T06:31:48.313" v="42" actId="20577"/>
        <pc:sldMkLst>
          <pc:docMk/>
          <pc:sldMk cId="585224488" sldId="1172"/>
        </pc:sldMkLst>
        <pc:spChg chg="mod">
          <ac:chgData name="陈军_工学院" userId="6f7f04a3-a118-4a29-a2ab-4ad1875833df" providerId="ADAL" clId="{31F9BBFB-1BF7-519C-95BD-79C8958F59A6}" dt="2025-11-03T06:31:48.313" v="42" actId="20577"/>
          <ac:spMkLst>
            <pc:docMk/>
            <pc:sldMk cId="585224488" sldId="1172"/>
            <ac:spMk id="7" creationId="{64C16890-FCE3-CC6D-242C-F3A302BC0592}"/>
          </ac:spMkLst>
        </pc:spChg>
      </pc:sldChg>
      <pc:sldChg chg="modSp mod">
        <pc:chgData name="陈军_工学院" userId="6f7f04a3-a118-4a29-a2ab-4ad1875833df" providerId="ADAL" clId="{31F9BBFB-1BF7-519C-95BD-79C8958F59A6}" dt="2025-11-03T06:44:14.496" v="585" actId="20577"/>
        <pc:sldMkLst>
          <pc:docMk/>
          <pc:sldMk cId="437642593" sldId="1175"/>
        </pc:sldMkLst>
        <pc:spChg chg="mod">
          <ac:chgData name="陈军_工学院" userId="6f7f04a3-a118-4a29-a2ab-4ad1875833df" providerId="ADAL" clId="{31F9BBFB-1BF7-519C-95BD-79C8958F59A6}" dt="2025-11-03T06:44:14.496" v="585" actId="20577"/>
          <ac:spMkLst>
            <pc:docMk/>
            <pc:sldMk cId="437642593" sldId="1175"/>
            <ac:spMk id="20" creationId="{2A444C4E-1903-1C5C-102D-E60262053065}"/>
          </ac:spMkLst>
        </pc:spChg>
      </pc:sldChg>
      <pc:sldChg chg="modSp mod">
        <pc:chgData name="陈军_工学院" userId="6f7f04a3-a118-4a29-a2ab-4ad1875833df" providerId="ADAL" clId="{31F9BBFB-1BF7-519C-95BD-79C8958F59A6}" dt="2025-11-03T06:30:04.992" v="10" actId="20577"/>
        <pc:sldMkLst>
          <pc:docMk/>
          <pc:sldMk cId="3894650505" sldId="1199"/>
        </pc:sldMkLst>
        <pc:spChg chg="mod">
          <ac:chgData name="陈军_工学院" userId="6f7f04a3-a118-4a29-a2ab-4ad1875833df" providerId="ADAL" clId="{31F9BBFB-1BF7-519C-95BD-79C8958F59A6}" dt="2025-11-03T06:28:28.868" v="6" actId="20577"/>
          <ac:spMkLst>
            <pc:docMk/>
            <pc:sldMk cId="3894650505" sldId="1199"/>
            <ac:spMk id="3" creationId="{00000000-0000-0000-0000-000000000000}"/>
          </ac:spMkLst>
        </pc:spChg>
        <pc:spChg chg="mod">
          <ac:chgData name="陈军_工学院" userId="6f7f04a3-a118-4a29-a2ab-4ad1875833df" providerId="ADAL" clId="{31F9BBFB-1BF7-519C-95BD-79C8958F59A6}" dt="2025-11-03T06:30:04.992" v="10" actId="20577"/>
          <ac:spMkLst>
            <pc:docMk/>
            <pc:sldMk cId="3894650505" sldId="1199"/>
            <ac:spMk id="8" creationId="{F3958589-BB6D-BA5D-584D-A5BD83CC3E72}"/>
          </ac:spMkLst>
        </pc:spChg>
      </pc:sldChg>
      <pc:sldChg chg="modSp mod">
        <pc:chgData name="陈军_工学院" userId="6f7f04a3-a118-4a29-a2ab-4ad1875833df" providerId="ADAL" clId="{31F9BBFB-1BF7-519C-95BD-79C8958F59A6}" dt="2025-11-03T06:44:19.137" v="587" actId="20577"/>
        <pc:sldMkLst>
          <pc:docMk/>
          <pc:sldMk cId="2623091389" sldId="1219"/>
        </pc:sldMkLst>
        <pc:spChg chg="mod">
          <ac:chgData name="陈军_工学院" userId="6f7f04a3-a118-4a29-a2ab-4ad1875833df" providerId="ADAL" clId="{31F9BBFB-1BF7-519C-95BD-79C8958F59A6}" dt="2025-11-03T06:44:19.137" v="587" actId="20577"/>
          <ac:spMkLst>
            <pc:docMk/>
            <pc:sldMk cId="2623091389" sldId="1219"/>
            <ac:spMk id="18" creationId="{7E012CF4-B579-6F8F-9810-1F5FE57F7FFD}"/>
          </ac:spMkLst>
        </pc:spChg>
      </pc:sldChg>
      <pc:sldChg chg="modSp mod">
        <pc:chgData name="陈军_工学院" userId="6f7f04a3-a118-4a29-a2ab-4ad1875833df" providerId="ADAL" clId="{31F9BBFB-1BF7-519C-95BD-79C8958F59A6}" dt="2025-11-03T06:44:22.382" v="589" actId="20577"/>
        <pc:sldMkLst>
          <pc:docMk/>
          <pc:sldMk cId="2737527565" sldId="1220"/>
        </pc:sldMkLst>
        <pc:spChg chg="mod">
          <ac:chgData name="陈军_工学院" userId="6f7f04a3-a118-4a29-a2ab-4ad1875833df" providerId="ADAL" clId="{31F9BBFB-1BF7-519C-95BD-79C8958F59A6}" dt="2025-11-03T06:44:22.382" v="589" actId="20577"/>
          <ac:spMkLst>
            <pc:docMk/>
            <pc:sldMk cId="2737527565" sldId="1220"/>
            <ac:spMk id="12" creationId="{D8149FFF-4D75-28A0-111D-6E9FBC192552}"/>
          </ac:spMkLst>
        </pc:spChg>
      </pc:sldChg>
      <pc:sldChg chg="modSp mod">
        <pc:chgData name="陈军_工学院" userId="6f7f04a3-a118-4a29-a2ab-4ad1875833df" providerId="ADAL" clId="{31F9BBFB-1BF7-519C-95BD-79C8958F59A6}" dt="2025-11-03T06:44:25.734" v="591" actId="20577"/>
        <pc:sldMkLst>
          <pc:docMk/>
          <pc:sldMk cId="2412219841" sldId="1221"/>
        </pc:sldMkLst>
        <pc:spChg chg="mod">
          <ac:chgData name="陈军_工学院" userId="6f7f04a3-a118-4a29-a2ab-4ad1875833df" providerId="ADAL" clId="{31F9BBFB-1BF7-519C-95BD-79C8958F59A6}" dt="2025-11-03T06:44:25.734" v="591" actId="20577"/>
          <ac:spMkLst>
            <pc:docMk/>
            <pc:sldMk cId="2412219841" sldId="1221"/>
            <ac:spMk id="5" creationId="{BAC48BBB-0D04-A022-6674-03903B80D798}"/>
          </ac:spMkLst>
        </pc:spChg>
      </pc:sldChg>
      <pc:sldChg chg="modSp mod">
        <pc:chgData name="陈军_工学院" userId="6f7f04a3-a118-4a29-a2ab-4ad1875833df" providerId="ADAL" clId="{31F9BBFB-1BF7-519C-95BD-79C8958F59A6}" dt="2025-11-03T06:44:29.320" v="593" actId="20577"/>
        <pc:sldMkLst>
          <pc:docMk/>
          <pc:sldMk cId="1360240404" sldId="1222"/>
        </pc:sldMkLst>
        <pc:spChg chg="mod">
          <ac:chgData name="陈军_工学院" userId="6f7f04a3-a118-4a29-a2ab-4ad1875833df" providerId="ADAL" clId="{31F9BBFB-1BF7-519C-95BD-79C8958F59A6}" dt="2025-11-03T06:44:29.320" v="593" actId="20577"/>
          <ac:spMkLst>
            <pc:docMk/>
            <pc:sldMk cId="1360240404" sldId="1222"/>
            <ac:spMk id="10" creationId="{C7B7079B-6A1E-E231-9E0C-41B2A4E16C2F}"/>
          </ac:spMkLst>
        </pc:spChg>
      </pc:sldChg>
      <pc:sldChg chg="modSp mod">
        <pc:chgData name="陈军_工学院" userId="6f7f04a3-a118-4a29-a2ab-4ad1875833df" providerId="ADAL" clId="{31F9BBFB-1BF7-519C-95BD-79C8958F59A6}" dt="2025-11-03T06:44:33.251" v="595" actId="20577"/>
        <pc:sldMkLst>
          <pc:docMk/>
          <pc:sldMk cId="977386154" sldId="1223"/>
        </pc:sldMkLst>
        <pc:spChg chg="mod">
          <ac:chgData name="陈军_工学院" userId="6f7f04a3-a118-4a29-a2ab-4ad1875833df" providerId="ADAL" clId="{31F9BBFB-1BF7-519C-95BD-79C8958F59A6}" dt="2025-11-03T06:44:33.251" v="595" actId="20577"/>
          <ac:spMkLst>
            <pc:docMk/>
            <pc:sldMk cId="977386154" sldId="1223"/>
            <ac:spMk id="5" creationId="{519BF284-BF90-D4C6-82F5-9A18315D6524}"/>
          </ac:spMkLst>
        </pc:spChg>
      </pc:sldChg>
      <pc:sldChg chg="modSp mod">
        <pc:chgData name="陈军_工学院" userId="6f7f04a3-a118-4a29-a2ab-4ad1875833df" providerId="ADAL" clId="{31F9BBFB-1BF7-519C-95BD-79C8958F59A6}" dt="2025-11-03T06:40:20.462" v="583" actId="20577"/>
        <pc:sldMkLst>
          <pc:docMk/>
          <pc:sldMk cId="2863355063" sldId="1248"/>
        </pc:sldMkLst>
        <pc:spChg chg="mod">
          <ac:chgData name="陈军_工学院" userId="6f7f04a3-a118-4a29-a2ab-4ad1875833df" providerId="ADAL" clId="{31F9BBFB-1BF7-519C-95BD-79C8958F59A6}" dt="2025-11-03T06:40:20.462" v="583" actId="20577"/>
          <ac:spMkLst>
            <pc:docMk/>
            <pc:sldMk cId="2863355063" sldId="1248"/>
            <ac:spMk id="9" creationId="{45C3E798-1F76-46F8-ABA2-15CE19ED6A51}"/>
          </ac:spMkLst>
        </pc:spChg>
      </pc:sldChg>
      <pc:sldChg chg="addSp modSp new mod modClrScheme chgLayout">
        <pc:chgData name="陈军_工学院" userId="6f7f04a3-a118-4a29-a2ab-4ad1875833df" providerId="ADAL" clId="{31F9BBFB-1BF7-519C-95BD-79C8958F59A6}" dt="2025-11-03T06:39:59.290" v="581" actId="20577"/>
        <pc:sldMkLst>
          <pc:docMk/>
          <pc:sldMk cId="3530035243" sldId="1253"/>
        </pc:sldMkLst>
        <pc:spChg chg="mod ord">
          <ac:chgData name="陈军_工学院" userId="6f7f04a3-a118-4a29-a2ab-4ad1875833df" providerId="ADAL" clId="{31F9BBFB-1BF7-519C-95BD-79C8958F59A6}" dt="2025-11-03T06:35:07.770" v="46" actId="700"/>
          <ac:spMkLst>
            <pc:docMk/>
            <pc:sldMk cId="3530035243" sldId="1253"/>
            <ac:spMk id="2" creationId="{C87EEAC5-BE26-F48C-0DA0-ECCBB37EE713}"/>
          </ac:spMkLst>
        </pc:spChg>
        <pc:spChg chg="mod ord">
          <ac:chgData name="陈军_工学院" userId="6f7f04a3-a118-4a29-a2ab-4ad1875833df" providerId="ADAL" clId="{31F9BBFB-1BF7-519C-95BD-79C8958F59A6}" dt="2025-11-03T06:35:07.770" v="46" actId="700"/>
          <ac:spMkLst>
            <pc:docMk/>
            <pc:sldMk cId="3530035243" sldId="1253"/>
            <ac:spMk id="3" creationId="{ED0079DC-C73B-C20C-953C-13180D37BFC1}"/>
          </ac:spMkLst>
        </pc:spChg>
        <pc:spChg chg="mod ord">
          <ac:chgData name="陈军_工学院" userId="6f7f04a3-a118-4a29-a2ab-4ad1875833df" providerId="ADAL" clId="{31F9BBFB-1BF7-519C-95BD-79C8958F59A6}" dt="2025-11-03T06:35:07.770" v="46" actId="700"/>
          <ac:spMkLst>
            <pc:docMk/>
            <pc:sldMk cId="3530035243" sldId="1253"/>
            <ac:spMk id="4" creationId="{61745A57-A64F-377E-F60B-978239E5E972}"/>
          </ac:spMkLst>
        </pc:spChg>
        <pc:spChg chg="add mod ord">
          <ac:chgData name="陈军_工学院" userId="6f7f04a3-a118-4a29-a2ab-4ad1875833df" providerId="ADAL" clId="{31F9BBFB-1BF7-519C-95BD-79C8958F59A6}" dt="2025-11-03T06:35:24.885" v="75" actId="20577"/>
          <ac:spMkLst>
            <pc:docMk/>
            <pc:sldMk cId="3530035243" sldId="1253"/>
            <ac:spMk id="5" creationId="{9817EF68-EFD8-56BC-DCB9-B5827DE07598}"/>
          </ac:spMkLst>
        </pc:spChg>
        <pc:spChg chg="add mod ord">
          <ac:chgData name="陈军_工学院" userId="6f7f04a3-a118-4a29-a2ab-4ad1875833df" providerId="ADAL" clId="{31F9BBFB-1BF7-519C-95BD-79C8958F59A6}" dt="2025-11-03T06:39:59.290" v="581" actId="20577"/>
          <ac:spMkLst>
            <pc:docMk/>
            <pc:sldMk cId="3530035243" sldId="1253"/>
            <ac:spMk id="6" creationId="{01B79A9B-A032-F919-46D2-85576B76F7E9}"/>
          </ac:spMkLst>
        </pc:spChg>
      </pc:sldChg>
    </pc:docChg>
  </pc:docChgLst>
  <pc:docChgLst>
    <pc:chgData name="陈军_工学院" userId="6f7f04a3-a118-4a29-a2ab-4ad1875833df" providerId="ADAL" clId="{5704655F-1DC6-5A1D-BC81-F4DA7804E592}"/>
    <pc:docChg chg="addSld delSld modSld sldOrd modSection">
      <pc:chgData name="陈军_工学院" userId="6f7f04a3-a118-4a29-a2ab-4ad1875833df" providerId="ADAL" clId="{5704655F-1DC6-5A1D-BC81-F4DA7804E592}" dt="2025-11-06T01:03:05.234" v="123" actId="2696"/>
      <pc:docMkLst>
        <pc:docMk/>
      </pc:docMkLst>
      <pc:sldChg chg="modSp mod">
        <pc:chgData name="陈军_工学院" userId="6f7f04a3-a118-4a29-a2ab-4ad1875833df" providerId="ADAL" clId="{5704655F-1DC6-5A1D-BC81-F4DA7804E592}" dt="2025-10-28T01:04:37.894" v="63" actId="20577"/>
        <pc:sldMkLst>
          <pc:docMk/>
          <pc:sldMk cId="1024799859" sldId="765"/>
        </pc:sldMkLst>
        <pc:spChg chg="mod">
          <ac:chgData name="陈军_工学院" userId="6f7f04a3-a118-4a29-a2ab-4ad1875833df" providerId="ADAL" clId="{5704655F-1DC6-5A1D-BC81-F4DA7804E592}" dt="2025-10-28T01:04:37.894" v="63" actId="20577"/>
          <ac:spMkLst>
            <pc:docMk/>
            <pc:sldMk cId="1024799859" sldId="765"/>
            <ac:spMk id="30" creationId="{6FE16A5F-35C1-2F63-6F6B-8100975C5833}"/>
          </ac:spMkLst>
        </pc:spChg>
      </pc:sldChg>
      <pc:sldChg chg="modSp mod">
        <pc:chgData name="陈军_工学院" userId="6f7f04a3-a118-4a29-a2ab-4ad1875833df" providerId="ADAL" clId="{5704655F-1DC6-5A1D-BC81-F4DA7804E592}" dt="2025-10-28T01:04:42.674" v="65" actId="20577"/>
        <pc:sldMkLst>
          <pc:docMk/>
          <pc:sldMk cId="120868631" sldId="766"/>
        </pc:sldMkLst>
        <pc:spChg chg="mod">
          <ac:chgData name="陈军_工学院" userId="6f7f04a3-a118-4a29-a2ab-4ad1875833df" providerId="ADAL" clId="{5704655F-1DC6-5A1D-BC81-F4DA7804E592}" dt="2025-10-28T01:04:42.674" v="65" actId="20577"/>
          <ac:spMkLst>
            <pc:docMk/>
            <pc:sldMk cId="120868631" sldId="766"/>
            <ac:spMk id="43" creationId="{E6DCD135-FE63-7AAB-6B60-60D9C7E582B8}"/>
          </ac:spMkLst>
        </pc:spChg>
      </pc:sldChg>
      <pc:sldChg chg="modSp mod">
        <pc:chgData name="陈军_工学院" userId="6f7f04a3-a118-4a29-a2ab-4ad1875833df" providerId="ADAL" clId="{5704655F-1DC6-5A1D-BC81-F4DA7804E592}" dt="2025-10-28T01:04:49.243" v="67" actId="20577"/>
        <pc:sldMkLst>
          <pc:docMk/>
          <pc:sldMk cId="2704039706" sldId="767"/>
        </pc:sldMkLst>
        <pc:spChg chg="mod">
          <ac:chgData name="陈军_工学院" userId="6f7f04a3-a118-4a29-a2ab-4ad1875833df" providerId="ADAL" clId="{5704655F-1DC6-5A1D-BC81-F4DA7804E592}" dt="2025-10-28T01:04:49.243" v="67" actId="20577"/>
          <ac:spMkLst>
            <pc:docMk/>
            <pc:sldMk cId="2704039706" sldId="767"/>
            <ac:spMk id="5" creationId="{BC3B52F3-54C6-7631-EDD4-409FE64E731D}"/>
          </ac:spMkLst>
        </pc:spChg>
      </pc:sldChg>
      <pc:sldChg chg="modSp mod">
        <pc:chgData name="陈军_工学院" userId="6f7f04a3-a118-4a29-a2ab-4ad1875833df" providerId="ADAL" clId="{5704655F-1DC6-5A1D-BC81-F4DA7804E592}" dt="2025-10-28T01:04:55.122" v="69" actId="20577"/>
        <pc:sldMkLst>
          <pc:docMk/>
          <pc:sldMk cId="2623134002" sldId="768"/>
        </pc:sldMkLst>
        <pc:spChg chg="mod">
          <ac:chgData name="陈军_工学院" userId="6f7f04a3-a118-4a29-a2ab-4ad1875833df" providerId="ADAL" clId="{5704655F-1DC6-5A1D-BC81-F4DA7804E592}" dt="2025-10-28T01:04:55.122" v="69" actId="20577"/>
          <ac:spMkLst>
            <pc:docMk/>
            <pc:sldMk cId="2623134002" sldId="768"/>
            <ac:spMk id="36" creationId="{4C8FA15E-A68C-99EE-CDD6-C06DA4367BAB}"/>
          </ac:spMkLst>
        </pc:spChg>
      </pc:sldChg>
      <pc:sldChg chg="modSp add del mod">
        <pc:chgData name="陈军_工学院" userId="6f7f04a3-a118-4a29-a2ab-4ad1875833df" providerId="ADAL" clId="{5704655F-1DC6-5A1D-BC81-F4DA7804E592}" dt="2025-11-06T01:02:54.656" v="119" actId="2696"/>
        <pc:sldMkLst>
          <pc:docMk/>
          <pc:sldMk cId="3556110442" sldId="819"/>
        </pc:sldMkLst>
      </pc:sldChg>
      <pc:sldChg chg="del mod ord modShow">
        <pc:chgData name="陈军_工学院" userId="6f7f04a3-a118-4a29-a2ab-4ad1875833df" providerId="ADAL" clId="{5704655F-1DC6-5A1D-BC81-F4DA7804E592}" dt="2025-11-06T01:02:58.823" v="121" actId="2696"/>
        <pc:sldMkLst>
          <pc:docMk/>
          <pc:sldMk cId="2249517941" sldId="1171"/>
        </pc:sldMkLst>
      </pc:sldChg>
      <pc:sldChg chg="mod ord modShow">
        <pc:chgData name="陈军_工学院" userId="6f7f04a3-a118-4a29-a2ab-4ad1875833df" providerId="ADAL" clId="{5704655F-1DC6-5A1D-BC81-F4DA7804E592}" dt="2025-10-28T01:06:44.985" v="81" actId="729"/>
        <pc:sldMkLst>
          <pc:docMk/>
          <pc:sldMk cId="585224488" sldId="1172"/>
        </pc:sldMkLst>
      </pc:sldChg>
      <pc:sldChg chg="del ord">
        <pc:chgData name="陈军_工学院" userId="6f7f04a3-a118-4a29-a2ab-4ad1875833df" providerId="ADAL" clId="{5704655F-1DC6-5A1D-BC81-F4DA7804E592}" dt="2025-11-06T01:02:59.840" v="122" actId="2696"/>
        <pc:sldMkLst>
          <pc:docMk/>
          <pc:sldMk cId="2551692708" sldId="1173"/>
        </pc:sldMkLst>
      </pc:sldChg>
      <pc:sldChg chg="del ord">
        <pc:chgData name="陈军_工学院" userId="6f7f04a3-a118-4a29-a2ab-4ad1875833df" providerId="ADAL" clId="{5704655F-1DC6-5A1D-BC81-F4DA7804E592}" dt="2025-11-06T01:02:57.025" v="120" actId="2696"/>
        <pc:sldMkLst>
          <pc:docMk/>
          <pc:sldMk cId="1301734490" sldId="1174"/>
        </pc:sldMkLst>
      </pc:sldChg>
      <pc:sldChg chg="modSp mod ord">
        <pc:chgData name="陈军_工学院" userId="6f7f04a3-a118-4a29-a2ab-4ad1875833df" providerId="ADAL" clId="{5704655F-1DC6-5A1D-BC81-F4DA7804E592}" dt="2025-11-03T03:16:53.083" v="117" actId="20577"/>
        <pc:sldMkLst>
          <pc:docMk/>
          <pc:sldMk cId="3894650505" sldId="1199"/>
        </pc:sldMkLst>
        <pc:spChg chg="mod">
          <ac:chgData name="陈军_工学院" userId="6f7f04a3-a118-4a29-a2ab-4ad1875833df" providerId="ADAL" clId="{5704655F-1DC6-5A1D-BC81-F4DA7804E592}" dt="2025-11-03T03:16:53.083" v="117" actId="20577"/>
          <ac:spMkLst>
            <pc:docMk/>
            <pc:sldMk cId="3894650505" sldId="1199"/>
            <ac:spMk id="7" creationId="{337F0BB8-8F63-CC1B-35E2-648A852BADCF}"/>
          </ac:spMkLst>
        </pc:spChg>
      </pc:sldChg>
      <pc:sldChg chg="del">
        <pc:chgData name="陈军_工学院" userId="6f7f04a3-a118-4a29-a2ab-4ad1875833df" providerId="ADAL" clId="{5704655F-1DC6-5A1D-BC81-F4DA7804E592}" dt="2025-11-06T01:03:05.234" v="123" actId="2696"/>
        <pc:sldMkLst>
          <pc:docMk/>
          <pc:sldMk cId="2442771858" sldId="1217"/>
        </pc:sldMkLst>
      </pc:sldChg>
      <pc:sldChg chg="add">
        <pc:chgData name="陈军_工学院" userId="6f7f04a3-a118-4a29-a2ab-4ad1875833df" providerId="ADAL" clId="{5704655F-1DC6-5A1D-BC81-F4DA7804E592}" dt="2025-11-06T01:00:19.805" v="118"/>
        <pc:sldMkLst>
          <pc:docMk/>
          <pc:sldMk cId="3762074201" sldId="1230"/>
        </pc:sldMkLst>
      </pc:sldChg>
      <pc:sldChg chg="modSp mod">
        <pc:chgData name="陈军_工学院" userId="6f7f04a3-a118-4a29-a2ab-4ad1875833df" providerId="ADAL" clId="{5704655F-1DC6-5A1D-BC81-F4DA7804E592}" dt="2025-10-28T01:05:00.347" v="71" actId="6549"/>
        <pc:sldMkLst>
          <pc:docMk/>
          <pc:sldMk cId="313427260" sldId="1246"/>
        </pc:sldMkLst>
        <pc:spChg chg="mod">
          <ac:chgData name="陈军_工学院" userId="6f7f04a3-a118-4a29-a2ab-4ad1875833df" providerId="ADAL" clId="{5704655F-1DC6-5A1D-BC81-F4DA7804E592}" dt="2025-10-28T01:05:00.347" v="71" actId="6549"/>
          <ac:spMkLst>
            <pc:docMk/>
            <pc:sldMk cId="313427260" sldId="1246"/>
            <ac:spMk id="5" creationId="{D1F2BA4D-2AE2-75F3-99BE-A324937CF5EF}"/>
          </ac:spMkLst>
        </pc:spChg>
      </pc:sldChg>
      <pc:sldChg chg="modSp mod">
        <pc:chgData name="陈军_工学院" userId="6f7f04a3-a118-4a29-a2ab-4ad1875833df" providerId="ADAL" clId="{5704655F-1DC6-5A1D-BC81-F4DA7804E592}" dt="2025-10-28T01:05:04.347" v="73" actId="6549"/>
        <pc:sldMkLst>
          <pc:docMk/>
          <pc:sldMk cId="1068705269" sldId="1247"/>
        </pc:sldMkLst>
        <pc:spChg chg="mod">
          <ac:chgData name="陈军_工学院" userId="6f7f04a3-a118-4a29-a2ab-4ad1875833df" providerId="ADAL" clId="{5704655F-1DC6-5A1D-BC81-F4DA7804E592}" dt="2025-10-28T01:05:04.347" v="73" actId="6549"/>
          <ac:spMkLst>
            <pc:docMk/>
            <pc:sldMk cId="1068705269" sldId="1247"/>
            <ac:spMk id="5" creationId="{F52EC0E8-15B3-E2FF-A54F-21C4022771A0}"/>
          </ac:spMkLst>
        </pc:spChg>
      </pc:sldChg>
      <pc:sldChg chg="addSp delSp modSp new mod">
        <pc:chgData name="陈军_工学院" userId="6f7f04a3-a118-4a29-a2ab-4ad1875833df" providerId="ADAL" clId="{5704655F-1DC6-5A1D-BC81-F4DA7804E592}" dt="2025-10-28T01:04:05.397" v="61" actId="20577"/>
        <pc:sldMkLst>
          <pc:docMk/>
          <pc:sldMk cId="3696772897" sldId="1251"/>
        </pc:sldMkLst>
        <pc:spChg chg="mod">
          <ac:chgData name="陈军_工学院" userId="6f7f04a3-a118-4a29-a2ab-4ad1875833df" providerId="ADAL" clId="{5704655F-1DC6-5A1D-BC81-F4DA7804E592}" dt="2025-10-28T01:04:05.397" v="61" actId="20577"/>
          <ac:spMkLst>
            <pc:docMk/>
            <pc:sldMk cId="3696772897" sldId="1251"/>
            <ac:spMk id="2" creationId="{61732A9D-BA7E-52FA-ABBB-C8D9CE47B4A8}"/>
          </ac:spMkLst>
        </pc:spChg>
        <pc:picChg chg="add mod">
          <ac:chgData name="陈军_工学院" userId="6f7f04a3-a118-4a29-a2ab-4ad1875833df" providerId="ADAL" clId="{5704655F-1DC6-5A1D-BC81-F4DA7804E592}" dt="2025-10-28T01:03:45.559" v="9" actId="962"/>
          <ac:picMkLst>
            <pc:docMk/>
            <pc:sldMk cId="3696772897" sldId="1251"/>
            <ac:picMk id="8" creationId="{265E82A9-23BA-F18F-D54B-75477ACE4444}"/>
          </ac:picMkLst>
        </pc:picChg>
      </pc:sldChg>
      <pc:sldChg chg="addSp delSp modSp new mod">
        <pc:chgData name="陈军_工学院" userId="6f7f04a3-a118-4a29-a2ab-4ad1875833df" providerId="ADAL" clId="{5704655F-1DC6-5A1D-BC81-F4DA7804E592}" dt="2025-11-03T03:16:14.001" v="115" actId="20577"/>
        <pc:sldMkLst>
          <pc:docMk/>
          <pc:sldMk cId="3182337755" sldId="1252"/>
        </pc:sldMkLst>
        <pc:spChg chg="mod">
          <ac:chgData name="陈军_工学院" userId="6f7f04a3-a118-4a29-a2ab-4ad1875833df" providerId="ADAL" clId="{5704655F-1DC6-5A1D-BC81-F4DA7804E592}" dt="2025-11-03T03:16:14.001" v="115" actId="20577"/>
          <ac:spMkLst>
            <pc:docMk/>
            <pc:sldMk cId="3182337755" sldId="1252"/>
            <ac:spMk id="2" creationId="{C0FB0A65-DEFA-4BD1-905B-BABD7AB9A8E9}"/>
          </ac:spMkLst>
        </pc:spChg>
        <pc:picChg chg="add mod">
          <ac:chgData name="陈军_工学院" userId="6f7f04a3-a118-4a29-a2ab-4ad1875833df" providerId="ADAL" clId="{5704655F-1DC6-5A1D-BC81-F4DA7804E592}" dt="2025-11-03T03:16:01.697" v="83"/>
          <ac:picMkLst>
            <pc:docMk/>
            <pc:sldMk cId="3182337755" sldId="1252"/>
            <ac:picMk id="7" creationId="{F2655333-E1B0-DA4E-23B4-C15EB19974A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A2A212-11AD-934F-81F1-B483125DF66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50E1F-3977-4747-911E-733EB8B7B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91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2E6B5E-27DF-4747-96E9-E7A46D46608C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12D0D5-ACED-4B29-ADCC-EF2B5D1F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2D0D5-ACED-4B29-ADCC-EF2B5D1FEF5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99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2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9" Type="http://schemas.openxmlformats.org/officeDocument/2006/relationships/image" Target="../media/image3.jpe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image" Target="../media/image4.jpe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4.jpeg"/><Relationship Id="rId5" Type="http://schemas.openxmlformats.org/officeDocument/2006/relationships/tags" Target="../tags/tag27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6.xml"/><Relationship Id="rId9" Type="http://schemas.openxmlformats.org/officeDocument/2006/relationships/tags" Target="../tags/tag3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4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5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4.jpe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4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7" Type="http://schemas.openxmlformats.org/officeDocument/2006/relationships/image" Target="../media/image4.jpe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7.xml"/><Relationship Id="rId4" Type="http://schemas.openxmlformats.org/officeDocument/2006/relationships/tags" Target="../tags/tag56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8.xml"/><Relationship Id="rId9" Type="http://schemas.openxmlformats.org/officeDocument/2006/relationships/tags" Target="../tags/tag9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29AC3-F389-46AB-AFA0-5AC2110A7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276"/>
            <a:ext cx="9144000" cy="1655762"/>
          </a:xfrm>
        </p:spPr>
        <p:txBody>
          <a:bodyPr anchor="ctr">
            <a:normAutofit/>
          </a:bodyPr>
          <a:lstStyle>
            <a:lvl1pPr marL="0" algn="ctr" fontAlgn="ctr">
              <a:defRPr sz="48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CE61F-886C-4880-A95B-20ED4D353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44682"/>
            <a:ext cx="9144000" cy="123444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449BB-9DCC-4ED5-AD39-804DFD9F2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1FCA-A2B3-5444-84E9-CA828F3312C4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8EAEC-C9B7-4F7D-B809-067E35FB5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38B62-9141-4264-BCED-EF02C827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8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181D2-87B3-414A-A0F9-4827765DF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85" y="191943"/>
            <a:ext cx="6003931" cy="625689"/>
          </a:xfr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BD4E5-169C-4257-AF04-B7F4A7C53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b="1">
                <a:solidFill>
                  <a:schemeClr val="accent1">
                    <a:lumMod val="75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64327-24B6-4DE0-A117-1F67313E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38AD4-D725-0940-9C05-42F91CACA9A1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63873-6862-4247-B34B-EF788F30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31B77-68A1-4F2E-B551-E8F4326F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939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181D2-87B3-414A-A0F9-4827765DF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85" y="191943"/>
            <a:ext cx="6003931" cy="625689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BD4E5-169C-4257-AF04-B7F4A7C53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026" y="1591733"/>
            <a:ext cx="10123516" cy="4671849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b="1">
                <a:solidFill>
                  <a:schemeClr val="accent1">
                    <a:lumMod val="75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64327-24B6-4DE0-A117-1F67313E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4F67C-D9E3-DF4A-AF36-1B9D710845B4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63873-6862-4247-B34B-EF788F30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31B77-68A1-4F2E-B551-E8F4326F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9C3C248-5F5D-00C6-8D34-6FC56C82B0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2279" y="910400"/>
            <a:ext cx="5507437" cy="528933"/>
          </a:xfrm>
        </p:spPr>
        <p:txBody>
          <a:bodyPr anchor="ctr">
            <a:noAutofit/>
          </a:bodyPr>
          <a:lstStyle>
            <a:lvl1pPr marL="0" indent="0">
              <a:buNone/>
              <a:defRPr sz="28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6896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15B8C-0D5D-4E1D-8BF4-D61F46FB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DC1DC-2BC3-4C6A-8070-5601A2C67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E4DA0-2198-4827-BDDC-80F0A6D9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64C3A-CD70-F846-A790-14FC6AA10341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77C69-3623-4960-A9FA-1B0F8DB65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557FB-2BC1-4FC4-8AE2-592B3BC46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15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628E-4CB9-4054-BA93-C362841FA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D2D57-0AE5-48FD-B1B2-EFBDD2C70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41615"/>
            <a:ext cx="5181600" cy="503534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59D76-97B2-4CEA-AC86-EB290E484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41615"/>
            <a:ext cx="5181600" cy="503534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83E77-6C75-4215-8AE0-0F54D8562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B3AFA-4FA8-1348-A64C-40BAFF041945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11321-E414-460C-A1DE-21A746FDD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4F03E-5220-4EB0-B9BF-C607CE08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16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5EF3B-CDCE-46FD-92EB-B68217B9A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51" y="288405"/>
            <a:ext cx="6259281" cy="759864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07811-3425-4B48-A99B-1F72A6A26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15403"/>
            <a:ext cx="5157787" cy="55219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E9A445-9357-40B0-BED1-6B2A39767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78429"/>
            <a:ext cx="5157787" cy="4211234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B0F840-44BE-46FF-858C-0B0B78A059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15403"/>
            <a:ext cx="5183188" cy="55219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A1B63-95D0-4B45-8CE1-E41F5C6866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78429"/>
            <a:ext cx="5183188" cy="4211234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56EE5C-366C-4A05-B24D-6E5E4B49F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BD69F-150C-5A4C-9BF3-2698992F8835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9B345C-BDB7-4F4C-8229-8545DEC4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67997F-13F2-4012-9D15-199F86CBB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21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94C8-E4CB-469D-8759-468A550E0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986076-F514-416F-9FD8-8B541114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CC18-0517-8D41-AD97-0FD9F755A3F1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1E3C99-EF16-4E13-9CB8-6C685D63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9E16B-7C71-4348-A213-7ABD913A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07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94C8-E4CB-469D-8759-468A550E0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986076-F514-416F-9FD8-8B541114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C951-A653-6448-95E0-0B57638D42F2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1E3C99-EF16-4E13-9CB8-6C685D63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9E16B-7C71-4348-A213-7ABD913A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B10DF379-40BA-CEA9-A617-CAA5651FFA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2279" y="817632"/>
            <a:ext cx="5507437" cy="626352"/>
          </a:xfrm>
        </p:spPr>
        <p:txBody>
          <a:bodyPr numCol="1" anchor="ctr">
            <a:noAutofit/>
          </a:bodyPr>
          <a:lstStyle>
            <a:lvl1pPr marL="0" indent="0">
              <a:buNone/>
              <a:defRPr sz="28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4961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AE017-BA54-4903-90BE-5E03D77E4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6983C-1AD0-9247-BCFB-5AD98990012A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6F8058-50F2-4491-82C1-B80DA2B4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93026-A32F-485B-931E-8B5B11C5E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B29B452-BDB2-4201-AE17-E702847E20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38200" y="487680"/>
            <a:ext cx="10363403" cy="770313"/>
          </a:xfrm>
        </p:spPr>
        <p:txBody>
          <a:bodyPr anchor="b">
            <a:noAutofit/>
          </a:bodyPr>
          <a:lstStyle>
            <a:lvl1pPr marL="0" indent="0" algn="ctr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6D6614D-F0E2-410C-83EC-843926F9CE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938352" y="1460211"/>
            <a:ext cx="8163098" cy="4693920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 sz="3200"/>
            </a:lvl1pPr>
            <a:lvl2pPr>
              <a:spcBef>
                <a:spcPts val="600"/>
              </a:spcBef>
              <a:spcAft>
                <a:spcPts val="600"/>
              </a:spcAft>
              <a:defRPr sz="3200"/>
            </a:lvl2pPr>
            <a:lvl3pPr>
              <a:spcBef>
                <a:spcPts val="600"/>
              </a:spcBef>
              <a:spcAft>
                <a:spcPts val="600"/>
              </a:spcAft>
              <a:defRPr sz="2800"/>
            </a:lvl3pPr>
            <a:lvl4pPr>
              <a:spcBef>
                <a:spcPts val="600"/>
              </a:spcBef>
              <a:spcAft>
                <a:spcPts val="600"/>
              </a:spcAft>
              <a:defRPr sz="2400"/>
            </a:lvl4pPr>
            <a:lvl5pPr>
              <a:spcBef>
                <a:spcPts val="600"/>
              </a:spcBef>
              <a:spcAft>
                <a:spcPts val="600"/>
              </a:spcAft>
              <a:defRPr sz="240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1727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E7C01-812F-4893-9A0C-92A5D2958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F0BFB-74E3-4B20-9BBD-AF221DE15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6F0D4-7478-4A79-8103-D634F6721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74364-04AB-4E55-AC1A-F2B4127FA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52270-51FF-3C46-ACFF-CBDAFFF08CD9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198EE-5344-4348-8E71-5A87B6DC5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3E4C5-A969-4885-A0BE-2A760C748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29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5B18-6F1E-42D0-8FED-31E3999A4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3D196E-5D9C-459B-B14C-90F666FF9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1D1EF5-A4C9-4E66-A9EA-9B5CA5F53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86928-A2BF-4B5F-9D93-879B18BBD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9148-6E4C-DE45-A8FA-215F05EA911D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76131-49F2-4B3E-AD09-EDADE8CD6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DC662-A2DB-429F-A30E-2132412A3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65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8926-5B6E-4CE3-978D-BEBFA2406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B8062-5C83-4067-B283-F55F0238F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6D8A3-3E49-434E-890B-E08ED9C6F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6B5D5-92A5-3449-807F-264E3C00ADEE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313AC-44E6-416A-A578-A7EF1D103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631F8-5845-43A3-84C5-610D75AF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96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7A46F6-727A-40AF-9987-FCA799ADE9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3C102-28C3-448C-964D-C1025F5DE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6BFBA-56B0-47E9-A049-82F577237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5B883-0933-624B-8702-49F997ECF2D6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D6BE8-555C-431D-AEE9-48CF2893D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AC4DC-E662-433F-BF78-423BED1F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98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4D458523-8536-BA4D-9258-E2FA495B217C}" type="datetime1">
              <a:rPr lang="zh-CN" altLang="en-US" smtClean="0"/>
              <a:t>2025/11/6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85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热个体户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 flipV="1">
            <a:off x="-635" y="0"/>
            <a:ext cx="12192000" cy="6857365"/>
          </a:xfrm>
          <a:prstGeom prst="rect">
            <a:avLst/>
          </a:prstGeom>
        </p:spPr>
      </p:pic>
      <p:sp>
        <p:nvSpPr>
          <p:cNvPr id="8" name="署名"/>
          <p:cNvSpPr txBox="1">
            <a:spLocks noGrp="1"/>
          </p:cNvSpPr>
          <p:nvPr>
            <p:ph type="body" idx="3" hasCustomPrompt="1"/>
            <p:custDataLst>
              <p:tags r:id="rId2"/>
            </p:custDataLst>
          </p:nvPr>
        </p:nvSpPr>
        <p:spPr>
          <a:xfrm>
            <a:off x="1098550" y="4037965"/>
            <a:ext cx="1943100" cy="43688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chemeClr val="lt1"/>
                </a:soli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1007110" y="2699385"/>
            <a:ext cx="6332855" cy="1051560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 kumimoji="0" lang="zh-CN" altLang="en-US" sz="4000" b="1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460000" scaled="0"/>
                </a:gra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>
                <a:sym typeface="+mn-ea"/>
              </a:rPr>
              <a:t>单击此处编辑副标题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1007110" y="1318895"/>
            <a:ext cx="6333490" cy="156083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56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crosoft YaHei" panose="020B0503020204020204" charset="-122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278B868-5290-0948-B234-8228ED63CE75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062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二万个通过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-635" y="0"/>
            <a:ext cx="12192635" cy="6857365"/>
          </a:xfrm>
          <a:prstGeom prst="rect">
            <a:avLst/>
          </a:prstGeom>
        </p:spPr>
      </p:pic>
      <p:sp>
        <p:nvSpPr>
          <p:cNvPr id="33" name="圆角矩形 32"/>
          <p:cNvSpPr/>
          <p:nvPr>
            <p:custDataLst>
              <p:tags r:id="rId2"/>
            </p:custDataLst>
          </p:nvPr>
        </p:nvSpPr>
        <p:spPr>
          <a:xfrm>
            <a:off x="10532110" y="4648200"/>
            <a:ext cx="572770" cy="7556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Microsoft YaHei" panose="020B0503020204020204" charset="-122"/>
            </a:endParaRPr>
          </a:p>
        </p:txBody>
      </p:sp>
      <p:sp>
        <p:nvSpPr>
          <p:cNvPr id="7" name="节编号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8674735" y="1183641"/>
            <a:ext cx="2516505" cy="197738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altLang="zh-CN" sz="11500" b="1" i="0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alpha val="20000"/>
                      </a:schemeClr>
                    </a:gs>
                    <a:gs pos="100000">
                      <a:schemeClr val="accent2">
                        <a:alpha val="20000"/>
                      </a:schemeClr>
                    </a:gs>
                  </a:gsLst>
                  <a:lin ang="10920000" scaled="0"/>
                </a:gra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r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编号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5302885" y="3161030"/>
            <a:ext cx="5888355" cy="1352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 kumimoji="0" lang="zh-CN" altLang="en-US" sz="44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r">
              <a:lnSpc>
                <a:spcPct val="12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1C19362E-F2B6-D240-8083-5653FBBB24DA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969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8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2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C5DF31A-0592-414E-A37A-CDE6CB5679E5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760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10" name="正文"/>
          <p:cNvSpPr txBox="1">
            <a:spLocks noGrp="1"/>
          </p:cNvSpPr>
          <p:nvPr>
            <p:ph idx="5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4"/>
            <p:custDataLst>
              <p:tags r:id="rId3"/>
            </p:custDataLst>
          </p:nvPr>
        </p:nvSpPr>
        <p:spPr>
          <a:xfrm>
            <a:off x="62352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3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6084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C82764A-5C7E-C145-A13E-978379FF5424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295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2529FC66-FE0A-1C45-8851-B7FE8E4568C8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33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en-US" altLang="zh-CN">
                <a:sym typeface="+mn-ea"/>
              </a:rPr>
              <a:t>Click icon to add picture</a:t>
            </a:r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text styles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2F2AFBFB-8795-CC47-A150-268E8E4DD440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082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正文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608330"/>
            <a:ext cx="10968990" cy="56483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0BF8C68-6804-A248-9E69-18E73A7AED05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9492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末尾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热个体户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rcRect t="12314" r="7229"/>
          <a:stretch>
            <a:fillRect/>
          </a:stretch>
        </p:blipFill>
        <p:spPr>
          <a:xfrm flipV="1">
            <a:off x="-635" y="0"/>
            <a:ext cx="12192000" cy="6857365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1013460" y="1395730"/>
            <a:ext cx="6620510" cy="214757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 kumimoji="0" lang="en-US" altLang="zh-CN" sz="6000" b="1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460000" scaled="0"/>
                </a:gra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6" name="署名"/>
          <p:cNvSpPr txBox="1"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013460" y="4037965"/>
            <a:ext cx="1943100" cy="43688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 wrap="square" lIns="91440" tIns="45720" rIns="91440" bIns="45720" rtlCol="0" anchor="ctr" anchorCtr="0">
            <a:no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chemeClr val="lt1"/>
                </a:soli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2887DFB-267D-EE47-8CBD-7433115E7621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07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通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04085F20-1F7C-1C47-BCC1-5FC9D7A570FC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691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crosoft YaHei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4"/>
            </p:custDataLst>
          </p:nvPr>
        </p:nvSpPr>
        <p:spPr/>
        <p:txBody>
          <a:bodyPr/>
          <a:lstStyle/>
          <a:p>
            <a:fld id="{FF88E1BF-4D81-D740-8E44-873483AAE4F0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5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  <p:custDataLst>
              <p:tags r:id="rId6"/>
            </p:custDataLst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0577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zh-CN" altLang="en-US"/>
              <a:t>单击编辑标题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5"/>
            </p:custDataLst>
          </p:nvPr>
        </p:nvSpPr>
        <p:spPr/>
        <p:txBody>
          <a:bodyPr/>
          <a:lstStyle/>
          <a:p>
            <a:fld id="{FD0B74A3-5CA9-334C-A885-144B6342388C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7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883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5"/>
            </p:custDataLst>
          </p:nvPr>
        </p:nvSpPr>
        <p:spPr/>
        <p:txBody>
          <a:bodyPr/>
          <a:lstStyle/>
          <a:p>
            <a:fld id="{3BB19EBC-4E2F-BE47-A087-7D114AC3E0BA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7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37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4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5"/>
            </p:custDataLst>
          </p:nvPr>
        </p:nvSpPr>
        <p:spPr/>
        <p:txBody>
          <a:bodyPr/>
          <a:lstStyle/>
          <a:p>
            <a:fld id="{855D9636-F7A2-2B47-892F-2412BF6CDBAB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7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038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5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6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7"/>
            <p:custDataLst>
              <p:tags r:id="rId7"/>
            </p:custDataLst>
          </p:nvPr>
        </p:nvSpPr>
        <p:spPr/>
        <p:txBody>
          <a:bodyPr/>
          <a:lstStyle/>
          <a:p>
            <a:fld id="{09B717DD-EE63-394F-AE8A-41CD97CDC6EB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8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9"/>
            <p:custDataLst>
              <p:tags r:id="rId9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345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4"/>
            </p:custDataLst>
          </p:nvPr>
        </p:nvSpPr>
        <p:spPr/>
        <p:txBody>
          <a:bodyPr/>
          <a:lstStyle/>
          <a:p>
            <a:fld id="{9FEF6885-23C0-8C49-A45E-674F11D903BC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5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6"/>
            <p:custDataLst>
              <p:tags r:id="rId6"/>
            </p:custDataLst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345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877" y="3050575"/>
            <a:ext cx="8932244" cy="703278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BBB64-1A91-2F41-BE12-44D62D6237E7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740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878" y="3050575"/>
            <a:ext cx="8932244" cy="703278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3ED4E-6CF5-E94C-8C79-29529ECBDF74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897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50C15-96A2-AC48-912F-42B710B3A68D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85173-B79C-8643-8FA6-44C539AEADBC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39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0543"/>
            <a:fld id="{81D60167-4931-47E6-BA6A-407CBD079E47}" type="slidenum">
              <a:rPr lang="en-US" spc="-4" smtClean="0"/>
              <a:pPr marL="120543"/>
              <a:t>‹#›</a:t>
            </a:fld>
            <a:endParaRPr lang="en-US" spc="-4"/>
          </a:p>
        </p:txBody>
      </p:sp>
    </p:spTree>
    <p:extLst>
      <p:ext uri="{BB962C8B-B14F-4D97-AF65-F5344CB8AC3E}">
        <p14:creationId xmlns:p14="http://schemas.microsoft.com/office/powerpoint/2010/main" val="420907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gi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ags" Target="../tags/tag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7EE955-D44B-46F3-A0B9-FDBE5CDF2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68" y="191280"/>
            <a:ext cx="6048267" cy="62635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D793E-2A17-4837-852C-44235CB2A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1026" y="1091737"/>
            <a:ext cx="10123516" cy="5171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A6ED5-48B4-4311-840C-6EF776C0FE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fld id="{B3C5B1A6-40BD-E049-A59F-7E503F0BCAE8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47A07-B8EF-4017-9D40-6DF6C997A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53CD0-A9C8-4733-84A7-C287D1A7F2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KSO_TEMPLATE" hidden="1">
            <a:extLst>
              <a:ext uri="{FF2B5EF4-FFF2-40B4-BE49-F238E27FC236}">
                <a16:creationId xmlns:a16="http://schemas.microsoft.com/office/drawing/2014/main" id="{99179082-B492-9FA8-BE7D-47FB6E5C19E5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4B7E40-A509-27CD-47DE-560C5BCDD004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312" y="132757"/>
            <a:ext cx="2692517" cy="64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465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1" r:id="rId14"/>
    <p:sldLayoutId id="2147483704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685" r:id="rId31"/>
    <p:sldLayoutId id="2147483722" r:id="rId32"/>
    <p:sldLayoutId id="2147483723" r:id="rId33"/>
  </p:sldLayoutIdLst>
  <p:hf hdr="0"/>
  <p:txStyles>
    <p:titleStyle>
      <a:lvl1pPr marL="274320" indent="0"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>
            <a:lumMod val="50000"/>
          </a:schemeClr>
        </a:buClr>
        <a:buSzPct val="100000"/>
        <a:buFont typeface="Arial" panose="020B0604020202020204" pitchFamily="34" charset="0"/>
        <a:buChar char="•"/>
        <a:defRPr sz="2400" b="1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75000"/>
          </a:schemeClr>
        </a:buClr>
        <a:buSzPct val="12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zh-CN" altLang="en-US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工程制图</a:t>
            </a:r>
            <a:br>
              <a:rPr lang="zh-CN" altLang="en-US">
                <a:latin typeface="Arial" panose="020B0604020202020204" pitchFamily="34" charset="0"/>
                <a:ea typeface="SimHei" panose="02010609060101010101" charset="-122"/>
              </a:rPr>
            </a:br>
            <a:r>
              <a:rPr lang="zh-CN" altLang="en-US" sz="4000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第</a:t>
            </a:r>
            <a:r>
              <a:rPr lang="en-US" altLang="zh-CN" sz="4000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12</a:t>
            </a:r>
            <a:r>
              <a:rPr lang="zh-CN" altLang="en-US" sz="4000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讲</a:t>
            </a:r>
            <a:endParaRPr lang="zh-CN" altLang="en-US">
              <a:solidFill>
                <a:schemeClr val="bg1">
                  <a:lumMod val="95000"/>
                </a:schemeClr>
              </a:solidFill>
              <a:latin typeface="Arial"/>
              <a:ea typeface="SimHei"/>
              <a:cs typeface="Arial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SimHei" panose="02010609060101010101" charset="-122"/>
              </a:rPr>
              <a:t>授课教师：陈 军</a:t>
            </a:r>
          </a:p>
          <a:p>
            <a:r>
              <a:rPr lang="zh-CN" altLang="en-US" sz="2400" b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SimHei" panose="02010609060101010101" charset="-122"/>
              </a:rPr>
              <a:t>北京大学 工学院</a:t>
            </a:r>
          </a:p>
          <a:p>
            <a:r>
              <a:rPr lang="en-US" altLang="zh-CN" sz="2400" b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SimHei" panose="02010609060101010101" charset="-122"/>
              </a:rPr>
              <a:t>jun@pku.edu.cn</a:t>
            </a:r>
            <a:endParaRPr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SimHei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B0A65-DEFA-4BD1-905B-BABD7AB9A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教学参考书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2655333-E1B0-DA4E-23B4-C15EB19974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1055" y="1092200"/>
            <a:ext cx="7421927" cy="517207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86527-F2A5-C3AA-7CBC-C0618B638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38AD4-D725-0940-9C05-42F91CACA9A1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43788-89BA-CAA9-E14B-1B29BE64F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3C083-1733-502C-ECB9-186D3DBB1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337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作业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#7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/>
              <a:t>P25</a:t>
            </a:r>
            <a:r>
              <a:rPr lang="zh-CN" altLang="en-US" sz="2800" dirty="0"/>
              <a:t>：</a:t>
            </a:r>
            <a:r>
              <a:rPr lang="en-US" altLang="zh-CN" sz="2800" dirty="0"/>
              <a:t>3</a:t>
            </a:r>
            <a:r>
              <a:rPr lang="zh-CN" altLang="en-US" sz="2800" dirty="0"/>
              <a:t>、</a:t>
            </a:r>
            <a:r>
              <a:rPr lang="en-US" altLang="zh-CN" sz="2800" dirty="0"/>
              <a:t>6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P26</a:t>
            </a:r>
            <a:r>
              <a:rPr lang="zh-CN" altLang="en-US" sz="2800" dirty="0"/>
              <a:t>：</a:t>
            </a:r>
            <a:r>
              <a:rPr lang="en-US" altLang="zh-CN" sz="2800" dirty="0"/>
              <a:t>4</a:t>
            </a:r>
            <a:r>
              <a:rPr lang="zh-CN" altLang="en-US" sz="2800" dirty="0"/>
              <a:t>、</a:t>
            </a:r>
            <a:r>
              <a:rPr lang="en-US" altLang="zh-CN" sz="2800" dirty="0"/>
              <a:t>6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P27</a:t>
            </a:r>
            <a:r>
              <a:rPr lang="zh-CN" altLang="en-US" sz="2800" dirty="0"/>
              <a:t>：</a:t>
            </a:r>
            <a:r>
              <a:rPr lang="en-US" altLang="zh-CN" sz="2800" dirty="0"/>
              <a:t>5</a:t>
            </a:r>
            <a:r>
              <a:rPr lang="zh-CN" altLang="en-US" sz="2800" dirty="0"/>
              <a:t>、</a:t>
            </a:r>
            <a:r>
              <a:rPr lang="en-US" altLang="zh-CN" sz="2800" dirty="0"/>
              <a:t>6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800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F3958589-BB6D-BA5D-584D-A5BD83CC3E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/>
              <a:t>P28</a:t>
            </a:r>
            <a:r>
              <a:rPr lang="zh-CN" altLang="en-US" sz="2800" dirty="0"/>
              <a:t>：</a:t>
            </a:r>
            <a:r>
              <a:rPr lang="en-US" altLang="zh-CN" sz="2800" dirty="0"/>
              <a:t>3</a:t>
            </a:r>
            <a:r>
              <a:rPr lang="zh-CN" altLang="en-US" sz="2800" dirty="0"/>
              <a:t>、</a:t>
            </a:r>
            <a:r>
              <a:rPr lang="en-US" altLang="zh-CN" sz="2800" dirty="0"/>
              <a:t>6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P29</a:t>
            </a:r>
            <a:r>
              <a:rPr lang="zh-CN" altLang="en-US" sz="2800" dirty="0"/>
              <a:t>：</a:t>
            </a:r>
            <a:r>
              <a:rPr lang="en-US" altLang="zh-CN" sz="2800" dirty="0"/>
              <a:t>3</a:t>
            </a:r>
            <a:r>
              <a:rPr lang="zh-CN" altLang="en-US" sz="2800" dirty="0"/>
              <a:t>、</a:t>
            </a:r>
            <a:r>
              <a:rPr lang="en-US" altLang="zh-CN" sz="2800" dirty="0"/>
              <a:t>6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P30</a:t>
            </a:r>
            <a:r>
              <a:rPr lang="zh-CN" altLang="en-US" sz="2800" dirty="0"/>
              <a:t>：</a:t>
            </a:r>
            <a:r>
              <a:rPr lang="en-US" altLang="zh-CN" sz="2800" dirty="0"/>
              <a:t>1</a:t>
            </a:r>
            <a:r>
              <a:rPr lang="zh-CN" altLang="en-US" sz="2800" dirty="0"/>
              <a:t>（保留作图辅助线）</a:t>
            </a:r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97BF5-8DEF-44BD-B11D-AB055D480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11/12/2021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9A762-FEF5-4FF1-A8BD-EA41F456E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r>
              <a:rPr lang="en-US" altLang="zh-CN"/>
              <a:t>#12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8FC9B-6B8F-48F0-AAAB-7E9074102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</a:t>
            </a:fld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7F0BB8-8F63-CC1B-35E2-648A852BADCF}"/>
              </a:ext>
            </a:extLst>
          </p:cNvPr>
          <p:cNvSpPr txBox="1"/>
          <p:nvPr/>
        </p:nvSpPr>
        <p:spPr>
          <a:xfrm>
            <a:off x="1301953" y="4134679"/>
            <a:ext cx="3602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11</a:t>
            </a:r>
            <a:r>
              <a:rPr lang="zh-CN" altLang="en-US" sz="2400" dirty="0"/>
              <a:t>月</a:t>
            </a:r>
            <a:r>
              <a:rPr lang="en-US" altLang="zh-CN" sz="2400" dirty="0"/>
              <a:t>10</a:t>
            </a:r>
            <a:r>
              <a:rPr lang="zh-CN" altLang="en-US" sz="2400" dirty="0"/>
              <a:t>日（周一）提交。</a:t>
            </a:r>
          </a:p>
        </p:txBody>
      </p:sp>
    </p:spTree>
    <p:extLst>
      <p:ext uri="{BB962C8B-B14F-4D97-AF65-F5344CB8AC3E}">
        <p14:creationId xmlns:p14="http://schemas.microsoft.com/office/powerpoint/2010/main" val="3894650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32A9D-BA7E-52FA-ABBB-C8D9CE47B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教材电子版</a:t>
            </a:r>
            <a:endParaRPr lang="en-US" dirty="0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5E82A9-23BA-F18F-D54B-75477ACE44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275" y="2355499"/>
            <a:ext cx="10123488" cy="264547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3C5AA-1A21-0D4C-F856-69455F1DA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38AD4-D725-0940-9C05-42F91CACA9A1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4F0E3-971C-7F20-6080-A2F42563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C0B4F-FE57-8CC5-D205-DBA3477CF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72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6628-91F1-A024-0936-B27AA61C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6E084-6729-8B48-A1FC-D02D69EA158F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EBF587-E433-5004-B687-24C2FCF04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2D7F2-6807-CF14-3128-DB2B82413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9DC968-8441-3F8F-49A3-76FA3BE1D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72" t="8333" r="17905" b="9770"/>
          <a:stretch>
            <a:fillRect/>
          </a:stretch>
        </p:blipFill>
        <p:spPr bwMode="auto">
          <a:xfrm>
            <a:off x="1775637" y="1671970"/>
            <a:ext cx="9144000" cy="505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16">
            <a:extLst>
              <a:ext uri="{FF2B5EF4-FFF2-40B4-BE49-F238E27FC236}">
                <a16:creationId xmlns:a16="http://schemas.microsoft.com/office/drawing/2014/main" id="{C4CFD761-CF3C-3DAC-33D4-AC8AD21C465E}"/>
              </a:ext>
            </a:extLst>
          </p:cNvPr>
          <p:cNvSpPr/>
          <p:nvPr/>
        </p:nvSpPr>
        <p:spPr>
          <a:xfrm>
            <a:off x="6347637" y="3935671"/>
            <a:ext cx="4157741" cy="27877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64C16890-FCE3-CC6D-242C-F3A302BC0592}"/>
              </a:ext>
            </a:extLst>
          </p:cNvPr>
          <p:cNvSpPr txBox="1">
            <a:spLocks/>
          </p:cNvSpPr>
          <p:nvPr/>
        </p:nvSpPr>
        <p:spPr>
          <a:xfrm>
            <a:off x="597146" y="515805"/>
            <a:ext cx="8454726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/>
            <a:r>
              <a:rPr lang="zh-CN" altLang="en-US" sz="2400" b="1" dirty="0">
                <a:latin typeface="+mn-ea"/>
                <a:ea typeface="+mn-ea"/>
                <a:cs typeface="+mn-cs"/>
                <a:sym typeface="Wingdings" panose="05000000000000000000" pitchFamily="2" charset="2"/>
              </a:rPr>
              <a:t>课堂练习：</a:t>
            </a:r>
            <a:r>
              <a:rPr lang="zh-CN" altLang="en-US" sz="2400" dirty="0">
                <a:latin typeface="+mn-ea"/>
                <a:ea typeface="+mn-ea"/>
                <a:sym typeface="Wingdings" panose="05000000000000000000" pitchFamily="2" charset="2"/>
              </a:rPr>
              <a:t> </a:t>
            </a:r>
            <a:r>
              <a:rPr lang="en-US" altLang="zh-CN" sz="2400" dirty="0">
                <a:latin typeface="+mn-ea"/>
                <a:ea typeface="+mn-ea"/>
                <a:sym typeface="Wingdings" panose="05000000000000000000" pitchFamily="2" charset="2"/>
              </a:rPr>
              <a:t>(5</a:t>
            </a:r>
            <a:r>
              <a:rPr lang="zh-CN" altLang="en-US" sz="2400" dirty="0">
                <a:latin typeface="+mn-ea"/>
                <a:ea typeface="+mn-ea"/>
                <a:sym typeface="Wingdings" panose="05000000000000000000" pitchFamily="2" charset="2"/>
              </a:rPr>
              <a:t>分钟</a:t>
            </a:r>
            <a:r>
              <a:rPr lang="en-US" altLang="zh-CN" sz="2400" dirty="0">
                <a:latin typeface="+mn-ea"/>
                <a:ea typeface="+mn-ea"/>
                <a:sym typeface="Wingdings" panose="05000000000000000000" pitchFamily="2" charset="2"/>
              </a:rPr>
              <a:t>)</a:t>
            </a:r>
            <a:r>
              <a:rPr lang="zh-CN" altLang="en-US" sz="2400" b="1" dirty="0">
                <a:latin typeface="+mn-ea"/>
                <a:ea typeface="+mn-ea"/>
                <a:cs typeface="+mn-cs"/>
              </a:rPr>
              <a:t>：对照立体图</a:t>
            </a:r>
            <a:r>
              <a:rPr lang="en-US" altLang="zh-CN" sz="2400" b="1" dirty="0">
                <a:latin typeface="+mn-ea"/>
                <a:ea typeface="+mn-ea"/>
                <a:cs typeface="+mn-cs"/>
              </a:rPr>
              <a:t>,</a:t>
            </a:r>
            <a:r>
              <a:rPr lang="zh-CN" altLang="en-US" sz="2400" b="1" dirty="0">
                <a:latin typeface="+mn-ea"/>
                <a:ea typeface="+mn-ea"/>
                <a:cs typeface="+mn-cs"/>
              </a:rPr>
              <a:t>根据二视图补画第三视图或补全三视图上漏缺的投影</a:t>
            </a:r>
            <a:r>
              <a:rPr lang="en-US" altLang="zh-CN" sz="2400" b="1" dirty="0">
                <a:latin typeface="+mn-ea"/>
                <a:ea typeface="+mn-ea"/>
                <a:cs typeface="+mn-cs"/>
              </a:rPr>
              <a:t>,</a:t>
            </a:r>
            <a:r>
              <a:rPr lang="zh-CN" altLang="en-US" sz="2400" b="1" dirty="0">
                <a:latin typeface="+mn-ea"/>
                <a:ea typeface="+mn-ea"/>
                <a:cs typeface="+mn-cs"/>
              </a:rPr>
              <a:t>并分析斜面的投影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93B6838F-48D8-B7B1-27FE-D32C8D1EDF21}"/>
              </a:ext>
            </a:extLst>
          </p:cNvPr>
          <p:cNvSpPr txBox="1">
            <a:spLocks/>
          </p:cNvSpPr>
          <p:nvPr/>
        </p:nvSpPr>
        <p:spPr>
          <a:xfrm>
            <a:off x="1361378" y="1560660"/>
            <a:ext cx="9144000" cy="578643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 sz="2400">
                <a:solidFill>
                  <a:srgbClr val="FF0000"/>
                </a:solidFill>
              </a:rPr>
              <a:t>补投影</a:t>
            </a:r>
          </a:p>
        </p:txBody>
      </p:sp>
      <p:cxnSp>
        <p:nvCxnSpPr>
          <p:cNvPr id="9" name="直接连接符 5">
            <a:extLst>
              <a:ext uri="{FF2B5EF4-FFF2-40B4-BE49-F238E27FC236}">
                <a16:creationId xmlns:a16="http://schemas.microsoft.com/office/drawing/2014/main" id="{35E51EAC-D436-2190-3604-7CB271C7119F}"/>
              </a:ext>
            </a:extLst>
          </p:cNvPr>
          <p:cNvCxnSpPr/>
          <p:nvPr/>
        </p:nvCxnSpPr>
        <p:spPr>
          <a:xfrm>
            <a:off x="3204388" y="2627646"/>
            <a:ext cx="7215187" cy="71437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61ED644-42A6-9C94-11BD-A1E9101539E4}"/>
              </a:ext>
            </a:extLst>
          </p:cNvPr>
          <p:cNvCxnSpPr/>
          <p:nvPr/>
        </p:nvCxnSpPr>
        <p:spPr>
          <a:xfrm>
            <a:off x="2204262" y="3100720"/>
            <a:ext cx="8215313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2">
            <a:extLst>
              <a:ext uri="{FF2B5EF4-FFF2-40B4-BE49-F238E27FC236}">
                <a16:creationId xmlns:a16="http://schemas.microsoft.com/office/drawing/2014/main" id="{0F4AE2B5-6493-4A0F-D84D-443FD911276C}"/>
              </a:ext>
            </a:extLst>
          </p:cNvPr>
          <p:cNvCxnSpPr/>
          <p:nvPr/>
        </p:nvCxnSpPr>
        <p:spPr>
          <a:xfrm rot="5400000">
            <a:off x="1525605" y="4493752"/>
            <a:ext cx="4214813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3">
            <a:extLst>
              <a:ext uri="{FF2B5EF4-FFF2-40B4-BE49-F238E27FC236}">
                <a16:creationId xmlns:a16="http://schemas.microsoft.com/office/drawing/2014/main" id="{00FDCFC5-CFED-78F8-AE70-EBC6EF75A812}"/>
              </a:ext>
            </a:extLst>
          </p:cNvPr>
          <p:cNvCxnSpPr>
            <a:cxnSpLocks/>
          </p:cNvCxnSpPr>
          <p:nvPr/>
        </p:nvCxnSpPr>
        <p:spPr>
          <a:xfrm>
            <a:off x="6908790" y="4294930"/>
            <a:ext cx="2865922" cy="2341947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7">
            <a:extLst>
              <a:ext uri="{FF2B5EF4-FFF2-40B4-BE49-F238E27FC236}">
                <a16:creationId xmlns:a16="http://schemas.microsoft.com/office/drawing/2014/main" id="{760DC582-0E46-332F-BA66-46CCD64FC101}"/>
              </a:ext>
            </a:extLst>
          </p:cNvPr>
          <p:cNvCxnSpPr/>
          <p:nvPr/>
        </p:nvCxnSpPr>
        <p:spPr>
          <a:xfrm>
            <a:off x="2204262" y="5601033"/>
            <a:ext cx="6286500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20">
            <a:extLst>
              <a:ext uri="{FF2B5EF4-FFF2-40B4-BE49-F238E27FC236}">
                <a16:creationId xmlns:a16="http://schemas.microsoft.com/office/drawing/2014/main" id="{DD3102BA-8703-6682-5743-45853B2F91E0}"/>
              </a:ext>
            </a:extLst>
          </p:cNvPr>
          <p:cNvCxnSpPr/>
          <p:nvPr/>
        </p:nvCxnSpPr>
        <p:spPr>
          <a:xfrm rot="5400000" flipH="1" flipV="1">
            <a:off x="6704824" y="3815096"/>
            <a:ext cx="3571875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21">
            <a:extLst>
              <a:ext uri="{FF2B5EF4-FFF2-40B4-BE49-F238E27FC236}">
                <a16:creationId xmlns:a16="http://schemas.microsoft.com/office/drawing/2014/main" id="{778E44A9-B857-A2A5-0675-F0F9F0546A8F}"/>
              </a:ext>
            </a:extLst>
          </p:cNvPr>
          <p:cNvCxnSpPr/>
          <p:nvPr/>
        </p:nvCxnSpPr>
        <p:spPr>
          <a:xfrm>
            <a:off x="3633012" y="5172408"/>
            <a:ext cx="857250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25">
            <a:extLst>
              <a:ext uri="{FF2B5EF4-FFF2-40B4-BE49-F238E27FC236}">
                <a16:creationId xmlns:a16="http://schemas.microsoft.com/office/drawing/2014/main" id="{3AF0D345-3368-64F9-1410-357DE1879B1A}"/>
              </a:ext>
            </a:extLst>
          </p:cNvPr>
          <p:cNvCxnSpPr/>
          <p:nvPr/>
        </p:nvCxnSpPr>
        <p:spPr>
          <a:xfrm>
            <a:off x="3633012" y="5958220"/>
            <a:ext cx="857250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26">
            <a:extLst>
              <a:ext uri="{FF2B5EF4-FFF2-40B4-BE49-F238E27FC236}">
                <a16:creationId xmlns:a16="http://schemas.microsoft.com/office/drawing/2014/main" id="{BFC0CC46-602C-4E23-2B12-704C9C6A9C10}"/>
              </a:ext>
            </a:extLst>
          </p:cNvPr>
          <p:cNvCxnSpPr/>
          <p:nvPr/>
        </p:nvCxnSpPr>
        <p:spPr>
          <a:xfrm rot="5400000" flipH="1" flipV="1">
            <a:off x="3240106" y="5565314"/>
            <a:ext cx="785812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29">
            <a:extLst>
              <a:ext uri="{FF2B5EF4-FFF2-40B4-BE49-F238E27FC236}">
                <a16:creationId xmlns:a16="http://schemas.microsoft.com/office/drawing/2014/main" id="{F0516210-590D-4E7F-36DB-EB46A7093666}"/>
              </a:ext>
            </a:extLst>
          </p:cNvPr>
          <p:cNvCxnSpPr/>
          <p:nvPr/>
        </p:nvCxnSpPr>
        <p:spPr>
          <a:xfrm>
            <a:off x="7151290" y="3100720"/>
            <a:ext cx="1357312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32">
            <a:extLst>
              <a:ext uri="{FF2B5EF4-FFF2-40B4-BE49-F238E27FC236}">
                <a16:creationId xmlns:a16="http://schemas.microsoft.com/office/drawing/2014/main" id="{D16F08C6-5227-212A-07AC-A522D8D1436F}"/>
              </a:ext>
            </a:extLst>
          </p:cNvPr>
          <p:cNvCxnSpPr/>
          <p:nvPr/>
        </p:nvCxnSpPr>
        <p:spPr>
          <a:xfrm flipV="1">
            <a:off x="8504142" y="3091800"/>
            <a:ext cx="4462" cy="415246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35">
            <a:extLst>
              <a:ext uri="{FF2B5EF4-FFF2-40B4-BE49-F238E27FC236}">
                <a16:creationId xmlns:a16="http://schemas.microsoft.com/office/drawing/2014/main" id="{927D660A-B206-D7F7-413D-1AD390F93133}"/>
              </a:ext>
            </a:extLst>
          </p:cNvPr>
          <p:cNvCxnSpPr>
            <a:cxnSpLocks/>
          </p:cNvCxnSpPr>
          <p:nvPr/>
        </p:nvCxnSpPr>
        <p:spPr>
          <a:xfrm flipV="1">
            <a:off x="8508602" y="2697458"/>
            <a:ext cx="1086540" cy="403263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17">
            <a:extLst>
              <a:ext uri="{FF2B5EF4-FFF2-40B4-BE49-F238E27FC236}">
                <a16:creationId xmlns:a16="http://schemas.microsoft.com/office/drawing/2014/main" id="{C8889927-251E-AA0D-C58C-7A74529AC601}"/>
              </a:ext>
            </a:extLst>
          </p:cNvPr>
          <p:cNvCxnSpPr>
            <a:cxnSpLocks/>
          </p:cNvCxnSpPr>
          <p:nvPr/>
        </p:nvCxnSpPr>
        <p:spPr>
          <a:xfrm>
            <a:off x="5447675" y="6493024"/>
            <a:ext cx="4166681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0">
            <a:extLst>
              <a:ext uri="{FF2B5EF4-FFF2-40B4-BE49-F238E27FC236}">
                <a16:creationId xmlns:a16="http://schemas.microsoft.com/office/drawing/2014/main" id="{B09E5F39-817C-169C-F6BD-459A16A50DDD}"/>
              </a:ext>
            </a:extLst>
          </p:cNvPr>
          <p:cNvCxnSpPr>
            <a:cxnSpLocks/>
          </p:cNvCxnSpPr>
          <p:nvPr/>
        </p:nvCxnSpPr>
        <p:spPr>
          <a:xfrm flipH="1" flipV="1">
            <a:off x="9586541" y="3494754"/>
            <a:ext cx="27815" cy="299827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224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9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17EF68-EFD8-56BC-DCB9-B5827DE07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毛坯切割法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B79A9B-A032-F919-46D2-85576B76F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当对象可以想象为</a:t>
            </a:r>
            <a:r>
              <a:rPr lang="zh-CN" altLang="en-US" dirty="0"/>
              <a:t>：</a:t>
            </a:r>
            <a:r>
              <a:rPr lang="en-CN" dirty="0"/>
              <a:t>平面基本体被多个平面切割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作图思路：将基本体复原后，分步切割，求出公共线（</a:t>
            </a:r>
            <a:r>
              <a:rPr lang="zh-CN" altLang="en-CN" dirty="0"/>
              <a:t>交线</a:t>
            </a:r>
            <a:r>
              <a:rPr lang="zh-CN" altLang="en-US" dirty="0"/>
              <a:t>）投影，再补全其余要素的投影。</a:t>
            </a:r>
            <a:endParaRPr lang="en-US" altLang="zh-CN" dirty="0"/>
          </a:p>
          <a:p>
            <a:r>
              <a:rPr lang="en-CN" dirty="0"/>
              <a:t>注意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利用投影性质检查结果：类似性、</a:t>
            </a:r>
            <a:r>
              <a:rPr lang="zh-CN" altLang="en-CN" dirty="0"/>
              <a:t>积聚性</a:t>
            </a:r>
            <a:r>
              <a:rPr lang="zh-CN" altLang="en-US" dirty="0"/>
              <a:t>等</a:t>
            </a:r>
            <a:endParaRPr lang="en-US" altLang="zh-CN" dirty="0"/>
          </a:p>
          <a:p>
            <a:pPr lvl="1"/>
            <a:r>
              <a:rPr lang="en-CN" dirty="0"/>
              <a:t>最后构建空间结构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7EEAC5-BE26-F48C-0DA0-ECCBB37EE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50C15-96A2-AC48-912F-42B710B3A68D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079DC-C73B-C20C-953C-13180D37B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45A57-A64F-377E-F60B-978239E5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035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3A48C97-4390-C22F-77D7-7E3DEFECC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1CE9-A3BC-4BAD-83B0-01774C5967E0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07947AD-038D-49DD-1151-5A027B19C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11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8DA8AF-D08A-ECAF-C247-89845126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7</a:t>
            </a:fld>
            <a:endParaRPr lang="en-US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955A50A1-9E1F-D576-0064-663CFE3EF5E0}"/>
              </a:ext>
            </a:extLst>
          </p:cNvPr>
          <p:cNvSpPr>
            <a:spLocks/>
          </p:cNvSpPr>
          <p:nvPr/>
        </p:nvSpPr>
        <p:spPr bwMode="auto">
          <a:xfrm>
            <a:off x="6499570" y="1570570"/>
            <a:ext cx="1181100" cy="900112"/>
          </a:xfrm>
          <a:custGeom>
            <a:avLst/>
            <a:gdLst>
              <a:gd name="T0" fmla="*/ 0 w 744"/>
              <a:gd name="T1" fmla="*/ 12 h 567"/>
              <a:gd name="T2" fmla="*/ 12 w 744"/>
              <a:gd name="T3" fmla="*/ 567 h 567"/>
              <a:gd name="T4" fmla="*/ 744 w 744"/>
              <a:gd name="T5" fmla="*/ 555 h 567"/>
              <a:gd name="T6" fmla="*/ 411 w 744"/>
              <a:gd name="T7" fmla="*/ 0 h 567"/>
              <a:gd name="T8" fmla="*/ 0 w 744"/>
              <a:gd name="T9" fmla="*/ 12 h 5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4" h="567">
                <a:moveTo>
                  <a:pt x="0" y="12"/>
                </a:moveTo>
                <a:lnTo>
                  <a:pt x="12" y="567"/>
                </a:lnTo>
                <a:lnTo>
                  <a:pt x="744" y="555"/>
                </a:lnTo>
                <a:lnTo>
                  <a:pt x="411" y="0"/>
                </a:lnTo>
                <a:lnTo>
                  <a:pt x="0" y="12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471DA09F-C13D-1871-3AC4-988EF8D9EEF7}"/>
              </a:ext>
            </a:extLst>
          </p:cNvPr>
          <p:cNvSpPr>
            <a:spLocks/>
          </p:cNvSpPr>
          <p:nvPr/>
        </p:nvSpPr>
        <p:spPr bwMode="auto">
          <a:xfrm>
            <a:off x="3007070" y="1591207"/>
            <a:ext cx="2452687" cy="1498600"/>
          </a:xfrm>
          <a:custGeom>
            <a:avLst/>
            <a:gdLst>
              <a:gd name="T0" fmla="*/ 0 w 1545"/>
              <a:gd name="T1" fmla="*/ 522 h 944"/>
              <a:gd name="T2" fmla="*/ 0 w 1545"/>
              <a:gd name="T3" fmla="*/ 944 h 944"/>
              <a:gd name="T4" fmla="*/ 1545 w 1545"/>
              <a:gd name="T5" fmla="*/ 932 h 944"/>
              <a:gd name="T6" fmla="*/ 1534 w 1545"/>
              <a:gd name="T7" fmla="*/ 10 h 944"/>
              <a:gd name="T8" fmla="*/ 545 w 1545"/>
              <a:gd name="T9" fmla="*/ 0 h 944"/>
              <a:gd name="T10" fmla="*/ 0 w 1545"/>
              <a:gd name="T11" fmla="*/ 522 h 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45" h="944">
                <a:moveTo>
                  <a:pt x="0" y="522"/>
                </a:moveTo>
                <a:lnTo>
                  <a:pt x="0" y="944"/>
                </a:lnTo>
                <a:lnTo>
                  <a:pt x="1545" y="932"/>
                </a:lnTo>
                <a:lnTo>
                  <a:pt x="1534" y="10"/>
                </a:lnTo>
                <a:lnTo>
                  <a:pt x="545" y="0"/>
                </a:lnTo>
                <a:lnTo>
                  <a:pt x="0" y="522"/>
                </a:lnTo>
                <a:close/>
              </a:path>
            </a:pathLst>
          </a:custGeom>
          <a:solidFill>
            <a:srgbClr val="FF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0004116D-55CC-08F4-3839-EF828DACCA93}"/>
              </a:ext>
            </a:extLst>
          </p:cNvPr>
          <p:cNvSpPr>
            <a:spLocks/>
          </p:cNvSpPr>
          <p:nvPr/>
        </p:nvSpPr>
        <p:spPr bwMode="auto">
          <a:xfrm>
            <a:off x="3007070" y="4445532"/>
            <a:ext cx="2452687" cy="917575"/>
          </a:xfrm>
          <a:custGeom>
            <a:avLst/>
            <a:gdLst>
              <a:gd name="T0" fmla="*/ 0 w 1545"/>
              <a:gd name="T1" fmla="*/ 578 h 578"/>
              <a:gd name="T2" fmla="*/ 1545 w 1545"/>
              <a:gd name="T3" fmla="*/ 578 h 578"/>
              <a:gd name="T4" fmla="*/ 1545 w 1545"/>
              <a:gd name="T5" fmla="*/ 0 h 578"/>
              <a:gd name="T6" fmla="*/ 523 w 1545"/>
              <a:gd name="T7" fmla="*/ 0 h 578"/>
              <a:gd name="T8" fmla="*/ 0 w 1545"/>
              <a:gd name="T9" fmla="*/ 356 h 578"/>
              <a:gd name="T10" fmla="*/ 0 w 1545"/>
              <a:gd name="T11" fmla="*/ 578 h 5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45" h="578">
                <a:moveTo>
                  <a:pt x="0" y="578"/>
                </a:moveTo>
                <a:lnTo>
                  <a:pt x="1545" y="578"/>
                </a:lnTo>
                <a:lnTo>
                  <a:pt x="1545" y="0"/>
                </a:lnTo>
                <a:lnTo>
                  <a:pt x="523" y="0"/>
                </a:lnTo>
                <a:lnTo>
                  <a:pt x="0" y="356"/>
                </a:lnTo>
                <a:lnTo>
                  <a:pt x="0" y="578"/>
                </a:lnTo>
                <a:close/>
              </a:path>
            </a:pathLst>
          </a:custGeom>
          <a:solidFill>
            <a:srgbClr val="FF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097CE7F6-C64D-8536-3CAD-DC156C607DFB}"/>
              </a:ext>
            </a:extLst>
          </p:cNvPr>
          <p:cNvSpPr>
            <a:spLocks/>
          </p:cNvSpPr>
          <p:nvPr/>
        </p:nvSpPr>
        <p:spPr bwMode="auto">
          <a:xfrm>
            <a:off x="3007070" y="3793070"/>
            <a:ext cx="830262" cy="1200150"/>
          </a:xfrm>
          <a:custGeom>
            <a:avLst/>
            <a:gdLst>
              <a:gd name="T0" fmla="*/ 0 w 523"/>
              <a:gd name="T1" fmla="*/ 0 h 756"/>
              <a:gd name="T2" fmla="*/ 523 w 523"/>
              <a:gd name="T3" fmla="*/ 0 h 756"/>
              <a:gd name="T4" fmla="*/ 523 w 523"/>
              <a:gd name="T5" fmla="*/ 423 h 756"/>
              <a:gd name="T6" fmla="*/ 0 w 523"/>
              <a:gd name="T7" fmla="*/ 756 h 756"/>
              <a:gd name="T8" fmla="*/ 0 w 523"/>
              <a:gd name="T9" fmla="*/ 0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3" h="756">
                <a:moveTo>
                  <a:pt x="0" y="0"/>
                </a:moveTo>
                <a:lnTo>
                  <a:pt x="523" y="0"/>
                </a:lnTo>
                <a:lnTo>
                  <a:pt x="523" y="423"/>
                </a:lnTo>
                <a:lnTo>
                  <a:pt x="0" y="756"/>
                </a:lnTo>
                <a:lnTo>
                  <a:pt x="0" y="0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29B85FD-AC56-3808-4719-FACA35E96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6232" y="2238907"/>
            <a:ext cx="4794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500">
                <a:solidFill>
                  <a:srgbClr val="000000"/>
                </a:solidFill>
              </a:rPr>
              <a:t>2′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86D867A1-7F82-6269-0F12-5903C5CE5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4645" y="2181757"/>
            <a:ext cx="4667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5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″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9D375E0F-6FD4-8945-730E-0A34FB621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7620" y="1183220"/>
            <a:ext cx="4794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500">
                <a:solidFill>
                  <a:srgbClr val="000000"/>
                </a:solidFill>
              </a:rPr>
              <a:t>1′</a:t>
            </a: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1CC54A7C-5C15-B072-071D-2F89883C15FA}"/>
              </a:ext>
            </a:extLst>
          </p:cNvPr>
          <p:cNvSpPr>
            <a:spLocks/>
          </p:cNvSpPr>
          <p:nvPr/>
        </p:nvSpPr>
        <p:spPr bwMode="auto">
          <a:xfrm>
            <a:off x="7183782" y="1618195"/>
            <a:ext cx="901700" cy="1482725"/>
          </a:xfrm>
          <a:custGeom>
            <a:avLst/>
            <a:gdLst>
              <a:gd name="T0" fmla="*/ 0 w 1705"/>
              <a:gd name="T1" fmla="*/ 0 h 2802"/>
              <a:gd name="T2" fmla="*/ 1704 w 1705"/>
              <a:gd name="T3" fmla="*/ 2802 h 2802"/>
              <a:gd name="T4" fmla="*/ 1705 w 1705"/>
              <a:gd name="T5" fmla="*/ 2802 h 28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05" h="2802">
                <a:moveTo>
                  <a:pt x="0" y="0"/>
                </a:moveTo>
                <a:lnTo>
                  <a:pt x="1704" y="2802"/>
                </a:lnTo>
                <a:lnTo>
                  <a:pt x="1705" y="2802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56DC7AA4-3D53-DFF8-6FD1-B8B0F684B576}"/>
              </a:ext>
            </a:extLst>
          </p:cNvPr>
          <p:cNvSpPr>
            <a:spLocks/>
          </p:cNvSpPr>
          <p:nvPr/>
        </p:nvSpPr>
        <p:spPr bwMode="auto">
          <a:xfrm>
            <a:off x="6518620" y="3100920"/>
            <a:ext cx="1566862" cy="1587"/>
          </a:xfrm>
          <a:custGeom>
            <a:avLst/>
            <a:gdLst>
              <a:gd name="T0" fmla="*/ 0 w 2962"/>
              <a:gd name="T1" fmla="*/ 2961 w 2962"/>
              <a:gd name="T2" fmla="*/ 2962 w 296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962">
                <a:moveTo>
                  <a:pt x="0" y="0"/>
                </a:moveTo>
                <a:lnTo>
                  <a:pt x="2961" y="0"/>
                </a:lnTo>
                <a:lnTo>
                  <a:pt x="2962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Freeform 12">
            <a:extLst>
              <a:ext uri="{FF2B5EF4-FFF2-40B4-BE49-F238E27FC236}">
                <a16:creationId xmlns:a16="http://schemas.microsoft.com/office/drawing/2014/main" id="{4487B9F9-E408-0215-EDFB-234DA6841C10}"/>
              </a:ext>
            </a:extLst>
          </p:cNvPr>
          <p:cNvSpPr>
            <a:spLocks/>
          </p:cNvSpPr>
          <p:nvPr/>
        </p:nvSpPr>
        <p:spPr bwMode="auto">
          <a:xfrm>
            <a:off x="6518620" y="1618195"/>
            <a:ext cx="1587" cy="1482725"/>
          </a:xfrm>
          <a:custGeom>
            <a:avLst/>
            <a:gdLst>
              <a:gd name="T0" fmla="*/ 0 w 2"/>
              <a:gd name="T1" fmla="*/ 0 h 2802"/>
              <a:gd name="T2" fmla="*/ 0 w 2"/>
              <a:gd name="T3" fmla="*/ 2802 h 2802"/>
              <a:gd name="T4" fmla="*/ 2 w 2"/>
              <a:gd name="T5" fmla="*/ 2802 h 28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802">
                <a:moveTo>
                  <a:pt x="0" y="0"/>
                </a:moveTo>
                <a:lnTo>
                  <a:pt x="0" y="2802"/>
                </a:lnTo>
                <a:lnTo>
                  <a:pt x="2" y="2802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B73EDB31-44F7-C23D-9FD3-D1043EA90863}"/>
              </a:ext>
            </a:extLst>
          </p:cNvPr>
          <p:cNvSpPr>
            <a:spLocks/>
          </p:cNvSpPr>
          <p:nvPr/>
        </p:nvSpPr>
        <p:spPr bwMode="auto">
          <a:xfrm>
            <a:off x="6518620" y="2477032"/>
            <a:ext cx="1187450" cy="1588"/>
          </a:xfrm>
          <a:custGeom>
            <a:avLst/>
            <a:gdLst>
              <a:gd name="T0" fmla="*/ 0 w 2246"/>
              <a:gd name="T1" fmla="*/ 2245 w 2246"/>
              <a:gd name="T2" fmla="*/ 2246 w 2246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246">
                <a:moveTo>
                  <a:pt x="0" y="0"/>
                </a:moveTo>
                <a:lnTo>
                  <a:pt x="2245" y="0"/>
                </a:lnTo>
                <a:lnTo>
                  <a:pt x="2246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6" name="Group 14">
            <a:extLst>
              <a:ext uri="{FF2B5EF4-FFF2-40B4-BE49-F238E27FC236}">
                <a16:creationId xmlns:a16="http://schemas.microsoft.com/office/drawing/2014/main" id="{E54BC7A6-4739-3F4B-4717-0E8C01361BAD}"/>
              </a:ext>
            </a:extLst>
          </p:cNvPr>
          <p:cNvGrpSpPr>
            <a:grpSpLocks/>
          </p:cNvGrpSpPr>
          <p:nvPr/>
        </p:nvGrpSpPr>
        <p:grpSpPr bwMode="auto">
          <a:xfrm>
            <a:off x="3007070" y="1618195"/>
            <a:ext cx="2457450" cy="1484312"/>
            <a:chOff x="811" y="885"/>
            <a:chExt cx="1548" cy="935"/>
          </a:xfrm>
        </p:grpSpPr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B9A1D68D-3AC0-E892-CD51-A2B31BBF2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8" y="885"/>
              <a:ext cx="1" cy="934"/>
            </a:xfrm>
            <a:custGeom>
              <a:avLst/>
              <a:gdLst>
                <a:gd name="T0" fmla="*/ 0 w 2"/>
                <a:gd name="T1" fmla="*/ 2802 h 2802"/>
                <a:gd name="T2" fmla="*/ 0 w 2"/>
                <a:gd name="T3" fmla="*/ 0 h 2802"/>
                <a:gd name="T4" fmla="*/ 2 w 2"/>
                <a:gd name="T5" fmla="*/ 0 h 2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802">
                  <a:moveTo>
                    <a:pt x="0" y="280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9E88276B-0FA8-08F2-8D5E-ED5971E01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885"/>
              <a:ext cx="518" cy="541"/>
            </a:xfrm>
            <a:custGeom>
              <a:avLst/>
              <a:gdLst>
                <a:gd name="T0" fmla="*/ 1552 w 1552"/>
                <a:gd name="T1" fmla="*/ 0 h 1625"/>
                <a:gd name="T2" fmla="*/ 0 w 1552"/>
                <a:gd name="T3" fmla="*/ 1625 h 1625"/>
                <a:gd name="T4" fmla="*/ 2 w 1552"/>
                <a:gd name="T5" fmla="*/ 1625 h 1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52" h="1625">
                  <a:moveTo>
                    <a:pt x="1552" y="0"/>
                  </a:moveTo>
                  <a:lnTo>
                    <a:pt x="0" y="1625"/>
                  </a:lnTo>
                  <a:lnTo>
                    <a:pt x="2" y="162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F1C46890-AC6A-B5EF-31F3-830579182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1819"/>
              <a:ext cx="1548" cy="1"/>
            </a:xfrm>
            <a:custGeom>
              <a:avLst/>
              <a:gdLst>
                <a:gd name="T0" fmla="*/ 0 w 4642"/>
                <a:gd name="T1" fmla="*/ 4640 w 4642"/>
                <a:gd name="T2" fmla="*/ 4642 w 464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642">
                  <a:moveTo>
                    <a:pt x="0" y="0"/>
                  </a:moveTo>
                  <a:lnTo>
                    <a:pt x="4640" y="0"/>
                  </a:lnTo>
                  <a:lnTo>
                    <a:pt x="464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1F735299-04E1-5A34-7264-DD9CA743C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1426"/>
              <a:ext cx="1" cy="393"/>
            </a:xfrm>
            <a:custGeom>
              <a:avLst/>
              <a:gdLst>
                <a:gd name="T0" fmla="*/ 0 w 2"/>
                <a:gd name="T1" fmla="*/ 0 h 1177"/>
                <a:gd name="T2" fmla="*/ 0 w 2"/>
                <a:gd name="T3" fmla="*/ 1177 h 1177"/>
                <a:gd name="T4" fmla="*/ 2 w 2"/>
                <a:gd name="T5" fmla="*/ 1177 h 1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177">
                  <a:moveTo>
                    <a:pt x="0" y="0"/>
                  </a:moveTo>
                  <a:lnTo>
                    <a:pt x="0" y="1177"/>
                  </a:lnTo>
                  <a:lnTo>
                    <a:pt x="2" y="117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7224ED27-C7F2-07F2-5D45-7104E0D4E6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9" y="885"/>
              <a:ext cx="1029" cy="1"/>
            </a:xfrm>
            <a:custGeom>
              <a:avLst/>
              <a:gdLst>
                <a:gd name="T0" fmla="*/ 3088 w 3088"/>
                <a:gd name="T1" fmla="*/ 0 w 3088"/>
                <a:gd name="T2" fmla="*/ 2 w 308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088">
                  <a:moveTo>
                    <a:pt x="3088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Freeform 20">
            <a:extLst>
              <a:ext uri="{FF2B5EF4-FFF2-40B4-BE49-F238E27FC236}">
                <a16:creationId xmlns:a16="http://schemas.microsoft.com/office/drawing/2014/main" id="{2F13FB45-8813-2D9F-F72B-6B7064F76C33}"/>
              </a:ext>
            </a:extLst>
          </p:cNvPr>
          <p:cNvSpPr>
            <a:spLocks/>
          </p:cNvSpPr>
          <p:nvPr/>
        </p:nvSpPr>
        <p:spPr bwMode="auto">
          <a:xfrm>
            <a:off x="6518620" y="1618195"/>
            <a:ext cx="665162" cy="1587"/>
          </a:xfrm>
          <a:custGeom>
            <a:avLst/>
            <a:gdLst>
              <a:gd name="T0" fmla="*/ 0 w 1258"/>
              <a:gd name="T1" fmla="*/ 1257 w 1258"/>
              <a:gd name="T2" fmla="*/ 1258 w 1258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258">
                <a:moveTo>
                  <a:pt x="0" y="0"/>
                </a:moveTo>
                <a:lnTo>
                  <a:pt x="1257" y="0"/>
                </a:lnTo>
                <a:lnTo>
                  <a:pt x="1258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3" name="Group 21">
            <a:extLst>
              <a:ext uri="{FF2B5EF4-FFF2-40B4-BE49-F238E27FC236}">
                <a16:creationId xmlns:a16="http://schemas.microsoft.com/office/drawing/2014/main" id="{90CF3667-2A9A-49E9-BCB1-1D87D628477B}"/>
              </a:ext>
            </a:extLst>
          </p:cNvPr>
          <p:cNvGrpSpPr>
            <a:grpSpLocks/>
          </p:cNvGrpSpPr>
          <p:nvPr/>
        </p:nvGrpSpPr>
        <p:grpSpPr bwMode="auto">
          <a:xfrm>
            <a:off x="3007070" y="3797832"/>
            <a:ext cx="2457450" cy="1570038"/>
            <a:chOff x="811" y="2258"/>
            <a:chExt cx="1548" cy="989"/>
          </a:xfrm>
        </p:grpSpPr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D50BD915-C531-E7A3-5EBF-FB911E007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2258"/>
              <a:ext cx="1" cy="988"/>
            </a:xfrm>
            <a:custGeom>
              <a:avLst/>
              <a:gdLst>
                <a:gd name="T0" fmla="*/ 0 w 2"/>
                <a:gd name="T1" fmla="*/ 0 h 2963"/>
                <a:gd name="T2" fmla="*/ 0 w 2"/>
                <a:gd name="T3" fmla="*/ 2963 h 2963"/>
                <a:gd name="T4" fmla="*/ 2 w 2"/>
                <a:gd name="T5" fmla="*/ 2963 h 2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963">
                  <a:moveTo>
                    <a:pt x="0" y="0"/>
                  </a:moveTo>
                  <a:lnTo>
                    <a:pt x="0" y="2963"/>
                  </a:lnTo>
                  <a:lnTo>
                    <a:pt x="2" y="296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E1039FEB-99C4-A86F-CDFB-61A2B4C37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2258"/>
              <a:ext cx="1548" cy="1"/>
            </a:xfrm>
            <a:custGeom>
              <a:avLst/>
              <a:gdLst>
                <a:gd name="T0" fmla="*/ 0 w 4642"/>
                <a:gd name="T1" fmla="*/ 4640 w 4642"/>
                <a:gd name="T2" fmla="*/ 4642 w 464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642">
                  <a:moveTo>
                    <a:pt x="0" y="0"/>
                  </a:moveTo>
                  <a:lnTo>
                    <a:pt x="4640" y="0"/>
                  </a:lnTo>
                  <a:lnTo>
                    <a:pt x="464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6F642973-B6E7-DB72-5DC4-709320222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8" y="2258"/>
              <a:ext cx="1" cy="988"/>
            </a:xfrm>
            <a:custGeom>
              <a:avLst/>
              <a:gdLst>
                <a:gd name="T0" fmla="*/ 0 w 2"/>
                <a:gd name="T1" fmla="*/ 0 h 2963"/>
                <a:gd name="T2" fmla="*/ 0 w 2"/>
                <a:gd name="T3" fmla="*/ 2963 h 2963"/>
                <a:gd name="T4" fmla="*/ 2 w 2"/>
                <a:gd name="T5" fmla="*/ 2963 h 2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963">
                  <a:moveTo>
                    <a:pt x="0" y="0"/>
                  </a:moveTo>
                  <a:lnTo>
                    <a:pt x="0" y="2963"/>
                  </a:lnTo>
                  <a:lnTo>
                    <a:pt x="2" y="296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5357F2EE-5487-9B0A-7877-3A6F462AC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3246"/>
              <a:ext cx="1547" cy="1"/>
            </a:xfrm>
            <a:custGeom>
              <a:avLst/>
              <a:gdLst>
                <a:gd name="T0" fmla="*/ 4640 w 4640"/>
                <a:gd name="T1" fmla="*/ 0 w 4640"/>
                <a:gd name="T2" fmla="*/ 2 w 464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640">
                  <a:moveTo>
                    <a:pt x="4640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Freeform 26">
            <a:extLst>
              <a:ext uri="{FF2B5EF4-FFF2-40B4-BE49-F238E27FC236}">
                <a16:creationId xmlns:a16="http://schemas.microsoft.com/office/drawing/2014/main" id="{F0FECFA5-3CFC-FB13-9B96-E5DF5943F556}"/>
              </a:ext>
            </a:extLst>
          </p:cNvPr>
          <p:cNvSpPr>
            <a:spLocks/>
          </p:cNvSpPr>
          <p:nvPr/>
        </p:nvSpPr>
        <p:spPr bwMode="auto">
          <a:xfrm>
            <a:off x="3829395" y="1618195"/>
            <a:ext cx="1587" cy="2844800"/>
          </a:xfrm>
          <a:custGeom>
            <a:avLst/>
            <a:gdLst>
              <a:gd name="T0" fmla="*/ 0 w 2"/>
              <a:gd name="T1" fmla="*/ 0 h 5377"/>
              <a:gd name="T2" fmla="*/ 0 w 2"/>
              <a:gd name="T3" fmla="*/ 5377 h 5377"/>
              <a:gd name="T4" fmla="*/ 2 w 2"/>
              <a:gd name="T5" fmla="*/ 5377 h 5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5377">
                <a:moveTo>
                  <a:pt x="0" y="0"/>
                </a:moveTo>
                <a:lnTo>
                  <a:pt x="0" y="5377"/>
                </a:lnTo>
                <a:lnTo>
                  <a:pt x="2" y="5377"/>
                </a:lnTo>
              </a:path>
            </a:pathLst>
          </a:custGeom>
          <a:noFill/>
          <a:ln w="0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Freeform 27">
            <a:extLst>
              <a:ext uri="{FF2B5EF4-FFF2-40B4-BE49-F238E27FC236}">
                <a16:creationId xmlns:a16="http://schemas.microsoft.com/office/drawing/2014/main" id="{5E4235C2-B6C3-B680-2DE0-9FC1B1CDBF11}"/>
              </a:ext>
            </a:extLst>
          </p:cNvPr>
          <p:cNvSpPr>
            <a:spLocks/>
          </p:cNvSpPr>
          <p:nvPr/>
        </p:nvSpPr>
        <p:spPr bwMode="auto">
          <a:xfrm>
            <a:off x="3829395" y="4462995"/>
            <a:ext cx="1633537" cy="1587"/>
          </a:xfrm>
          <a:custGeom>
            <a:avLst/>
            <a:gdLst>
              <a:gd name="T0" fmla="*/ 3088 w 3088"/>
              <a:gd name="T1" fmla="*/ 0 w 3088"/>
              <a:gd name="T2" fmla="*/ 2 w 3088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3088">
                <a:moveTo>
                  <a:pt x="3088" y="0"/>
                </a:moveTo>
                <a:lnTo>
                  <a:pt x="0" y="0"/>
                </a:lnTo>
                <a:lnTo>
                  <a:pt x="2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Text Box 28">
            <a:extLst>
              <a:ext uri="{FF2B5EF4-FFF2-40B4-BE49-F238E27FC236}">
                <a16:creationId xmlns:a16="http://schemas.microsoft.com/office/drawing/2014/main" id="{6FE16A5F-35C1-2F63-6F6B-8100975C5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110" y="499156"/>
            <a:ext cx="34339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12.1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 </a:t>
            </a:r>
            <a:r>
              <a:rPr lang="en-US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求作俯视图</a:t>
            </a:r>
          </a:p>
        </p:txBody>
      </p:sp>
      <p:grpSp>
        <p:nvGrpSpPr>
          <p:cNvPr id="31" name="Group 29">
            <a:extLst>
              <a:ext uri="{FF2B5EF4-FFF2-40B4-BE49-F238E27FC236}">
                <a16:creationId xmlns:a16="http://schemas.microsoft.com/office/drawing/2014/main" id="{D524083E-6147-1F04-2049-1CBF589CF809}"/>
              </a:ext>
            </a:extLst>
          </p:cNvPr>
          <p:cNvGrpSpPr>
            <a:grpSpLocks/>
          </p:cNvGrpSpPr>
          <p:nvPr/>
        </p:nvGrpSpPr>
        <p:grpSpPr bwMode="auto">
          <a:xfrm>
            <a:off x="6596407" y="3789895"/>
            <a:ext cx="2590800" cy="2724150"/>
            <a:chOff x="2382" y="1332"/>
            <a:chExt cx="1632" cy="1716"/>
          </a:xfrm>
        </p:grpSpPr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A11D8E0A-18F9-4FB8-9951-1653D10005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1332"/>
              <a:ext cx="1632" cy="942"/>
            </a:xfrm>
            <a:custGeom>
              <a:avLst/>
              <a:gdLst>
                <a:gd name="T0" fmla="*/ 0 w 1632"/>
                <a:gd name="T1" fmla="*/ 540 h 942"/>
                <a:gd name="T2" fmla="*/ 696 w 1632"/>
                <a:gd name="T3" fmla="*/ 942 h 942"/>
                <a:gd name="T4" fmla="*/ 1632 w 1632"/>
                <a:gd name="T5" fmla="*/ 402 h 942"/>
                <a:gd name="T6" fmla="*/ 942 w 1632"/>
                <a:gd name="T7" fmla="*/ 0 h 942"/>
                <a:gd name="T8" fmla="*/ 0 w 1632"/>
                <a:gd name="T9" fmla="*/ 540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2" h="942">
                  <a:moveTo>
                    <a:pt x="0" y="540"/>
                  </a:moveTo>
                  <a:lnTo>
                    <a:pt x="696" y="942"/>
                  </a:lnTo>
                  <a:lnTo>
                    <a:pt x="1632" y="402"/>
                  </a:lnTo>
                  <a:lnTo>
                    <a:pt x="942" y="0"/>
                  </a:lnTo>
                  <a:lnTo>
                    <a:pt x="0" y="540"/>
                  </a:lnTo>
                  <a:close/>
                </a:path>
              </a:pathLst>
            </a:custGeom>
            <a:gradFill rotWithShape="0">
              <a:gsLst>
                <a:gs pos="0">
                  <a:srgbClr val="009900">
                    <a:gamma/>
                    <a:shade val="46275"/>
                    <a:invGamma/>
                  </a:srgbClr>
                </a:gs>
                <a:gs pos="100000">
                  <a:srgbClr val="0099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9DF3C370-36BB-687A-854F-887B043E8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1866"/>
              <a:ext cx="708" cy="1182"/>
            </a:xfrm>
            <a:custGeom>
              <a:avLst/>
              <a:gdLst>
                <a:gd name="T0" fmla="*/ 0 w 708"/>
                <a:gd name="T1" fmla="*/ 0 h 1182"/>
                <a:gd name="T2" fmla="*/ 708 w 708"/>
                <a:gd name="T3" fmla="*/ 396 h 1182"/>
                <a:gd name="T4" fmla="*/ 708 w 708"/>
                <a:gd name="T5" fmla="*/ 1182 h 1182"/>
                <a:gd name="T6" fmla="*/ 0 w 708"/>
                <a:gd name="T7" fmla="*/ 774 h 1182"/>
                <a:gd name="T8" fmla="*/ 0 w 708"/>
                <a:gd name="T9" fmla="*/ 0 h 1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8" h="1182">
                  <a:moveTo>
                    <a:pt x="0" y="0"/>
                  </a:moveTo>
                  <a:lnTo>
                    <a:pt x="708" y="396"/>
                  </a:lnTo>
                  <a:lnTo>
                    <a:pt x="708" y="1182"/>
                  </a:lnTo>
                  <a:lnTo>
                    <a:pt x="0" y="77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9900">
                    <a:gamma/>
                    <a:shade val="46275"/>
                    <a:invGamma/>
                  </a:srgbClr>
                </a:gs>
                <a:gs pos="100000">
                  <a:srgbClr val="0099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2F14A083-3FBC-562F-A797-BD75235BC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4" y="1728"/>
              <a:ext cx="924" cy="1314"/>
            </a:xfrm>
            <a:custGeom>
              <a:avLst/>
              <a:gdLst>
                <a:gd name="T0" fmla="*/ 0 w 924"/>
                <a:gd name="T1" fmla="*/ 534 h 1314"/>
                <a:gd name="T2" fmla="*/ 0 w 924"/>
                <a:gd name="T3" fmla="*/ 1314 h 1314"/>
                <a:gd name="T4" fmla="*/ 924 w 924"/>
                <a:gd name="T5" fmla="*/ 781 h 1314"/>
                <a:gd name="T6" fmla="*/ 924 w 924"/>
                <a:gd name="T7" fmla="*/ 0 h 1314"/>
                <a:gd name="T8" fmla="*/ 0 w 924"/>
                <a:gd name="T9" fmla="*/ 534 h 1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4" h="1314">
                  <a:moveTo>
                    <a:pt x="0" y="534"/>
                  </a:moveTo>
                  <a:lnTo>
                    <a:pt x="0" y="1314"/>
                  </a:lnTo>
                  <a:lnTo>
                    <a:pt x="924" y="781"/>
                  </a:lnTo>
                  <a:lnTo>
                    <a:pt x="924" y="0"/>
                  </a:lnTo>
                  <a:lnTo>
                    <a:pt x="0" y="534"/>
                  </a:lnTo>
                  <a:close/>
                </a:path>
              </a:pathLst>
            </a:custGeom>
            <a:gradFill rotWithShape="0">
              <a:gsLst>
                <a:gs pos="0">
                  <a:srgbClr val="009900"/>
                </a:gs>
                <a:gs pos="100000">
                  <a:srgbClr val="009900">
                    <a:gamma/>
                    <a:shade val="80000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5" name="Group 33">
            <a:extLst>
              <a:ext uri="{FF2B5EF4-FFF2-40B4-BE49-F238E27FC236}">
                <a16:creationId xmlns:a16="http://schemas.microsoft.com/office/drawing/2014/main" id="{D36FFA51-4E33-8AF8-7997-79ADFBC64FA7}"/>
              </a:ext>
            </a:extLst>
          </p:cNvPr>
          <p:cNvGrpSpPr>
            <a:grpSpLocks/>
          </p:cNvGrpSpPr>
          <p:nvPr/>
        </p:nvGrpSpPr>
        <p:grpSpPr bwMode="auto">
          <a:xfrm>
            <a:off x="7025032" y="4018495"/>
            <a:ext cx="2209800" cy="2476500"/>
            <a:chOff x="4082" y="2385"/>
            <a:chExt cx="1392" cy="1560"/>
          </a:xfrm>
        </p:grpSpPr>
        <p:sp>
          <p:nvSpPr>
            <p:cNvPr id="36" name="Freeform 34">
              <a:extLst>
                <a:ext uri="{FF2B5EF4-FFF2-40B4-BE49-F238E27FC236}">
                  <a16:creationId xmlns:a16="http://schemas.microsoft.com/office/drawing/2014/main" id="{4BD1025C-22F4-8C49-6314-FD561D84C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6" y="2385"/>
              <a:ext cx="498" cy="1050"/>
            </a:xfrm>
            <a:custGeom>
              <a:avLst/>
              <a:gdLst>
                <a:gd name="T0" fmla="*/ 36 w 498"/>
                <a:gd name="T1" fmla="*/ 0 h 1050"/>
                <a:gd name="T2" fmla="*/ 498 w 498"/>
                <a:gd name="T3" fmla="*/ 228 h 1050"/>
                <a:gd name="T4" fmla="*/ 468 w 498"/>
                <a:gd name="T5" fmla="*/ 1050 h 1050"/>
                <a:gd name="T6" fmla="*/ 0 w 498"/>
                <a:gd name="T7" fmla="*/ 18 h 1050"/>
                <a:gd name="T8" fmla="*/ 36 w 498"/>
                <a:gd name="T9" fmla="*/ 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8" h="1050">
                  <a:moveTo>
                    <a:pt x="36" y="0"/>
                  </a:moveTo>
                  <a:lnTo>
                    <a:pt x="498" y="228"/>
                  </a:lnTo>
                  <a:lnTo>
                    <a:pt x="468" y="1050"/>
                  </a:lnTo>
                  <a:lnTo>
                    <a:pt x="0" y="18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209DD4B4-3B52-3DDB-8B1F-70C2FCE88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2385"/>
              <a:ext cx="1356" cy="1560"/>
            </a:xfrm>
            <a:custGeom>
              <a:avLst/>
              <a:gdLst>
                <a:gd name="T0" fmla="*/ 0 w 1356"/>
                <a:gd name="T1" fmla="*/ 528 h 1560"/>
                <a:gd name="T2" fmla="*/ 924 w 1356"/>
                <a:gd name="T3" fmla="*/ 0 h 1560"/>
                <a:gd name="T4" fmla="*/ 1356 w 1356"/>
                <a:gd name="T5" fmla="*/ 1032 h 1560"/>
                <a:gd name="T6" fmla="*/ 444 w 1356"/>
                <a:gd name="T7" fmla="*/ 1560 h 1560"/>
                <a:gd name="T8" fmla="*/ 0 w 1356"/>
                <a:gd name="T9" fmla="*/ 528 h 1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6" h="1560">
                  <a:moveTo>
                    <a:pt x="0" y="528"/>
                  </a:moveTo>
                  <a:lnTo>
                    <a:pt x="924" y="0"/>
                  </a:lnTo>
                  <a:lnTo>
                    <a:pt x="1356" y="1032"/>
                  </a:lnTo>
                  <a:lnTo>
                    <a:pt x="444" y="1560"/>
                  </a:lnTo>
                  <a:lnTo>
                    <a:pt x="0" y="528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8" name="Group 36">
            <a:extLst>
              <a:ext uri="{FF2B5EF4-FFF2-40B4-BE49-F238E27FC236}">
                <a16:creationId xmlns:a16="http://schemas.microsoft.com/office/drawing/2014/main" id="{C5566984-1892-04EA-7AF2-6684DFCC8E94}"/>
              </a:ext>
            </a:extLst>
          </p:cNvPr>
          <p:cNvGrpSpPr>
            <a:grpSpLocks/>
          </p:cNvGrpSpPr>
          <p:nvPr/>
        </p:nvGrpSpPr>
        <p:grpSpPr bwMode="auto">
          <a:xfrm>
            <a:off x="6407495" y="4228045"/>
            <a:ext cx="1068387" cy="1476375"/>
            <a:chOff x="3693" y="2517"/>
            <a:chExt cx="673" cy="930"/>
          </a:xfrm>
        </p:grpSpPr>
        <p:sp>
          <p:nvSpPr>
            <p:cNvPr id="39" name="Freeform 37">
              <a:extLst>
                <a:ext uri="{FF2B5EF4-FFF2-40B4-BE49-F238E27FC236}">
                  <a16:creationId xmlns:a16="http://schemas.microsoft.com/office/drawing/2014/main" id="{6D66C7D9-6C8F-A270-2EA1-8C1060074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" y="2517"/>
              <a:ext cx="468" cy="663"/>
            </a:xfrm>
            <a:custGeom>
              <a:avLst/>
              <a:gdLst>
                <a:gd name="T0" fmla="*/ 414 w 468"/>
                <a:gd name="T1" fmla="*/ 6 h 663"/>
                <a:gd name="T2" fmla="*/ 0 w 468"/>
                <a:gd name="T3" fmla="*/ 197 h 663"/>
                <a:gd name="T4" fmla="*/ 18 w 468"/>
                <a:gd name="T5" fmla="*/ 582 h 663"/>
                <a:gd name="T6" fmla="*/ 147 w 468"/>
                <a:gd name="T7" fmla="*/ 663 h 663"/>
                <a:gd name="T8" fmla="*/ 468 w 468"/>
                <a:gd name="T9" fmla="*/ 0 h 663"/>
                <a:gd name="T10" fmla="*/ 414 w 468"/>
                <a:gd name="T11" fmla="*/ 6 h 6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8" h="663">
                  <a:moveTo>
                    <a:pt x="414" y="6"/>
                  </a:moveTo>
                  <a:lnTo>
                    <a:pt x="0" y="197"/>
                  </a:lnTo>
                  <a:lnTo>
                    <a:pt x="18" y="582"/>
                  </a:lnTo>
                  <a:lnTo>
                    <a:pt x="147" y="663"/>
                  </a:lnTo>
                  <a:lnTo>
                    <a:pt x="468" y="0"/>
                  </a:lnTo>
                  <a:lnTo>
                    <a:pt x="414" y="6"/>
                  </a:lnTo>
                  <a:close/>
                </a:path>
              </a:pathLst>
            </a:custGeom>
            <a:solidFill>
              <a:schemeClr val="bg1"/>
            </a:solidFill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Freeform 38">
              <a:extLst>
                <a:ext uri="{FF2B5EF4-FFF2-40B4-BE49-F238E27FC236}">
                  <a16:creationId xmlns:a16="http://schemas.microsoft.com/office/drawing/2014/main" id="{D83A4193-6223-A56A-9E80-A9B1687E3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" y="2604"/>
              <a:ext cx="556" cy="843"/>
            </a:xfrm>
            <a:custGeom>
              <a:avLst/>
              <a:gdLst>
                <a:gd name="T0" fmla="*/ 300 w 556"/>
                <a:gd name="T1" fmla="*/ 0 h 843"/>
                <a:gd name="T2" fmla="*/ 556 w 556"/>
                <a:gd name="T3" fmla="*/ 148 h 843"/>
                <a:gd name="T4" fmla="*/ 495 w 556"/>
                <a:gd name="T5" fmla="*/ 843 h 843"/>
                <a:gd name="T6" fmla="*/ 0 w 556"/>
                <a:gd name="T7" fmla="*/ 564 h 843"/>
                <a:gd name="T8" fmla="*/ 300 w 556"/>
                <a:gd name="T9" fmla="*/ 0 h 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6" h="843">
                  <a:moveTo>
                    <a:pt x="300" y="0"/>
                  </a:moveTo>
                  <a:lnTo>
                    <a:pt x="556" y="148"/>
                  </a:lnTo>
                  <a:lnTo>
                    <a:pt x="495" y="843"/>
                  </a:lnTo>
                  <a:lnTo>
                    <a:pt x="0" y="564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" name="Rectangle 39">
            <a:extLst>
              <a:ext uri="{FF2B5EF4-FFF2-40B4-BE49-F238E27FC236}">
                <a16:creationId xmlns:a16="http://schemas.microsoft.com/office/drawing/2014/main" id="{D62C7755-CC3D-7709-FC58-3A58F9369C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5557" y="5445657"/>
            <a:ext cx="301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  <a:latin typeface="Dutch801 Rm BT" panose="02020603060505020304" pitchFamily="18" charset="0"/>
              </a:rPr>
              <a:t>Ⅱ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" name="Rectangle 40">
            <a:extLst>
              <a:ext uri="{FF2B5EF4-FFF2-40B4-BE49-F238E27FC236}">
                <a16:creationId xmlns:a16="http://schemas.microsoft.com/office/drawing/2014/main" id="{8EC5B42A-BA1C-DE2E-4C3B-F6C7C5D79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5557" y="4512207"/>
            <a:ext cx="301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  <a:latin typeface="Dutch801 Rm BT" panose="02020603060505020304" pitchFamily="18" charset="0"/>
              </a:rPr>
              <a:t>Ⅰ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" name="Freeform 41">
            <a:extLst>
              <a:ext uri="{FF2B5EF4-FFF2-40B4-BE49-F238E27FC236}">
                <a16:creationId xmlns:a16="http://schemas.microsoft.com/office/drawing/2014/main" id="{6524CFAE-44EB-F3A8-615E-C985381FA547}"/>
              </a:ext>
            </a:extLst>
          </p:cNvPr>
          <p:cNvSpPr>
            <a:spLocks/>
          </p:cNvSpPr>
          <p:nvPr/>
        </p:nvSpPr>
        <p:spPr bwMode="auto">
          <a:xfrm>
            <a:off x="7177432" y="1610257"/>
            <a:ext cx="901700" cy="1482725"/>
          </a:xfrm>
          <a:custGeom>
            <a:avLst/>
            <a:gdLst>
              <a:gd name="T0" fmla="*/ 0 w 1705"/>
              <a:gd name="T1" fmla="*/ 0 h 2802"/>
              <a:gd name="T2" fmla="*/ 1704 w 1705"/>
              <a:gd name="T3" fmla="*/ 2802 h 2802"/>
              <a:gd name="T4" fmla="*/ 1705 w 1705"/>
              <a:gd name="T5" fmla="*/ 2802 h 28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05" h="2802">
                <a:moveTo>
                  <a:pt x="0" y="0"/>
                </a:moveTo>
                <a:lnTo>
                  <a:pt x="1704" y="2802"/>
                </a:lnTo>
                <a:lnTo>
                  <a:pt x="1705" y="2802"/>
                </a:lnTo>
              </a:path>
            </a:pathLst>
          </a:custGeom>
          <a:noFill/>
          <a:ln w="38100" cmpd="sng">
            <a:solidFill>
              <a:srgbClr val="FF33CC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Freeform 42">
            <a:extLst>
              <a:ext uri="{FF2B5EF4-FFF2-40B4-BE49-F238E27FC236}">
                <a16:creationId xmlns:a16="http://schemas.microsoft.com/office/drawing/2014/main" id="{52946BB0-C7EB-AF3C-FDF7-4D3233421D0F}"/>
              </a:ext>
            </a:extLst>
          </p:cNvPr>
          <p:cNvSpPr>
            <a:spLocks/>
          </p:cNvSpPr>
          <p:nvPr/>
        </p:nvSpPr>
        <p:spPr bwMode="auto">
          <a:xfrm>
            <a:off x="6518620" y="1624545"/>
            <a:ext cx="1181100" cy="846137"/>
          </a:xfrm>
          <a:custGeom>
            <a:avLst/>
            <a:gdLst>
              <a:gd name="T0" fmla="*/ 0 w 744"/>
              <a:gd name="T1" fmla="*/ 0 h 533"/>
              <a:gd name="T2" fmla="*/ 411 w 744"/>
              <a:gd name="T3" fmla="*/ 0 h 533"/>
              <a:gd name="T4" fmla="*/ 744 w 744"/>
              <a:gd name="T5" fmla="*/ 533 h 533"/>
              <a:gd name="T6" fmla="*/ 0 w 744"/>
              <a:gd name="T7" fmla="*/ 533 h 533"/>
              <a:gd name="T8" fmla="*/ 0 w 744"/>
              <a:gd name="T9" fmla="*/ 0 h 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4" h="533">
                <a:moveTo>
                  <a:pt x="0" y="0"/>
                </a:moveTo>
                <a:lnTo>
                  <a:pt x="411" y="0"/>
                </a:lnTo>
                <a:lnTo>
                  <a:pt x="744" y="533"/>
                </a:lnTo>
                <a:lnTo>
                  <a:pt x="0" y="533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5" name="Group 43">
            <a:extLst>
              <a:ext uri="{FF2B5EF4-FFF2-40B4-BE49-F238E27FC236}">
                <a16:creationId xmlns:a16="http://schemas.microsoft.com/office/drawing/2014/main" id="{39D94D96-12D7-7DD6-8B81-CD1EDDE8D3AE}"/>
              </a:ext>
            </a:extLst>
          </p:cNvPr>
          <p:cNvGrpSpPr>
            <a:grpSpLocks/>
          </p:cNvGrpSpPr>
          <p:nvPr/>
        </p:nvGrpSpPr>
        <p:grpSpPr bwMode="auto">
          <a:xfrm>
            <a:off x="2989607" y="1624545"/>
            <a:ext cx="3529013" cy="846137"/>
            <a:chOff x="800" y="878"/>
            <a:chExt cx="2223" cy="533"/>
          </a:xfrm>
        </p:grpSpPr>
        <p:sp>
          <p:nvSpPr>
            <p:cNvPr id="46" name="Line 44">
              <a:extLst>
                <a:ext uri="{FF2B5EF4-FFF2-40B4-BE49-F238E27FC236}">
                  <a16:creationId xmlns:a16="http://schemas.microsoft.com/office/drawing/2014/main" id="{FC299766-E139-3431-F544-4B4E6EB6B5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" y="1411"/>
              <a:ext cx="2211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Line 45">
              <a:extLst>
                <a:ext uri="{FF2B5EF4-FFF2-40B4-BE49-F238E27FC236}">
                  <a16:creationId xmlns:a16="http://schemas.microsoft.com/office/drawing/2014/main" id="{2B001612-98A6-24C9-137F-B1AA474EA7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4" y="878"/>
              <a:ext cx="1689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8" name="Line 46">
            <a:extLst>
              <a:ext uri="{FF2B5EF4-FFF2-40B4-BE49-F238E27FC236}">
                <a16:creationId xmlns:a16="http://schemas.microsoft.com/office/drawing/2014/main" id="{0D4C552B-1FCF-1B31-24C6-4BE97DD780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63170" y="4588407"/>
            <a:ext cx="106362" cy="110966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9" name="Group 47">
            <a:extLst>
              <a:ext uri="{FF2B5EF4-FFF2-40B4-BE49-F238E27FC236}">
                <a16:creationId xmlns:a16="http://schemas.microsoft.com/office/drawing/2014/main" id="{8AF377BA-C44E-6B79-C5B3-E7744A7501F7}"/>
              </a:ext>
            </a:extLst>
          </p:cNvPr>
          <p:cNvGrpSpPr>
            <a:grpSpLocks/>
          </p:cNvGrpSpPr>
          <p:nvPr/>
        </p:nvGrpSpPr>
        <p:grpSpPr bwMode="auto">
          <a:xfrm>
            <a:off x="3007070" y="3053295"/>
            <a:ext cx="2452687" cy="757237"/>
            <a:chOff x="811" y="1789"/>
            <a:chExt cx="1545" cy="477"/>
          </a:xfrm>
        </p:grpSpPr>
        <p:sp>
          <p:nvSpPr>
            <p:cNvPr id="50" name="Line 48">
              <a:extLst>
                <a:ext uri="{FF2B5EF4-FFF2-40B4-BE49-F238E27FC236}">
                  <a16:creationId xmlns:a16="http://schemas.microsoft.com/office/drawing/2014/main" id="{C683FDF6-1F56-4DAC-75DA-48A13CAF28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" y="1811"/>
              <a:ext cx="0" cy="45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49">
              <a:extLst>
                <a:ext uri="{FF2B5EF4-FFF2-40B4-BE49-F238E27FC236}">
                  <a16:creationId xmlns:a16="http://schemas.microsoft.com/office/drawing/2014/main" id="{19AB7D40-5E9C-980B-F439-A66AC9910E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6" y="1789"/>
              <a:ext cx="0" cy="466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2" name="Group 50">
            <a:extLst>
              <a:ext uri="{FF2B5EF4-FFF2-40B4-BE49-F238E27FC236}">
                <a16:creationId xmlns:a16="http://schemas.microsoft.com/office/drawing/2014/main" id="{AC8A0A6E-9358-73A5-ECC5-0E37B4F7BC33}"/>
              </a:ext>
            </a:extLst>
          </p:cNvPr>
          <p:cNvGrpSpPr>
            <a:grpSpLocks/>
          </p:cNvGrpSpPr>
          <p:nvPr/>
        </p:nvGrpSpPr>
        <p:grpSpPr bwMode="auto">
          <a:xfrm>
            <a:off x="3837332" y="1607082"/>
            <a:ext cx="3351213" cy="2874963"/>
            <a:chOff x="1334" y="878"/>
            <a:chExt cx="2111" cy="1811"/>
          </a:xfrm>
        </p:grpSpPr>
        <p:sp>
          <p:nvSpPr>
            <p:cNvPr id="53" name="Line 51">
              <a:extLst>
                <a:ext uri="{FF2B5EF4-FFF2-40B4-BE49-F238E27FC236}">
                  <a16:creationId xmlns:a16="http://schemas.microsoft.com/office/drawing/2014/main" id="{5DFFEA1D-C690-88EF-C118-607B51A837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1" y="878"/>
              <a:ext cx="434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Line 52">
              <a:extLst>
                <a:ext uri="{FF2B5EF4-FFF2-40B4-BE49-F238E27FC236}">
                  <a16:creationId xmlns:a16="http://schemas.microsoft.com/office/drawing/2014/main" id="{DEC50CA5-01AA-8C97-5550-D8DFC350DA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4" y="2255"/>
              <a:ext cx="0" cy="434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5" name="Group 53">
            <a:extLst>
              <a:ext uri="{FF2B5EF4-FFF2-40B4-BE49-F238E27FC236}">
                <a16:creationId xmlns:a16="http://schemas.microsoft.com/office/drawing/2014/main" id="{6FAE2001-327A-54ED-3D96-249F1CFF6A40}"/>
              </a:ext>
            </a:extLst>
          </p:cNvPr>
          <p:cNvGrpSpPr>
            <a:grpSpLocks/>
          </p:cNvGrpSpPr>
          <p:nvPr/>
        </p:nvGrpSpPr>
        <p:grpSpPr bwMode="auto">
          <a:xfrm>
            <a:off x="3696045" y="4074057"/>
            <a:ext cx="373062" cy="495300"/>
            <a:chOff x="1245" y="2432"/>
            <a:chExt cx="235" cy="312"/>
          </a:xfrm>
        </p:grpSpPr>
        <p:sp>
          <p:nvSpPr>
            <p:cNvPr id="56" name="Rectangle 54">
              <a:extLst>
                <a:ext uri="{FF2B5EF4-FFF2-40B4-BE49-F238E27FC236}">
                  <a16:creationId xmlns:a16="http://schemas.microsoft.com/office/drawing/2014/main" id="{E2EC7A49-9102-E1E2-F0FA-0C4132336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0" y="243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500">
                  <a:solidFill>
                    <a:srgbClr val="000000"/>
                  </a:solidFill>
                </a:rPr>
                <a:t>1</a:t>
              </a:r>
              <a:endParaRPr lang="en-US" altLang="zh-CN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" name="Text Box 55">
              <a:extLst>
                <a:ext uri="{FF2B5EF4-FFF2-40B4-BE49-F238E27FC236}">
                  <a16:creationId xmlns:a16="http://schemas.microsoft.com/office/drawing/2014/main" id="{DE411C1F-A5AB-3ACD-6E10-C6D954891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5" y="2600"/>
              <a:ext cx="189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900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</p:grpSp>
      <p:sp>
        <p:nvSpPr>
          <p:cNvPr id="58" name="Freeform 56">
            <a:extLst>
              <a:ext uri="{FF2B5EF4-FFF2-40B4-BE49-F238E27FC236}">
                <a16:creationId xmlns:a16="http://schemas.microsoft.com/office/drawing/2014/main" id="{1BC939D4-8279-FF15-02BE-1926474CF497}"/>
              </a:ext>
            </a:extLst>
          </p:cNvPr>
          <p:cNvSpPr>
            <a:spLocks/>
          </p:cNvSpPr>
          <p:nvPr/>
        </p:nvSpPr>
        <p:spPr bwMode="auto">
          <a:xfrm>
            <a:off x="3007070" y="4462995"/>
            <a:ext cx="822325" cy="523875"/>
          </a:xfrm>
          <a:custGeom>
            <a:avLst/>
            <a:gdLst>
              <a:gd name="T0" fmla="*/ 1552 w 1552"/>
              <a:gd name="T1" fmla="*/ 0 h 991"/>
              <a:gd name="T2" fmla="*/ 0 w 1552"/>
              <a:gd name="T3" fmla="*/ 991 h 991"/>
              <a:gd name="T4" fmla="*/ 2 w 1552"/>
              <a:gd name="T5" fmla="*/ 991 h 9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52" h="991">
                <a:moveTo>
                  <a:pt x="1552" y="0"/>
                </a:moveTo>
                <a:lnTo>
                  <a:pt x="0" y="991"/>
                </a:lnTo>
                <a:lnTo>
                  <a:pt x="2" y="991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9" name="Group 57">
            <a:extLst>
              <a:ext uri="{FF2B5EF4-FFF2-40B4-BE49-F238E27FC236}">
                <a16:creationId xmlns:a16="http://schemas.microsoft.com/office/drawing/2014/main" id="{C21FC324-E1C7-BF7B-5E37-1247B7DACF29}"/>
              </a:ext>
            </a:extLst>
          </p:cNvPr>
          <p:cNvGrpSpPr>
            <a:grpSpLocks/>
          </p:cNvGrpSpPr>
          <p:nvPr/>
        </p:nvGrpSpPr>
        <p:grpSpPr bwMode="auto">
          <a:xfrm>
            <a:off x="3024532" y="2488145"/>
            <a:ext cx="4675188" cy="2505075"/>
            <a:chOff x="811" y="1422"/>
            <a:chExt cx="2945" cy="1578"/>
          </a:xfrm>
        </p:grpSpPr>
        <p:sp>
          <p:nvSpPr>
            <p:cNvPr id="60" name="Line 58">
              <a:extLst>
                <a:ext uri="{FF2B5EF4-FFF2-40B4-BE49-F238E27FC236}">
                  <a16:creationId xmlns:a16="http://schemas.microsoft.com/office/drawing/2014/main" id="{CB7ED754-EBBF-E517-7EA7-DEF5177953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" y="2255"/>
              <a:ext cx="0" cy="745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Line 59">
              <a:extLst>
                <a:ext uri="{FF2B5EF4-FFF2-40B4-BE49-F238E27FC236}">
                  <a16:creationId xmlns:a16="http://schemas.microsoft.com/office/drawing/2014/main" id="{9F943AE4-BCCC-25E5-F116-74AAFFC7E9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3" y="1422"/>
              <a:ext cx="733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" name="Group 60">
            <a:extLst>
              <a:ext uri="{FF2B5EF4-FFF2-40B4-BE49-F238E27FC236}">
                <a16:creationId xmlns:a16="http://schemas.microsoft.com/office/drawing/2014/main" id="{619D850D-B1D1-AC19-223A-DEE00FFB23B1}"/>
              </a:ext>
            </a:extLst>
          </p:cNvPr>
          <p:cNvGrpSpPr>
            <a:grpSpLocks/>
          </p:cNvGrpSpPr>
          <p:nvPr/>
        </p:nvGrpSpPr>
        <p:grpSpPr bwMode="auto">
          <a:xfrm>
            <a:off x="2708620" y="4764620"/>
            <a:ext cx="430212" cy="381000"/>
            <a:chOff x="623" y="2867"/>
            <a:chExt cx="271" cy="240"/>
          </a:xfrm>
        </p:grpSpPr>
        <p:sp>
          <p:nvSpPr>
            <p:cNvPr id="63" name="Rectangle 61">
              <a:extLst>
                <a:ext uri="{FF2B5EF4-FFF2-40B4-BE49-F238E27FC236}">
                  <a16:creationId xmlns:a16="http://schemas.microsoft.com/office/drawing/2014/main" id="{864A12B9-4DDE-A4E6-31E3-520FEB73B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" y="2867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500">
                  <a:solidFill>
                    <a:srgbClr val="000000"/>
                  </a:solidFill>
                </a:rPr>
                <a:t>2</a:t>
              </a:r>
              <a:endParaRPr lang="en-US" altLang="zh-CN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" name="Text Box 62">
              <a:extLst>
                <a:ext uri="{FF2B5EF4-FFF2-40B4-BE49-F238E27FC236}">
                  <a16:creationId xmlns:a16="http://schemas.microsoft.com/office/drawing/2014/main" id="{51B55D79-E1A7-E9A7-F8A1-DB03BE074C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" y="2926"/>
              <a:ext cx="189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900">
                  <a:solidFill>
                    <a:srgbClr val="FF3300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</p:grpSp>
      <p:sp>
        <p:nvSpPr>
          <p:cNvPr id="65" name="Line 63">
            <a:extLst>
              <a:ext uri="{FF2B5EF4-FFF2-40B4-BE49-F238E27FC236}">
                <a16:creationId xmlns:a16="http://schemas.microsoft.com/office/drawing/2014/main" id="{C1B178EA-92A3-D688-6707-08521CB856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37332" y="3775607"/>
            <a:ext cx="0" cy="6889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6" name="Group 64">
            <a:extLst>
              <a:ext uri="{FF2B5EF4-FFF2-40B4-BE49-F238E27FC236}">
                <a16:creationId xmlns:a16="http://schemas.microsoft.com/office/drawing/2014/main" id="{121661AD-DA16-BB4F-625C-59FA63F769F1}"/>
              </a:ext>
            </a:extLst>
          </p:cNvPr>
          <p:cNvGrpSpPr>
            <a:grpSpLocks/>
          </p:cNvGrpSpPr>
          <p:nvPr/>
        </p:nvGrpSpPr>
        <p:grpSpPr bwMode="auto">
          <a:xfrm>
            <a:off x="3000720" y="1611845"/>
            <a:ext cx="2457450" cy="1484312"/>
            <a:chOff x="811" y="885"/>
            <a:chExt cx="1548" cy="935"/>
          </a:xfrm>
        </p:grpSpPr>
        <p:sp>
          <p:nvSpPr>
            <p:cNvPr id="67" name="Freeform 65">
              <a:extLst>
                <a:ext uri="{FF2B5EF4-FFF2-40B4-BE49-F238E27FC236}">
                  <a16:creationId xmlns:a16="http://schemas.microsoft.com/office/drawing/2014/main" id="{777050F3-CF7C-D181-9A47-1B759E51C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8" y="885"/>
              <a:ext cx="1" cy="934"/>
            </a:xfrm>
            <a:custGeom>
              <a:avLst/>
              <a:gdLst>
                <a:gd name="T0" fmla="*/ 0 w 2"/>
                <a:gd name="T1" fmla="*/ 2802 h 2802"/>
                <a:gd name="T2" fmla="*/ 0 w 2"/>
                <a:gd name="T3" fmla="*/ 0 h 2802"/>
                <a:gd name="T4" fmla="*/ 2 w 2"/>
                <a:gd name="T5" fmla="*/ 0 h 2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802">
                  <a:moveTo>
                    <a:pt x="0" y="280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rgbClr val="FF33C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6">
              <a:extLst>
                <a:ext uri="{FF2B5EF4-FFF2-40B4-BE49-F238E27FC236}">
                  <a16:creationId xmlns:a16="http://schemas.microsoft.com/office/drawing/2014/main" id="{0AC89FCE-3316-1A29-C632-93EBB4B11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885"/>
              <a:ext cx="518" cy="541"/>
            </a:xfrm>
            <a:custGeom>
              <a:avLst/>
              <a:gdLst>
                <a:gd name="T0" fmla="*/ 1552 w 1552"/>
                <a:gd name="T1" fmla="*/ 0 h 1625"/>
                <a:gd name="T2" fmla="*/ 0 w 1552"/>
                <a:gd name="T3" fmla="*/ 1625 h 1625"/>
                <a:gd name="T4" fmla="*/ 2 w 1552"/>
                <a:gd name="T5" fmla="*/ 1625 h 1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52" h="1625">
                  <a:moveTo>
                    <a:pt x="1552" y="0"/>
                  </a:moveTo>
                  <a:lnTo>
                    <a:pt x="0" y="1625"/>
                  </a:lnTo>
                  <a:lnTo>
                    <a:pt x="2" y="1625"/>
                  </a:lnTo>
                </a:path>
              </a:pathLst>
            </a:custGeom>
            <a:noFill/>
            <a:ln w="38100" cmpd="sng">
              <a:solidFill>
                <a:srgbClr val="FF33C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67">
              <a:extLst>
                <a:ext uri="{FF2B5EF4-FFF2-40B4-BE49-F238E27FC236}">
                  <a16:creationId xmlns:a16="http://schemas.microsoft.com/office/drawing/2014/main" id="{25DC86D2-7739-37B7-527F-D772217A1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1819"/>
              <a:ext cx="1548" cy="1"/>
            </a:xfrm>
            <a:custGeom>
              <a:avLst/>
              <a:gdLst>
                <a:gd name="T0" fmla="*/ 0 w 4642"/>
                <a:gd name="T1" fmla="*/ 4640 w 4642"/>
                <a:gd name="T2" fmla="*/ 4642 w 464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642">
                  <a:moveTo>
                    <a:pt x="0" y="0"/>
                  </a:moveTo>
                  <a:lnTo>
                    <a:pt x="4640" y="0"/>
                  </a:lnTo>
                  <a:lnTo>
                    <a:pt x="4642" y="0"/>
                  </a:lnTo>
                </a:path>
              </a:pathLst>
            </a:custGeom>
            <a:noFill/>
            <a:ln w="38100" cmpd="sng">
              <a:solidFill>
                <a:srgbClr val="FF33C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68">
              <a:extLst>
                <a:ext uri="{FF2B5EF4-FFF2-40B4-BE49-F238E27FC236}">
                  <a16:creationId xmlns:a16="http://schemas.microsoft.com/office/drawing/2014/main" id="{AA54E169-664C-E7CC-DA57-A6157A662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1426"/>
              <a:ext cx="1" cy="393"/>
            </a:xfrm>
            <a:custGeom>
              <a:avLst/>
              <a:gdLst>
                <a:gd name="T0" fmla="*/ 0 w 2"/>
                <a:gd name="T1" fmla="*/ 0 h 1177"/>
                <a:gd name="T2" fmla="*/ 0 w 2"/>
                <a:gd name="T3" fmla="*/ 1177 h 1177"/>
                <a:gd name="T4" fmla="*/ 2 w 2"/>
                <a:gd name="T5" fmla="*/ 1177 h 1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177">
                  <a:moveTo>
                    <a:pt x="0" y="0"/>
                  </a:moveTo>
                  <a:lnTo>
                    <a:pt x="0" y="1177"/>
                  </a:lnTo>
                  <a:lnTo>
                    <a:pt x="2" y="1177"/>
                  </a:lnTo>
                </a:path>
              </a:pathLst>
            </a:custGeom>
            <a:noFill/>
            <a:ln w="38100" cmpd="sng">
              <a:solidFill>
                <a:srgbClr val="FF33C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69">
              <a:extLst>
                <a:ext uri="{FF2B5EF4-FFF2-40B4-BE49-F238E27FC236}">
                  <a16:creationId xmlns:a16="http://schemas.microsoft.com/office/drawing/2014/main" id="{516DF550-E924-8D94-BA50-977D745E70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9" y="885"/>
              <a:ext cx="1029" cy="1"/>
            </a:xfrm>
            <a:custGeom>
              <a:avLst/>
              <a:gdLst>
                <a:gd name="T0" fmla="*/ 3088 w 3088"/>
                <a:gd name="T1" fmla="*/ 0 w 3088"/>
                <a:gd name="T2" fmla="*/ 2 w 308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088">
                  <a:moveTo>
                    <a:pt x="3088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rgbClr val="FF33C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" name="Line 70">
            <a:extLst>
              <a:ext uri="{FF2B5EF4-FFF2-40B4-BE49-F238E27FC236}">
                <a16:creationId xmlns:a16="http://schemas.microsoft.com/office/drawing/2014/main" id="{DE8012C9-7FB1-B407-634F-58919C14CE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7070" y="1605495"/>
            <a:ext cx="830262" cy="847725"/>
          </a:xfrm>
          <a:prstGeom prst="line">
            <a:avLst/>
          </a:prstGeom>
          <a:noFill/>
          <a:ln w="38100">
            <a:solidFill>
              <a:srgbClr val="99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3" name="Group 76">
            <a:extLst>
              <a:ext uri="{FF2B5EF4-FFF2-40B4-BE49-F238E27FC236}">
                <a16:creationId xmlns:a16="http://schemas.microsoft.com/office/drawing/2014/main" id="{1DA4C2B4-DBBB-DF2F-72FD-9B4F730274E5}"/>
              </a:ext>
            </a:extLst>
          </p:cNvPr>
          <p:cNvGrpSpPr>
            <a:grpSpLocks/>
          </p:cNvGrpSpPr>
          <p:nvPr/>
        </p:nvGrpSpPr>
        <p:grpSpPr bwMode="auto">
          <a:xfrm>
            <a:off x="7991820" y="2065870"/>
            <a:ext cx="1244600" cy="882650"/>
            <a:chOff x="3951" y="1167"/>
            <a:chExt cx="784" cy="556"/>
          </a:xfrm>
        </p:grpSpPr>
        <p:sp>
          <p:nvSpPr>
            <p:cNvPr id="74" name="Line 71">
              <a:extLst>
                <a:ext uri="{FF2B5EF4-FFF2-40B4-BE49-F238E27FC236}">
                  <a16:creationId xmlns:a16="http://schemas.microsoft.com/office/drawing/2014/main" id="{2CFB9D05-DA5D-D586-38D9-85028F8F50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51" y="1450"/>
              <a:ext cx="155" cy="273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5" name="Line 72">
              <a:extLst>
                <a:ext uri="{FF2B5EF4-FFF2-40B4-BE49-F238E27FC236}">
                  <a16:creationId xmlns:a16="http://schemas.microsoft.com/office/drawing/2014/main" id="{0DD2DC0E-24BB-322B-0D85-1E8EBC767A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6" y="1450"/>
              <a:ext cx="629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6" name="Text Box 75">
              <a:extLst>
                <a:ext uri="{FF2B5EF4-FFF2-40B4-BE49-F238E27FC236}">
                  <a16:creationId xmlns:a16="http://schemas.microsoft.com/office/drawing/2014/main" id="{B6D970C9-932C-E7B6-2648-514B0FAB6E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7" y="1167"/>
              <a:ext cx="6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>
                  <a:solidFill>
                    <a:srgbClr val="FF3300"/>
                  </a:solidFill>
                </a:rPr>
                <a:t>侧垂面</a:t>
              </a:r>
            </a:p>
          </p:txBody>
        </p:sp>
      </p:grpSp>
      <p:grpSp>
        <p:nvGrpSpPr>
          <p:cNvPr id="77" name="Group 78">
            <a:extLst>
              <a:ext uri="{FF2B5EF4-FFF2-40B4-BE49-F238E27FC236}">
                <a16:creationId xmlns:a16="http://schemas.microsoft.com/office/drawing/2014/main" id="{6D4E4D49-5BAB-911D-26C1-F68577F0097B}"/>
              </a:ext>
            </a:extLst>
          </p:cNvPr>
          <p:cNvGrpSpPr>
            <a:grpSpLocks/>
          </p:cNvGrpSpPr>
          <p:nvPr/>
        </p:nvGrpSpPr>
        <p:grpSpPr bwMode="auto">
          <a:xfrm>
            <a:off x="1916457" y="1480082"/>
            <a:ext cx="1471613" cy="660400"/>
            <a:chOff x="269" y="589"/>
            <a:chExt cx="927" cy="416"/>
          </a:xfrm>
        </p:grpSpPr>
        <p:sp>
          <p:nvSpPr>
            <p:cNvPr id="78" name="Line 73">
              <a:extLst>
                <a:ext uri="{FF2B5EF4-FFF2-40B4-BE49-F238E27FC236}">
                  <a16:creationId xmlns:a16="http://schemas.microsoft.com/office/drawing/2014/main" id="{6A5AD507-E675-37A4-03F0-30C934617D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05" y="851"/>
              <a:ext cx="291" cy="15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9" name="Line 74">
              <a:extLst>
                <a:ext uri="{FF2B5EF4-FFF2-40B4-BE49-F238E27FC236}">
                  <a16:creationId xmlns:a16="http://schemas.microsoft.com/office/drawing/2014/main" id="{85968CDA-F7D6-EA58-022E-9373C96B91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0" y="851"/>
              <a:ext cx="625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0" name="Text Box 77">
              <a:extLst>
                <a:ext uri="{FF2B5EF4-FFF2-40B4-BE49-F238E27FC236}">
                  <a16:creationId xmlns:a16="http://schemas.microsoft.com/office/drawing/2014/main" id="{9FAA8136-0CF1-937A-7CC3-C42C457E3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" y="589"/>
              <a:ext cx="6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>
                  <a:solidFill>
                    <a:srgbClr val="FF3300"/>
                  </a:solidFill>
                </a:rPr>
                <a:t>正垂面</a:t>
              </a:r>
            </a:p>
          </p:txBody>
        </p:sp>
      </p:grpSp>
      <p:sp>
        <p:nvSpPr>
          <p:cNvPr id="81" name="Line 79">
            <a:extLst>
              <a:ext uri="{FF2B5EF4-FFF2-40B4-BE49-F238E27FC236}">
                <a16:creationId xmlns:a16="http://schemas.microsoft.com/office/drawing/2014/main" id="{CFA1B50E-0950-86CE-F170-040ED5F2D7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7070" y="1607082"/>
            <a:ext cx="0" cy="846138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lgDashDot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" name="Line 80">
            <a:extLst>
              <a:ext uri="{FF2B5EF4-FFF2-40B4-BE49-F238E27FC236}">
                <a16:creationId xmlns:a16="http://schemas.microsoft.com/office/drawing/2014/main" id="{466F8F47-BCA8-CC07-961E-2D3934189C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89607" y="1607082"/>
            <a:ext cx="865188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lgDashDot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" name="Line 81">
            <a:extLst>
              <a:ext uri="{FF2B5EF4-FFF2-40B4-BE49-F238E27FC236}">
                <a16:creationId xmlns:a16="http://schemas.microsoft.com/office/drawing/2014/main" id="{61D1E9BD-705F-6FE4-DFE3-F68A804CDE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9132" y="1624545"/>
            <a:ext cx="0" cy="1463675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lgDashDot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" name="Line 82">
            <a:extLst>
              <a:ext uri="{FF2B5EF4-FFF2-40B4-BE49-F238E27FC236}">
                <a16:creationId xmlns:a16="http://schemas.microsoft.com/office/drawing/2014/main" id="{C985D6E4-F184-4E68-C85B-4ED18E9E0C5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06007" y="1624545"/>
            <a:ext cx="873125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lgDashDot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" name="Rectangle 9">
            <a:extLst>
              <a:ext uri="{FF2B5EF4-FFF2-40B4-BE49-F238E27FC236}">
                <a16:creationId xmlns:a16="http://schemas.microsoft.com/office/drawing/2014/main" id="{EF1D9AD5-C6FC-C34B-30A0-D7AD53040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2045" y="1375307"/>
            <a:ext cx="4667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5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″</a:t>
            </a:r>
          </a:p>
        </p:txBody>
      </p:sp>
      <p:pic>
        <p:nvPicPr>
          <p:cNvPr id="86" name="图片 85">
            <a:extLst>
              <a:ext uri="{FF2B5EF4-FFF2-40B4-BE49-F238E27FC236}">
                <a16:creationId xmlns:a16="http://schemas.microsoft.com/office/drawing/2014/main" id="{C7CB872F-514C-00C9-BE38-0385D4DDC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104781" y="2917105"/>
            <a:ext cx="1152979" cy="332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799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75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75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75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75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75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75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utoUpdateAnimBg="0"/>
      <p:bldP spid="10" grpId="0" build="p" autoUpdateAnimBg="0"/>
      <p:bldP spid="11" grpId="0" build="p" autoUpdateAnimBg="0"/>
      <p:bldP spid="41" grpId="0" build="p" autoUpdateAnimBg="0"/>
      <p:bldP spid="42" grpId="0" build="p" autoUpdateAnimBg="0"/>
      <p:bldP spid="85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BFC1E26-3B48-511E-9D2F-950A04D4C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573C2-AF1A-4CE2-AC1D-AFB3F68DA348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3EEA27D-637C-9ED8-4662-36685C503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11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AA081F-71A1-B036-33B4-6839DB6A1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8</a:t>
            </a:fld>
            <a:endParaRPr lang="en-US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20A5D91A-F4B9-A684-FEF2-A628CF25E79E}"/>
              </a:ext>
            </a:extLst>
          </p:cNvPr>
          <p:cNvGrpSpPr>
            <a:grpSpLocks/>
          </p:cNvGrpSpPr>
          <p:nvPr/>
        </p:nvGrpSpPr>
        <p:grpSpPr bwMode="auto">
          <a:xfrm>
            <a:off x="2415826" y="4334596"/>
            <a:ext cx="2457450" cy="1570038"/>
            <a:chOff x="811" y="2258"/>
            <a:chExt cx="1548" cy="989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4FA4D47A-CA2C-233F-8516-C46BE6BE5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2258"/>
              <a:ext cx="1" cy="988"/>
            </a:xfrm>
            <a:custGeom>
              <a:avLst/>
              <a:gdLst>
                <a:gd name="T0" fmla="*/ 0 w 2"/>
                <a:gd name="T1" fmla="*/ 0 h 2963"/>
                <a:gd name="T2" fmla="*/ 0 w 2"/>
                <a:gd name="T3" fmla="*/ 2963 h 2963"/>
                <a:gd name="T4" fmla="*/ 2 w 2"/>
                <a:gd name="T5" fmla="*/ 2963 h 2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963">
                  <a:moveTo>
                    <a:pt x="0" y="0"/>
                  </a:moveTo>
                  <a:lnTo>
                    <a:pt x="0" y="2963"/>
                  </a:lnTo>
                  <a:lnTo>
                    <a:pt x="2" y="296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726CF15A-B6A7-5D2F-BC7E-8C6A3EEB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2258"/>
              <a:ext cx="1548" cy="1"/>
            </a:xfrm>
            <a:custGeom>
              <a:avLst/>
              <a:gdLst>
                <a:gd name="T0" fmla="*/ 0 w 4642"/>
                <a:gd name="T1" fmla="*/ 4640 w 4642"/>
                <a:gd name="T2" fmla="*/ 4642 w 464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642">
                  <a:moveTo>
                    <a:pt x="0" y="0"/>
                  </a:moveTo>
                  <a:lnTo>
                    <a:pt x="4640" y="0"/>
                  </a:lnTo>
                  <a:lnTo>
                    <a:pt x="464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DC969DEE-ED9E-D5FD-298A-B645CB722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8" y="2258"/>
              <a:ext cx="1" cy="988"/>
            </a:xfrm>
            <a:custGeom>
              <a:avLst/>
              <a:gdLst>
                <a:gd name="T0" fmla="*/ 0 w 2"/>
                <a:gd name="T1" fmla="*/ 0 h 2963"/>
                <a:gd name="T2" fmla="*/ 0 w 2"/>
                <a:gd name="T3" fmla="*/ 2963 h 2963"/>
                <a:gd name="T4" fmla="*/ 2 w 2"/>
                <a:gd name="T5" fmla="*/ 2963 h 2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963">
                  <a:moveTo>
                    <a:pt x="0" y="0"/>
                  </a:moveTo>
                  <a:lnTo>
                    <a:pt x="0" y="2963"/>
                  </a:lnTo>
                  <a:lnTo>
                    <a:pt x="2" y="296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2E8B7A1E-0408-B0B3-396F-D86227137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3246"/>
              <a:ext cx="1547" cy="1"/>
            </a:xfrm>
            <a:custGeom>
              <a:avLst/>
              <a:gdLst>
                <a:gd name="T0" fmla="*/ 4640 w 4640"/>
                <a:gd name="T1" fmla="*/ 0 w 4640"/>
                <a:gd name="T2" fmla="*/ 2 w 464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640">
                  <a:moveTo>
                    <a:pt x="4640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7">
            <a:extLst>
              <a:ext uri="{FF2B5EF4-FFF2-40B4-BE49-F238E27FC236}">
                <a16:creationId xmlns:a16="http://schemas.microsoft.com/office/drawing/2014/main" id="{9A3903AA-C6E7-5B11-27E9-B36B902B291E}"/>
              </a:ext>
            </a:extLst>
          </p:cNvPr>
          <p:cNvSpPr>
            <a:spLocks/>
          </p:cNvSpPr>
          <p:nvPr/>
        </p:nvSpPr>
        <p:spPr bwMode="auto">
          <a:xfrm>
            <a:off x="3238151" y="4999759"/>
            <a:ext cx="1633537" cy="1587"/>
          </a:xfrm>
          <a:custGeom>
            <a:avLst/>
            <a:gdLst>
              <a:gd name="T0" fmla="*/ 3088 w 3088"/>
              <a:gd name="T1" fmla="*/ 0 w 3088"/>
              <a:gd name="T2" fmla="*/ 2 w 3088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3088">
                <a:moveTo>
                  <a:pt x="3088" y="0"/>
                </a:moveTo>
                <a:lnTo>
                  <a:pt x="0" y="0"/>
                </a:lnTo>
                <a:lnTo>
                  <a:pt x="2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F1FC033E-85F1-D73A-F32C-E3202AF5488D}"/>
              </a:ext>
            </a:extLst>
          </p:cNvPr>
          <p:cNvSpPr>
            <a:spLocks/>
          </p:cNvSpPr>
          <p:nvPr/>
        </p:nvSpPr>
        <p:spPr bwMode="auto">
          <a:xfrm>
            <a:off x="2415826" y="4999759"/>
            <a:ext cx="822325" cy="523875"/>
          </a:xfrm>
          <a:custGeom>
            <a:avLst/>
            <a:gdLst>
              <a:gd name="T0" fmla="*/ 1552 w 1552"/>
              <a:gd name="T1" fmla="*/ 0 h 991"/>
              <a:gd name="T2" fmla="*/ 0 w 1552"/>
              <a:gd name="T3" fmla="*/ 991 h 991"/>
              <a:gd name="T4" fmla="*/ 2 w 1552"/>
              <a:gd name="T5" fmla="*/ 991 h 9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52" h="991">
                <a:moveTo>
                  <a:pt x="1552" y="0"/>
                </a:moveTo>
                <a:lnTo>
                  <a:pt x="0" y="991"/>
                </a:lnTo>
                <a:lnTo>
                  <a:pt x="2" y="991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89D52192-2B5A-DC46-4A1E-721CB6F7FF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46088" y="4328246"/>
            <a:ext cx="0" cy="6731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82782552-C313-6B57-34D3-2A6F3EEC8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4513" y="2782021"/>
            <a:ext cx="4730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500">
                <a:solidFill>
                  <a:srgbClr val="000000"/>
                </a:solidFill>
              </a:rPr>
              <a:t>2′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7EDFC4CC-8B47-9DAB-D561-66113678A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2776" y="2759796"/>
            <a:ext cx="4603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5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″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2FB42D2D-C78A-E7E4-8231-ADC01AE02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5901" y="1726334"/>
            <a:ext cx="4730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500">
                <a:solidFill>
                  <a:srgbClr val="000000"/>
                </a:solidFill>
              </a:rPr>
              <a:t>1′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CA36EA24-CC1B-7B44-A29F-0999AD2A1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326" y="1918421"/>
            <a:ext cx="4603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5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″</a:t>
            </a:r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83C50388-1E1A-3487-C616-EEC964042DA1}"/>
              </a:ext>
            </a:extLst>
          </p:cNvPr>
          <p:cNvSpPr>
            <a:spLocks/>
          </p:cNvSpPr>
          <p:nvPr/>
        </p:nvSpPr>
        <p:spPr bwMode="auto">
          <a:xfrm>
            <a:off x="6598888" y="2161309"/>
            <a:ext cx="901700" cy="1482725"/>
          </a:xfrm>
          <a:custGeom>
            <a:avLst/>
            <a:gdLst>
              <a:gd name="T0" fmla="*/ 0 w 1705"/>
              <a:gd name="T1" fmla="*/ 0 h 2802"/>
              <a:gd name="T2" fmla="*/ 1704 w 1705"/>
              <a:gd name="T3" fmla="*/ 2802 h 2802"/>
              <a:gd name="T4" fmla="*/ 1705 w 1705"/>
              <a:gd name="T5" fmla="*/ 2802 h 28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05" h="2802">
                <a:moveTo>
                  <a:pt x="0" y="0"/>
                </a:moveTo>
                <a:lnTo>
                  <a:pt x="1704" y="2802"/>
                </a:lnTo>
                <a:lnTo>
                  <a:pt x="1705" y="2802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Freeform 15">
            <a:extLst>
              <a:ext uri="{FF2B5EF4-FFF2-40B4-BE49-F238E27FC236}">
                <a16:creationId xmlns:a16="http://schemas.microsoft.com/office/drawing/2014/main" id="{0969A07C-3EAB-006A-392B-2FCF7CA236E2}"/>
              </a:ext>
            </a:extLst>
          </p:cNvPr>
          <p:cNvSpPr>
            <a:spLocks/>
          </p:cNvSpPr>
          <p:nvPr/>
        </p:nvSpPr>
        <p:spPr bwMode="auto">
          <a:xfrm>
            <a:off x="5933726" y="3644034"/>
            <a:ext cx="1566862" cy="1587"/>
          </a:xfrm>
          <a:custGeom>
            <a:avLst/>
            <a:gdLst>
              <a:gd name="T0" fmla="*/ 0 w 2962"/>
              <a:gd name="T1" fmla="*/ 2961 w 2962"/>
              <a:gd name="T2" fmla="*/ 2962 w 2962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962">
                <a:moveTo>
                  <a:pt x="0" y="0"/>
                </a:moveTo>
                <a:lnTo>
                  <a:pt x="2961" y="0"/>
                </a:lnTo>
                <a:lnTo>
                  <a:pt x="2962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338FCE81-7294-B691-243D-B3426F9F8DE4}"/>
              </a:ext>
            </a:extLst>
          </p:cNvPr>
          <p:cNvSpPr>
            <a:spLocks/>
          </p:cNvSpPr>
          <p:nvPr/>
        </p:nvSpPr>
        <p:spPr bwMode="auto">
          <a:xfrm>
            <a:off x="5933726" y="2161309"/>
            <a:ext cx="1587" cy="1482725"/>
          </a:xfrm>
          <a:custGeom>
            <a:avLst/>
            <a:gdLst>
              <a:gd name="T0" fmla="*/ 0 w 2"/>
              <a:gd name="T1" fmla="*/ 0 h 2802"/>
              <a:gd name="T2" fmla="*/ 0 w 2"/>
              <a:gd name="T3" fmla="*/ 2802 h 2802"/>
              <a:gd name="T4" fmla="*/ 2 w 2"/>
              <a:gd name="T5" fmla="*/ 2802 h 28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802">
                <a:moveTo>
                  <a:pt x="0" y="0"/>
                </a:moveTo>
                <a:lnTo>
                  <a:pt x="0" y="2802"/>
                </a:lnTo>
                <a:lnTo>
                  <a:pt x="2" y="2802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Freeform 17">
            <a:extLst>
              <a:ext uri="{FF2B5EF4-FFF2-40B4-BE49-F238E27FC236}">
                <a16:creationId xmlns:a16="http://schemas.microsoft.com/office/drawing/2014/main" id="{0311AA08-553C-7786-9B8C-6066EC37AB88}"/>
              </a:ext>
            </a:extLst>
          </p:cNvPr>
          <p:cNvSpPr>
            <a:spLocks/>
          </p:cNvSpPr>
          <p:nvPr/>
        </p:nvSpPr>
        <p:spPr bwMode="auto">
          <a:xfrm>
            <a:off x="5933726" y="3020146"/>
            <a:ext cx="1187450" cy="1588"/>
          </a:xfrm>
          <a:custGeom>
            <a:avLst/>
            <a:gdLst>
              <a:gd name="T0" fmla="*/ 0 w 2246"/>
              <a:gd name="T1" fmla="*/ 2245 w 2246"/>
              <a:gd name="T2" fmla="*/ 2246 w 2246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2246">
                <a:moveTo>
                  <a:pt x="0" y="0"/>
                </a:moveTo>
                <a:lnTo>
                  <a:pt x="2245" y="0"/>
                </a:lnTo>
                <a:lnTo>
                  <a:pt x="2246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1" name="Group 18">
            <a:extLst>
              <a:ext uri="{FF2B5EF4-FFF2-40B4-BE49-F238E27FC236}">
                <a16:creationId xmlns:a16="http://schemas.microsoft.com/office/drawing/2014/main" id="{63A02233-3CA1-C984-F8AC-5ADB9E65D553}"/>
              </a:ext>
            </a:extLst>
          </p:cNvPr>
          <p:cNvGrpSpPr>
            <a:grpSpLocks/>
          </p:cNvGrpSpPr>
          <p:nvPr/>
        </p:nvGrpSpPr>
        <p:grpSpPr bwMode="auto">
          <a:xfrm>
            <a:off x="2422176" y="2161309"/>
            <a:ext cx="2457450" cy="1484312"/>
            <a:chOff x="811" y="885"/>
            <a:chExt cx="1548" cy="935"/>
          </a:xfrm>
        </p:grpSpPr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CF0AFDD7-4444-40F4-E1C3-D16995E4C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8" y="885"/>
              <a:ext cx="1" cy="934"/>
            </a:xfrm>
            <a:custGeom>
              <a:avLst/>
              <a:gdLst>
                <a:gd name="T0" fmla="*/ 0 w 2"/>
                <a:gd name="T1" fmla="*/ 2802 h 2802"/>
                <a:gd name="T2" fmla="*/ 0 w 2"/>
                <a:gd name="T3" fmla="*/ 0 h 2802"/>
                <a:gd name="T4" fmla="*/ 2 w 2"/>
                <a:gd name="T5" fmla="*/ 0 h 2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802">
                  <a:moveTo>
                    <a:pt x="0" y="280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C604F62F-A421-8C39-06C8-7E415B1039F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885"/>
              <a:ext cx="518" cy="541"/>
            </a:xfrm>
            <a:custGeom>
              <a:avLst/>
              <a:gdLst>
                <a:gd name="T0" fmla="*/ 1552 w 1552"/>
                <a:gd name="T1" fmla="*/ 0 h 1625"/>
                <a:gd name="T2" fmla="*/ 0 w 1552"/>
                <a:gd name="T3" fmla="*/ 1625 h 1625"/>
                <a:gd name="T4" fmla="*/ 2 w 1552"/>
                <a:gd name="T5" fmla="*/ 1625 h 1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52" h="1625">
                  <a:moveTo>
                    <a:pt x="1552" y="0"/>
                  </a:moveTo>
                  <a:lnTo>
                    <a:pt x="0" y="1625"/>
                  </a:lnTo>
                  <a:lnTo>
                    <a:pt x="2" y="162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621654A9-A771-FFC2-2249-C9A30B196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1819"/>
              <a:ext cx="1548" cy="1"/>
            </a:xfrm>
            <a:custGeom>
              <a:avLst/>
              <a:gdLst>
                <a:gd name="T0" fmla="*/ 0 w 4642"/>
                <a:gd name="T1" fmla="*/ 4640 w 4642"/>
                <a:gd name="T2" fmla="*/ 4642 w 464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642">
                  <a:moveTo>
                    <a:pt x="0" y="0"/>
                  </a:moveTo>
                  <a:lnTo>
                    <a:pt x="4640" y="0"/>
                  </a:lnTo>
                  <a:lnTo>
                    <a:pt x="464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FA459E7F-C4A2-BE63-DE82-8921F55A69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1426"/>
              <a:ext cx="1" cy="393"/>
            </a:xfrm>
            <a:custGeom>
              <a:avLst/>
              <a:gdLst>
                <a:gd name="T0" fmla="*/ 0 w 2"/>
                <a:gd name="T1" fmla="*/ 0 h 1177"/>
                <a:gd name="T2" fmla="*/ 0 w 2"/>
                <a:gd name="T3" fmla="*/ 1177 h 1177"/>
                <a:gd name="T4" fmla="*/ 2 w 2"/>
                <a:gd name="T5" fmla="*/ 1177 h 1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177">
                  <a:moveTo>
                    <a:pt x="0" y="0"/>
                  </a:moveTo>
                  <a:lnTo>
                    <a:pt x="0" y="1177"/>
                  </a:lnTo>
                  <a:lnTo>
                    <a:pt x="2" y="117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1FB9BF34-5155-21BC-1732-C6DD704FB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9" y="885"/>
              <a:ext cx="1029" cy="1"/>
            </a:xfrm>
            <a:custGeom>
              <a:avLst/>
              <a:gdLst>
                <a:gd name="T0" fmla="*/ 3088 w 3088"/>
                <a:gd name="T1" fmla="*/ 0 w 3088"/>
                <a:gd name="T2" fmla="*/ 2 w 308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088">
                  <a:moveTo>
                    <a:pt x="3088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Freeform 24">
            <a:extLst>
              <a:ext uri="{FF2B5EF4-FFF2-40B4-BE49-F238E27FC236}">
                <a16:creationId xmlns:a16="http://schemas.microsoft.com/office/drawing/2014/main" id="{B7B4637F-E562-7C8C-454E-370E64764043}"/>
              </a:ext>
            </a:extLst>
          </p:cNvPr>
          <p:cNvSpPr>
            <a:spLocks/>
          </p:cNvSpPr>
          <p:nvPr/>
        </p:nvSpPr>
        <p:spPr bwMode="auto">
          <a:xfrm>
            <a:off x="5933726" y="2161309"/>
            <a:ext cx="665162" cy="1587"/>
          </a:xfrm>
          <a:custGeom>
            <a:avLst/>
            <a:gdLst>
              <a:gd name="T0" fmla="*/ 0 w 1258"/>
              <a:gd name="T1" fmla="*/ 1257 w 1258"/>
              <a:gd name="T2" fmla="*/ 1258 w 1258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258">
                <a:moveTo>
                  <a:pt x="0" y="0"/>
                </a:moveTo>
                <a:lnTo>
                  <a:pt x="1257" y="0"/>
                </a:lnTo>
                <a:lnTo>
                  <a:pt x="1258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8" name="Group 26">
            <a:extLst>
              <a:ext uri="{FF2B5EF4-FFF2-40B4-BE49-F238E27FC236}">
                <a16:creationId xmlns:a16="http://schemas.microsoft.com/office/drawing/2014/main" id="{5170FFA6-676C-37C8-8A8B-478C78F1BAB2}"/>
              </a:ext>
            </a:extLst>
          </p:cNvPr>
          <p:cNvGrpSpPr>
            <a:grpSpLocks/>
          </p:cNvGrpSpPr>
          <p:nvPr/>
        </p:nvGrpSpPr>
        <p:grpSpPr bwMode="auto">
          <a:xfrm>
            <a:off x="7872063" y="3429000"/>
            <a:ext cx="2590800" cy="2724150"/>
            <a:chOff x="2382" y="1332"/>
            <a:chExt cx="1632" cy="1716"/>
          </a:xfrm>
        </p:grpSpPr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80656A45-A9A9-651B-FAE5-66685F18C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1332"/>
              <a:ext cx="1632" cy="942"/>
            </a:xfrm>
            <a:custGeom>
              <a:avLst/>
              <a:gdLst>
                <a:gd name="T0" fmla="*/ 0 w 1632"/>
                <a:gd name="T1" fmla="*/ 540 h 942"/>
                <a:gd name="T2" fmla="*/ 696 w 1632"/>
                <a:gd name="T3" fmla="*/ 942 h 942"/>
                <a:gd name="T4" fmla="*/ 1632 w 1632"/>
                <a:gd name="T5" fmla="*/ 402 h 942"/>
                <a:gd name="T6" fmla="*/ 942 w 1632"/>
                <a:gd name="T7" fmla="*/ 0 h 942"/>
                <a:gd name="T8" fmla="*/ 0 w 1632"/>
                <a:gd name="T9" fmla="*/ 540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2" h="942">
                  <a:moveTo>
                    <a:pt x="0" y="540"/>
                  </a:moveTo>
                  <a:lnTo>
                    <a:pt x="696" y="942"/>
                  </a:lnTo>
                  <a:lnTo>
                    <a:pt x="1632" y="402"/>
                  </a:lnTo>
                  <a:lnTo>
                    <a:pt x="942" y="0"/>
                  </a:lnTo>
                  <a:lnTo>
                    <a:pt x="0" y="540"/>
                  </a:lnTo>
                  <a:close/>
                </a:path>
              </a:pathLst>
            </a:custGeom>
            <a:gradFill rotWithShape="0">
              <a:gsLst>
                <a:gs pos="0">
                  <a:srgbClr val="009900">
                    <a:gamma/>
                    <a:shade val="46275"/>
                    <a:invGamma/>
                  </a:srgbClr>
                </a:gs>
                <a:gs pos="100000">
                  <a:srgbClr val="0099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E1FA9341-F101-5344-C1FD-3130B0CC4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1866"/>
              <a:ext cx="708" cy="1182"/>
            </a:xfrm>
            <a:custGeom>
              <a:avLst/>
              <a:gdLst>
                <a:gd name="T0" fmla="*/ 0 w 708"/>
                <a:gd name="T1" fmla="*/ 0 h 1182"/>
                <a:gd name="T2" fmla="*/ 708 w 708"/>
                <a:gd name="T3" fmla="*/ 396 h 1182"/>
                <a:gd name="T4" fmla="*/ 708 w 708"/>
                <a:gd name="T5" fmla="*/ 1182 h 1182"/>
                <a:gd name="T6" fmla="*/ 0 w 708"/>
                <a:gd name="T7" fmla="*/ 774 h 1182"/>
                <a:gd name="T8" fmla="*/ 0 w 708"/>
                <a:gd name="T9" fmla="*/ 0 h 1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8" h="1182">
                  <a:moveTo>
                    <a:pt x="0" y="0"/>
                  </a:moveTo>
                  <a:lnTo>
                    <a:pt x="708" y="396"/>
                  </a:lnTo>
                  <a:lnTo>
                    <a:pt x="708" y="1182"/>
                  </a:lnTo>
                  <a:lnTo>
                    <a:pt x="0" y="77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9900">
                    <a:gamma/>
                    <a:shade val="46275"/>
                    <a:invGamma/>
                  </a:srgbClr>
                </a:gs>
                <a:gs pos="100000">
                  <a:srgbClr val="0099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19D15BC8-A149-0C16-57C0-45D2F833D4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4" y="1728"/>
              <a:ext cx="924" cy="1314"/>
            </a:xfrm>
            <a:custGeom>
              <a:avLst/>
              <a:gdLst>
                <a:gd name="T0" fmla="*/ 0 w 924"/>
                <a:gd name="T1" fmla="*/ 534 h 1314"/>
                <a:gd name="T2" fmla="*/ 0 w 924"/>
                <a:gd name="T3" fmla="*/ 1314 h 1314"/>
                <a:gd name="T4" fmla="*/ 924 w 924"/>
                <a:gd name="T5" fmla="*/ 781 h 1314"/>
                <a:gd name="T6" fmla="*/ 924 w 924"/>
                <a:gd name="T7" fmla="*/ 0 h 1314"/>
                <a:gd name="T8" fmla="*/ 0 w 924"/>
                <a:gd name="T9" fmla="*/ 534 h 1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4" h="1314">
                  <a:moveTo>
                    <a:pt x="0" y="534"/>
                  </a:moveTo>
                  <a:lnTo>
                    <a:pt x="0" y="1314"/>
                  </a:lnTo>
                  <a:lnTo>
                    <a:pt x="924" y="781"/>
                  </a:lnTo>
                  <a:lnTo>
                    <a:pt x="924" y="0"/>
                  </a:lnTo>
                  <a:lnTo>
                    <a:pt x="0" y="534"/>
                  </a:lnTo>
                  <a:close/>
                </a:path>
              </a:pathLst>
            </a:custGeom>
            <a:gradFill rotWithShape="0">
              <a:gsLst>
                <a:gs pos="0">
                  <a:srgbClr val="009900"/>
                </a:gs>
                <a:gs pos="100000">
                  <a:srgbClr val="009900">
                    <a:gamma/>
                    <a:shade val="80000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2" name="Group 30">
            <a:extLst>
              <a:ext uri="{FF2B5EF4-FFF2-40B4-BE49-F238E27FC236}">
                <a16:creationId xmlns:a16="http://schemas.microsoft.com/office/drawing/2014/main" id="{8A235589-B1D0-2687-8943-96A2AF1CA94F}"/>
              </a:ext>
            </a:extLst>
          </p:cNvPr>
          <p:cNvGrpSpPr>
            <a:grpSpLocks/>
          </p:cNvGrpSpPr>
          <p:nvPr/>
        </p:nvGrpSpPr>
        <p:grpSpPr bwMode="auto">
          <a:xfrm>
            <a:off x="8300688" y="3657600"/>
            <a:ext cx="2209800" cy="2476500"/>
            <a:chOff x="4082" y="2385"/>
            <a:chExt cx="1392" cy="1560"/>
          </a:xfrm>
        </p:grpSpPr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FDA2483D-C6E6-98DA-2C60-5D0950372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6" y="2385"/>
              <a:ext cx="498" cy="1050"/>
            </a:xfrm>
            <a:custGeom>
              <a:avLst/>
              <a:gdLst>
                <a:gd name="T0" fmla="*/ 36 w 498"/>
                <a:gd name="T1" fmla="*/ 0 h 1050"/>
                <a:gd name="T2" fmla="*/ 498 w 498"/>
                <a:gd name="T3" fmla="*/ 228 h 1050"/>
                <a:gd name="T4" fmla="*/ 468 w 498"/>
                <a:gd name="T5" fmla="*/ 1050 h 1050"/>
                <a:gd name="T6" fmla="*/ 0 w 498"/>
                <a:gd name="T7" fmla="*/ 18 h 1050"/>
                <a:gd name="T8" fmla="*/ 36 w 498"/>
                <a:gd name="T9" fmla="*/ 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8" h="1050">
                  <a:moveTo>
                    <a:pt x="36" y="0"/>
                  </a:moveTo>
                  <a:lnTo>
                    <a:pt x="498" y="228"/>
                  </a:lnTo>
                  <a:lnTo>
                    <a:pt x="468" y="1050"/>
                  </a:lnTo>
                  <a:lnTo>
                    <a:pt x="0" y="18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592D5215-0B08-0D61-1ABF-EDC5B1587F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2385"/>
              <a:ext cx="1356" cy="1560"/>
            </a:xfrm>
            <a:custGeom>
              <a:avLst/>
              <a:gdLst>
                <a:gd name="T0" fmla="*/ 0 w 1356"/>
                <a:gd name="T1" fmla="*/ 528 h 1560"/>
                <a:gd name="T2" fmla="*/ 924 w 1356"/>
                <a:gd name="T3" fmla="*/ 0 h 1560"/>
                <a:gd name="T4" fmla="*/ 1356 w 1356"/>
                <a:gd name="T5" fmla="*/ 1032 h 1560"/>
                <a:gd name="T6" fmla="*/ 444 w 1356"/>
                <a:gd name="T7" fmla="*/ 1560 h 1560"/>
                <a:gd name="T8" fmla="*/ 0 w 1356"/>
                <a:gd name="T9" fmla="*/ 528 h 1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6" h="1560">
                  <a:moveTo>
                    <a:pt x="0" y="528"/>
                  </a:moveTo>
                  <a:lnTo>
                    <a:pt x="924" y="0"/>
                  </a:lnTo>
                  <a:lnTo>
                    <a:pt x="1356" y="1032"/>
                  </a:lnTo>
                  <a:lnTo>
                    <a:pt x="444" y="1560"/>
                  </a:lnTo>
                  <a:lnTo>
                    <a:pt x="0" y="528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5" name="Group 33">
            <a:extLst>
              <a:ext uri="{FF2B5EF4-FFF2-40B4-BE49-F238E27FC236}">
                <a16:creationId xmlns:a16="http://schemas.microsoft.com/office/drawing/2014/main" id="{2CEB061A-4385-2393-3B0B-130AB31E66BA}"/>
              </a:ext>
            </a:extLst>
          </p:cNvPr>
          <p:cNvGrpSpPr>
            <a:grpSpLocks/>
          </p:cNvGrpSpPr>
          <p:nvPr/>
        </p:nvGrpSpPr>
        <p:grpSpPr bwMode="auto">
          <a:xfrm>
            <a:off x="7683151" y="3867150"/>
            <a:ext cx="1068387" cy="1476375"/>
            <a:chOff x="3693" y="2517"/>
            <a:chExt cx="673" cy="930"/>
          </a:xfrm>
        </p:grpSpPr>
        <p:sp>
          <p:nvSpPr>
            <p:cNvPr id="36" name="Freeform 34">
              <a:extLst>
                <a:ext uri="{FF2B5EF4-FFF2-40B4-BE49-F238E27FC236}">
                  <a16:creationId xmlns:a16="http://schemas.microsoft.com/office/drawing/2014/main" id="{70E35D2A-4C12-DF0C-D164-A7B59ADF9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" y="2517"/>
              <a:ext cx="468" cy="663"/>
            </a:xfrm>
            <a:custGeom>
              <a:avLst/>
              <a:gdLst>
                <a:gd name="T0" fmla="*/ 414 w 468"/>
                <a:gd name="T1" fmla="*/ 6 h 663"/>
                <a:gd name="T2" fmla="*/ 0 w 468"/>
                <a:gd name="T3" fmla="*/ 197 h 663"/>
                <a:gd name="T4" fmla="*/ 18 w 468"/>
                <a:gd name="T5" fmla="*/ 582 h 663"/>
                <a:gd name="T6" fmla="*/ 147 w 468"/>
                <a:gd name="T7" fmla="*/ 663 h 663"/>
                <a:gd name="T8" fmla="*/ 468 w 468"/>
                <a:gd name="T9" fmla="*/ 0 h 663"/>
                <a:gd name="T10" fmla="*/ 414 w 468"/>
                <a:gd name="T11" fmla="*/ 6 h 6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8" h="663">
                  <a:moveTo>
                    <a:pt x="414" y="6"/>
                  </a:moveTo>
                  <a:lnTo>
                    <a:pt x="0" y="197"/>
                  </a:lnTo>
                  <a:lnTo>
                    <a:pt x="18" y="582"/>
                  </a:lnTo>
                  <a:lnTo>
                    <a:pt x="147" y="663"/>
                  </a:lnTo>
                  <a:lnTo>
                    <a:pt x="468" y="0"/>
                  </a:lnTo>
                  <a:lnTo>
                    <a:pt x="414" y="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C29FD226-6970-5406-0FFF-FBE85BAD2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" y="2604"/>
              <a:ext cx="556" cy="843"/>
            </a:xfrm>
            <a:custGeom>
              <a:avLst/>
              <a:gdLst>
                <a:gd name="T0" fmla="*/ 300 w 556"/>
                <a:gd name="T1" fmla="*/ 0 h 843"/>
                <a:gd name="T2" fmla="*/ 556 w 556"/>
                <a:gd name="T3" fmla="*/ 148 h 843"/>
                <a:gd name="T4" fmla="*/ 495 w 556"/>
                <a:gd name="T5" fmla="*/ 843 h 843"/>
                <a:gd name="T6" fmla="*/ 0 w 556"/>
                <a:gd name="T7" fmla="*/ 564 h 843"/>
                <a:gd name="T8" fmla="*/ 300 w 556"/>
                <a:gd name="T9" fmla="*/ 0 h 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6" h="843">
                  <a:moveTo>
                    <a:pt x="300" y="0"/>
                  </a:moveTo>
                  <a:lnTo>
                    <a:pt x="556" y="148"/>
                  </a:lnTo>
                  <a:lnTo>
                    <a:pt x="495" y="843"/>
                  </a:lnTo>
                  <a:lnTo>
                    <a:pt x="0" y="564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8" name="Rectangle 36">
            <a:extLst>
              <a:ext uri="{FF2B5EF4-FFF2-40B4-BE49-F238E27FC236}">
                <a16:creationId xmlns:a16="http://schemas.microsoft.com/office/drawing/2014/main" id="{D62436CF-F6DA-FA58-9F2A-A9D82F9E8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8038" y="5084762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  <a:latin typeface="Dutch801 Rm BT" panose="02020603060505020304" pitchFamily="18" charset="0"/>
              </a:rPr>
              <a:t>Ⅱ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552A0EA2-14C4-B01E-1942-1684E2D56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1213" y="4151312"/>
            <a:ext cx="301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  <a:latin typeface="Dutch801 Rm BT" panose="02020603060505020304" pitchFamily="18" charset="0"/>
              </a:rPr>
              <a:t>Ⅰ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" name="Line 38">
            <a:extLst>
              <a:ext uri="{FF2B5EF4-FFF2-40B4-BE49-F238E27FC236}">
                <a16:creationId xmlns:a16="http://schemas.microsoft.com/office/drawing/2014/main" id="{C059659E-0CFD-8B05-D82C-043DB59928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8826" y="4227512"/>
            <a:ext cx="106362" cy="110966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Rectangle 39">
            <a:extLst>
              <a:ext uri="{FF2B5EF4-FFF2-40B4-BE49-F238E27FC236}">
                <a16:creationId xmlns:a16="http://schemas.microsoft.com/office/drawing/2014/main" id="{36955A70-715E-4210-179D-4FC3F4928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7051" y="4617171"/>
            <a:ext cx="1555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500">
                <a:solidFill>
                  <a:srgbClr val="000000"/>
                </a:solidFill>
              </a:rPr>
              <a:t>1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" name="Rectangle 40">
            <a:extLst>
              <a:ext uri="{FF2B5EF4-FFF2-40B4-BE49-F238E27FC236}">
                <a16:creationId xmlns:a16="http://schemas.microsoft.com/office/drawing/2014/main" id="{EF72169C-BD36-B0D2-EF3A-E26FCEEFF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5313" y="5307734"/>
            <a:ext cx="1555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500">
                <a:solidFill>
                  <a:srgbClr val="000000"/>
                </a:solidFill>
              </a:rPr>
              <a:t>2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" name="Text Box 28">
            <a:extLst>
              <a:ext uri="{FF2B5EF4-FFF2-40B4-BE49-F238E27FC236}">
                <a16:creationId xmlns:a16="http://schemas.microsoft.com/office/drawing/2014/main" id="{E6DCD135-FE63-7AAB-6B60-60D9C7E58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2948" y="824634"/>
            <a:ext cx="43755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12.1 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</a:t>
            </a:r>
            <a:r>
              <a:rPr lang="en-US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求作俯视图</a:t>
            </a:r>
          </a:p>
        </p:txBody>
      </p:sp>
    </p:spTree>
    <p:extLst>
      <p:ext uri="{BB962C8B-B14F-4D97-AF65-F5344CB8AC3E}">
        <p14:creationId xmlns:p14="http://schemas.microsoft.com/office/powerpoint/2010/main" val="120868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572B41-60B4-2F16-ADE6-2F6A6BF14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EFE4E-93EC-460A-83CD-B9B53B87A990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26C5EBF-F60B-CB28-AE49-333611F51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11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6CA499-23BE-D281-E715-AB006035F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9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C3B52F3-54C6-7631-EDD4-409FE64E731D}"/>
              </a:ext>
            </a:extLst>
          </p:cNvPr>
          <p:cNvSpPr txBox="1">
            <a:spLocks/>
          </p:cNvSpPr>
          <p:nvPr/>
        </p:nvSpPr>
        <p:spPr>
          <a:xfrm>
            <a:off x="870437" y="1071322"/>
            <a:ext cx="8050539" cy="726954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12.2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   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四棱柱被截切后的侧面投影（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P120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，例</a:t>
            </a:r>
            <a:r>
              <a:rPr lang="en-US" altLang="zh-CN" sz="2400" dirty="0"/>
              <a:t>5-5</a:t>
            </a:r>
            <a:r>
              <a:rPr lang="zh-CN" altLang="en-US" sz="2400" dirty="0"/>
              <a:t>）</a:t>
            </a:r>
            <a:endParaRPr 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A08E15BF-F0E8-7EC4-9AF5-25E8068A8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492" y="2163401"/>
            <a:ext cx="3714682" cy="4054855"/>
          </a:xfrm>
          <a:prstGeom prst="rect">
            <a:avLst/>
          </a:prstGeom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5E33B96A-AB39-76E1-1347-B6D55B191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140" y="2334010"/>
            <a:ext cx="3407720" cy="40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03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EC98C6-AAC4-DBEA-A0A7-EE9071F7C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5810E-3922-4395-9836-50B192B010AE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1DC4FA-ADAF-BEA9-1309-8209F38E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11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3BD4C7-8361-46DD-5D2E-1981BA7DE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10</a:t>
            </a:fld>
            <a:endParaRPr lang="en-US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4C8FA15E-A68C-99EE-CDD6-C06DA4367BAB}"/>
              </a:ext>
            </a:extLst>
          </p:cNvPr>
          <p:cNvSpPr txBox="1">
            <a:spLocks/>
          </p:cNvSpPr>
          <p:nvPr/>
        </p:nvSpPr>
        <p:spPr>
          <a:xfrm>
            <a:off x="1117135" y="788785"/>
            <a:ext cx="6616235" cy="72695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dirty="0"/>
              <a:t>12.2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   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四棱柱被截切后的侧面投影</a:t>
            </a:r>
            <a:endParaRPr 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7" name="Picture 4">
            <a:extLst>
              <a:ext uri="{FF2B5EF4-FFF2-40B4-BE49-F238E27FC236}">
                <a16:creationId xmlns:a16="http://schemas.microsoft.com/office/drawing/2014/main" id="{81C978A4-3EE4-8E6D-154C-49E1BF974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10" y="1445524"/>
            <a:ext cx="3634154" cy="3966952"/>
          </a:xfrm>
          <a:prstGeom prst="rect">
            <a:avLst/>
          </a:prstGeom>
        </p:spPr>
      </p:pic>
      <p:sp>
        <p:nvSpPr>
          <p:cNvPr id="38" name="TextBox 8">
            <a:extLst>
              <a:ext uri="{FF2B5EF4-FFF2-40B4-BE49-F238E27FC236}">
                <a16:creationId xmlns:a16="http://schemas.microsoft.com/office/drawing/2014/main" id="{7ABCF6DE-A50D-FE3D-6F85-AF1BE061DAE3}"/>
              </a:ext>
            </a:extLst>
          </p:cNvPr>
          <p:cNvSpPr txBox="1"/>
          <p:nvPr/>
        </p:nvSpPr>
        <p:spPr>
          <a:xfrm>
            <a:off x="2135279" y="403890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p</a:t>
            </a:r>
            <a:endParaRPr lang="en-US"/>
          </a:p>
        </p:txBody>
      </p:sp>
      <p:cxnSp>
        <p:nvCxnSpPr>
          <p:cNvPr id="39" name="Straight Connector 10">
            <a:extLst>
              <a:ext uri="{FF2B5EF4-FFF2-40B4-BE49-F238E27FC236}">
                <a16:creationId xmlns:a16="http://schemas.microsoft.com/office/drawing/2014/main" id="{B6760E7B-AB0D-2B49-08DE-1D72035803F8}"/>
              </a:ext>
            </a:extLst>
          </p:cNvPr>
          <p:cNvCxnSpPr/>
          <p:nvPr/>
        </p:nvCxnSpPr>
        <p:spPr>
          <a:xfrm flipV="1">
            <a:off x="2976410" y="1936565"/>
            <a:ext cx="0" cy="18600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42">
            <a:extLst>
              <a:ext uri="{FF2B5EF4-FFF2-40B4-BE49-F238E27FC236}">
                <a16:creationId xmlns:a16="http://schemas.microsoft.com/office/drawing/2014/main" id="{DD4F7130-9B00-FBD2-3CAD-DDE45818C392}"/>
              </a:ext>
            </a:extLst>
          </p:cNvPr>
          <p:cNvGrpSpPr/>
          <p:nvPr/>
        </p:nvGrpSpPr>
        <p:grpSpPr>
          <a:xfrm>
            <a:off x="1853218" y="1637932"/>
            <a:ext cx="588555" cy="548726"/>
            <a:chOff x="3261239" y="1459829"/>
            <a:chExt cx="588555" cy="548726"/>
          </a:xfrm>
        </p:grpSpPr>
        <p:sp>
          <p:nvSpPr>
            <p:cNvPr id="41" name="TextBox 12">
              <a:extLst>
                <a:ext uri="{FF2B5EF4-FFF2-40B4-BE49-F238E27FC236}">
                  <a16:creationId xmlns:a16="http://schemas.microsoft.com/office/drawing/2014/main" id="{E74534D5-A8D0-6480-71B0-29C46A2D769D}"/>
                </a:ext>
              </a:extLst>
            </p:cNvPr>
            <p:cNvSpPr txBox="1"/>
            <p:nvPr/>
          </p:nvSpPr>
          <p:spPr>
            <a:xfrm>
              <a:off x="3261239" y="145982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p’</a:t>
              </a:r>
              <a:endParaRPr lang="en-US"/>
            </a:p>
          </p:txBody>
        </p:sp>
        <p:cxnSp>
          <p:nvCxnSpPr>
            <p:cNvPr id="42" name="Straight Connector 14">
              <a:extLst>
                <a:ext uri="{FF2B5EF4-FFF2-40B4-BE49-F238E27FC236}">
                  <a16:creationId xmlns:a16="http://schemas.microsoft.com/office/drawing/2014/main" id="{0287BF57-D9B3-699F-1047-CF3B853FB0FF}"/>
                </a:ext>
              </a:extLst>
            </p:cNvPr>
            <p:cNvCxnSpPr/>
            <p:nvPr/>
          </p:nvCxnSpPr>
          <p:spPr>
            <a:xfrm>
              <a:off x="3543300" y="1727202"/>
              <a:ext cx="306494" cy="2813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16">
            <a:extLst>
              <a:ext uri="{FF2B5EF4-FFF2-40B4-BE49-F238E27FC236}">
                <a16:creationId xmlns:a16="http://schemas.microsoft.com/office/drawing/2014/main" id="{9ED858F7-1FA5-BDAD-0C86-BFE9F7F92303}"/>
              </a:ext>
            </a:extLst>
          </p:cNvPr>
          <p:cNvSpPr txBox="1"/>
          <p:nvPr/>
        </p:nvSpPr>
        <p:spPr>
          <a:xfrm>
            <a:off x="7306132" y="1936565"/>
            <a:ext cx="53911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投影分析 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en-US" altLang="zh-CN"/>
              <a:t>P</a:t>
            </a:r>
            <a:r>
              <a:rPr lang="zh-CN" altLang="en-US"/>
              <a:t>为正垂面，</a:t>
            </a:r>
            <a:r>
              <a:rPr lang="en-US" altLang="zh-CN">
                <a:solidFill>
                  <a:srgbClr val="C00000"/>
                </a:solidFill>
              </a:rPr>
              <a:t>p”,</a:t>
            </a:r>
            <a:r>
              <a:rPr lang="zh-CN" altLang="en-US">
                <a:solidFill>
                  <a:srgbClr val="C00000"/>
                </a:solidFill>
              </a:rPr>
              <a:t> </a:t>
            </a:r>
            <a:r>
              <a:rPr lang="en-US" altLang="zh-CN">
                <a:solidFill>
                  <a:srgbClr val="C00000"/>
                </a:solidFill>
              </a:rPr>
              <a:t>p</a:t>
            </a:r>
            <a:r>
              <a:rPr lang="zh-CN" altLang="en-US">
                <a:solidFill>
                  <a:srgbClr val="C00000"/>
                </a:solidFill>
              </a:rPr>
              <a:t>为类似图形</a:t>
            </a:r>
            <a:r>
              <a:rPr lang="zh-CN" altLang="en-US"/>
              <a:t>→</a:t>
            </a:r>
            <a:r>
              <a:rPr lang="en-US" altLang="zh-CN"/>
              <a:t>p”</a:t>
            </a:r>
            <a:r>
              <a:rPr lang="zh-CN" altLang="en-US"/>
              <a:t>为四边形</a:t>
            </a:r>
            <a:endParaRPr lang="en-US" altLang="zh-CN"/>
          </a:p>
          <a:p>
            <a:r>
              <a:rPr lang="en-US" altLang="zh-CN"/>
              <a:t>Q</a:t>
            </a:r>
            <a:r>
              <a:rPr lang="zh-CN" altLang="en-US"/>
              <a:t>为铅垂面，</a:t>
            </a:r>
            <a:r>
              <a:rPr lang="en-US" altLang="zh-CN">
                <a:solidFill>
                  <a:srgbClr val="C00000"/>
                </a:solidFill>
              </a:rPr>
              <a:t>q”,</a:t>
            </a:r>
            <a:r>
              <a:rPr lang="zh-CN" altLang="en-US">
                <a:solidFill>
                  <a:srgbClr val="C00000"/>
                </a:solidFill>
              </a:rPr>
              <a:t> </a:t>
            </a:r>
            <a:r>
              <a:rPr lang="en-US" altLang="zh-CN">
                <a:solidFill>
                  <a:srgbClr val="C00000"/>
                </a:solidFill>
              </a:rPr>
              <a:t>q’</a:t>
            </a:r>
            <a:r>
              <a:rPr lang="zh-CN" altLang="en-US">
                <a:solidFill>
                  <a:srgbClr val="C00000"/>
                </a:solidFill>
              </a:rPr>
              <a:t>为类似图形</a:t>
            </a:r>
            <a:r>
              <a:rPr lang="zh-CN" altLang="en-US"/>
              <a:t>→ </a:t>
            </a:r>
            <a:r>
              <a:rPr lang="en-US" altLang="zh-CN"/>
              <a:t>q”</a:t>
            </a:r>
            <a:r>
              <a:rPr lang="zh-CN" altLang="en-US"/>
              <a:t>为五边形</a:t>
            </a:r>
            <a:endParaRPr lang="en-US" altLang="zh-CN"/>
          </a:p>
          <a:p>
            <a:r>
              <a:rPr lang="zh-CN" altLang="en-US"/>
              <a:t>按“三等”关系作图</a:t>
            </a:r>
            <a:endParaRPr lang="en-US"/>
          </a:p>
        </p:txBody>
      </p:sp>
      <p:sp>
        <p:nvSpPr>
          <p:cNvPr id="44" name="TextBox 17">
            <a:extLst>
              <a:ext uri="{FF2B5EF4-FFF2-40B4-BE49-F238E27FC236}">
                <a16:creationId xmlns:a16="http://schemas.microsoft.com/office/drawing/2014/main" id="{5FF1F953-3351-5070-A6D2-439729FB1347}"/>
              </a:ext>
            </a:extLst>
          </p:cNvPr>
          <p:cNvSpPr txBox="1"/>
          <p:nvPr/>
        </p:nvSpPr>
        <p:spPr>
          <a:xfrm>
            <a:off x="3066287" y="249726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q’</a:t>
            </a:r>
            <a:endParaRPr lang="en-US"/>
          </a:p>
        </p:txBody>
      </p:sp>
      <p:grpSp>
        <p:nvGrpSpPr>
          <p:cNvPr id="45" name="Group 43">
            <a:extLst>
              <a:ext uri="{FF2B5EF4-FFF2-40B4-BE49-F238E27FC236}">
                <a16:creationId xmlns:a16="http://schemas.microsoft.com/office/drawing/2014/main" id="{90B2CDB7-FF76-1618-6E3F-3D12699B6B7B}"/>
              </a:ext>
            </a:extLst>
          </p:cNvPr>
          <p:cNvGrpSpPr/>
          <p:nvPr/>
        </p:nvGrpSpPr>
        <p:grpSpPr>
          <a:xfrm>
            <a:off x="2288526" y="4892791"/>
            <a:ext cx="534637" cy="510009"/>
            <a:chOff x="3696547" y="4714688"/>
            <a:chExt cx="534637" cy="510009"/>
          </a:xfrm>
        </p:grpSpPr>
        <p:sp>
          <p:nvSpPr>
            <p:cNvPr id="46" name="TextBox 18">
              <a:extLst>
                <a:ext uri="{FF2B5EF4-FFF2-40B4-BE49-F238E27FC236}">
                  <a16:creationId xmlns:a16="http://schemas.microsoft.com/office/drawing/2014/main" id="{34A37BA7-2199-BF14-358E-34821A2C72EE}"/>
                </a:ext>
              </a:extLst>
            </p:cNvPr>
            <p:cNvSpPr txBox="1"/>
            <p:nvPr/>
          </p:nvSpPr>
          <p:spPr>
            <a:xfrm>
              <a:off x="3696547" y="485536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q’</a:t>
              </a:r>
              <a:endParaRPr lang="en-US"/>
            </a:p>
          </p:txBody>
        </p:sp>
        <p:cxnSp>
          <p:nvCxnSpPr>
            <p:cNvPr id="47" name="Straight Connector 19">
              <a:extLst>
                <a:ext uri="{FF2B5EF4-FFF2-40B4-BE49-F238E27FC236}">
                  <a16:creationId xmlns:a16="http://schemas.microsoft.com/office/drawing/2014/main" id="{5BD2D9F1-A9CD-F474-08B0-517739E3F2FE}"/>
                </a:ext>
              </a:extLst>
            </p:cNvPr>
            <p:cNvCxnSpPr/>
            <p:nvPr/>
          </p:nvCxnSpPr>
          <p:spPr>
            <a:xfrm flipH="1">
              <a:off x="3985846" y="4714688"/>
              <a:ext cx="245338" cy="2500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ectangle 21">
            <a:extLst>
              <a:ext uri="{FF2B5EF4-FFF2-40B4-BE49-F238E27FC236}">
                <a16:creationId xmlns:a16="http://schemas.microsoft.com/office/drawing/2014/main" id="{6B12CEA1-F80D-B7C1-914A-D8F7C9B06D42}"/>
              </a:ext>
            </a:extLst>
          </p:cNvPr>
          <p:cNvSpPr/>
          <p:nvPr/>
        </p:nvSpPr>
        <p:spPr>
          <a:xfrm>
            <a:off x="5360102" y="1936565"/>
            <a:ext cx="1469292" cy="13989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22">
            <a:extLst>
              <a:ext uri="{FF2B5EF4-FFF2-40B4-BE49-F238E27FC236}">
                <a16:creationId xmlns:a16="http://schemas.microsoft.com/office/drawing/2014/main" id="{74EE03AE-FECE-5164-A870-DBC709BE5DA0}"/>
              </a:ext>
            </a:extLst>
          </p:cNvPr>
          <p:cNvSpPr txBox="1"/>
          <p:nvPr/>
        </p:nvSpPr>
        <p:spPr>
          <a:xfrm>
            <a:off x="1405517" y="44511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</a:t>
            </a:r>
            <a:endParaRPr lang="en-US"/>
          </a:p>
        </p:txBody>
      </p:sp>
      <p:sp>
        <p:nvSpPr>
          <p:cNvPr id="50" name="TextBox 23">
            <a:extLst>
              <a:ext uri="{FF2B5EF4-FFF2-40B4-BE49-F238E27FC236}">
                <a16:creationId xmlns:a16="http://schemas.microsoft.com/office/drawing/2014/main" id="{663EEF52-C9BB-2C6B-92D4-ED393475874D}"/>
              </a:ext>
            </a:extLst>
          </p:cNvPr>
          <p:cNvSpPr txBox="1"/>
          <p:nvPr/>
        </p:nvSpPr>
        <p:spPr>
          <a:xfrm>
            <a:off x="1403959" y="35826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</a:t>
            </a:r>
            <a:endParaRPr lang="en-US"/>
          </a:p>
        </p:txBody>
      </p:sp>
      <p:sp>
        <p:nvSpPr>
          <p:cNvPr id="51" name="TextBox 24">
            <a:extLst>
              <a:ext uri="{FF2B5EF4-FFF2-40B4-BE49-F238E27FC236}">
                <a16:creationId xmlns:a16="http://schemas.microsoft.com/office/drawing/2014/main" id="{71F497F6-FB8D-773F-1DAF-95B43B408B32}"/>
              </a:ext>
            </a:extLst>
          </p:cNvPr>
          <p:cNvSpPr txBox="1"/>
          <p:nvPr/>
        </p:nvSpPr>
        <p:spPr>
          <a:xfrm>
            <a:off x="2915444" y="3469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</a:t>
            </a:r>
            <a:endParaRPr lang="en-US"/>
          </a:p>
        </p:txBody>
      </p:sp>
      <p:sp>
        <p:nvSpPr>
          <p:cNvPr id="52" name="TextBox 25">
            <a:extLst>
              <a:ext uri="{FF2B5EF4-FFF2-40B4-BE49-F238E27FC236}">
                <a16:creationId xmlns:a16="http://schemas.microsoft.com/office/drawing/2014/main" id="{660259CD-DAB4-5FE2-AF28-9797452FB188}"/>
              </a:ext>
            </a:extLst>
          </p:cNvPr>
          <p:cNvSpPr txBox="1"/>
          <p:nvPr/>
        </p:nvSpPr>
        <p:spPr>
          <a:xfrm>
            <a:off x="2922411" y="48927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4</a:t>
            </a:r>
            <a:endParaRPr lang="en-US"/>
          </a:p>
        </p:txBody>
      </p:sp>
      <p:sp>
        <p:nvSpPr>
          <p:cNvPr id="53" name="TextBox 26">
            <a:extLst>
              <a:ext uri="{FF2B5EF4-FFF2-40B4-BE49-F238E27FC236}">
                <a16:creationId xmlns:a16="http://schemas.microsoft.com/office/drawing/2014/main" id="{294D30E5-CD8E-5CED-1AA8-EB8872E411BD}"/>
              </a:ext>
            </a:extLst>
          </p:cNvPr>
          <p:cNvSpPr txBox="1"/>
          <p:nvPr/>
        </p:nvSpPr>
        <p:spPr>
          <a:xfrm>
            <a:off x="1117136" y="2320267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1’(2’)</a:t>
            </a:r>
            <a:endParaRPr lang="en-US"/>
          </a:p>
        </p:txBody>
      </p:sp>
      <p:sp>
        <p:nvSpPr>
          <p:cNvPr id="54" name="TextBox 27">
            <a:extLst>
              <a:ext uri="{FF2B5EF4-FFF2-40B4-BE49-F238E27FC236}">
                <a16:creationId xmlns:a16="http://schemas.microsoft.com/office/drawing/2014/main" id="{FB94D4CB-1BF3-0165-2FAB-F08CAC26C728}"/>
              </a:ext>
            </a:extLst>
          </p:cNvPr>
          <p:cNvSpPr txBox="1"/>
          <p:nvPr/>
        </p:nvSpPr>
        <p:spPr>
          <a:xfrm>
            <a:off x="2670736" y="1592491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4’(3’)</a:t>
            </a:r>
            <a:endParaRPr lang="en-US"/>
          </a:p>
        </p:txBody>
      </p:sp>
      <p:sp>
        <p:nvSpPr>
          <p:cNvPr id="55" name="TextBox 28">
            <a:extLst>
              <a:ext uri="{FF2B5EF4-FFF2-40B4-BE49-F238E27FC236}">
                <a16:creationId xmlns:a16="http://schemas.microsoft.com/office/drawing/2014/main" id="{14462620-E77D-2284-B68E-5B311EAC3DC4}"/>
              </a:ext>
            </a:extLst>
          </p:cNvPr>
          <p:cNvSpPr txBox="1"/>
          <p:nvPr/>
        </p:nvSpPr>
        <p:spPr>
          <a:xfrm>
            <a:off x="5797764" y="4408235"/>
            <a:ext cx="79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002060"/>
                </a:solidFill>
              </a:rPr>
              <a:t>求</a:t>
            </a:r>
            <a:r>
              <a:rPr lang="en-US" altLang="zh-CN" sz="2400" b="1">
                <a:solidFill>
                  <a:srgbClr val="002060"/>
                </a:solidFill>
              </a:rPr>
              <a:t>p”</a:t>
            </a:r>
            <a:endParaRPr lang="en-US" sz="2400" b="1">
              <a:solidFill>
                <a:srgbClr val="002060"/>
              </a:solidFill>
            </a:endParaRPr>
          </a:p>
        </p:txBody>
      </p:sp>
      <p:cxnSp>
        <p:nvCxnSpPr>
          <p:cNvPr id="56" name="Straight Connector 30">
            <a:extLst>
              <a:ext uri="{FF2B5EF4-FFF2-40B4-BE49-F238E27FC236}">
                <a16:creationId xmlns:a16="http://schemas.microsoft.com/office/drawing/2014/main" id="{6E0878E3-068B-3BE5-611F-21B99A5992DB}"/>
              </a:ext>
            </a:extLst>
          </p:cNvPr>
          <p:cNvCxnSpPr/>
          <p:nvPr/>
        </p:nvCxnSpPr>
        <p:spPr>
          <a:xfrm flipH="1">
            <a:off x="6243241" y="1936565"/>
            <a:ext cx="188030" cy="5606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31">
            <a:extLst>
              <a:ext uri="{FF2B5EF4-FFF2-40B4-BE49-F238E27FC236}">
                <a16:creationId xmlns:a16="http://schemas.microsoft.com/office/drawing/2014/main" id="{DFE35F5E-CC31-2986-B25E-74FEBAC7ADA4}"/>
              </a:ext>
            </a:extLst>
          </p:cNvPr>
          <p:cNvCxnSpPr/>
          <p:nvPr/>
        </p:nvCxnSpPr>
        <p:spPr>
          <a:xfrm flipH="1">
            <a:off x="5360102" y="2497263"/>
            <a:ext cx="88313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33">
            <a:extLst>
              <a:ext uri="{FF2B5EF4-FFF2-40B4-BE49-F238E27FC236}">
                <a16:creationId xmlns:a16="http://schemas.microsoft.com/office/drawing/2014/main" id="{02BCC27C-21C4-9683-4296-510AE174F235}"/>
              </a:ext>
            </a:extLst>
          </p:cNvPr>
          <p:cNvSpPr txBox="1"/>
          <p:nvPr/>
        </p:nvSpPr>
        <p:spPr>
          <a:xfrm rot="17977436">
            <a:off x="5734443" y="167495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/>
              <a:t>=</a:t>
            </a:r>
            <a:endParaRPr lang="en-US" sz="2800"/>
          </a:p>
        </p:txBody>
      </p:sp>
      <p:sp>
        <p:nvSpPr>
          <p:cNvPr id="59" name="TextBox 34">
            <a:extLst>
              <a:ext uri="{FF2B5EF4-FFF2-40B4-BE49-F238E27FC236}">
                <a16:creationId xmlns:a16="http://schemas.microsoft.com/office/drawing/2014/main" id="{5DAEF688-4FFB-87FD-EEC6-AD0F4F3FB169}"/>
              </a:ext>
            </a:extLst>
          </p:cNvPr>
          <p:cNvSpPr txBox="1"/>
          <p:nvPr/>
        </p:nvSpPr>
        <p:spPr>
          <a:xfrm rot="19855058">
            <a:off x="2781125" y="407194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/>
              <a:t>=</a:t>
            </a:r>
            <a:endParaRPr lang="en-US" sz="2800"/>
          </a:p>
        </p:txBody>
      </p:sp>
      <p:sp>
        <p:nvSpPr>
          <p:cNvPr id="60" name="TextBox 35">
            <a:extLst>
              <a:ext uri="{FF2B5EF4-FFF2-40B4-BE49-F238E27FC236}">
                <a16:creationId xmlns:a16="http://schemas.microsoft.com/office/drawing/2014/main" id="{8EA1B5AC-B3AC-8589-ACBA-0D884C13B18C}"/>
              </a:ext>
            </a:extLst>
          </p:cNvPr>
          <p:cNvSpPr txBox="1"/>
          <p:nvPr/>
        </p:nvSpPr>
        <p:spPr>
          <a:xfrm rot="17808001">
            <a:off x="5654739" y="223424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rgbClr val="C00000"/>
                </a:solidFill>
              </a:rPr>
              <a:t>=</a:t>
            </a:r>
            <a:endParaRPr lang="en-US" sz="2800">
              <a:solidFill>
                <a:srgbClr val="C00000"/>
              </a:solidFill>
            </a:endParaRPr>
          </a:p>
        </p:txBody>
      </p:sp>
      <p:sp>
        <p:nvSpPr>
          <p:cNvPr id="61" name="TextBox 36">
            <a:extLst>
              <a:ext uri="{FF2B5EF4-FFF2-40B4-BE49-F238E27FC236}">
                <a16:creationId xmlns:a16="http://schemas.microsoft.com/office/drawing/2014/main" id="{FDF8838F-471F-108E-AC68-0907F85DE319}"/>
              </a:ext>
            </a:extLst>
          </p:cNvPr>
          <p:cNvSpPr txBox="1"/>
          <p:nvPr/>
        </p:nvSpPr>
        <p:spPr>
          <a:xfrm rot="19624317">
            <a:off x="1495978" y="389814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rgbClr val="C00000"/>
                </a:solidFill>
              </a:rPr>
              <a:t>=</a:t>
            </a:r>
            <a:endParaRPr lang="en-US" sz="2800">
              <a:solidFill>
                <a:srgbClr val="C00000"/>
              </a:solidFill>
            </a:endParaRPr>
          </a:p>
        </p:txBody>
      </p:sp>
      <p:sp>
        <p:nvSpPr>
          <p:cNvPr id="62" name="TextBox 37">
            <a:extLst>
              <a:ext uri="{FF2B5EF4-FFF2-40B4-BE49-F238E27FC236}">
                <a16:creationId xmlns:a16="http://schemas.microsoft.com/office/drawing/2014/main" id="{E424D71F-15B0-8E5D-D535-16B72D5F4546}"/>
              </a:ext>
            </a:extLst>
          </p:cNvPr>
          <p:cNvSpPr txBox="1"/>
          <p:nvPr/>
        </p:nvSpPr>
        <p:spPr>
          <a:xfrm>
            <a:off x="5035779" y="2311190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2”</a:t>
            </a:r>
            <a:endParaRPr lang="en-US"/>
          </a:p>
        </p:txBody>
      </p:sp>
      <p:sp>
        <p:nvSpPr>
          <p:cNvPr id="63" name="TextBox 38">
            <a:extLst>
              <a:ext uri="{FF2B5EF4-FFF2-40B4-BE49-F238E27FC236}">
                <a16:creationId xmlns:a16="http://schemas.microsoft.com/office/drawing/2014/main" id="{588DF0D2-7506-0256-FD6B-DEA805612090}"/>
              </a:ext>
            </a:extLst>
          </p:cNvPr>
          <p:cNvSpPr txBox="1"/>
          <p:nvPr/>
        </p:nvSpPr>
        <p:spPr>
          <a:xfrm>
            <a:off x="6152455" y="2450203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1”</a:t>
            </a:r>
            <a:endParaRPr lang="en-US"/>
          </a:p>
        </p:txBody>
      </p:sp>
      <p:sp>
        <p:nvSpPr>
          <p:cNvPr id="64" name="TextBox 39">
            <a:extLst>
              <a:ext uri="{FF2B5EF4-FFF2-40B4-BE49-F238E27FC236}">
                <a16:creationId xmlns:a16="http://schemas.microsoft.com/office/drawing/2014/main" id="{CC4DA20E-3D03-21B7-05A0-AC5E66BF0F11}"/>
              </a:ext>
            </a:extLst>
          </p:cNvPr>
          <p:cNvSpPr txBox="1"/>
          <p:nvPr/>
        </p:nvSpPr>
        <p:spPr>
          <a:xfrm>
            <a:off x="6340390" y="1608093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4”</a:t>
            </a:r>
            <a:endParaRPr lang="en-US"/>
          </a:p>
        </p:txBody>
      </p:sp>
      <p:sp>
        <p:nvSpPr>
          <p:cNvPr id="65" name="TextBox 40">
            <a:extLst>
              <a:ext uri="{FF2B5EF4-FFF2-40B4-BE49-F238E27FC236}">
                <a16:creationId xmlns:a16="http://schemas.microsoft.com/office/drawing/2014/main" id="{E0F779AA-AA19-899C-D0BA-B8E940756709}"/>
              </a:ext>
            </a:extLst>
          </p:cNvPr>
          <p:cNvSpPr txBox="1"/>
          <p:nvPr/>
        </p:nvSpPr>
        <p:spPr>
          <a:xfrm>
            <a:off x="5163416" y="1610734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3”</a:t>
            </a:r>
            <a:endParaRPr lang="en-US"/>
          </a:p>
        </p:txBody>
      </p:sp>
      <p:sp>
        <p:nvSpPr>
          <p:cNvPr id="66" name="TextBox 41">
            <a:extLst>
              <a:ext uri="{FF2B5EF4-FFF2-40B4-BE49-F238E27FC236}">
                <a16:creationId xmlns:a16="http://schemas.microsoft.com/office/drawing/2014/main" id="{8D506472-5C9B-3CEC-9E2F-AE8F609C04D1}"/>
              </a:ext>
            </a:extLst>
          </p:cNvPr>
          <p:cNvSpPr txBox="1"/>
          <p:nvPr/>
        </p:nvSpPr>
        <p:spPr>
          <a:xfrm>
            <a:off x="5692304" y="2001992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p"</a:t>
            </a:r>
            <a:endParaRPr lang="en-US">
              <a:solidFill>
                <a:srgbClr val="C00000"/>
              </a:solidFill>
            </a:endParaRP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FB7BDFE8-E208-09AA-27B8-9BCB9EBFB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4349" y="3477097"/>
            <a:ext cx="1775702" cy="308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134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3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3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4" grpId="0"/>
      <p:bldP spid="48" grpId="0" animBg="1"/>
      <p:bldP spid="49" grpId="0"/>
      <p:bldP spid="50" grpId="0"/>
      <p:bldP spid="51" grpId="0"/>
      <p:bldP spid="52" grpId="0"/>
      <p:bldP spid="53" grpId="0"/>
      <p:bldP spid="54" grpId="0"/>
      <p:bldP spid="55" grpId="0"/>
      <p:bldP spid="58" grpId="0"/>
      <p:bldP spid="59" grpId="0"/>
      <p:bldP spid="60" grpId="0"/>
      <p:bldP spid="61" grpId="0"/>
      <p:bldP spid="62" grpId="0"/>
      <p:bldP spid="62" grpId="1"/>
      <p:bldP spid="63" grpId="0"/>
      <p:bldP spid="63" grpId="1"/>
      <p:bldP spid="64" grpId="0"/>
      <p:bldP spid="64" grpId="1"/>
      <p:bldP spid="65" grpId="0"/>
      <p:bldP spid="65" grpId="1"/>
      <p:bldP spid="6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7925752-0B41-4552-EC51-3A8571314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F1C6-9EC9-4655-B026-25F519FA6EED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EF419A9-3102-C814-81EF-5A38BDDCF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11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7B160A-4F4A-C8D3-E12E-5B69CDEB2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1F2BA4D-2AE2-75F3-99BE-A324937CF5EF}"/>
              </a:ext>
            </a:extLst>
          </p:cNvPr>
          <p:cNvSpPr txBox="1">
            <a:spLocks/>
          </p:cNvSpPr>
          <p:nvPr/>
        </p:nvSpPr>
        <p:spPr>
          <a:xfrm>
            <a:off x="789136" y="784570"/>
            <a:ext cx="6291887" cy="72695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dirty="0"/>
              <a:t>12.2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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四棱柱被截切后的侧面投影</a:t>
            </a:r>
            <a:endParaRPr 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8960EC6B-F1F5-6CE9-59DA-57A0189B1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57" y="1605774"/>
            <a:ext cx="3634154" cy="3966952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FAFED3FC-6C13-1A48-17E3-4ACBD00ED390}"/>
              </a:ext>
            </a:extLst>
          </p:cNvPr>
          <p:cNvSpPr txBox="1"/>
          <p:nvPr/>
        </p:nvSpPr>
        <p:spPr>
          <a:xfrm>
            <a:off x="1836026" y="419915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p</a:t>
            </a:r>
            <a:endParaRPr lang="en-US"/>
          </a:p>
        </p:txBody>
      </p:sp>
      <p:grpSp>
        <p:nvGrpSpPr>
          <p:cNvPr id="8" name="Group 9">
            <a:extLst>
              <a:ext uri="{FF2B5EF4-FFF2-40B4-BE49-F238E27FC236}">
                <a16:creationId xmlns:a16="http://schemas.microsoft.com/office/drawing/2014/main" id="{C27592E3-784B-6EFD-36F2-62AEDD22DFCC}"/>
              </a:ext>
            </a:extLst>
          </p:cNvPr>
          <p:cNvGrpSpPr/>
          <p:nvPr/>
        </p:nvGrpSpPr>
        <p:grpSpPr>
          <a:xfrm>
            <a:off x="1553965" y="1798182"/>
            <a:ext cx="588555" cy="548726"/>
            <a:chOff x="3261239" y="1459829"/>
            <a:chExt cx="588555" cy="548726"/>
          </a:xfrm>
        </p:grpSpPr>
        <p:sp>
          <p:nvSpPr>
            <p:cNvPr id="9" name="TextBox 12">
              <a:extLst>
                <a:ext uri="{FF2B5EF4-FFF2-40B4-BE49-F238E27FC236}">
                  <a16:creationId xmlns:a16="http://schemas.microsoft.com/office/drawing/2014/main" id="{F40E77B3-66BE-25DF-08B2-53BDD1EA834D}"/>
                </a:ext>
              </a:extLst>
            </p:cNvPr>
            <p:cNvSpPr txBox="1"/>
            <p:nvPr/>
          </p:nvSpPr>
          <p:spPr>
            <a:xfrm>
              <a:off x="3261239" y="145982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p’</a:t>
              </a:r>
              <a:endParaRPr lang="en-US"/>
            </a:p>
          </p:txBody>
        </p:sp>
        <p:cxnSp>
          <p:nvCxnSpPr>
            <p:cNvPr id="10" name="Straight Connector 14">
              <a:extLst>
                <a:ext uri="{FF2B5EF4-FFF2-40B4-BE49-F238E27FC236}">
                  <a16:creationId xmlns:a16="http://schemas.microsoft.com/office/drawing/2014/main" id="{86554968-E2CC-6A8E-489A-C15F210A943B}"/>
                </a:ext>
              </a:extLst>
            </p:cNvPr>
            <p:cNvCxnSpPr/>
            <p:nvPr/>
          </p:nvCxnSpPr>
          <p:spPr>
            <a:xfrm>
              <a:off x="3543300" y="1727202"/>
              <a:ext cx="306494" cy="2813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7">
            <a:extLst>
              <a:ext uri="{FF2B5EF4-FFF2-40B4-BE49-F238E27FC236}">
                <a16:creationId xmlns:a16="http://schemas.microsoft.com/office/drawing/2014/main" id="{E30E9168-1A64-C341-E291-0DF01C907337}"/>
              </a:ext>
            </a:extLst>
          </p:cNvPr>
          <p:cNvSpPr txBox="1"/>
          <p:nvPr/>
        </p:nvSpPr>
        <p:spPr>
          <a:xfrm>
            <a:off x="2767034" y="265751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q’</a:t>
            </a:r>
            <a:endParaRPr lang="en-US"/>
          </a:p>
        </p:txBody>
      </p:sp>
      <p:grpSp>
        <p:nvGrpSpPr>
          <p:cNvPr id="12" name="Group 7">
            <a:extLst>
              <a:ext uri="{FF2B5EF4-FFF2-40B4-BE49-F238E27FC236}">
                <a16:creationId xmlns:a16="http://schemas.microsoft.com/office/drawing/2014/main" id="{1E810CEE-9AEB-D9F3-924E-111A34744218}"/>
              </a:ext>
            </a:extLst>
          </p:cNvPr>
          <p:cNvGrpSpPr/>
          <p:nvPr/>
        </p:nvGrpSpPr>
        <p:grpSpPr>
          <a:xfrm>
            <a:off x="1989273" y="5053041"/>
            <a:ext cx="534637" cy="510009"/>
            <a:chOff x="3696547" y="4714688"/>
            <a:chExt cx="534637" cy="510009"/>
          </a:xfrm>
        </p:grpSpPr>
        <p:sp>
          <p:nvSpPr>
            <p:cNvPr id="13" name="TextBox 18">
              <a:extLst>
                <a:ext uri="{FF2B5EF4-FFF2-40B4-BE49-F238E27FC236}">
                  <a16:creationId xmlns:a16="http://schemas.microsoft.com/office/drawing/2014/main" id="{F35B5C3A-5747-186B-4D6F-4B38080EBF80}"/>
                </a:ext>
              </a:extLst>
            </p:cNvPr>
            <p:cNvSpPr txBox="1"/>
            <p:nvPr/>
          </p:nvSpPr>
          <p:spPr>
            <a:xfrm>
              <a:off x="3696547" y="485536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q’</a:t>
              </a:r>
              <a:endParaRPr lang="en-US"/>
            </a:p>
          </p:txBody>
        </p:sp>
        <p:cxnSp>
          <p:nvCxnSpPr>
            <p:cNvPr id="14" name="Straight Connector 19">
              <a:extLst>
                <a:ext uri="{FF2B5EF4-FFF2-40B4-BE49-F238E27FC236}">
                  <a16:creationId xmlns:a16="http://schemas.microsoft.com/office/drawing/2014/main" id="{AF91419F-F1EF-A928-9514-0A1AC50A8937}"/>
                </a:ext>
              </a:extLst>
            </p:cNvPr>
            <p:cNvCxnSpPr/>
            <p:nvPr/>
          </p:nvCxnSpPr>
          <p:spPr>
            <a:xfrm flipH="1">
              <a:off x="3985846" y="4714688"/>
              <a:ext cx="245338" cy="2500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21">
            <a:extLst>
              <a:ext uri="{FF2B5EF4-FFF2-40B4-BE49-F238E27FC236}">
                <a16:creationId xmlns:a16="http://schemas.microsoft.com/office/drawing/2014/main" id="{CA34E580-38EC-8E01-8D8B-E5242F652EF3}"/>
              </a:ext>
            </a:extLst>
          </p:cNvPr>
          <p:cNvSpPr/>
          <p:nvPr/>
        </p:nvSpPr>
        <p:spPr>
          <a:xfrm>
            <a:off x="5060849" y="2096815"/>
            <a:ext cx="1469292" cy="13989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22">
            <a:extLst>
              <a:ext uri="{FF2B5EF4-FFF2-40B4-BE49-F238E27FC236}">
                <a16:creationId xmlns:a16="http://schemas.microsoft.com/office/drawing/2014/main" id="{DC546781-623A-D1A3-B2DF-49B7527B221C}"/>
              </a:ext>
            </a:extLst>
          </p:cNvPr>
          <p:cNvSpPr txBox="1"/>
          <p:nvPr/>
        </p:nvSpPr>
        <p:spPr>
          <a:xfrm>
            <a:off x="1067709" y="47124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</a:t>
            </a:r>
            <a:endParaRPr lang="en-US"/>
          </a:p>
        </p:txBody>
      </p:sp>
      <p:sp>
        <p:nvSpPr>
          <p:cNvPr id="17" name="TextBox 23">
            <a:extLst>
              <a:ext uri="{FF2B5EF4-FFF2-40B4-BE49-F238E27FC236}">
                <a16:creationId xmlns:a16="http://schemas.microsoft.com/office/drawing/2014/main" id="{10E5908B-082F-3D9E-91A0-12F30A41FD97}"/>
              </a:ext>
            </a:extLst>
          </p:cNvPr>
          <p:cNvSpPr txBox="1"/>
          <p:nvPr/>
        </p:nvSpPr>
        <p:spPr>
          <a:xfrm>
            <a:off x="1104706" y="37429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</a:t>
            </a:r>
            <a:endParaRPr lang="en-US"/>
          </a:p>
        </p:txBody>
      </p:sp>
      <p:sp>
        <p:nvSpPr>
          <p:cNvPr id="18" name="TextBox 24">
            <a:extLst>
              <a:ext uri="{FF2B5EF4-FFF2-40B4-BE49-F238E27FC236}">
                <a16:creationId xmlns:a16="http://schemas.microsoft.com/office/drawing/2014/main" id="{660A166B-374C-C859-F581-193C30A33E0E}"/>
              </a:ext>
            </a:extLst>
          </p:cNvPr>
          <p:cNvSpPr txBox="1"/>
          <p:nvPr/>
        </p:nvSpPr>
        <p:spPr>
          <a:xfrm>
            <a:off x="2616191" y="36298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</a:t>
            </a:r>
            <a:endParaRPr lang="en-US"/>
          </a:p>
        </p:txBody>
      </p:sp>
      <p:sp>
        <p:nvSpPr>
          <p:cNvPr id="19" name="TextBox 25">
            <a:extLst>
              <a:ext uri="{FF2B5EF4-FFF2-40B4-BE49-F238E27FC236}">
                <a16:creationId xmlns:a16="http://schemas.microsoft.com/office/drawing/2014/main" id="{C4FC6F5E-75A2-32B1-39D8-A1C326D170C6}"/>
              </a:ext>
            </a:extLst>
          </p:cNvPr>
          <p:cNvSpPr txBox="1"/>
          <p:nvPr/>
        </p:nvSpPr>
        <p:spPr>
          <a:xfrm>
            <a:off x="2537690" y="50236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4</a:t>
            </a:r>
            <a:endParaRPr lang="en-US"/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60824FA-D2C2-D011-00BD-A9AFA0FC12BA}"/>
              </a:ext>
            </a:extLst>
          </p:cNvPr>
          <p:cNvSpPr txBox="1"/>
          <p:nvPr/>
        </p:nvSpPr>
        <p:spPr>
          <a:xfrm>
            <a:off x="817883" y="2480517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1’(2’)</a:t>
            </a:r>
            <a:endParaRPr lang="en-US"/>
          </a:p>
        </p:txBody>
      </p:sp>
      <p:sp>
        <p:nvSpPr>
          <p:cNvPr id="21" name="TextBox 27">
            <a:extLst>
              <a:ext uri="{FF2B5EF4-FFF2-40B4-BE49-F238E27FC236}">
                <a16:creationId xmlns:a16="http://schemas.microsoft.com/office/drawing/2014/main" id="{EC62BF80-0F33-1558-CC33-DA19F7893B46}"/>
              </a:ext>
            </a:extLst>
          </p:cNvPr>
          <p:cNvSpPr txBox="1"/>
          <p:nvPr/>
        </p:nvSpPr>
        <p:spPr>
          <a:xfrm>
            <a:off x="2371483" y="1752741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4’(3’)</a:t>
            </a:r>
            <a:endParaRPr lang="en-US"/>
          </a:p>
        </p:txBody>
      </p:sp>
      <p:sp>
        <p:nvSpPr>
          <p:cNvPr id="22" name="TextBox 28">
            <a:extLst>
              <a:ext uri="{FF2B5EF4-FFF2-40B4-BE49-F238E27FC236}">
                <a16:creationId xmlns:a16="http://schemas.microsoft.com/office/drawing/2014/main" id="{00A28F2B-8D91-CFBC-D607-E22D6C4DB785}"/>
              </a:ext>
            </a:extLst>
          </p:cNvPr>
          <p:cNvSpPr txBox="1"/>
          <p:nvPr/>
        </p:nvSpPr>
        <p:spPr>
          <a:xfrm>
            <a:off x="5498511" y="4568485"/>
            <a:ext cx="6832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求</a:t>
            </a:r>
            <a:r>
              <a:rPr lang="en-US" altLang="zh-CN" sz="2000"/>
              <a:t>q”</a:t>
            </a:r>
            <a:endParaRPr lang="en-US" sz="2000"/>
          </a:p>
        </p:txBody>
      </p:sp>
      <p:cxnSp>
        <p:nvCxnSpPr>
          <p:cNvPr id="23" name="Straight Connector 30">
            <a:extLst>
              <a:ext uri="{FF2B5EF4-FFF2-40B4-BE49-F238E27FC236}">
                <a16:creationId xmlns:a16="http://schemas.microsoft.com/office/drawing/2014/main" id="{4F3F56DF-906B-9069-EDF5-B2CA5E4ED933}"/>
              </a:ext>
            </a:extLst>
          </p:cNvPr>
          <p:cNvCxnSpPr/>
          <p:nvPr/>
        </p:nvCxnSpPr>
        <p:spPr>
          <a:xfrm flipH="1">
            <a:off x="5943988" y="2096815"/>
            <a:ext cx="188030" cy="5606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31">
            <a:extLst>
              <a:ext uri="{FF2B5EF4-FFF2-40B4-BE49-F238E27FC236}">
                <a16:creationId xmlns:a16="http://schemas.microsoft.com/office/drawing/2014/main" id="{2E677E54-CB63-F4E2-6EB9-D14E8E87609A}"/>
              </a:ext>
            </a:extLst>
          </p:cNvPr>
          <p:cNvCxnSpPr/>
          <p:nvPr/>
        </p:nvCxnSpPr>
        <p:spPr>
          <a:xfrm flipH="1">
            <a:off x="5060849" y="2657513"/>
            <a:ext cx="88313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33">
            <a:extLst>
              <a:ext uri="{FF2B5EF4-FFF2-40B4-BE49-F238E27FC236}">
                <a16:creationId xmlns:a16="http://schemas.microsoft.com/office/drawing/2014/main" id="{C2FAA37C-649B-7C03-27E4-0070ED6F59BF}"/>
              </a:ext>
            </a:extLst>
          </p:cNvPr>
          <p:cNvSpPr txBox="1"/>
          <p:nvPr/>
        </p:nvSpPr>
        <p:spPr>
          <a:xfrm rot="17977436">
            <a:off x="5435190" y="183520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/>
              <a:t>=</a:t>
            </a:r>
            <a:endParaRPr lang="en-US" sz="2800"/>
          </a:p>
        </p:txBody>
      </p:sp>
      <p:sp>
        <p:nvSpPr>
          <p:cNvPr id="26" name="TextBox 34">
            <a:extLst>
              <a:ext uri="{FF2B5EF4-FFF2-40B4-BE49-F238E27FC236}">
                <a16:creationId xmlns:a16="http://schemas.microsoft.com/office/drawing/2014/main" id="{E5DF7A48-C4B7-FC72-C720-356CE0CA02C0}"/>
              </a:ext>
            </a:extLst>
          </p:cNvPr>
          <p:cNvSpPr txBox="1"/>
          <p:nvPr/>
        </p:nvSpPr>
        <p:spPr>
          <a:xfrm rot="19855058">
            <a:off x="2481872" y="423219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/>
              <a:t>=</a:t>
            </a:r>
            <a:endParaRPr lang="en-US" sz="2800"/>
          </a:p>
        </p:txBody>
      </p:sp>
      <p:sp>
        <p:nvSpPr>
          <p:cNvPr id="27" name="TextBox 35">
            <a:extLst>
              <a:ext uri="{FF2B5EF4-FFF2-40B4-BE49-F238E27FC236}">
                <a16:creationId xmlns:a16="http://schemas.microsoft.com/office/drawing/2014/main" id="{BC2805B2-75D5-440C-16B3-9C1C5CC62ADC}"/>
              </a:ext>
            </a:extLst>
          </p:cNvPr>
          <p:cNvSpPr txBox="1"/>
          <p:nvPr/>
        </p:nvSpPr>
        <p:spPr>
          <a:xfrm rot="17808001">
            <a:off x="5355486" y="239449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rgbClr val="C00000"/>
                </a:solidFill>
              </a:rPr>
              <a:t>=</a:t>
            </a:r>
            <a:endParaRPr lang="en-US" sz="2800">
              <a:solidFill>
                <a:srgbClr val="C00000"/>
              </a:solidFill>
            </a:endParaRPr>
          </a:p>
        </p:txBody>
      </p:sp>
      <p:sp>
        <p:nvSpPr>
          <p:cNvPr id="28" name="TextBox 36">
            <a:extLst>
              <a:ext uri="{FF2B5EF4-FFF2-40B4-BE49-F238E27FC236}">
                <a16:creationId xmlns:a16="http://schemas.microsoft.com/office/drawing/2014/main" id="{3979C122-C997-E3A2-389D-173E31CEE912}"/>
              </a:ext>
            </a:extLst>
          </p:cNvPr>
          <p:cNvSpPr txBox="1"/>
          <p:nvPr/>
        </p:nvSpPr>
        <p:spPr>
          <a:xfrm rot="19624317">
            <a:off x="1196725" y="405839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rgbClr val="C00000"/>
                </a:solidFill>
              </a:rPr>
              <a:t>=</a:t>
            </a:r>
            <a:endParaRPr lang="en-US" sz="2800">
              <a:solidFill>
                <a:srgbClr val="C00000"/>
              </a:solidFill>
            </a:endParaRPr>
          </a:p>
        </p:txBody>
      </p:sp>
      <p:sp>
        <p:nvSpPr>
          <p:cNvPr id="29" name="TextBox 37">
            <a:extLst>
              <a:ext uri="{FF2B5EF4-FFF2-40B4-BE49-F238E27FC236}">
                <a16:creationId xmlns:a16="http://schemas.microsoft.com/office/drawing/2014/main" id="{D175A0FF-B818-83BC-9D09-E9CFE3EA1D1F}"/>
              </a:ext>
            </a:extLst>
          </p:cNvPr>
          <p:cNvSpPr txBox="1"/>
          <p:nvPr/>
        </p:nvSpPr>
        <p:spPr>
          <a:xfrm>
            <a:off x="4736526" y="2471440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2”</a:t>
            </a:r>
            <a:endParaRPr lang="en-US"/>
          </a:p>
        </p:txBody>
      </p:sp>
      <p:sp>
        <p:nvSpPr>
          <p:cNvPr id="30" name="TextBox 38">
            <a:extLst>
              <a:ext uri="{FF2B5EF4-FFF2-40B4-BE49-F238E27FC236}">
                <a16:creationId xmlns:a16="http://schemas.microsoft.com/office/drawing/2014/main" id="{56672A61-C63E-B635-2553-690D1A784F02}"/>
              </a:ext>
            </a:extLst>
          </p:cNvPr>
          <p:cNvSpPr txBox="1"/>
          <p:nvPr/>
        </p:nvSpPr>
        <p:spPr>
          <a:xfrm>
            <a:off x="5853202" y="2610453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1”</a:t>
            </a:r>
            <a:endParaRPr lang="en-US"/>
          </a:p>
        </p:txBody>
      </p:sp>
      <p:sp>
        <p:nvSpPr>
          <p:cNvPr id="31" name="TextBox 39">
            <a:extLst>
              <a:ext uri="{FF2B5EF4-FFF2-40B4-BE49-F238E27FC236}">
                <a16:creationId xmlns:a16="http://schemas.microsoft.com/office/drawing/2014/main" id="{21D23E14-C12D-4836-ACBF-3282FBD89B60}"/>
              </a:ext>
            </a:extLst>
          </p:cNvPr>
          <p:cNvSpPr txBox="1"/>
          <p:nvPr/>
        </p:nvSpPr>
        <p:spPr>
          <a:xfrm>
            <a:off x="6041137" y="1768343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4”</a:t>
            </a:r>
            <a:endParaRPr lang="en-US"/>
          </a:p>
        </p:txBody>
      </p:sp>
      <p:sp>
        <p:nvSpPr>
          <p:cNvPr id="32" name="TextBox 40">
            <a:extLst>
              <a:ext uri="{FF2B5EF4-FFF2-40B4-BE49-F238E27FC236}">
                <a16:creationId xmlns:a16="http://schemas.microsoft.com/office/drawing/2014/main" id="{C59B9172-B7F0-A550-D1F0-EF255B4C58D4}"/>
              </a:ext>
            </a:extLst>
          </p:cNvPr>
          <p:cNvSpPr txBox="1"/>
          <p:nvPr/>
        </p:nvSpPr>
        <p:spPr>
          <a:xfrm>
            <a:off x="4864163" y="1770984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3”</a:t>
            </a:r>
            <a:endParaRPr lang="en-US"/>
          </a:p>
        </p:txBody>
      </p:sp>
      <p:sp>
        <p:nvSpPr>
          <p:cNvPr id="33" name="TextBox 41">
            <a:extLst>
              <a:ext uri="{FF2B5EF4-FFF2-40B4-BE49-F238E27FC236}">
                <a16:creationId xmlns:a16="http://schemas.microsoft.com/office/drawing/2014/main" id="{A3126DB8-FDD7-050D-2163-661E9D6458A5}"/>
              </a:ext>
            </a:extLst>
          </p:cNvPr>
          <p:cNvSpPr txBox="1"/>
          <p:nvPr/>
        </p:nvSpPr>
        <p:spPr>
          <a:xfrm>
            <a:off x="5393051" y="2162242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p"</a:t>
            </a:r>
            <a:endParaRPr lang="en-US"/>
          </a:p>
        </p:txBody>
      </p:sp>
      <p:sp>
        <p:nvSpPr>
          <p:cNvPr id="34" name="TextBox 32">
            <a:extLst>
              <a:ext uri="{FF2B5EF4-FFF2-40B4-BE49-F238E27FC236}">
                <a16:creationId xmlns:a16="http://schemas.microsoft.com/office/drawing/2014/main" id="{D6E1CF36-BAB0-2B55-36FC-AB7E496B3F4A}"/>
              </a:ext>
            </a:extLst>
          </p:cNvPr>
          <p:cNvSpPr txBox="1"/>
          <p:nvPr/>
        </p:nvSpPr>
        <p:spPr>
          <a:xfrm>
            <a:off x="3524090" y="172748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5’</a:t>
            </a:r>
            <a:endParaRPr lang="en-US"/>
          </a:p>
        </p:txBody>
      </p:sp>
      <p:sp>
        <p:nvSpPr>
          <p:cNvPr id="35" name="TextBox 42">
            <a:extLst>
              <a:ext uri="{FF2B5EF4-FFF2-40B4-BE49-F238E27FC236}">
                <a16:creationId xmlns:a16="http://schemas.microsoft.com/office/drawing/2014/main" id="{1540C5F3-F502-2A46-773D-791BE9276B44}"/>
              </a:ext>
            </a:extLst>
          </p:cNvPr>
          <p:cNvSpPr txBox="1"/>
          <p:nvPr/>
        </p:nvSpPr>
        <p:spPr>
          <a:xfrm>
            <a:off x="3528715" y="347757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6’</a:t>
            </a:r>
            <a:endParaRPr lang="en-US"/>
          </a:p>
        </p:txBody>
      </p:sp>
      <p:sp>
        <p:nvSpPr>
          <p:cNvPr id="36" name="TextBox 43">
            <a:extLst>
              <a:ext uri="{FF2B5EF4-FFF2-40B4-BE49-F238E27FC236}">
                <a16:creationId xmlns:a16="http://schemas.microsoft.com/office/drawing/2014/main" id="{3B321B44-3174-EE40-9C3E-416201EE7165}"/>
              </a:ext>
            </a:extLst>
          </p:cNvPr>
          <p:cNvSpPr txBox="1"/>
          <p:nvPr/>
        </p:nvSpPr>
        <p:spPr>
          <a:xfrm>
            <a:off x="1104706" y="3349029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7’</a:t>
            </a:r>
            <a:endParaRPr lang="en-US"/>
          </a:p>
        </p:txBody>
      </p:sp>
      <p:sp>
        <p:nvSpPr>
          <p:cNvPr id="37" name="TextBox 44">
            <a:extLst>
              <a:ext uri="{FF2B5EF4-FFF2-40B4-BE49-F238E27FC236}">
                <a16:creationId xmlns:a16="http://schemas.microsoft.com/office/drawing/2014/main" id="{76F355EE-1D29-E37E-3245-D46E812CC66A}"/>
              </a:ext>
            </a:extLst>
          </p:cNvPr>
          <p:cNvSpPr txBox="1"/>
          <p:nvPr/>
        </p:nvSpPr>
        <p:spPr>
          <a:xfrm>
            <a:off x="1204591" y="470512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(7)</a:t>
            </a:r>
            <a:endParaRPr lang="en-US"/>
          </a:p>
        </p:txBody>
      </p:sp>
      <p:sp>
        <p:nvSpPr>
          <p:cNvPr id="38" name="TextBox 45">
            <a:extLst>
              <a:ext uri="{FF2B5EF4-FFF2-40B4-BE49-F238E27FC236}">
                <a16:creationId xmlns:a16="http://schemas.microsoft.com/office/drawing/2014/main" id="{A5EC2FE8-C30A-1F7B-92E1-26EA7FEE8A05}"/>
              </a:ext>
            </a:extLst>
          </p:cNvPr>
          <p:cNvSpPr txBox="1"/>
          <p:nvPr/>
        </p:nvSpPr>
        <p:spPr>
          <a:xfrm>
            <a:off x="3365061" y="5267977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5(6)</a:t>
            </a:r>
            <a:endParaRPr lang="en-US"/>
          </a:p>
        </p:txBody>
      </p:sp>
      <p:cxnSp>
        <p:nvCxnSpPr>
          <p:cNvPr id="39" name="Straight Connector 46">
            <a:extLst>
              <a:ext uri="{FF2B5EF4-FFF2-40B4-BE49-F238E27FC236}">
                <a16:creationId xmlns:a16="http://schemas.microsoft.com/office/drawing/2014/main" id="{69A200FC-21D9-0801-868F-93E1BD28EE0F}"/>
              </a:ext>
            </a:extLst>
          </p:cNvPr>
          <p:cNvCxnSpPr/>
          <p:nvPr/>
        </p:nvCxnSpPr>
        <p:spPr>
          <a:xfrm>
            <a:off x="5943988" y="2665183"/>
            <a:ext cx="0" cy="830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47">
            <a:extLst>
              <a:ext uri="{FF2B5EF4-FFF2-40B4-BE49-F238E27FC236}">
                <a16:creationId xmlns:a16="http://schemas.microsoft.com/office/drawing/2014/main" id="{E854879E-44F1-1ED5-AECB-3A4AFD491499}"/>
              </a:ext>
            </a:extLst>
          </p:cNvPr>
          <p:cNvSpPr txBox="1"/>
          <p:nvPr/>
        </p:nvSpPr>
        <p:spPr>
          <a:xfrm>
            <a:off x="5768200" y="3437041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7”</a:t>
            </a:r>
            <a:endParaRPr lang="en-US"/>
          </a:p>
        </p:txBody>
      </p:sp>
      <p:sp>
        <p:nvSpPr>
          <p:cNvPr id="41" name="TextBox 48">
            <a:extLst>
              <a:ext uri="{FF2B5EF4-FFF2-40B4-BE49-F238E27FC236}">
                <a16:creationId xmlns:a16="http://schemas.microsoft.com/office/drawing/2014/main" id="{8C9CFF28-53F3-7213-2A52-8CAF8D981B03}"/>
              </a:ext>
            </a:extLst>
          </p:cNvPr>
          <p:cNvSpPr txBox="1"/>
          <p:nvPr/>
        </p:nvSpPr>
        <p:spPr>
          <a:xfrm>
            <a:off x="6373834" y="3452267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6”</a:t>
            </a:r>
            <a:endParaRPr lang="en-US"/>
          </a:p>
        </p:txBody>
      </p:sp>
      <p:sp>
        <p:nvSpPr>
          <p:cNvPr id="42" name="TextBox 49">
            <a:extLst>
              <a:ext uri="{FF2B5EF4-FFF2-40B4-BE49-F238E27FC236}">
                <a16:creationId xmlns:a16="http://schemas.microsoft.com/office/drawing/2014/main" id="{05D0DE35-BF35-4634-4E68-2661FEA060A4}"/>
              </a:ext>
            </a:extLst>
          </p:cNvPr>
          <p:cNvSpPr txBox="1"/>
          <p:nvPr/>
        </p:nvSpPr>
        <p:spPr>
          <a:xfrm>
            <a:off x="6451988" y="1768343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5”</a:t>
            </a:r>
            <a:endParaRPr lang="en-US"/>
          </a:p>
        </p:txBody>
      </p:sp>
      <p:sp>
        <p:nvSpPr>
          <p:cNvPr id="43" name="TextBox 50">
            <a:extLst>
              <a:ext uri="{FF2B5EF4-FFF2-40B4-BE49-F238E27FC236}">
                <a16:creationId xmlns:a16="http://schemas.microsoft.com/office/drawing/2014/main" id="{6C101759-ACF8-CD31-DF7C-9EB70D6D01A4}"/>
              </a:ext>
            </a:extLst>
          </p:cNvPr>
          <p:cNvSpPr txBox="1"/>
          <p:nvPr/>
        </p:nvSpPr>
        <p:spPr>
          <a:xfrm>
            <a:off x="7292079" y="1782805"/>
            <a:ext cx="46220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投影分析 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en-US" altLang="zh-CN"/>
              <a:t>P</a:t>
            </a:r>
            <a:r>
              <a:rPr lang="zh-CN" altLang="en-US"/>
              <a:t>为正垂面，</a:t>
            </a:r>
            <a:r>
              <a:rPr lang="en-US" altLang="zh-CN">
                <a:solidFill>
                  <a:srgbClr val="C00000"/>
                </a:solidFill>
              </a:rPr>
              <a:t>p”,</a:t>
            </a:r>
            <a:r>
              <a:rPr lang="zh-CN" altLang="en-US">
                <a:solidFill>
                  <a:srgbClr val="C00000"/>
                </a:solidFill>
              </a:rPr>
              <a:t> </a:t>
            </a:r>
            <a:r>
              <a:rPr lang="en-US" altLang="zh-CN">
                <a:solidFill>
                  <a:srgbClr val="C00000"/>
                </a:solidFill>
              </a:rPr>
              <a:t>p</a:t>
            </a:r>
            <a:r>
              <a:rPr lang="zh-CN" altLang="en-US">
                <a:solidFill>
                  <a:srgbClr val="C00000"/>
                </a:solidFill>
              </a:rPr>
              <a:t>为类似图形</a:t>
            </a:r>
            <a:r>
              <a:rPr lang="zh-CN" altLang="en-US"/>
              <a:t>→</a:t>
            </a:r>
            <a:r>
              <a:rPr lang="en-US" altLang="zh-CN"/>
              <a:t>p”</a:t>
            </a:r>
            <a:r>
              <a:rPr lang="zh-CN" altLang="en-US"/>
              <a:t>为四边形</a:t>
            </a:r>
            <a:endParaRPr lang="en-US" altLang="zh-CN"/>
          </a:p>
          <a:p>
            <a:r>
              <a:rPr lang="en-US" altLang="zh-CN"/>
              <a:t>Q</a:t>
            </a:r>
            <a:r>
              <a:rPr lang="zh-CN" altLang="en-US"/>
              <a:t>为铅垂面，</a:t>
            </a:r>
            <a:r>
              <a:rPr lang="en-US" altLang="zh-CN">
                <a:solidFill>
                  <a:srgbClr val="C00000"/>
                </a:solidFill>
              </a:rPr>
              <a:t>q”,</a:t>
            </a:r>
            <a:r>
              <a:rPr lang="zh-CN" altLang="en-US">
                <a:solidFill>
                  <a:srgbClr val="C00000"/>
                </a:solidFill>
              </a:rPr>
              <a:t> </a:t>
            </a:r>
            <a:r>
              <a:rPr lang="en-US" altLang="zh-CN">
                <a:solidFill>
                  <a:srgbClr val="C00000"/>
                </a:solidFill>
              </a:rPr>
              <a:t>q’</a:t>
            </a:r>
            <a:r>
              <a:rPr lang="zh-CN" altLang="en-US">
                <a:solidFill>
                  <a:srgbClr val="C00000"/>
                </a:solidFill>
              </a:rPr>
              <a:t>为类似图形</a:t>
            </a:r>
            <a:r>
              <a:rPr lang="zh-CN" altLang="en-US"/>
              <a:t>→ </a:t>
            </a:r>
            <a:r>
              <a:rPr lang="en-US" altLang="zh-CN"/>
              <a:t>q”</a:t>
            </a:r>
            <a:r>
              <a:rPr lang="zh-CN" altLang="en-US"/>
              <a:t>为五边形</a:t>
            </a:r>
            <a:endParaRPr lang="en-US" altLang="zh-CN"/>
          </a:p>
          <a:p>
            <a:r>
              <a:rPr lang="zh-CN" altLang="en-US"/>
              <a:t>按“三等”关系作图</a:t>
            </a:r>
            <a:endParaRPr lang="en-US"/>
          </a:p>
        </p:txBody>
      </p:sp>
      <p:sp>
        <p:nvSpPr>
          <p:cNvPr id="44" name="TextBox 51">
            <a:extLst>
              <a:ext uri="{FF2B5EF4-FFF2-40B4-BE49-F238E27FC236}">
                <a16:creationId xmlns:a16="http://schemas.microsoft.com/office/drawing/2014/main" id="{CE9DE534-1F93-EBFF-2443-35A0FF5B9BB3}"/>
              </a:ext>
            </a:extLst>
          </p:cNvPr>
          <p:cNvSpPr txBox="1"/>
          <p:nvPr/>
        </p:nvSpPr>
        <p:spPr>
          <a:xfrm>
            <a:off x="6119777" y="2665183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q"</a:t>
            </a:r>
            <a:endParaRPr lang="en-US">
              <a:solidFill>
                <a:srgbClr val="C00000"/>
              </a:solidFill>
            </a:endParaRP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6F0C5253-8B69-667D-36DC-52562A756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7489" y="3158212"/>
            <a:ext cx="1084723" cy="337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27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4" grpId="0"/>
      <p:bldP spid="35" grpId="0"/>
      <p:bldP spid="36" grpId="0"/>
      <p:bldP spid="37" grpId="0"/>
      <p:bldP spid="38" grpId="0"/>
      <p:bldP spid="40" grpId="0"/>
      <p:bldP spid="40" grpId="1"/>
      <p:bldP spid="41" grpId="0"/>
      <p:bldP spid="41" grpId="1"/>
      <p:bldP spid="42" grpId="0"/>
      <p:bldP spid="42" grpId="1"/>
      <p:bldP spid="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988205-6300-6751-DE9E-A4B92437F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CC0BE-CF22-49D0-80D4-50760151E898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C6467E-4BB7-788D-D1E6-F3FBDC32D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11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B88EA6-284E-99D1-E040-CAF6FB25C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52EC0E8-15B3-E2FF-A54F-21C4022771A0}"/>
              </a:ext>
            </a:extLst>
          </p:cNvPr>
          <p:cNvSpPr txBox="1">
            <a:spLocks/>
          </p:cNvSpPr>
          <p:nvPr/>
        </p:nvSpPr>
        <p:spPr>
          <a:xfrm>
            <a:off x="964225" y="823342"/>
            <a:ext cx="6160934" cy="72695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dirty="0"/>
              <a:t>12.2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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四棱柱被截切后的侧面投影</a:t>
            </a:r>
            <a:endParaRPr 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240BF965-48E4-40EC-133F-EF3BC9782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62" y="1452310"/>
            <a:ext cx="3634154" cy="3966952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205121DA-7555-B172-C39C-30C83DD562DA}"/>
              </a:ext>
            </a:extLst>
          </p:cNvPr>
          <p:cNvSpPr txBox="1"/>
          <p:nvPr/>
        </p:nvSpPr>
        <p:spPr>
          <a:xfrm>
            <a:off x="2111331" y="404568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p</a:t>
            </a:r>
            <a:endParaRPr lang="en-US"/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FC3F80E5-4744-B337-3E5A-CD44797850CC}"/>
              </a:ext>
            </a:extLst>
          </p:cNvPr>
          <p:cNvSpPr txBox="1"/>
          <p:nvPr/>
        </p:nvSpPr>
        <p:spPr>
          <a:xfrm>
            <a:off x="1829270" y="164471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p’</a:t>
            </a:r>
            <a:endParaRPr lang="en-US"/>
          </a:p>
        </p:txBody>
      </p:sp>
      <p:cxnSp>
        <p:nvCxnSpPr>
          <p:cNvPr id="9" name="Straight Connector 14">
            <a:extLst>
              <a:ext uri="{FF2B5EF4-FFF2-40B4-BE49-F238E27FC236}">
                <a16:creationId xmlns:a16="http://schemas.microsoft.com/office/drawing/2014/main" id="{DC950465-5F11-69B5-18B4-D1B64F354E10}"/>
              </a:ext>
            </a:extLst>
          </p:cNvPr>
          <p:cNvCxnSpPr/>
          <p:nvPr/>
        </p:nvCxnSpPr>
        <p:spPr>
          <a:xfrm>
            <a:off x="2111331" y="1912091"/>
            <a:ext cx="306494" cy="2813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6">
            <a:extLst>
              <a:ext uri="{FF2B5EF4-FFF2-40B4-BE49-F238E27FC236}">
                <a16:creationId xmlns:a16="http://schemas.microsoft.com/office/drawing/2014/main" id="{D75BEB0C-F771-96DC-DFD7-4D7C5B1CA086}"/>
              </a:ext>
            </a:extLst>
          </p:cNvPr>
          <p:cNvSpPr txBox="1"/>
          <p:nvPr/>
        </p:nvSpPr>
        <p:spPr>
          <a:xfrm>
            <a:off x="9016648" y="1362447"/>
            <a:ext cx="20697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检查</a:t>
            </a:r>
            <a:endParaRPr lang="en-US" altLang="zh-CN" sz="200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DengXian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类似图形</a:t>
            </a:r>
            <a:endParaRPr lang="en-US" altLang="zh-CN" sz="2000">
              <a:latin typeface="黑体" panose="02010609060101010101" pitchFamily="49" charset="-122"/>
              <a:ea typeface="黑体" panose="02010609060101010101" pitchFamily="49" charset="-122"/>
              <a:cs typeface="DengXian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“三等”关系</a:t>
            </a:r>
            <a:endParaRPr lang="en-US" sz="2000">
              <a:latin typeface="黑体" panose="02010609060101010101" pitchFamily="49" charset="-122"/>
              <a:ea typeface="黑体" panose="02010609060101010101" pitchFamily="49" charset="-122"/>
              <a:cs typeface="DengXian" charset="-122"/>
            </a:endParaRPr>
          </a:p>
        </p:txBody>
      </p:sp>
      <p:sp>
        <p:nvSpPr>
          <p:cNvPr id="11" name="TextBox 17">
            <a:extLst>
              <a:ext uri="{FF2B5EF4-FFF2-40B4-BE49-F238E27FC236}">
                <a16:creationId xmlns:a16="http://schemas.microsoft.com/office/drawing/2014/main" id="{14B651E9-D7B4-EF9B-9702-1366358168E5}"/>
              </a:ext>
            </a:extLst>
          </p:cNvPr>
          <p:cNvSpPr txBox="1"/>
          <p:nvPr/>
        </p:nvSpPr>
        <p:spPr>
          <a:xfrm>
            <a:off x="3042339" y="250404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q’</a:t>
            </a:r>
            <a:endParaRPr lang="en-US"/>
          </a:p>
        </p:txBody>
      </p:sp>
      <p:sp>
        <p:nvSpPr>
          <p:cNvPr id="12" name="TextBox 18">
            <a:extLst>
              <a:ext uri="{FF2B5EF4-FFF2-40B4-BE49-F238E27FC236}">
                <a16:creationId xmlns:a16="http://schemas.microsoft.com/office/drawing/2014/main" id="{14F7D160-4DF1-A459-76C9-2E63CDA27F3E}"/>
              </a:ext>
            </a:extLst>
          </p:cNvPr>
          <p:cNvSpPr txBox="1"/>
          <p:nvPr/>
        </p:nvSpPr>
        <p:spPr>
          <a:xfrm>
            <a:off x="2264578" y="5040254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q’</a:t>
            </a:r>
            <a:endParaRPr lang="en-US"/>
          </a:p>
        </p:txBody>
      </p:sp>
      <p:cxnSp>
        <p:nvCxnSpPr>
          <p:cNvPr id="13" name="Straight Connector 19">
            <a:extLst>
              <a:ext uri="{FF2B5EF4-FFF2-40B4-BE49-F238E27FC236}">
                <a16:creationId xmlns:a16="http://schemas.microsoft.com/office/drawing/2014/main" id="{0A1B27FB-50CC-FEBC-C72D-239E7EB2AC9B}"/>
              </a:ext>
            </a:extLst>
          </p:cNvPr>
          <p:cNvCxnSpPr/>
          <p:nvPr/>
        </p:nvCxnSpPr>
        <p:spPr>
          <a:xfrm flipH="1">
            <a:off x="2553877" y="4899577"/>
            <a:ext cx="245338" cy="2500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21">
            <a:extLst>
              <a:ext uri="{FF2B5EF4-FFF2-40B4-BE49-F238E27FC236}">
                <a16:creationId xmlns:a16="http://schemas.microsoft.com/office/drawing/2014/main" id="{0563E755-ECD9-31D4-3B9C-F1C316BD2DD5}"/>
              </a:ext>
            </a:extLst>
          </p:cNvPr>
          <p:cNvSpPr/>
          <p:nvPr/>
        </p:nvSpPr>
        <p:spPr>
          <a:xfrm>
            <a:off x="5336154" y="1943351"/>
            <a:ext cx="1469292" cy="13989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6B4F871-00DF-A016-49FE-C04BCE3C17B6}"/>
              </a:ext>
            </a:extLst>
          </p:cNvPr>
          <p:cNvSpPr txBox="1"/>
          <p:nvPr/>
        </p:nvSpPr>
        <p:spPr>
          <a:xfrm>
            <a:off x="1343014" y="45589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</a:t>
            </a:r>
            <a:endParaRPr lang="en-US"/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601E23AC-24B8-12F8-3D80-B5B3DC7F634A}"/>
              </a:ext>
            </a:extLst>
          </p:cNvPr>
          <p:cNvSpPr txBox="1"/>
          <p:nvPr/>
        </p:nvSpPr>
        <p:spPr>
          <a:xfrm>
            <a:off x="1380011" y="35894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</a:t>
            </a:r>
            <a:endParaRPr lang="en-US"/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ED5273D0-B944-3FD6-7DB8-B1666182978C}"/>
              </a:ext>
            </a:extLst>
          </p:cNvPr>
          <p:cNvSpPr txBox="1"/>
          <p:nvPr/>
        </p:nvSpPr>
        <p:spPr>
          <a:xfrm>
            <a:off x="2891496" y="34763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</a:t>
            </a:r>
            <a:endParaRPr lang="en-US"/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CEE7993A-0FB5-49C2-D3B5-914F3B83FC8F}"/>
              </a:ext>
            </a:extLst>
          </p:cNvPr>
          <p:cNvSpPr txBox="1"/>
          <p:nvPr/>
        </p:nvSpPr>
        <p:spPr>
          <a:xfrm>
            <a:off x="2812995" y="48702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4</a:t>
            </a:r>
            <a:endParaRPr lang="en-US"/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7FB78F50-E549-D593-30CD-FE425653692D}"/>
              </a:ext>
            </a:extLst>
          </p:cNvPr>
          <p:cNvSpPr txBox="1"/>
          <p:nvPr/>
        </p:nvSpPr>
        <p:spPr>
          <a:xfrm>
            <a:off x="1093188" y="2327053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1’(2’)</a:t>
            </a:r>
            <a:endParaRPr lang="en-US"/>
          </a:p>
        </p:txBody>
      </p:sp>
      <p:sp>
        <p:nvSpPr>
          <p:cNvPr id="20" name="TextBox 27">
            <a:extLst>
              <a:ext uri="{FF2B5EF4-FFF2-40B4-BE49-F238E27FC236}">
                <a16:creationId xmlns:a16="http://schemas.microsoft.com/office/drawing/2014/main" id="{E9C44BAC-5FC3-86EB-5105-08565D77FDC1}"/>
              </a:ext>
            </a:extLst>
          </p:cNvPr>
          <p:cNvSpPr txBox="1"/>
          <p:nvPr/>
        </p:nvSpPr>
        <p:spPr>
          <a:xfrm>
            <a:off x="2646788" y="1599277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4’(3’)</a:t>
            </a:r>
            <a:endParaRPr lang="en-US"/>
          </a:p>
        </p:txBody>
      </p:sp>
      <p:cxnSp>
        <p:nvCxnSpPr>
          <p:cNvPr id="21" name="Straight Connector 30">
            <a:extLst>
              <a:ext uri="{FF2B5EF4-FFF2-40B4-BE49-F238E27FC236}">
                <a16:creationId xmlns:a16="http://schemas.microsoft.com/office/drawing/2014/main" id="{5570F197-2FCC-C0C2-0F9F-A4C4A5A803FF}"/>
              </a:ext>
            </a:extLst>
          </p:cNvPr>
          <p:cNvCxnSpPr/>
          <p:nvPr/>
        </p:nvCxnSpPr>
        <p:spPr>
          <a:xfrm flipH="1">
            <a:off x="6219293" y="1943351"/>
            <a:ext cx="188030" cy="5606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31">
            <a:extLst>
              <a:ext uri="{FF2B5EF4-FFF2-40B4-BE49-F238E27FC236}">
                <a16:creationId xmlns:a16="http://schemas.microsoft.com/office/drawing/2014/main" id="{E6BBAAD8-08CF-D34C-086F-EF1B8ACB536E}"/>
              </a:ext>
            </a:extLst>
          </p:cNvPr>
          <p:cNvCxnSpPr/>
          <p:nvPr/>
        </p:nvCxnSpPr>
        <p:spPr>
          <a:xfrm flipH="1">
            <a:off x="5336154" y="2504049"/>
            <a:ext cx="88313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33">
            <a:extLst>
              <a:ext uri="{FF2B5EF4-FFF2-40B4-BE49-F238E27FC236}">
                <a16:creationId xmlns:a16="http://schemas.microsoft.com/office/drawing/2014/main" id="{84540CBD-2ADE-B59D-3C63-C5760E93A93D}"/>
              </a:ext>
            </a:extLst>
          </p:cNvPr>
          <p:cNvSpPr txBox="1"/>
          <p:nvPr/>
        </p:nvSpPr>
        <p:spPr>
          <a:xfrm rot="17977436">
            <a:off x="5710495" y="168174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/>
              <a:t>=</a:t>
            </a:r>
            <a:endParaRPr lang="en-US" sz="2800"/>
          </a:p>
        </p:txBody>
      </p:sp>
      <p:sp>
        <p:nvSpPr>
          <p:cNvPr id="24" name="TextBox 34">
            <a:extLst>
              <a:ext uri="{FF2B5EF4-FFF2-40B4-BE49-F238E27FC236}">
                <a16:creationId xmlns:a16="http://schemas.microsoft.com/office/drawing/2014/main" id="{E0722A6D-8E98-A2B1-4C5C-86C80BF45C4E}"/>
              </a:ext>
            </a:extLst>
          </p:cNvPr>
          <p:cNvSpPr txBox="1"/>
          <p:nvPr/>
        </p:nvSpPr>
        <p:spPr>
          <a:xfrm rot="19855058">
            <a:off x="2757177" y="407872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/>
              <a:t>=</a:t>
            </a:r>
            <a:endParaRPr lang="en-US" sz="2800"/>
          </a:p>
        </p:txBody>
      </p:sp>
      <p:sp>
        <p:nvSpPr>
          <p:cNvPr id="25" name="TextBox 35">
            <a:extLst>
              <a:ext uri="{FF2B5EF4-FFF2-40B4-BE49-F238E27FC236}">
                <a16:creationId xmlns:a16="http://schemas.microsoft.com/office/drawing/2014/main" id="{195845DD-FBA8-79E7-F88A-4A5041FDC700}"/>
              </a:ext>
            </a:extLst>
          </p:cNvPr>
          <p:cNvSpPr txBox="1"/>
          <p:nvPr/>
        </p:nvSpPr>
        <p:spPr>
          <a:xfrm rot="17808001">
            <a:off x="5630791" y="224103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rgbClr val="C00000"/>
                </a:solidFill>
              </a:rPr>
              <a:t>=</a:t>
            </a:r>
            <a:endParaRPr lang="en-US" sz="2800">
              <a:solidFill>
                <a:srgbClr val="C00000"/>
              </a:solidFill>
            </a:endParaRPr>
          </a:p>
        </p:txBody>
      </p:sp>
      <p:sp>
        <p:nvSpPr>
          <p:cNvPr id="26" name="TextBox 36">
            <a:extLst>
              <a:ext uri="{FF2B5EF4-FFF2-40B4-BE49-F238E27FC236}">
                <a16:creationId xmlns:a16="http://schemas.microsoft.com/office/drawing/2014/main" id="{2A2FE36E-71D4-C9F9-01C2-BB4CB56A935F}"/>
              </a:ext>
            </a:extLst>
          </p:cNvPr>
          <p:cNvSpPr txBox="1"/>
          <p:nvPr/>
        </p:nvSpPr>
        <p:spPr>
          <a:xfrm rot="19624317">
            <a:off x="1472030" y="390492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rgbClr val="C00000"/>
                </a:solidFill>
              </a:rPr>
              <a:t>=</a:t>
            </a:r>
            <a:endParaRPr lang="en-US" sz="2800">
              <a:solidFill>
                <a:srgbClr val="C00000"/>
              </a:solidFill>
            </a:endParaRPr>
          </a:p>
        </p:txBody>
      </p:sp>
      <p:sp>
        <p:nvSpPr>
          <p:cNvPr id="27" name="TextBox 37">
            <a:extLst>
              <a:ext uri="{FF2B5EF4-FFF2-40B4-BE49-F238E27FC236}">
                <a16:creationId xmlns:a16="http://schemas.microsoft.com/office/drawing/2014/main" id="{66E24237-3444-569E-8EE4-AAB447425019}"/>
              </a:ext>
            </a:extLst>
          </p:cNvPr>
          <p:cNvSpPr txBox="1"/>
          <p:nvPr/>
        </p:nvSpPr>
        <p:spPr>
          <a:xfrm>
            <a:off x="5011831" y="2317976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2”</a:t>
            </a:r>
            <a:endParaRPr lang="en-US"/>
          </a:p>
        </p:txBody>
      </p:sp>
      <p:sp>
        <p:nvSpPr>
          <p:cNvPr id="28" name="TextBox 38">
            <a:extLst>
              <a:ext uri="{FF2B5EF4-FFF2-40B4-BE49-F238E27FC236}">
                <a16:creationId xmlns:a16="http://schemas.microsoft.com/office/drawing/2014/main" id="{4C2A8B5A-51F6-2083-FDD2-0333B57F3D5C}"/>
              </a:ext>
            </a:extLst>
          </p:cNvPr>
          <p:cNvSpPr txBox="1"/>
          <p:nvPr/>
        </p:nvSpPr>
        <p:spPr>
          <a:xfrm>
            <a:off x="6128507" y="2456989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1”</a:t>
            </a:r>
            <a:endParaRPr lang="en-US"/>
          </a:p>
        </p:txBody>
      </p:sp>
      <p:sp>
        <p:nvSpPr>
          <p:cNvPr id="29" name="TextBox 39">
            <a:extLst>
              <a:ext uri="{FF2B5EF4-FFF2-40B4-BE49-F238E27FC236}">
                <a16:creationId xmlns:a16="http://schemas.microsoft.com/office/drawing/2014/main" id="{8EB44254-9567-4737-C3AD-E90D44EF8B8B}"/>
              </a:ext>
            </a:extLst>
          </p:cNvPr>
          <p:cNvSpPr txBox="1"/>
          <p:nvPr/>
        </p:nvSpPr>
        <p:spPr>
          <a:xfrm>
            <a:off x="6316442" y="1614879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4”</a:t>
            </a:r>
            <a:endParaRPr lang="en-US"/>
          </a:p>
        </p:txBody>
      </p:sp>
      <p:sp>
        <p:nvSpPr>
          <p:cNvPr id="30" name="TextBox 40">
            <a:extLst>
              <a:ext uri="{FF2B5EF4-FFF2-40B4-BE49-F238E27FC236}">
                <a16:creationId xmlns:a16="http://schemas.microsoft.com/office/drawing/2014/main" id="{2E696FE9-33BE-7513-287F-6DB969F3F232}"/>
              </a:ext>
            </a:extLst>
          </p:cNvPr>
          <p:cNvSpPr txBox="1"/>
          <p:nvPr/>
        </p:nvSpPr>
        <p:spPr>
          <a:xfrm>
            <a:off x="5139468" y="1617520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3”</a:t>
            </a:r>
            <a:endParaRPr lang="en-US"/>
          </a:p>
        </p:txBody>
      </p:sp>
      <p:sp>
        <p:nvSpPr>
          <p:cNvPr id="31" name="TextBox 41">
            <a:extLst>
              <a:ext uri="{FF2B5EF4-FFF2-40B4-BE49-F238E27FC236}">
                <a16:creationId xmlns:a16="http://schemas.microsoft.com/office/drawing/2014/main" id="{5185C9CE-6943-974B-36BA-934BCA97A46D}"/>
              </a:ext>
            </a:extLst>
          </p:cNvPr>
          <p:cNvSpPr txBox="1"/>
          <p:nvPr/>
        </p:nvSpPr>
        <p:spPr>
          <a:xfrm>
            <a:off x="5668356" y="2008778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p"</a:t>
            </a:r>
            <a:endParaRPr lang="en-US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8BB9CA1F-9150-DDE3-D442-DADB3C8C4A94}"/>
              </a:ext>
            </a:extLst>
          </p:cNvPr>
          <p:cNvSpPr txBox="1"/>
          <p:nvPr/>
        </p:nvSpPr>
        <p:spPr>
          <a:xfrm>
            <a:off x="3799395" y="1574019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5’</a:t>
            </a:r>
            <a:endParaRPr lang="en-US"/>
          </a:p>
        </p:txBody>
      </p:sp>
      <p:sp>
        <p:nvSpPr>
          <p:cNvPr id="33" name="TextBox 42">
            <a:extLst>
              <a:ext uri="{FF2B5EF4-FFF2-40B4-BE49-F238E27FC236}">
                <a16:creationId xmlns:a16="http://schemas.microsoft.com/office/drawing/2014/main" id="{BC2C06C2-67C9-07BC-523F-59C498FDE2E7}"/>
              </a:ext>
            </a:extLst>
          </p:cNvPr>
          <p:cNvSpPr txBox="1"/>
          <p:nvPr/>
        </p:nvSpPr>
        <p:spPr>
          <a:xfrm>
            <a:off x="3804020" y="332411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6’</a:t>
            </a:r>
            <a:endParaRPr lang="en-US"/>
          </a:p>
        </p:txBody>
      </p:sp>
      <p:sp>
        <p:nvSpPr>
          <p:cNvPr id="34" name="TextBox 43">
            <a:extLst>
              <a:ext uri="{FF2B5EF4-FFF2-40B4-BE49-F238E27FC236}">
                <a16:creationId xmlns:a16="http://schemas.microsoft.com/office/drawing/2014/main" id="{CC969243-BB14-4998-DF6A-9FF6844C3D74}"/>
              </a:ext>
            </a:extLst>
          </p:cNvPr>
          <p:cNvSpPr txBox="1"/>
          <p:nvPr/>
        </p:nvSpPr>
        <p:spPr>
          <a:xfrm>
            <a:off x="1380011" y="3195565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7’</a:t>
            </a:r>
            <a:endParaRPr lang="en-US"/>
          </a:p>
        </p:txBody>
      </p:sp>
      <p:sp>
        <p:nvSpPr>
          <p:cNvPr id="35" name="TextBox 44">
            <a:extLst>
              <a:ext uri="{FF2B5EF4-FFF2-40B4-BE49-F238E27FC236}">
                <a16:creationId xmlns:a16="http://schemas.microsoft.com/office/drawing/2014/main" id="{F6978ECD-E342-4CAF-992B-40F2314EB27B}"/>
              </a:ext>
            </a:extLst>
          </p:cNvPr>
          <p:cNvSpPr txBox="1"/>
          <p:nvPr/>
        </p:nvSpPr>
        <p:spPr>
          <a:xfrm>
            <a:off x="1479896" y="4551664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(7)</a:t>
            </a:r>
            <a:endParaRPr lang="en-US"/>
          </a:p>
        </p:txBody>
      </p:sp>
      <p:sp>
        <p:nvSpPr>
          <p:cNvPr id="36" name="TextBox 45">
            <a:extLst>
              <a:ext uri="{FF2B5EF4-FFF2-40B4-BE49-F238E27FC236}">
                <a16:creationId xmlns:a16="http://schemas.microsoft.com/office/drawing/2014/main" id="{E5FAFFD1-B581-043E-2967-A2B32103CBAA}"/>
              </a:ext>
            </a:extLst>
          </p:cNvPr>
          <p:cNvSpPr txBox="1"/>
          <p:nvPr/>
        </p:nvSpPr>
        <p:spPr>
          <a:xfrm>
            <a:off x="3640366" y="5114513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5(6)</a:t>
            </a:r>
            <a:endParaRPr lang="en-US"/>
          </a:p>
        </p:txBody>
      </p:sp>
      <p:cxnSp>
        <p:nvCxnSpPr>
          <p:cNvPr id="37" name="Straight Connector 46">
            <a:extLst>
              <a:ext uri="{FF2B5EF4-FFF2-40B4-BE49-F238E27FC236}">
                <a16:creationId xmlns:a16="http://schemas.microsoft.com/office/drawing/2014/main" id="{D8BBC20C-A80C-E3E7-2267-9D420F71DFB5}"/>
              </a:ext>
            </a:extLst>
          </p:cNvPr>
          <p:cNvCxnSpPr/>
          <p:nvPr/>
        </p:nvCxnSpPr>
        <p:spPr>
          <a:xfrm>
            <a:off x="6219293" y="2511719"/>
            <a:ext cx="0" cy="830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47">
            <a:extLst>
              <a:ext uri="{FF2B5EF4-FFF2-40B4-BE49-F238E27FC236}">
                <a16:creationId xmlns:a16="http://schemas.microsoft.com/office/drawing/2014/main" id="{01DC157C-1DB4-68FF-D6D2-8927104964C1}"/>
              </a:ext>
            </a:extLst>
          </p:cNvPr>
          <p:cNvSpPr txBox="1"/>
          <p:nvPr/>
        </p:nvSpPr>
        <p:spPr>
          <a:xfrm>
            <a:off x="6043505" y="3283577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7”</a:t>
            </a:r>
            <a:endParaRPr lang="en-US"/>
          </a:p>
        </p:txBody>
      </p:sp>
      <p:sp>
        <p:nvSpPr>
          <p:cNvPr id="39" name="TextBox 48">
            <a:extLst>
              <a:ext uri="{FF2B5EF4-FFF2-40B4-BE49-F238E27FC236}">
                <a16:creationId xmlns:a16="http://schemas.microsoft.com/office/drawing/2014/main" id="{4C61F5F6-797D-AE26-14FB-8CBA9FC61ADD}"/>
              </a:ext>
            </a:extLst>
          </p:cNvPr>
          <p:cNvSpPr txBox="1"/>
          <p:nvPr/>
        </p:nvSpPr>
        <p:spPr>
          <a:xfrm>
            <a:off x="6649139" y="3298803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6”</a:t>
            </a:r>
            <a:endParaRPr lang="en-US"/>
          </a:p>
        </p:txBody>
      </p:sp>
      <p:sp>
        <p:nvSpPr>
          <p:cNvPr id="40" name="TextBox 49">
            <a:extLst>
              <a:ext uri="{FF2B5EF4-FFF2-40B4-BE49-F238E27FC236}">
                <a16:creationId xmlns:a16="http://schemas.microsoft.com/office/drawing/2014/main" id="{22ED245A-B5EE-592E-A9DD-F1BDB01E1D2C}"/>
              </a:ext>
            </a:extLst>
          </p:cNvPr>
          <p:cNvSpPr txBox="1"/>
          <p:nvPr/>
        </p:nvSpPr>
        <p:spPr>
          <a:xfrm>
            <a:off x="6727293" y="1614879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5”</a:t>
            </a:r>
            <a:endParaRPr lang="en-US"/>
          </a:p>
        </p:txBody>
      </p:sp>
      <p:sp>
        <p:nvSpPr>
          <p:cNvPr id="41" name="Rectangle 50">
            <a:extLst>
              <a:ext uri="{FF2B5EF4-FFF2-40B4-BE49-F238E27FC236}">
                <a16:creationId xmlns:a16="http://schemas.microsoft.com/office/drawing/2014/main" id="{1D0BE8A9-2768-A474-F585-E06E59E9B118}"/>
              </a:ext>
            </a:extLst>
          </p:cNvPr>
          <p:cNvSpPr/>
          <p:nvPr/>
        </p:nvSpPr>
        <p:spPr>
          <a:xfrm>
            <a:off x="5328692" y="1935191"/>
            <a:ext cx="1469292" cy="139895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51">
            <a:extLst>
              <a:ext uri="{FF2B5EF4-FFF2-40B4-BE49-F238E27FC236}">
                <a16:creationId xmlns:a16="http://schemas.microsoft.com/office/drawing/2014/main" id="{7D559232-0695-A063-1571-94658476D01D}"/>
              </a:ext>
            </a:extLst>
          </p:cNvPr>
          <p:cNvCxnSpPr/>
          <p:nvPr/>
        </p:nvCxnSpPr>
        <p:spPr>
          <a:xfrm flipH="1">
            <a:off x="6211831" y="1935191"/>
            <a:ext cx="188030" cy="56069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52">
            <a:extLst>
              <a:ext uri="{FF2B5EF4-FFF2-40B4-BE49-F238E27FC236}">
                <a16:creationId xmlns:a16="http://schemas.microsoft.com/office/drawing/2014/main" id="{76499392-7A65-9AC5-2E98-7C68B8895807}"/>
              </a:ext>
            </a:extLst>
          </p:cNvPr>
          <p:cNvCxnSpPr/>
          <p:nvPr/>
        </p:nvCxnSpPr>
        <p:spPr>
          <a:xfrm flipH="1">
            <a:off x="5328692" y="2495889"/>
            <a:ext cx="88313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53">
            <a:extLst>
              <a:ext uri="{FF2B5EF4-FFF2-40B4-BE49-F238E27FC236}">
                <a16:creationId xmlns:a16="http://schemas.microsoft.com/office/drawing/2014/main" id="{93ECF4D1-974B-6E83-A1AD-6BF874C1B2BE}"/>
              </a:ext>
            </a:extLst>
          </p:cNvPr>
          <p:cNvCxnSpPr/>
          <p:nvPr/>
        </p:nvCxnSpPr>
        <p:spPr>
          <a:xfrm>
            <a:off x="6211831" y="2503559"/>
            <a:ext cx="0" cy="8305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3">
            <a:extLst>
              <a:ext uri="{FF2B5EF4-FFF2-40B4-BE49-F238E27FC236}">
                <a16:creationId xmlns:a16="http://schemas.microsoft.com/office/drawing/2014/main" id="{8E61AE18-BEB7-24FC-1515-4D3F4049E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504" y="4161697"/>
            <a:ext cx="2830042" cy="1775829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AF8EC949-BC85-FC03-1C39-4203D86E6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9105623" y="3356262"/>
            <a:ext cx="1640705" cy="320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705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2" grpId="0"/>
      <p:bldP spid="15" grpId="0"/>
      <p:bldP spid="16" grpId="0"/>
      <p:bldP spid="17" grpId="0"/>
      <p:bldP spid="18" grpId="0"/>
      <p:bldP spid="19" grpId="0"/>
      <p:bldP spid="20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8" grpId="0"/>
      <p:bldP spid="39" grpId="0"/>
      <p:bldP spid="40" grpId="0"/>
      <p:bldP spid="4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6A04821-2DE0-EE92-B464-3E6B92B07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F3EB-DE1B-41C4-9DF5-4329B616BC00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5B920C-DBEC-4C8E-AC3F-58A787875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11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79C333-21B3-2A6E-B2B2-DE6EC33F3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13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285199D-545F-97D8-8828-D21542DB7E50}"/>
              </a:ext>
            </a:extLst>
          </p:cNvPr>
          <p:cNvSpPr txBox="1">
            <a:spLocks/>
          </p:cNvSpPr>
          <p:nvPr/>
        </p:nvSpPr>
        <p:spPr>
          <a:xfrm>
            <a:off x="749812" y="549510"/>
            <a:ext cx="6993316" cy="7269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</a:rPr>
              <a:t>总结：平面与平面体相交的截交线投影</a:t>
            </a:r>
            <a:endParaRPr lang="en-US" sz="28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742E6CE-45C0-FDCF-F0A9-F8264B10B8C7}"/>
              </a:ext>
            </a:extLst>
          </p:cNvPr>
          <p:cNvSpPr txBox="1">
            <a:spLocks/>
          </p:cNvSpPr>
          <p:nvPr/>
        </p:nvSpPr>
        <p:spPr>
          <a:xfrm>
            <a:off x="952036" y="1338831"/>
            <a:ext cx="7886700" cy="49551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solidFill>
                  <a:srgbClr val="C00000"/>
                </a:solidFill>
              </a:rPr>
              <a:t>封闭多边形</a:t>
            </a:r>
            <a:r>
              <a:rPr lang="zh-CN" altLang="en-US"/>
              <a:t>：多边形的边数决定于平面体上棱面与平面相交的交线数目。</a:t>
            </a:r>
            <a:endParaRPr lang="en-US" altLang="zh-CN"/>
          </a:p>
          <a:p>
            <a:r>
              <a:rPr lang="zh-CN" altLang="en-US" b="1">
                <a:solidFill>
                  <a:srgbClr val="C00000"/>
                </a:solidFill>
              </a:rPr>
              <a:t>交线</a:t>
            </a:r>
            <a:r>
              <a:rPr lang="zh-CN" altLang="en-US"/>
              <a:t>：公有线和公有点</a:t>
            </a:r>
            <a:endParaRPr lang="en-US" altLang="zh-CN"/>
          </a:p>
          <a:p>
            <a:r>
              <a:rPr lang="zh-CN" altLang="en-US" b="1"/>
              <a:t>步骤：</a:t>
            </a:r>
            <a:endParaRPr lang="en-US" altLang="zh-CN" b="1"/>
          </a:p>
          <a:p>
            <a:pPr marL="914400" lvl="1" indent="-457200">
              <a:buFont typeface="+mj-lt"/>
              <a:buAutoNum type="arabicPeriod"/>
            </a:pPr>
            <a:r>
              <a:rPr lang="zh-CN" altLang="en-US" b="1">
                <a:solidFill>
                  <a:srgbClr val="C00000"/>
                </a:solidFill>
              </a:rPr>
              <a:t>空间分析</a:t>
            </a:r>
            <a:r>
              <a:rPr lang="zh-CN" altLang="en-US"/>
              <a:t>：分析截交线的形状</a:t>
            </a:r>
            <a:endParaRPr lang="en-US" altLang="zh-CN"/>
          </a:p>
          <a:p>
            <a:pPr marL="914400" lvl="1" indent="-457200">
              <a:buFont typeface="+mj-lt"/>
              <a:buAutoNum type="arabicPeriod"/>
            </a:pPr>
            <a:r>
              <a:rPr lang="zh-CN" altLang="en-US" b="1">
                <a:solidFill>
                  <a:srgbClr val="C00000"/>
                </a:solidFill>
              </a:rPr>
              <a:t>投影分析</a:t>
            </a:r>
            <a:r>
              <a:rPr lang="zh-CN" altLang="en-US"/>
              <a:t>：分析截交线的投影</a:t>
            </a:r>
            <a:endParaRPr lang="en-US" altLang="zh-CN"/>
          </a:p>
          <a:p>
            <a:pPr marL="914400" lvl="1" indent="-457200">
              <a:buFont typeface="+mj-lt"/>
              <a:buAutoNum type="arabicPeriod"/>
            </a:pPr>
            <a:r>
              <a:rPr lang="zh-CN" altLang="en-US" b="1">
                <a:solidFill>
                  <a:srgbClr val="C00000"/>
                </a:solidFill>
              </a:rPr>
              <a:t>作图</a:t>
            </a:r>
            <a:r>
              <a:rPr lang="zh-CN" altLang="en-US"/>
              <a:t>：画出截交线的投影</a:t>
            </a:r>
            <a:endParaRPr lang="en-US" altLang="zh-CN"/>
          </a:p>
          <a:p>
            <a:pPr lvl="2"/>
            <a:r>
              <a:rPr lang="zh-CN" altLang="en-US" b="1">
                <a:solidFill>
                  <a:schemeClr val="accent5">
                    <a:lumMod val="50000"/>
                  </a:schemeClr>
                </a:solidFill>
              </a:rPr>
              <a:t>积聚性法、辅助线法、辅助面法、投影（平面）法、辅助球面法</a:t>
            </a:r>
            <a:endParaRPr lang="en-US" altLang="zh-CN" b="1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7" name="Picture 2" descr="https://ss0.bdstatic.com/70cFvHSh_Q1YnxGkpoWK1HF6hhy/it/u=2225285057,661493263&amp;fm=15&amp;gp=0.jpg">
            <a:extLst>
              <a:ext uri="{FF2B5EF4-FFF2-40B4-BE49-F238E27FC236}">
                <a16:creationId xmlns:a16="http://schemas.microsoft.com/office/drawing/2014/main" id="{EDD18D03-7683-10E9-72E7-F23509550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1524" y="1885020"/>
            <a:ext cx="2349833" cy="259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5266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249235" y="2967336"/>
            <a:ext cx="57364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800" i="1">
                <a:latin typeface="Calisto MT" panose="02040603050505030304" pitchFamily="18" charset="0"/>
              </a:rPr>
              <a:t>La semplicità è l’ultima sofisticazione - </a:t>
            </a:r>
          </a:p>
          <a:p>
            <a:r>
              <a:rPr lang="it-IT" sz="2000">
                <a:latin typeface="Calisto MT" panose="02040603050505030304" pitchFamily="18" charset="0"/>
              </a:rPr>
              <a:t>Simplicity is the ultimate sophistication</a:t>
            </a:r>
          </a:p>
          <a:p>
            <a:pPr algn="r"/>
            <a:r>
              <a:rPr lang="it-IT" sz="2400">
                <a:latin typeface="Calisto MT" panose="02040603050505030304" pitchFamily="18" charset="0"/>
              </a:rPr>
              <a:t> Leonardo Da Vinci</a:t>
            </a:r>
            <a:endParaRPr lang="en-US" sz="2400">
              <a:latin typeface="Calisto MT" panose="0204060305050503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E03A63-9E78-4237-B29E-05DEFB282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E2BF-DCB1-9B45-AFFB-44C5CFBE6E2E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600C173-FBDE-4C5A-8BFA-A8239B0F1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287E98-E018-43DA-947A-C07B0DBE4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E7862-D88F-229B-0CA9-FB6901487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4B2B1-3362-F744-AE2A-728763CFD600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286910-BAB2-50DB-B118-91908CA90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B27BE-5D18-321F-B076-531890981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5E22EF-594E-E41C-25E0-153DF28FD8B0}"/>
              </a:ext>
            </a:extLst>
          </p:cNvPr>
          <p:cNvSpPr/>
          <p:nvPr/>
        </p:nvSpPr>
        <p:spPr>
          <a:xfrm>
            <a:off x="5398271" y="4573481"/>
            <a:ext cx="1608757" cy="1575512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B1C6B-8579-0715-1200-4097605A06DA}"/>
              </a:ext>
            </a:extLst>
          </p:cNvPr>
          <p:cNvSpPr/>
          <p:nvPr/>
        </p:nvSpPr>
        <p:spPr>
          <a:xfrm rot="2799151">
            <a:off x="6453157" y="5339878"/>
            <a:ext cx="865040" cy="1427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85DF73-4899-D927-4A57-E5CAD0AD659B}"/>
              </a:ext>
            </a:extLst>
          </p:cNvPr>
          <p:cNvSpPr/>
          <p:nvPr/>
        </p:nvSpPr>
        <p:spPr>
          <a:xfrm>
            <a:off x="5398271" y="1979217"/>
            <a:ext cx="1608757" cy="1575512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8C2E51-1195-A636-7DDE-AF7DFF74C121}"/>
              </a:ext>
            </a:extLst>
          </p:cNvPr>
          <p:cNvSpPr/>
          <p:nvPr/>
        </p:nvSpPr>
        <p:spPr>
          <a:xfrm rot="18693239">
            <a:off x="6432931" y="1244349"/>
            <a:ext cx="865040" cy="1427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45C3E798-1F76-46F8-ABA2-15CE19ED6A51}"/>
              </a:ext>
            </a:extLst>
          </p:cNvPr>
          <p:cNvSpPr txBox="1">
            <a:spLocks/>
          </p:cNvSpPr>
          <p:nvPr/>
        </p:nvSpPr>
        <p:spPr>
          <a:xfrm>
            <a:off x="1029756" y="475896"/>
            <a:ext cx="5294667" cy="5092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latin typeface="+mn-ea"/>
                <a:ea typeface="+mn-ea"/>
              </a:rPr>
              <a:t>例</a:t>
            </a:r>
            <a:r>
              <a:rPr lang="en-US" altLang="zh-CN" sz="2800" dirty="0">
                <a:latin typeface="+mn-ea"/>
                <a:ea typeface="+mn-ea"/>
              </a:rPr>
              <a:t>12.3</a:t>
            </a:r>
            <a:r>
              <a:rPr lang="zh-CN" altLang="en-US" sz="2800" dirty="0">
                <a:latin typeface="+mn-ea"/>
                <a:ea typeface="+mn-ea"/>
                <a:sym typeface="Wingdings" panose="05000000000000000000" pitchFamily="2" charset="2"/>
              </a:rPr>
              <a:t> </a:t>
            </a:r>
            <a:r>
              <a:rPr lang="zh-CN" altLang="en-US" sz="2800" dirty="0">
                <a:latin typeface="+mn-ea"/>
                <a:ea typeface="+mn-ea"/>
              </a:rPr>
              <a:t>：四棱柱截切问题</a:t>
            </a:r>
            <a:endParaRPr lang="en-US" sz="2800" dirty="0">
              <a:latin typeface="+mn-ea"/>
              <a:ea typeface="+mn-ea"/>
            </a:endParaRPr>
          </a:p>
        </p:txBody>
      </p:sp>
      <p:sp>
        <p:nvSpPr>
          <p:cNvPr id="10" name="矩形 3">
            <a:extLst>
              <a:ext uri="{FF2B5EF4-FFF2-40B4-BE49-F238E27FC236}">
                <a16:creationId xmlns:a16="http://schemas.microsoft.com/office/drawing/2014/main" id="{AA288825-9E63-7EF2-15A6-D5CE89C443D0}"/>
              </a:ext>
            </a:extLst>
          </p:cNvPr>
          <p:cNvSpPr/>
          <p:nvPr/>
        </p:nvSpPr>
        <p:spPr>
          <a:xfrm>
            <a:off x="1431700" y="2371460"/>
            <a:ext cx="1751357" cy="17588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isometricLeftDown"/>
            <a:lightRig rig="morning" dir="t"/>
          </a:scene3d>
          <a:sp3d z="-6350" extrusionH="1778000" prstMaterial="metal">
            <a:extrusionClr>
              <a:schemeClr val="bg1">
                <a:lumMod val="9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流程图: 接点 4">
            <a:extLst>
              <a:ext uri="{FF2B5EF4-FFF2-40B4-BE49-F238E27FC236}">
                <a16:creationId xmlns:a16="http://schemas.microsoft.com/office/drawing/2014/main" id="{6C76DAEB-4E3D-8180-D8A4-5D6F4CB87AB7}"/>
              </a:ext>
            </a:extLst>
          </p:cNvPr>
          <p:cNvSpPr/>
          <p:nvPr/>
        </p:nvSpPr>
        <p:spPr>
          <a:xfrm>
            <a:off x="2350849" y="1726163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流程图: 接点 5">
            <a:extLst>
              <a:ext uri="{FF2B5EF4-FFF2-40B4-BE49-F238E27FC236}">
                <a16:creationId xmlns:a16="http://schemas.microsoft.com/office/drawing/2014/main" id="{A61CECAB-AE96-7991-8117-9075134E65DE}"/>
              </a:ext>
            </a:extLst>
          </p:cNvPr>
          <p:cNvSpPr/>
          <p:nvPr/>
        </p:nvSpPr>
        <p:spPr>
          <a:xfrm>
            <a:off x="3443335" y="1726163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流程图: 接点 6">
            <a:extLst>
              <a:ext uri="{FF2B5EF4-FFF2-40B4-BE49-F238E27FC236}">
                <a16:creationId xmlns:a16="http://schemas.microsoft.com/office/drawing/2014/main" id="{7FE07632-F074-9B16-A8B0-E365B83FB97C}"/>
              </a:ext>
            </a:extLst>
          </p:cNvPr>
          <p:cNvSpPr/>
          <p:nvPr/>
        </p:nvSpPr>
        <p:spPr>
          <a:xfrm>
            <a:off x="3616967" y="3876887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文本框 7">
            <a:extLst>
              <a:ext uri="{FF2B5EF4-FFF2-40B4-BE49-F238E27FC236}">
                <a16:creationId xmlns:a16="http://schemas.microsoft.com/office/drawing/2014/main" id="{9048FEA6-C0EE-F218-CC67-AB37CF371329}"/>
              </a:ext>
            </a:extLst>
          </p:cNvPr>
          <p:cNvSpPr txBox="1"/>
          <p:nvPr/>
        </p:nvSpPr>
        <p:spPr>
          <a:xfrm>
            <a:off x="2124573" y="144827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5" name="文本框 8">
            <a:extLst>
              <a:ext uri="{FF2B5EF4-FFF2-40B4-BE49-F238E27FC236}">
                <a16:creationId xmlns:a16="http://schemas.microsoft.com/office/drawing/2014/main" id="{D7B4AF5A-F306-BD5D-25A7-DE201BEAE49A}"/>
              </a:ext>
            </a:extLst>
          </p:cNvPr>
          <p:cNvSpPr txBox="1"/>
          <p:nvPr/>
        </p:nvSpPr>
        <p:spPr>
          <a:xfrm>
            <a:off x="3443335" y="144827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6" name="文本框 9">
            <a:extLst>
              <a:ext uri="{FF2B5EF4-FFF2-40B4-BE49-F238E27FC236}">
                <a16:creationId xmlns:a16="http://schemas.microsoft.com/office/drawing/2014/main" id="{C51E07AF-F457-72A3-AF5A-46E8F8CA4AA6}"/>
              </a:ext>
            </a:extLst>
          </p:cNvPr>
          <p:cNvSpPr txBox="1"/>
          <p:nvPr/>
        </p:nvSpPr>
        <p:spPr>
          <a:xfrm>
            <a:off x="3668233" y="378591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17" name="文本框 11">
            <a:extLst>
              <a:ext uri="{FF2B5EF4-FFF2-40B4-BE49-F238E27FC236}">
                <a16:creationId xmlns:a16="http://schemas.microsoft.com/office/drawing/2014/main" id="{6FB059B5-706E-81F2-A9DB-424250C626FE}"/>
              </a:ext>
            </a:extLst>
          </p:cNvPr>
          <p:cNvSpPr txBox="1"/>
          <p:nvPr/>
        </p:nvSpPr>
        <p:spPr>
          <a:xfrm>
            <a:off x="2104830" y="392999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</a:t>
            </a:r>
          </a:p>
        </p:txBody>
      </p:sp>
      <p:cxnSp>
        <p:nvCxnSpPr>
          <p:cNvPr id="18" name="直接连接符 13">
            <a:extLst>
              <a:ext uri="{FF2B5EF4-FFF2-40B4-BE49-F238E27FC236}">
                <a16:creationId xmlns:a16="http://schemas.microsoft.com/office/drawing/2014/main" id="{67B6EAD2-DB82-F522-F21B-0379727880C7}"/>
              </a:ext>
            </a:extLst>
          </p:cNvPr>
          <p:cNvCxnSpPr/>
          <p:nvPr/>
        </p:nvCxnSpPr>
        <p:spPr>
          <a:xfrm>
            <a:off x="2442289" y="1771883"/>
            <a:ext cx="100104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5">
            <a:extLst>
              <a:ext uri="{FF2B5EF4-FFF2-40B4-BE49-F238E27FC236}">
                <a16:creationId xmlns:a16="http://schemas.microsoft.com/office/drawing/2014/main" id="{159A7853-D73B-16C1-418F-A2550F403E21}"/>
              </a:ext>
            </a:extLst>
          </p:cNvPr>
          <p:cNvCxnSpPr>
            <a:endCxn id="13" idx="2"/>
          </p:cNvCxnSpPr>
          <p:nvPr/>
        </p:nvCxnSpPr>
        <p:spPr>
          <a:xfrm flipV="1">
            <a:off x="2256047" y="3922607"/>
            <a:ext cx="1360920" cy="51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流程图: 接点 10">
            <a:extLst>
              <a:ext uri="{FF2B5EF4-FFF2-40B4-BE49-F238E27FC236}">
                <a16:creationId xmlns:a16="http://schemas.microsoft.com/office/drawing/2014/main" id="{67226A76-A54A-73BA-4636-FBB2DE7EA434}"/>
              </a:ext>
            </a:extLst>
          </p:cNvPr>
          <p:cNvSpPr/>
          <p:nvPr/>
        </p:nvSpPr>
        <p:spPr>
          <a:xfrm>
            <a:off x="2215938" y="3889414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95AEC6A-AC64-F4F3-0BAF-18D4B01FD410}"/>
              </a:ext>
            </a:extLst>
          </p:cNvPr>
          <p:cNvCxnSpPr/>
          <p:nvPr/>
        </p:nvCxnSpPr>
        <p:spPr>
          <a:xfrm flipV="1">
            <a:off x="2936507" y="1771883"/>
            <a:ext cx="1931511" cy="11135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2">
            <a:extLst>
              <a:ext uri="{FF2B5EF4-FFF2-40B4-BE49-F238E27FC236}">
                <a16:creationId xmlns:a16="http://schemas.microsoft.com/office/drawing/2014/main" id="{C0762442-2521-0353-C551-5A121E2AD4AF}"/>
              </a:ext>
            </a:extLst>
          </p:cNvPr>
          <p:cNvCxnSpPr/>
          <p:nvPr/>
        </p:nvCxnSpPr>
        <p:spPr>
          <a:xfrm>
            <a:off x="3489055" y="1771883"/>
            <a:ext cx="13789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流程图: 接点 25">
            <a:extLst>
              <a:ext uri="{FF2B5EF4-FFF2-40B4-BE49-F238E27FC236}">
                <a16:creationId xmlns:a16="http://schemas.microsoft.com/office/drawing/2014/main" id="{A27310D3-EB68-372A-2F07-212A95D6C289}"/>
              </a:ext>
            </a:extLst>
          </p:cNvPr>
          <p:cNvSpPr/>
          <p:nvPr/>
        </p:nvSpPr>
        <p:spPr>
          <a:xfrm>
            <a:off x="4822298" y="1735254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文本框 26">
            <a:extLst>
              <a:ext uri="{FF2B5EF4-FFF2-40B4-BE49-F238E27FC236}">
                <a16:creationId xmlns:a16="http://schemas.microsoft.com/office/drawing/2014/main" id="{80E5D63F-CD95-C942-F7EB-2325201AC998}"/>
              </a:ext>
            </a:extLst>
          </p:cNvPr>
          <p:cNvSpPr txBox="1"/>
          <p:nvPr/>
        </p:nvSpPr>
        <p:spPr>
          <a:xfrm>
            <a:off x="4648994" y="141508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M</a:t>
            </a:r>
            <a:endParaRPr lang="en-US"/>
          </a:p>
        </p:txBody>
      </p:sp>
      <p:cxnSp>
        <p:nvCxnSpPr>
          <p:cNvPr id="25" name="直接连接符 27">
            <a:extLst>
              <a:ext uri="{FF2B5EF4-FFF2-40B4-BE49-F238E27FC236}">
                <a16:creationId xmlns:a16="http://schemas.microsoft.com/office/drawing/2014/main" id="{7B148675-B3D4-DA19-AA33-657C3802339A}"/>
              </a:ext>
            </a:extLst>
          </p:cNvPr>
          <p:cNvCxnSpPr/>
          <p:nvPr/>
        </p:nvCxnSpPr>
        <p:spPr>
          <a:xfrm flipV="1">
            <a:off x="3668233" y="1807273"/>
            <a:ext cx="1199785" cy="211193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流程图: 接点 31">
            <a:extLst>
              <a:ext uri="{FF2B5EF4-FFF2-40B4-BE49-F238E27FC236}">
                <a16:creationId xmlns:a16="http://schemas.microsoft.com/office/drawing/2014/main" id="{2D6768B1-79C7-1340-DE57-3ACD698FB8A1}"/>
              </a:ext>
            </a:extLst>
          </p:cNvPr>
          <p:cNvSpPr/>
          <p:nvPr/>
        </p:nvSpPr>
        <p:spPr>
          <a:xfrm>
            <a:off x="4152766" y="2921721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文本框 32">
            <a:extLst>
              <a:ext uri="{FF2B5EF4-FFF2-40B4-BE49-F238E27FC236}">
                <a16:creationId xmlns:a16="http://schemas.microsoft.com/office/drawing/2014/main" id="{59E6C078-DFC3-D51C-A449-086FE004336E}"/>
              </a:ext>
            </a:extLst>
          </p:cNvPr>
          <p:cNvSpPr txBox="1"/>
          <p:nvPr/>
        </p:nvSpPr>
        <p:spPr>
          <a:xfrm>
            <a:off x="4198486" y="2863241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D</a:t>
            </a:r>
          </a:p>
        </p:txBody>
      </p:sp>
      <p:cxnSp>
        <p:nvCxnSpPr>
          <p:cNvPr id="28" name="直接连接符 33">
            <a:extLst>
              <a:ext uri="{FF2B5EF4-FFF2-40B4-BE49-F238E27FC236}">
                <a16:creationId xmlns:a16="http://schemas.microsoft.com/office/drawing/2014/main" id="{78750E4F-5CA3-1485-685C-2E743A4C2310}"/>
              </a:ext>
            </a:extLst>
          </p:cNvPr>
          <p:cNvCxnSpPr>
            <a:stCxn id="26" idx="1"/>
          </p:cNvCxnSpPr>
          <p:nvPr/>
        </p:nvCxnSpPr>
        <p:spPr>
          <a:xfrm flipH="1" flipV="1">
            <a:off x="3489055" y="1758155"/>
            <a:ext cx="677102" cy="1176957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36">
            <a:extLst>
              <a:ext uri="{FF2B5EF4-FFF2-40B4-BE49-F238E27FC236}">
                <a16:creationId xmlns:a16="http://schemas.microsoft.com/office/drawing/2014/main" id="{1BE26A7F-E036-6A85-D8B0-F19F6281EE6C}"/>
              </a:ext>
            </a:extLst>
          </p:cNvPr>
          <p:cNvCxnSpPr/>
          <p:nvPr/>
        </p:nvCxnSpPr>
        <p:spPr>
          <a:xfrm flipH="1" flipV="1">
            <a:off x="1699550" y="2921721"/>
            <a:ext cx="562108" cy="1013236"/>
          </a:xfrm>
          <a:prstGeom prst="line">
            <a:avLst/>
          </a:prstGeom>
          <a:ln>
            <a:prstDash val="soli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流程图: 接点 38">
            <a:extLst>
              <a:ext uri="{FF2B5EF4-FFF2-40B4-BE49-F238E27FC236}">
                <a16:creationId xmlns:a16="http://schemas.microsoft.com/office/drawing/2014/main" id="{A20EF27C-332F-AFA8-964A-22DD45BCAEDB}"/>
              </a:ext>
            </a:extLst>
          </p:cNvPr>
          <p:cNvSpPr/>
          <p:nvPr/>
        </p:nvSpPr>
        <p:spPr>
          <a:xfrm>
            <a:off x="1646567" y="2876001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直接连接符 39">
            <a:extLst>
              <a:ext uri="{FF2B5EF4-FFF2-40B4-BE49-F238E27FC236}">
                <a16:creationId xmlns:a16="http://schemas.microsoft.com/office/drawing/2014/main" id="{419769B4-F3BF-5F77-1F63-D8CFB80F6A63}"/>
              </a:ext>
            </a:extLst>
          </p:cNvPr>
          <p:cNvCxnSpPr>
            <a:stCxn id="30" idx="7"/>
          </p:cNvCxnSpPr>
          <p:nvPr/>
        </p:nvCxnSpPr>
        <p:spPr>
          <a:xfrm flipV="1">
            <a:off x="1724616" y="1771884"/>
            <a:ext cx="675886" cy="1117508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2" name="文本框 41">
            <a:extLst>
              <a:ext uri="{FF2B5EF4-FFF2-40B4-BE49-F238E27FC236}">
                <a16:creationId xmlns:a16="http://schemas.microsoft.com/office/drawing/2014/main" id="{3033B1F8-4210-40FB-EDA0-CEF688065B48}"/>
              </a:ext>
            </a:extLst>
          </p:cNvPr>
          <p:cNvSpPr txBox="1"/>
          <p:nvPr/>
        </p:nvSpPr>
        <p:spPr>
          <a:xfrm>
            <a:off x="1299262" y="269133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2A45294-1D24-8CF5-E35F-E630B059350E}"/>
              </a:ext>
            </a:extLst>
          </p:cNvPr>
          <p:cNvSpPr/>
          <p:nvPr/>
        </p:nvSpPr>
        <p:spPr>
          <a:xfrm>
            <a:off x="8065271" y="1953550"/>
            <a:ext cx="1643393" cy="1601179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89300F-D423-A558-AB60-DC775649DA35}"/>
              </a:ext>
            </a:extLst>
          </p:cNvPr>
          <p:cNvSpPr txBox="1"/>
          <p:nvPr/>
        </p:nvSpPr>
        <p:spPr>
          <a:xfrm flipH="1">
            <a:off x="5258163" y="1632937"/>
            <a:ext cx="458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a’</a:t>
            </a:r>
          </a:p>
          <a:p>
            <a:endParaRPr lang="en-US" sz="1600" i="1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75375A-7D8D-780C-3F1B-8EE41E6B7D29}"/>
              </a:ext>
            </a:extLst>
          </p:cNvPr>
          <p:cNvSpPr txBox="1"/>
          <p:nvPr/>
        </p:nvSpPr>
        <p:spPr>
          <a:xfrm flipH="1">
            <a:off x="6054544" y="1632936"/>
            <a:ext cx="523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b’</a:t>
            </a:r>
          </a:p>
          <a:p>
            <a:endParaRPr lang="en-US" sz="1600" i="1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F41A97-AA29-EC91-F81B-536AB86170D6}"/>
              </a:ext>
            </a:extLst>
          </p:cNvPr>
          <p:cNvSpPr txBox="1"/>
          <p:nvPr/>
        </p:nvSpPr>
        <p:spPr>
          <a:xfrm flipH="1">
            <a:off x="7007028" y="3353831"/>
            <a:ext cx="458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c'</a:t>
            </a:r>
          </a:p>
          <a:p>
            <a:endParaRPr lang="en-US" sz="1600" i="1"/>
          </a:p>
        </p:txBody>
      </p:sp>
      <p:sp>
        <p:nvSpPr>
          <p:cNvPr id="37" name="流程图: 接点 25">
            <a:extLst>
              <a:ext uri="{FF2B5EF4-FFF2-40B4-BE49-F238E27FC236}">
                <a16:creationId xmlns:a16="http://schemas.microsoft.com/office/drawing/2014/main" id="{BAE2B46D-A0F9-0DF4-FEE0-E287AEFE88B6}"/>
              </a:ext>
            </a:extLst>
          </p:cNvPr>
          <p:cNvSpPr/>
          <p:nvPr/>
        </p:nvSpPr>
        <p:spPr>
          <a:xfrm>
            <a:off x="5355042" y="1939609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流程图: 接点 25">
            <a:extLst>
              <a:ext uri="{FF2B5EF4-FFF2-40B4-BE49-F238E27FC236}">
                <a16:creationId xmlns:a16="http://schemas.microsoft.com/office/drawing/2014/main" id="{E43E838B-6C45-7762-3C66-1DFD145AC6B8}"/>
              </a:ext>
            </a:extLst>
          </p:cNvPr>
          <p:cNvSpPr/>
          <p:nvPr/>
        </p:nvSpPr>
        <p:spPr>
          <a:xfrm>
            <a:off x="6145415" y="1925753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流程图: 接点 25">
            <a:extLst>
              <a:ext uri="{FF2B5EF4-FFF2-40B4-BE49-F238E27FC236}">
                <a16:creationId xmlns:a16="http://schemas.microsoft.com/office/drawing/2014/main" id="{4E41B93F-A7F0-8C72-9A69-4849CCE71200}"/>
              </a:ext>
            </a:extLst>
          </p:cNvPr>
          <p:cNvSpPr/>
          <p:nvPr/>
        </p:nvSpPr>
        <p:spPr>
          <a:xfrm>
            <a:off x="6966296" y="3505169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流程图: 接点 25">
            <a:extLst>
              <a:ext uri="{FF2B5EF4-FFF2-40B4-BE49-F238E27FC236}">
                <a16:creationId xmlns:a16="http://schemas.microsoft.com/office/drawing/2014/main" id="{1AA109DE-53EA-078E-FF81-07AB3721F02D}"/>
              </a:ext>
            </a:extLst>
          </p:cNvPr>
          <p:cNvSpPr/>
          <p:nvPr/>
        </p:nvSpPr>
        <p:spPr>
          <a:xfrm>
            <a:off x="5355700" y="5271631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流程图: 接点 25">
            <a:extLst>
              <a:ext uri="{FF2B5EF4-FFF2-40B4-BE49-F238E27FC236}">
                <a16:creationId xmlns:a16="http://schemas.microsoft.com/office/drawing/2014/main" id="{1FA192C7-B633-6A19-EC33-45205C246433}"/>
              </a:ext>
            </a:extLst>
          </p:cNvPr>
          <p:cNvSpPr/>
          <p:nvPr/>
        </p:nvSpPr>
        <p:spPr>
          <a:xfrm>
            <a:off x="6152335" y="4530417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6834D8-7946-80A9-4942-3C5378D33B54}"/>
              </a:ext>
            </a:extLst>
          </p:cNvPr>
          <p:cNvSpPr txBox="1"/>
          <p:nvPr/>
        </p:nvSpPr>
        <p:spPr>
          <a:xfrm>
            <a:off x="5142340" y="5144860"/>
            <a:ext cx="2904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/>
              <a:t>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EE45B7-C858-AE3B-F8AE-4F4BB938FE6F}"/>
              </a:ext>
            </a:extLst>
          </p:cNvPr>
          <p:cNvSpPr txBox="1"/>
          <p:nvPr/>
        </p:nvSpPr>
        <p:spPr>
          <a:xfrm>
            <a:off x="6054544" y="419566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/>
              <a:t>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C70700-583A-ACE3-5878-B398EA571C5B}"/>
              </a:ext>
            </a:extLst>
          </p:cNvPr>
          <p:cNvSpPr txBox="1"/>
          <p:nvPr/>
        </p:nvSpPr>
        <p:spPr>
          <a:xfrm>
            <a:off x="7038147" y="5182720"/>
            <a:ext cx="2696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/>
              <a:t>c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DE139C8-F416-D380-088E-8CF4A9AF304C}"/>
              </a:ext>
            </a:extLst>
          </p:cNvPr>
          <p:cNvSpPr txBox="1"/>
          <p:nvPr/>
        </p:nvSpPr>
        <p:spPr>
          <a:xfrm flipH="1">
            <a:off x="8065271" y="1686829"/>
            <a:ext cx="4585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b"</a:t>
            </a:r>
          </a:p>
        </p:txBody>
      </p:sp>
      <p:sp>
        <p:nvSpPr>
          <p:cNvPr id="46" name="流程图: 接点 25">
            <a:extLst>
              <a:ext uri="{FF2B5EF4-FFF2-40B4-BE49-F238E27FC236}">
                <a16:creationId xmlns:a16="http://schemas.microsoft.com/office/drawing/2014/main" id="{76BA6E86-1FBC-7CFC-2A43-80E3092F950E}"/>
              </a:ext>
            </a:extLst>
          </p:cNvPr>
          <p:cNvSpPr/>
          <p:nvPr/>
        </p:nvSpPr>
        <p:spPr>
          <a:xfrm>
            <a:off x="8030132" y="1923221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FCF3D96-DD75-38C6-1DF4-EB06B553D3F3}"/>
              </a:ext>
            </a:extLst>
          </p:cNvPr>
          <p:cNvSpPr txBox="1"/>
          <p:nvPr/>
        </p:nvSpPr>
        <p:spPr>
          <a:xfrm flipH="1">
            <a:off x="8876054" y="3529062"/>
            <a:ext cx="533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c”</a:t>
            </a:r>
          </a:p>
        </p:txBody>
      </p:sp>
      <p:sp>
        <p:nvSpPr>
          <p:cNvPr id="48" name="流程图: 接点 25">
            <a:extLst>
              <a:ext uri="{FF2B5EF4-FFF2-40B4-BE49-F238E27FC236}">
                <a16:creationId xmlns:a16="http://schemas.microsoft.com/office/drawing/2014/main" id="{53976CFA-91B1-21BD-526E-6730F4393D38}"/>
              </a:ext>
            </a:extLst>
          </p:cNvPr>
          <p:cNvSpPr/>
          <p:nvPr/>
        </p:nvSpPr>
        <p:spPr>
          <a:xfrm>
            <a:off x="8847283" y="3494447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直接连接符 13">
            <a:extLst>
              <a:ext uri="{FF2B5EF4-FFF2-40B4-BE49-F238E27FC236}">
                <a16:creationId xmlns:a16="http://schemas.microsoft.com/office/drawing/2014/main" id="{5F6525D9-103C-448F-FC3B-97F21673A82C}"/>
              </a:ext>
            </a:extLst>
          </p:cNvPr>
          <p:cNvCxnSpPr/>
          <p:nvPr/>
        </p:nvCxnSpPr>
        <p:spPr>
          <a:xfrm flipV="1">
            <a:off x="5415622" y="4613173"/>
            <a:ext cx="762999" cy="70472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13">
            <a:extLst>
              <a:ext uri="{FF2B5EF4-FFF2-40B4-BE49-F238E27FC236}">
                <a16:creationId xmlns:a16="http://schemas.microsoft.com/office/drawing/2014/main" id="{BBEA6256-5C16-D116-D016-717D9BD106A5}"/>
              </a:ext>
            </a:extLst>
          </p:cNvPr>
          <p:cNvCxnSpPr>
            <a:stCxn id="5" idx="2"/>
          </p:cNvCxnSpPr>
          <p:nvPr/>
        </p:nvCxnSpPr>
        <p:spPr>
          <a:xfrm flipV="1">
            <a:off x="6202650" y="5397718"/>
            <a:ext cx="804124" cy="75127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B5D7D4E-C89D-01C5-795A-CD927F02C274}"/>
              </a:ext>
            </a:extLst>
          </p:cNvPr>
          <p:cNvSpPr txBox="1"/>
          <p:nvPr/>
        </p:nvSpPr>
        <p:spPr>
          <a:xfrm flipH="1">
            <a:off x="6057918" y="6148993"/>
            <a:ext cx="533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e</a:t>
            </a:r>
          </a:p>
        </p:txBody>
      </p:sp>
      <p:sp>
        <p:nvSpPr>
          <p:cNvPr id="52" name="流程图: 接点 25">
            <a:extLst>
              <a:ext uri="{FF2B5EF4-FFF2-40B4-BE49-F238E27FC236}">
                <a16:creationId xmlns:a16="http://schemas.microsoft.com/office/drawing/2014/main" id="{0D42425E-0BB7-AD36-3E65-2D8B2537AB3F}"/>
              </a:ext>
            </a:extLst>
          </p:cNvPr>
          <p:cNvSpPr/>
          <p:nvPr/>
        </p:nvSpPr>
        <p:spPr>
          <a:xfrm>
            <a:off x="6164230" y="6114378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B04C5E3-B33E-7A2A-E39C-42612DFBDF98}"/>
              </a:ext>
            </a:extLst>
          </p:cNvPr>
          <p:cNvSpPr txBox="1"/>
          <p:nvPr/>
        </p:nvSpPr>
        <p:spPr>
          <a:xfrm flipH="1">
            <a:off x="9555422" y="3548724"/>
            <a:ext cx="5770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e”</a:t>
            </a:r>
          </a:p>
        </p:txBody>
      </p:sp>
      <p:sp>
        <p:nvSpPr>
          <p:cNvPr id="54" name="流程图: 接点 25">
            <a:extLst>
              <a:ext uri="{FF2B5EF4-FFF2-40B4-BE49-F238E27FC236}">
                <a16:creationId xmlns:a16="http://schemas.microsoft.com/office/drawing/2014/main" id="{A838E0A9-C025-0589-9AFF-502986D770EC}"/>
              </a:ext>
            </a:extLst>
          </p:cNvPr>
          <p:cNvSpPr/>
          <p:nvPr/>
        </p:nvSpPr>
        <p:spPr>
          <a:xfrm>
            <a:off x="9661735" y="3503718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E6D056-CB15-CBCC-18FF-27ADFDF4487D}"/>
              </a:ext>
            </a:extLst>
          </p:cNvPr>
          <p:cNvSpPr txBox="1"/>
          <p:nvPr/>
        </p:nvSpPr>
        <p:spPr>
          <a:xfrm flipH="1">
            <a:off x="6102698" y="3559907"/>
            <a:ext cx="533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e'</a:t>
            </a:r>
          </a:p>
        </p:txBody>
      </p:sp>
      <p:sp>
        <p:nvSpPr>
          <p:cNvPr id="56" name="流程图: 接点 25">
            <a:extLst>
              <a:ext uri="{FF2B5EF4-FFF2-40B4-BE49-F238E27FC236}">
                <a16:creationId xmlns:a16="http://schemas.microsoft.com/office/drawing/2014/main" id="{4BAF0D18-8D62-5D86-2412-384D500A6A3B}"/>
              </a:ext>
            </a:extLst>
          </p:cNvPr>
          <p:cNvSpPr/>
          <p:nvPr/>
        </p:nvSpPr>
        <p:spPr>
          <a:xfrm>
            <a:off x="6209010" y="3525292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直接连接符 27">
            <a:extLst>
              <a:ext uri="{FF2B5EF4-FFF2-40B4-BE49-F238E27FC236}">
                <a16:creationId xmlns:a16="http://schemas.microsoft.com/office/drawing/2014/main" id="{29D59086-F556-1B20-79A7-7B26E544C5C6}"/>
              </a:ext>
            </a:extLst>
          </p:cNvPr>
          <p:cNvCxnSpPr/>
          <p:nvPr/>
        </p:nvCxnSpPr>
        <p:spPr>
          <a:xfrm flipH="1" flipV="1">
            <a:off x="7006259" y="3818772"/>
            <a:ext cx="4484" cy="233798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13">
            <a:extLst>
              <a:ext uri="{FF2B5EF4-FFF2-40B4-BE49-F238E27FC236}">
                <a16:creationId xmlns:a16="http://schemas.microsoft.com/office/drawing/2014/main" id="{C617A122-1A7B-7CFF-3E38-FBD237249532}"/>
              </a:ext>
            </a:extLst>
          </p:cNvPr>
          <p:cNvCxnSpPr/>
          <p:nvPr/>
        </p:nvCxnSpPr>
        <p:spPr>
          <a:xfrm flipV="1">
            <a:off x="6209753" y="3840543"/>
            <a:ext cx="805725" cy="7437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9" name="流程图: 接点 25">
            <a:extLst>
              <a:ext uri="{FF2B5EF4-FFF2-40B4-BE49-F238E27FC236}">
                <a16:creationId xmlns:a16="http://schemas.microsoft.com/office/drawing/2014/main" id="{7C54384D-9440-EE8C-DDA0-F4AA6165F20F}"/>
              </a:ext>
            </a:extLst>
          </p:cNvPr>
          <p:cNvSpPr/>
          <p:nvPr/>
        </p:nvSpPr>
        <p:spPr>
          <a:xfrm>
            <a:off x="6968509" y="3809663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831510-519A-4009-8DEC-AD3D1A54F12E}"/>
              </a:ext>
            </a:extLst>
          </p:cNvPr>
          <p:cNvSpPr txBox="1"/>
          <p:nvPr/>
        </p:nvSpPr>
        <p:spPr>
          <a:xfrm flipH="1">
            <a:off x="7069872" y="3669536"/>
            <a:ext cx="341263" cy="348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m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D6A9DBB-F427-E9CB-2870-26DF1771A519}"/>
              </a:ext>
            </a:extLst>
          </p:cNvPr>
          <p:cNvSpPr txBox="1"/>
          <p:nvPr/>
        </p:nvSpPr>
        <p:spPr>
          <a:xfrm rot="1894892" flipH="1">
            <a:off x="6830117" y="3956581"/>
            <a:ext cx="341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C00000"/>
                </a:solidFill>
              </a:rPr>
              <a:t>=</a:t>
            </a:r>
          </a:p>
        </p:txBody>
      </p:sp>
      <p:cxnSp>
        <p:nvCxnSpPr>
          <p:cNvPr id="62" name="直接连接符 27">
            <a:extLst>
              <a:ext uri="{FF2B5EF4-FFF2-40B4-BE49-F238E27FC236}">
                <a16:creationId xmlns:a16="http://schemas.microsoft.com/office/drawing/2014/main" id="{5C9579C5-8AE9-0B98-BBDC-4F3914D7A043}"/>
              </a:ext>
            </a:extLst>
          </p:cNvPr>
          <p:cNvCxnSpPr>
            <a:endCxn id="64" idx="6"/>
          </p:cNvCxnSpPr>
          <p:nvPr/>
        </p:nvCxnSpPr>
        <p:spPr>
          <a:xfrm flipH="1" flipV="1">
            <a:off x="7387758" y="1956335"/>
            <a:ext cx="1561596" cy="584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5844725-846A-1139-0F25-94B72DEB5512}"/>
              </a:ext>
            </a:extLst>
          </p:cNvPr>
          <p:cNvSpPr txBox="1"/>
          <p:nvPr/>
        </p:nvSpPr>
        <p:spPr>
          <a:xfrm rot="3209402" flipH="1">
            <a:off x="7588356" y="1705272"/>
            <a:ext cx="341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C00000"/>
                </a:solidFill>
              </a:rPr>
              <a:t>=</a:t>
            </a:r>
          </a:p>
        </p:txBody>
      </p:sp>
      <p:sp>
        <p:nvSpPr>
          <p:cNvPr id="64" name="流程图: 接点 25">
            <a:extLst>
              <a:ext uri="{FF2B5EF4-FFF2-40B4-BE49-F238E27FC236}">
                <a16:creationId xmlns:a16="http://schemas.microsoft.com/office/drawing/2014/main" id="{555CD1C8-0D34-B9B3-8A44-DF29A3221700}"/>
              </a:ext>
            </a:extLst>
          </p:cNvPr>
          <p:cNvSpPr/>
          <p:nvPr/>
        </p:nvSpPr>
        <p:spPr>
          <a:xfrm>
            <a:off x="7296318" y="1910615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37B2940-2E3E-F398-7EB2-1B43880F15DC}"/>
              </a:ext>
            </a:extLst>
          </p:cNvPr>
          <p:cNvSpPr txBox="1"/>
          <p:nvPr/>
        </p:nvSpPr>
        <p:spPr>
          <a:xfrm flipH="1">
            <a:off x="7156826" y="1606108"/>
            <a:ext cx="439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m”</a:t>
            </a:r>
          </a:p>
        </p:txBody>
      </p:sp>
      <p:cxnSp>
        <p:nvCxnSpPr>
          <p:cNvPr id="66" name="直接连接符 27">
            <a:extLst>
              <a:ext uri="{FF2B5EF4-FFF2-40B4-BE49-F238E27FC236}">
                <a16:creationId xmlns:a16="http://schemas.microsoft.com/office/drawing/2014/main" id="{A68FA2D3-8B7F-1E31-3102-3918BD35320A}"/>
              </a:ext>
            </a:extLst>
          </p:cNvPr>
          <p:cNvCxnSpPr>
            <a:stCxn id="48" idx="1"/>
            <a:endCxn id="64" idx="5"/>
          </p:cNvCxnSpPr>
          <p:nvPr/>
        </p:nvCxnSpPr>
        <p:spPr>
          <a:xfrm flipH="1" flipV="1">
            <a:off x="7374367" y="1988664"/>
            <a:ext cx="1486307" cy="151917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7" name="流程图: 接点 25">
            <a:extLst>
              <a:ext uri="{FF2B5EF4-FFF2-40B4-BE49-F238E27FC236}">
                <a16:creationId xmlns:a16="http://schemas.microsoft.com/office/drawing/2014/main" id="{4D470A00-1223-1456-4447-54FCE576E2D0}"/>
              </a:ext>
            </a:extLst>
          </p:cNvPr>
          <p:cNvSpPr/>
          <p:nvPr/>
        </p:nvSpPr>
        <p:spPr>
          <a:xfrm>
            <a:off x="8030451" y="2648260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A504CCB-983F-9B88-7062-3B0090EABA65}"/>
              </a:ext>
            </a:extLst>
          </p:cNvPr>
          <p:cNvSpPr txBox="1"/>
          <p:nvPr/>
        </p:nvSpPr>
        <p:spPr>
          <a:xfrm flipH="1">
            <a:off x="7728616" y="2583167"/>
            <a:ext cx="439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d”</a:t>
            </a:r>
          </a:p>
        </p:txBody>
      </p:sp>
      <p:sp>
        <p:nvSpPr>
          <p:cNvPr id="69" name="流程图: 接点 25">
            <a:extLst>
              <a:ext uri="{FF2B5EF4-FFF2-40B4-BE49-F238E27FC236}">
                <a16:creationId xmlns:a16="http://schemas.microsoft.com/office/drawing/2014/main" id="{F7F15295-ED27-5F5B-2C5A-A1C050575EBE}"/>
              </a:ext>
            </a:extLst>
          </p:cNvPr>
          <p:cNvSpPr/>
          <p:nvPr/>
        </p:nvSpPr>
        <p:spPr>
          <a:xfrm>
            <a:off x="6963177" y="2667274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D061AD-0583-87FA-D655-25054064050B}"/>
              </a:ext>
            </a:extLst>
          </p:cNvPr>
          <p:cNvSpPr txBox="1"/>
          <p:nvPr/>
        </p:nvSpPr>
        <p:spPr>
          <a:xfrm flipH="1">
            <a:off x="7025089" y="2549745"/>
            <a:ext cx="512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d’</a:t>
            </a:r>
          </a:p>
        </p:txBody>
      </p:sp>
      <p:sp>
        <p:nvSpPr>
          <p:cNvPr id="71" name="流程图: 接点 25">
            <a:extLst>
              <a:ext uri="{FF2B5EF4-FFF2-40B4-BE49-F238E27FC236}">
                <a16:creationId xmlns:a16="http://schemas.microsoft.com/office/drawing/2014/main" id="{F41E648A-8BEC-CF7A-BE40-BADE4E0026B8}"/>
              </a:ext>
            </a:extLst>
          </p:cNvPr>
          <p:cNvSpPr/>
          <p:nvPr/>
        </p:nvSpPr>
        <p:spPr>
          <a:xfrm>
            <a:off x="6970203" y="4521733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98C6FEC-7058-CB71-ABA4-94FE63CC4EBA}"/>
              </a:ext>
            </a:extLst>
          </p:cNvPr>
          <p:cNvSpPr txBox="1"/>
          <p:nvPr/>
        </p:nvSpPr>
        <p:spPr>
          <a:xfrm flipH="1">
            <a:off x="7032115" y="4404204"/>
            <a:ext cx="439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d</a:t>
            </a:r>
          </a:p>
        </p:txBody>
      </p:sp>
      <p:cxnSp>
        <p:nvCxnSpPr>
          <p:cNvPr id="73" name="直接连接符 27">
            <a:extLst>
              <a:ext uri="{FF2B5EF4-FFF2-40B4-BE49-F238E27FC236}">
                <a16:creationId xmlns:a16="http://schemas.microsoft.com/office/drawing/2014/main" id="{E6DF1C67-6BC4-7A3E-FBF1-BC94C11A9340}"/>
              </a:ext>
            </a:extLst>
          </p:cNvPr>
          <p:cNvCxnSpPr/>
          <p:nvPr/>
        </p:nvCxnSpPr>
        <p:spPr>
          <a:xfrm flipH="1" flipV="1">
            <a:off x="6219402" y="1994854"/>
            <a:ext cx="767557" cy="69620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27">
            <a:extLst>
              <a:ext uri="{FF2B5EF4-FFF2-40B4-BE49-F238E27FC236}">
                <a16:creationId xmlns:a16="http://schemas.microsoft.com/office/drawing/2014/main" id="{4BE0509A-A511-C0AD-DEA1-F5EC0455A2ED}"/>
              </a:ext>
            </a:extLst>
          </p:cNvPr>
          <p:cNvCxnSpPr>
            <a:endCxn id="7" idx="1"/>
          </p:cNvCxnSpPr>
          <p:nvPr/>
        </p:nvCxnSpPr>
        <p:spPr>
          <a:xfrm flipH="1" flipV="1">
            <a:off x="5398271" y="2766973"/>
            <a:ext cx="827179" cy="78246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0A69F042-33B0-8171-FC27-2AB6433D4123}"/>
              </a:ext>
            </a:extLst>
          </p:cNvPr>
          <p:cNvSpPr txBox="1"/>
          <p:nvPr/>
        </p:nvSpPr>
        <p:spPr>
          <a:xfrm flipH="1">
            <a:off x="5151280" y="2573430"/>
            <a:ext cx="458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f'</a:t>
            </a:r>
          </a:p>
          <a:p>
            <a:endParaRPr lang="en-US" sz="1600" i="1"/>
          </a:p>
        </p:txBody>
      </p:sp>
      <p:sp>
        <p:nvSpPr>
          <p:cNvPr id="76" name="流程图: 接点 25">
            <a:extLst>
              <a:ext uri="{FF2B5EF4-FFF2-40B4-BE49-F238E27FC236}">
                <a16:creationId xmlns:a16="http://schemas.microsoft.com/office/drawing/2014/main" id="{114FF31E-A610-0593-76F8-8F3821952E26}"/>
              </a:ext>
            </a:extLst>
          </p:cNvPr>
          <p:cNvSpPr/>
          <p:nvPr/>
        </p:nvSpPr>
        <p:spPr>
          <a:xfrm>
            <a:off x="5349338" y="2721236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CD6562C-AA17-376F-C126-05FD99AA5AEF}"/>
              </a:ext>
            </a:extLst>
          </p:cNvPr>
          <p:cNvSpPr txBox="1"/>
          <p:nvPr/>
        </p:nvSpPr>
        <p:spPr>
          <a:xfrm flipH="1">
            <a:off x="5150724" y="5957178"/>
            <a:ext cx="458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f</a:t>
            </a:r>
          </a:p>
          <a:p>
            <a:endParaRPr lang="en-US" sz="1600" i="1"/>
          </a:p>
        </p:txBody>
      </p:sp>
      <p:sp>
        <p:nvSpPr>
          <p:cNvPr id="78" name="流程图: 接点 25">
            <a:extLst>
              <a:ext uri="{FF2B5EF4-FFF2-40B4-BE49-F238E27FC236}">
                <a16:creationId xmlns:a16="http://schemas.microsoft.com/office/drawing/2014/main" id="{6DAC7651-83D8-8C2B-BB1F-A378BF7A60EC}"/>
              </a:ext>
            </a:extLst>
          </p:cNvPr>
          <p:cNvSpPr/>
          <p:nvPr/>
        </p:nvSpPr>
        <p:spPr>
          <a:xfrm>
            <a:off x="5348782" y="6104984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直接连接符 27">
            <a:extLst>
              <a:ext uri="{FF2B5EF4-FFF2-40B4-BE49-F238E27FC236}">
                <a16:creationId xmlns:a16="http://schemas.microsoft.com/office/drawing/2014/main" id="{C8ED92F7-C9D3-4407-359E-7CEB95B6826B}"/>
              </a:ext>
            </a:extLst>
          </p:cNvPr>
          <p:cNvCxnSpPr/>
          <p:nvPr/>
        </p:nvCxnSpPr>
        <p:spPr>
          <a:xfrm flipV="1">
            <a:off x="9707455" y="2795704"/>
            <a:ext cx="1209" cy="74957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0" name="流程图: 接点 25">
            <a:extLst>
              <a:ext uri="{FF2B5EF4-FFF2-40B4-BE49-F238E27FC236}">
                <a16:creationId xmlns:a16="http://schemas.microsoft.com/office/drawing/2014/main" id="{8D85B911-FB43-FB03-CE8F-FD52621E851B}"/>
              </a:ext>
            </a:extLst>
          </p:cNvPr>
          <p:cNvSpPr/>
          <p:nvPr/>
        </p:nvSpPr>
        <p:spPr>
          <a:xfrm>
            <a:off x="6969758" y="5347841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直接连接符 27">
            <a:extLst>
              <a:ext uri="{FF2B5EF4-FFF2-40B4-BE49-F238E27FC236}">
                <a16:creationId xmlns:a16="http://schemas.microsoft.com/office/drawing/2014/main" id="{7A9CBAC7-C037-7695-BB2F-D21CFD35302B}"/>
              </a:ext>
            </a:extLst>
          </p:cNvPr>
          <p:cNvCxnSpPr>
            <a:stCxn id="54" idx="2"/>
          </p:cNvCxnSpPr>
          <p:nvPr/>
        </p:nvCxnSpPr>
        <p:spPr>
          <a:xfrm flipH="1">
            <a:off x="8908064" y="3549438"/>
            <a:ext cx="753671" cy="31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27">
            <a:extLst>
              <a:ext uri="{FF2B5EF4-FFF2-40B4-BE49-F238E27FC236}">
                <a16:creationId xmlns:a16="http://schemas.microsoft.com/office/drawing/2014/main" id="{F7EC7BFD-50AA-334F-6913-1D6F233D18A7}"/>
              </a:ext>
            </a:extLst>
          </p:cNvPr>
          <p:cNvCxnSpPr/>
          <p:nvPr/>
        </p:nvCxnSpPr>
        <p:spPr>
          <a:xfrm flipH="1">
            <a:off x="6266653" y="3548724"/>
            <a:ext cx="753671" cy="31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27">
            <a:extLst>
              <a:ext uri="{FF2B5EF4-FFF2-40B4-BE49-F238E27FC236}">
                <a16:creationId xmlns:a16="http://schemas.microsoft.com/office/drawing/2014/main" id="{F3269313-E493-71CE-7F4C-07EA7270797B}"/>
              </a:ext>
            </a:extLst>
          </p:cNvPr>
          <p:cNvCxnSpPr/>
          <p:nvPr/>
        </p:nvCxnSpPr>
        <p:spPr>
          <a:xfrm flipH="1">
            <a:off x="5432560" y="1973926"/>
            <a:ext cx="753671" cy="31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27">
            <a:extLst>
              <a:ext uri="{FF2B5EF4-FFF2-40B4-BE49-F238E27FC236}">
                <a16:creationId xmlns:a16="http://schemas.microsoft.com/office/drawing/2014/main" id="{B79EEC9C-7F07-5A48-00EC-0F936DB36E36}"/>
              </a:ext>
            </a:extLst>
          </p:cNvPr>
          <p:cNvCxnSpPr>
            <a:stCxn id="76" idx="0"/>
            <a:endCxn id="37" idx="4"/>
          </p:cNvCxnSpPr>
          <p:nvPr/>
        </p:nvCxnSpPr>
        <p:spPr>
          <a:xfrm flipV="1">
            <a:off x="5395058" y="2031049"/>
            <a:ext cx="5704" cy="69018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27">
            <a:extLst>
              <a:ext uri="{FF2B5EF4-FFF2-40B4-BE49-F238E27FC236}">
                <a16:creationId xmlns:a16="http://schemas.microsoft.com/office/drawing/2014/main" id="{5093F8CE-C324-9319-AE3A-3021AAC0B036}"/>
              </a:ext>
            </a:extLst>
          </p:cNvPr>
          <p:cNvCxnSpPr>
            <a:stCxn id="39" idx="0"/>
          </p:cNvCxnSpPr>
          <p:nvPr/>
        </p:nvCxnSpPr>
        <p:spPr>
          <a:xfrm flipH="1" flipV="1">
            <a:off x="7011353" y="2739701"/>
            <a:ext cx="663" cy="76546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27">
            <a:extLst>
              <a:ext uri="{FF2B5EF4-FFF2-40B4-BE49-F238E27FC236}">
                <a16:creationId xmlns:a16="http://schemas.microsoft.com/office/drawing/2014/main" id="{7CBCBB0F-4D70-73EF-00A1-1B53FC80EAD0}"/>
              </a:ext>
            </a:extLst>
          </p:cNvPr>
          <p:cNvCxnSpPr>
            <a:stCxn id="78" idx="0"/>
          </p:cNvCxnSpPr>
          <p:nvPr/>
        </p:nvCxnSpPr>
        <p:spPr>
          <a:xfrm flipV="1">
            <a:off x="5394502" y="5330422"/>
            <a:ext cx="6260" cy="77456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27">
            <a:extLst>
              <a:ext uri="{FF2B5EF4-FFF2-40B4-BE49-F238E27FC236}">
                <a16:creationId xmlns:a16="http://schemas.microsoft.com/office/drawing/2014/main" id="{5488B367-C4DF-18AC-BD06-1CA62F3A552F}"/>
              </a:ext>
            </a:extLst>
          </p:cNvPr>
          <p:cNvCxnSpPr/>
          <p:nvPr/>
        </p:nvCxnSpPr>
        <p:spPr>
          <a:xfrm flipH="1">
            <a:off x="6215635" y="4568829"/>
            <a:ext cx="753671" cy="31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27">
            <a:extLst>
              <a:ext uri="{FF2B5EF4-FFF2-40B4-BE49-F238E27FC236}">
                <a16:creationId xmlns:a16="http://schemas.microsoft.com/office/drawing/2014/main" id="{D00347CC-49F8-9FA5-841F-A831F42C47E3}"/>
              </a:ext>
            </a:extLst>
          </p:cNvPr>
          <p:cNvCxnSpPr/>
          <p:nvPr/>
        </p:nvCxnSpPr>
        <p:spPr>
          <a:xfrm flipH="1">
            <a:off x="5416886" y="6144865"/>
            <a:ext cx="753671" cy="31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27">
            <a:extLst>
              <a:ext uri="{FF2B5EF4-FFF2-40B4-BE49-F238E27FC236}">
                <a16:creationId xmlns:a16="http://schemas.microsoft.com/office/drawing/2014/main" id="{CC331F63-ECE7-C669-BB75-C56C09521005}"/>
              </a:ext>
            </a:extLst>
          </p:cNvPr>
          <p:cNvCxnSpPr/>
          <p:nvPr/>
        </p:nvCxnSpPr>
        <p:spPr>
          <a:xfrm flipH="1">
            <a:off x="8114592" y="1961961"/>
            <a:ext cx="79385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27">
            <a:extLst>
              <a:ext uri="{FF2B5EF4-FFF2-40B4-BE49-F238E27FC236}">
                <a16:creationId xmlns:a16="http://schemas.microsoft.com/office/drawing/2014/main" id="{427F0651-18CE-5A31-6356-1DE272E42C5F}"/>
              </a:ext>
            </a:extLst>
          </p:cNvPr>
          <p:cNvCxnSpPr/>
          <p:nvPr/>
        </p:nvCxnSpPr>
        <p:spPr>
          <a:xfrm flipH="1" flipV="1">
            <a:off x="8059920" y="2013085"/>
            <a:ext cx="1241" cy="69238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27">
            <a:extLst>
              <a:ext uri="{FF2B5EF4-FFF2-40B4-BE49-F238E27FC236}">
                <a16:creationId xmlns:a16="http://schemas.microsoft.com/office/drawing/2014/main" id="{DDB39D3F-41F1-22B5-B073-DFBAAC1821F3}"/>
              </a:ext>
            </a:extLst>
          </p:cNvPr>
          <p:cNvCxnSpPr>
            <a:stCxn id="80" idx="0"/>
          </p:cNvCxnSpPr>
          <p:nvPr/>
        </p:nvCxnSpPr>
        <p:spPr>
          <a:xfrm flipH="1" flipV="1">
            <a:off x="7010909" y="4567454"/>
            <a:ext cx="4569" cy="78038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13">
            <a:extLst>
              <a:ext uri="{FF2B5EF4-FFF2-40B4-BE49-F238E27FC236}">
                <a16:creationId xmlns:a16="http://schemas.microsoft.com/office/drawing/2014/main" id="{F164EBEA-62F1-D8D1-6B78-27B6F9F32EEC}"/>
              </a:ext>
            </a:extLst>
          </p:cNvPr>
          <p:cNvCxnSpPr/>
          <p:nvPr/>
        </p:nvCxnSpPr>
        <p:spPr>
          <a:xfrm flipV="1">
            <a:off x="3662825" y="2976910"/>
            <a:ext cx="510952" cy="93883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27">
            <a:extLst>
              <a:ext uri="{FF2B5EF4-FFF2-40B4-BE49-F238E27FC236}">
                <a16:creationId xmlns:a16="http://schemas.microsoft.com/office/drawing/2014/main" id="{AD960C6B-B282-DBD4-97FB-D1AAD8116CBC}"/>
              </a:ext>
            </a:extLst>
          </p:cNvPr>
          <p:cNvCxnSpPr/>
          <p:nvPr/>
        </p:nvCxnSpPr>
        <p:spPr>
          <a:xfrm flipH="1" flipV="1">
            <a:off x="8066969" y="2697973"/>
            <a:ext cx="785804" cy="800227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7B0F9A89-59E3-210A-7F08-C56F43882922}"/>
              </a:ext>
            </a:extLst>
          </p:cNvPr>
          <p:cNvSpPr/>
          <p:nvPr/>
        </p:nvSpPr>
        <p:spPr>
          <a:xfrm rot="19054968">
            <a:off x="9244249" y="1343673"/>
            <a:ext cx="865040" cy="1427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8ED16B2-92DF-C165-EB21-D6A13CACA8C5}"/>
              </a:ext>
            </a:extLst>
          </p:cNvPr>
          <p:cNvSpPr txBox="1"/>
          <p:nvPr/>
        </p:nvSpPr>
        <p:spPr>
          <a:xfrm flipH="1">
            <a:off x="8950564" y="1686829"/>
            <a:ext cx="4585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a"</a:t>
            </a:r>
          </a:p>
        </p:txBody>
      </p:sp>
      <p:sp>
        <p:nvSpPr>
          <p:cNvPr id="96" name="流程图: 接点 25">
            <a:extLst>
              <a:ext uri="{FF2B5EF4-FFF2-40B4-BE49-F238E27FC236}">
                <a16:creationId xmlns:a16="http://schemas.microsoft.com/office/drawing/2014/main" id="{75873507-A086-9C23-80E1-BEAC497A5D1B}"/>
              </a:ext>
            </a:extLst>
          </p:cNvPr>
          <p:cNvSpPr/>
          <p:nvPr/>
        </p:nvSpPr>
        <p:spPr>
          <a:xfrm>
            <a:off x="8915425" y="1923221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2705F19-4A2A-97E7-FD59-0AACF3A96F2A}"/>
              </a:ext>
            </a:extLst>
          </p:cNvPr>
          <p:cNvSpPr txBox="1"/>
          <p:nvPr/>
        </p:nvSpPr>
        <p:spPr>
          <a:xfrm flipH="1">
            <a:off x="9755806" y="2604694"/>
            <a:ext cx="458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f"</a:t>
            </a:r>
          </a:p>
          <a:p>
            <a:endParaRPr lang="en-US" sz="1600" i="1"/>
          </a:p>
        </p:txBody>
      </p:sp>
      <p:sp>
        <p:nvSpPr>
          <p:cNvPr id="98" name="流程图: 接点 25">
            <a:extLst>
              <a:ext uri="{FF2B5EF4-FFF2-40B4-BE49-F238E27FC236}">
                <a16:creationId xmlns:a16="http://schemas.microsoft.com/office/drawing/2014/main" id="{66BCA8C7-C8FB-DB40-AD03-2A3FB16A7041}"/>
              </a:ext>
            </a:extLst>
          </p:cNvPr>
          <p:cNvSpPr/>
          <p:nvPr/>
        </p:nvSpPr>
        <p:spPr>
          <a:xfrm>
            <a:off x="9661885" y="2740851"/>
            <a:ext cx="91440" cy="91440"/>
          </a:xfrm>
          <a:prstGeom prst="flowChartConnector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直接连接符 27">
            <a:extLst>
              <a:ext uri="{FF2B5EF4-FFF2-40B4-BE49-F238E27FC236}">
                <a16:creationId xmlns:a16="http://schemas.microsoft.com/office/drawing/2014/main" id="{F99465E0-52DA-6B43-A969-78263DCEE36B}"/>
              </a:ext>
            </a:extLst>
          </p:cNvPr>
          <p:cNvCxnSpPr>
            <a:stCxn id="98" idx="1"/>
          </p:cNvCxnSpPr>
          <p:nvPr/>
        </p:nvCxnSpPr>
        <p:spPr>
          <a:xfrm flipH="1" flipV="1">
            <a:off x="8957119" y="1967406"/>
            <a:ext cx="718157" cy="78683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E8EEB1D0-DCC6-A6AE-399E-715C87369782}"/>
              </a:ext>
            </a:extLst>
          </p:cNvPr>
          <p:cNvSpPr txBox="1"/>
          <p:nvPr/>
        </p:nvSpPr>
        <p:spPr>
          <a:xfrm>
            <a:off x="7422359" y="4112513"/>
            <a:ext cx="25720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</a:rPr>
              <a:t>投影分析</a:t>
            </a:r>
            <a:endParaRPr lang="en-US" altLang="zh-CN" b="1">
              <a:solidFill>
                <a:srgbClr val="C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b="1">
                <a:solidFill>
                  <a:srgbClr val="002060"/>
                </a:solidFill>
              </a:rPr>
              <a:t>平面与平行平面相交，交线为平行线</a:t>
            </a:r>
            <a:endParaRPr lang="en-US" altLang="zh-CN" b="1">
              <a:solidFill>
                <a:srgbClr val="00206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b="1">
                <a:solidFill>
                  <a:srgbClr val="002060"/>
                </a:solidFill>
              </a:rPr>
              <a:t>三面共点</a:t>
            </a:r>
            <a:endParaRPr lang="en-US" altLang="zh-CN" b="1">
              <a:solidFill>
                <a:srgbClr val="002060"/>
              </a:solidFill>
            </a:endParaRPr>
          </a:p>
        </p:txBody>
      </p:sp>
      <p:pic>
        <p:nvPicPr>
          <p:cNvPr id="101" name="图片 10">
            <a:extLst>
              <a:ext uri="{FF2B5EF4-FFF2-40B4-BE49-F238E27FC236}">
                <a16:creationId xmlns:a16="http://schemas.microsoft.com/office/drawing/2014/main" id="{583FE24D-7C82-5424-77B5-EF90F4D87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830" y="4599519"/>
            <a:ext cx="1573195" cy="1588084"/>
          </a:xfrm>
          <a:prstGeom prst="rect">
            <a:avLst/>
          </a:prstGeom>
        </p:spPr>
      </p:pic>
      <p:sp>
        <p:nvSpPr>
          <p:cNvPr id="102" name="箭头: 右 101">
            <a:extLst>
              <a:ext uri="{FF2B5EF4-FFF2-40B4-BE49-F238E27FC236}">
                <a16:creationId xmlns:a16="http://schemas.microsoft.com/office/drawing/2014/main" id="{DF7FCF5F-0473-1F17-355F-F99DEF429B27}"/>
              </a:ext>
            </a:extLst>
          </p:cNvPr>
          <p:cNvSpPr/>
          <p:nvPr/>
        </p:nvSpPr>
        <p:spPr>
          <a:xfrm rot="19856634">
            <a:off x="587419" y="3780577"/>
            <a:ext cx="904461" cy="3963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35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7" grpId="0"/>
      <p:bldP spid="20" grpId="0" animBg="1"/>
      <p:bldP spid="23" grpId="0" animBg="1"/>
      <p:bldP spid="23" grpId="1" animBg="1"/>
      <p:bldP spid="24" grpId="0"/>
      <p:bldP spid="24" grpId="1"/>
      <p:bldP spid="26" grpId="0" animBg="1"/>
      <p:bldP spid="27" grpId="0"/>
      <p:bldP spid="30" grpId="0" animBg="1"/>
      <p:bldP spid="32" grpId="0"/>
      <p:bldP spid="45" grpId="0"/>
      <p:bldP spid="46" grpId="0" animBg="1"/>
      <p:bldP spid="46" grpId="1" animBg="1"/>
      <p:bldP spid="47" grpId="0"/>
      <p:bldP spid="47" grpId="1"/>
      <p:bldP spid="48" grpId="0" animBg="1"/>
      <p:bldP spid="48" grpId="1" animBg="1"/>
      <p:bldP spid="51" grpId="0"/>
      <p:bldP spid="52" grpId="0" animBg="1"/>
      <p:bldP spid="53" grpId="0"/>
      <p:bldP spid="54" grpId="0" animBg="1"/>
      <p:bldP spid="55" grpId="0"/>
      <p:bldP spid="56" grpId="0" animBg="1"/>
      <p:bldP spid="59" grpId="0" animBg="1"/>
      <p:bldP spid="59" grpId="1" animBg="1"/>
      <p:bldP spid="60" grpId="0"/>
      <p:bldP spid="60" grpId="1"/>
      <p:bldP spid="61" grpId="0"/>
      <p:bldP spid="61" grpId="1"/>
      <p:bldP spid="63" grpId="0"/>
      <p:bldP spid="63" grpId="1"/>
      <p:bldP spid="64" grpId="0" animBg="1"/>
      <p:bldP spid="64" grpId="1" animBg="1"/>
      <p:bldP spid="65" grpId="0"/>
      <p:bldP spid="65" grpId="1"/>
      <p:bldP spid="67" grpId="0" animBg="1"/>
      <p:bldP spid="68" grpId="0"/>
      <p:bldP spid="69" grpId="0" animBg="1"/>
      <p:bldP spid="70" grpId="0"/>
      <p:bldP spid="71" grpId="0" animBg="1"/>
      <p:bldP spid="72" grpId="0"/>
      <p:bldP spid="75" grpId="0"/>
      <p:bldP spid="76" grpId="0" animBg="1"/>
      <p:bldP spid="77" grpId="0"/>
      <p:bldP spid="78" grpId="0" animBg="1"/>
      <p:bldP spid="94" grpId="0" animBg="1"/>
      <p:bldP spid="95" grpId="0"/>
      <p:bldP spid="96" grpId="0" animBg="1"/>
      <p:bldP spid="96" grpId="1" animBg="1"/>
      <p:bldP spid="97" grpId="0"/>
      <p:bldP spid="98" grpId="0" animBg="1"/>
      <p:bldP spid="10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502B73-343F-C389-3342-08C76EBD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4.2 </a:t>
            </a:r>
            <a:r>
              <a:rPr lang="zh-CN" altLang="en-US"/>
              <a:t>回转体的截切</a:t>
            </a:r>
            <a:r>
              <a:rPr lang="en-US" altLang="zh-CN"/>
              <a:t>(P120)</a:t>
            </a:r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CD6091-B8CF-E297-851B-C18534D1F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DD273-73C0-1540-970A-27DA6F6C09E6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00E5D8-C241-9F84-F70C-3A499DAD1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22721-3E86-68D3-FE56-1303C3D94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16</a:t>
            </a:fld>
            <a:endParaRPr lang="en-US"/>
          </a:p>
        </p:txBody>
      </p:sp>
      <p:sp>
        <p:nvSpPr>
          <p:cNvPr id="6" name="AutoShape 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E146F38-E3F3-1D5A-9A80-6DF74B0FC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730" y="1664170"/>
            <a:ext cx="5572125" cy="749583"/>
          </a:xfrm>
          <a:prstGeom prst="actionButtonBlank">
            <a:avLst/>
          </a:prstGeom>
          <a:gradFill rotWithShape="0">
            <a:gsLst>
              <a:gs pos="0">
                <a:srgbClr val="DDDDDD"/>
              </a:gs>
              <a:gs pos="50000">
                <a:srgbClr val="FFFFFF"/>
              </a:gs>
              <a:gs pos="100000">
                <a:srgbClr val="DDDDDD"/>
              </a:gs>
            </a:gsLst>
            <a:lin ang="5400000" scaled="1"/>
          </a:gradFill>
          <a:ln w="0">
            <a:solidFill>
              <a:schemeClr val="bg2"/>
            </a:solidFill>
            <a:miter lim="800000"/>
            <a:headEnd/>
            <a:tailEnd/>
          </a:ln>
          <a:effectLst>
            <a:outerShdw blurRad="63500" dist="81320" dir="19280412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r>
              <a:rPr lang="en-US" altLang="zh-CN" sz="3200"/>
              <a:t>          </a:t>
            </a:r>
            <a:r>
              <a:rPr lang="zh-CN" altLang="en-US" sz="3200"/>
              <a:t>平面与圆柱</a:t>
            </a:r>
            <a:r>
              <a:rPr lang="zh-CN" altLang="en-US" sz="3200">
                <a:latin typeface="Plotter" charset="0"/>
              </a:rPr>
              <a:t>相交</a:t>
            </a:r>
            <a:endParaRPr lang="zh-CN" altLang="en-US" sz="3200"/>
          </a:p>
        </p:txBody>
      </p:sp>
      <p:sp>
        <p:nvSpPr>
          <p:cNvPr id="7" name="AutoShape 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D3F345E-F50E-FC49-6653-AFCD3C1D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6495" y="2850031"/>
            <a:ext cx="5572125" cy="749583"/>
          </a:xfrm>
          <a:prstGeom prst="actionButtonBlank">
            <a:avLst/>
          </a:prstGeom>
          <a:gradFill rotWithShape="0">
            <a:gsLst>
              <a:gs pos="0">
                <a:srgbClr val="DDDDDD"/>
              </a:gs>
              <a:gs pos="50000">
                <a:srgbClr val="FFFFFF"/>
              </a:gs>
              <a:gs pos="100000">
                <a:srgbClr val="DDDDDD"/>
              </a:gs>
            </a:gsLst>
            <a:lin ang="5400000" scaled="1"/>
          </a:gradFill>
          <a:ln w="0">
            <a:solidFill>
              <a:schemeClr val="bg2"/>
            </a:solidFill>
            <a:miter lim="800000"/>
            <a:headEnd/>
            <a:tailEnd/>
          </a:ln>
          <a:effectLst>
            <a:outerShdw blurRad="63500" dist="81320" dir="19280412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r>
              <a:rPr lang="en-US" altLang="zh-CN" sz="3200"/>
              <a:t>          </a:t>
            </a:r>
            <a:r>
              <a:rPr lang="zh-CN" altLang="en-US" sz="3200"/>
              <a:t>平面与圆锥</a:t>
            </a:r>
            <a:r>
              <a:rPr lang="zh-CN" altLang="en-US" sz="3200">
                <a:latin typeface="Plotter" charset="0"/>
              </a:rPr>
              <a:t>相交</a:t>
            </a:r>
            <a:endParaRPr lang="zh-CN" altLang="en-US" sz="3200"/>
          </a:p>
        </p:txBody>
      </p:sp>
      <p:sp>
        <p:nvSpPr>
          <p:cNvPr id="8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E0666BF-F30E-A520-FF4D-7E3132B3C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729" y="4010260"/>
            <a:ext cx="5572125" cy="749583"/>
          </a:xfrm>
          <a:prstGeom prst="actionButtonBlank">
            <a:avLst/>
          </a:prstGeom>
          <a:gradFill rotWithShape="0">
            <a:gsLst>
              <a:gs pos="0">
                <a:srgbClr val="DDDDDD"/>
              </a:gs>
              <a:gs pos="50000">
                <a:srgbClr val="FFFFFF"/>
              </a:gs>
              <a:gs pos="100000">
                <a:srgbClr val="DDDDDD"/>
              </a:gs>
            </a:gsLst>
            <a:lin ang="5400000" scaled="1"/>
          </a:gradFill>
          <a:ln w="0">
            <a:solidFill>
              <a:schemeClr val="bg2"/>
            </a:solidFill>
            <a:miter lim="800000"/>
            <a:headEnd/>
            <a:tailEnd/>
          </a:ln>
          <a:effectLst>
            <a:outerShdw blurRad="63500" dist="81320" dir="19280412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r>
              <a:rPr lang="en-US" altLang="zh-CN" sz="3200"/>
              <a:t>          </a:t>
            </a:r>
            <a:r>
              <a:rPr lang="zh-CN" altLang="en-US" sz="3200"/>
              <a:t>平面与圆球</a:t>
            </a:r>
            <a:r>
              <a:rPr lang="zh-CN" altLang="en-US" sz="3200">
                <a:latin typeface="Plotter" charset="0"/>
              </a:rPr>
              <a:t>相交</a:t>
            </a:r>
            <a:endParaRPr lang="zh-CN" altLang="en-US" sz="3200"/>
          </a:p>
        </p:txBody>
      </p:sp>
      <p:sp>
        <p:nvSpPr>
          <p:cNvPr id="9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7F22287-348F-490A-441A-58F8585E1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729" y="5170489"/>
            <a:ext cx="5572125" cy="749583"/>
          </a:xfrm>
          <a:prstGeom prst="actionButtonBlank">
            <a:avLst/>
          </a:prstGeom>
          <a:gradFill rotWithShape="0">
            <a:gsLst>
              <a:gs pos="0">
                <a:srgbClr val="DDDDDD"/>
              </a:gs>
              <a:gs pos="50000">
                <a:srgbClr val="FFFFFF"/>
              </a:gs>
              <a:gs pos="100000">
                <a:srgbClr val="DDDDDD"/>
              </a:gs>
            </a:gsLst>
            <a:lin ang="5400000" scaled="1"/>
          </a:gradFill>
          <a:ln w="0">
            <a:solidFill>
              <a:schemeClr val="bg2"/>
            </a:solidFill>
            <a:miter lim="800000"/>
            <a:headEnd/>
            <a:tailEnd/>
          </a:ln>
          <a:effectLst>
            <a:outerShdw blurRad="63500" dist="81320" dir="19280412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r>
              <a:rPr lang="en-US" altLang="zh-CN" sz="3200"/>
              <a:t>          </a:t>
            </a:r>
            <a:r>
              <a:rPr lang="zh-CN" altLang="en-US" sz="3200"/>
              <a:t>平面与环</a:t>
            </a:r>
            <a:r>
              <a:rPr lang="zh-CN" altLang="en-US" sz="3200">
                <a:latin typeface="Plotter" charset="0"/>
              </a:rPr>
              <a:t>相交</a:t>
            </a:r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884511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5" name="Rectangle 3"/>
          <p:cNvSpPr>
            <a:spLocks noGrp="1" noChangeArrowheads="1"/>
          </p:cNvSpPr>
          <p:nvPr>
            <p:ph type="title"/>
          </p:nvPr>
        </p:nvSpPr>
        <p:spPr>
          <a:xfrm>
            <a:off x="363277" y="364262"/>
            <a:ext cx="8759701" cy="807691"/>
          </a:xfrm>
        </p:spPr>
        <p:txBody>
          <a:bodyPr>
            <a:noAutofit/>
          </a:bodyPr>
          <a:lstStyle/>
          <a:p>
            <a:r>
              <a:rPr lang="en-US" altLang="zh-CN"/>
              <a:t>4.2.1 </a:t>
            </a:r>
            <a:r>
              <a:rPr lang="zh-CN" altLang="en-US"/>
              <a:t>平面与回转体相交的截交线投影及其作图方法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1EDFE1-B908-4B82-98DA-E6BB292F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FD406-689C-8D49-A57E-788F272FAC1D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71EE48-F647-4C1F-95BF-F451C1A66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E757A-F079-4931-BE7E-8AAAB79F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17</a:t>
            </a:fld>
            <a:endParaRPr lang="en-US"/>
          </a:p>
        </p:txBody>
      </p:sp>
      <p:sp>
        <p:nvSpPr>
          <p:cNvPr id="212996" name="Text Box 4"/>
          <p:cNvSpPr txBox="1">
            <a:spLocks noChangeArrowheads="1"/>
          </p:cNvSpPr>
          <p:nvPr/>
        </p:nvSpPr>
        <p:spPr bwMode="auto">
          <a:xfrm>
            <a:off x="2298406" y="2181522"/>
            <a:ext cx="7010400" cy="2357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 marL="514350" indent="-514350" algn="just">
              <a:spcBef>
                <a:spcPct val="20000"/>
              </a:spcBef>
              <a:buFont typeface="+mj-lt"/>
              <a:buAutoNum type="arabicPeriod"/>
            </a:pPr>
            <a:r>
              <a:rPr lang="zh-CN" altLang="en-US" sz="3200">
                <a:latin typeface="SimHei" charset="-122"/>
                <a:ea typeface="SimHei" charset="-122"/>
                <a:cs typeface="SimHei" charset="-122"/>
              </a:rPr>
              <a:t>截交线的性质 </a:t>
            </a:r>
          </a:p>
          <a:p>
            <a:pPr marL="514350" indent="-514350" algn="just">
              <a:spcBef>
                <a:spcPct val="20000"/>
              </a:spcBef>
              <a:buFont typeface="+mj-lt"/>
              <a:buAutoNum type="arabicPeriod"/>
            </a:pPr>
            <a:r>
              <a:rPr lang="zh-CN" altLang="en-US" sz="3200">
                <a:latin typeface="SimHei" charset="-122"/>
                <a:ea typeface="SimHei" charset="-122"/>
                <a:cs typeface="SimHei" charset="-122"/>
              </a:rPr>
              <a:t>截交线的类型及形状 </a:t>
            </a:r>
          </a:p>
          <a:p>
            <a:pPr marL="514350" indent="-514350" algn="just">
              <a:spcBef>
                <a:spcPct val="20000"/>
              </a:spcBef>
              <a:buFont typeface="+mj-lt"/>
              <a:buAutoNum type="arabicPeriod"/>
            </a:pPr>
            <a:r>
              <a:rPr lang="zh-CN" altLang="en-US" sz="3200">
                <a:latin typeface="SimHei" charset="-122"/>
                <a:ea typeface="SimHei" charset="-122"/>
                <a:cs typeface="SimHei" charset="-122"/>
              </a:rPr>
              <a:t>求作截交线的方法 </a:t>
            </a:r>
          </a:p>
          <a:p>
            <a:pPr marL="514350" indent="-514350" algn="just">
              <a:spcBef>
                <a:spcPct val="20000"/>
              </a:spcBef>
              <a:buFont typeface="+mj-lt"/>
              <a:buAutoNum type="arabicPeriod"/>
            </a:pPr>
            <a:r>
              <a:rPr lang="zh-CN" altLang="en-US" sz="3200">
                <a:latin typeface="SimHei" charset="-122"/>
                <a:ea typeface="SimHei" charset="-122"/>
                <a:cs typeface="SimHei" charset="-122"/>
              </a:rPr>
              <a:t>作图步骤</a:t>
            </a:r>
          </a:p>
        </p:txBody>
      </p:sp>
    </p:spTree>
    <p:extLst>
      <p:ext uri="{BB962C8B-B14F-4D97-AF65-F5344CB8AC3E}">
        <p14:creationId xmlns:p14="http://schemas.microsoft.com/office/powerpoint/2010/main" val="2130137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Text Box 3"/>
          <p:cNvSpPr txBox="1">
            <a:spLocks noChangeArrowheads="1"/>
          </p:cNvSpPr>
          <p:nvPr/>
        </p:nvSpPr>
        <p:spPr bwMode="auto">
          <a:xfrm>
            <a:off x="1073678" y="1895779"/>
            <a:ext cx="8575675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457200" indent="-457200">
              <a:lnSpc>
                <a:spcPct val="90000"/>
              </a:lnSpc>
              <a:buFont typeface="Wingdings" charset="2"/>
              <a:buChar char="Ø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截交线是截平面与回转体表面的</a:t>
            </a:r>
            <a:r>
              <a:rPr lang="zh-CN" altLang="en-US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共有线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。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6260" name="Text Box 4"/>
          <p:cNvSpPr txBox="1">
            <a:spLocks noChangeArrowheads="1"/>
          </p:cNvSpPr>
          <p:nvPr/>
        </p:nvSpPr>
        <p:spPr bwMode="auto">
          <a:xfrm>
            <a:off x="1073678" y="2318055"/>
            <a:ext cx="603925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截交线的形状取决于回转体表面的形状及</a:t>
            </a:r>
            <a:r>
              <a:rPr lang="zh-CN" altLang="en-US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截平面与回转体轴线的相对位置</a:t>
            </a:r>
            <a:r>
              <a:rPr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。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96267" name="Group 11"/>
          <p:cNvGrpSpPr>
            <a:grpSpLocks/>
          </p:cNvGrpSpPr>
          <p:nvPr/>
        </p:nvGrpSpPr>
        <p:grpSpPr bwMode="auto">
          <a:xfrm>
            <a:off x="7879028" y="1969339"/>
            <a:ext cx="1273759" cy="1700522"/>
            <a:chOff x="1822" y="489"/>
            <a:chExt cx="2223" cy="2966"/>
          </a:xfrm>
        </p:grpSpPr>
        <p:sp>
          <p:nvSpPr>
            <p:cNvPr id="96268" name="Freeform 12"/>
            <p:cNvSpPr>
              <a:spLocks/>
            </p:cNvSpPr>
            <p:nvPr/>
          </p:nvSpPr>
          <p:spPr bwMode="auto">
            <a:xfrm>
              <a:off x="1878" y="489"/>
              <a:ext cx="2167" cy="1389"/>
            </a:xfrm>
            <a:custGeom>
              <a:avLst/>
              <a:gdLst>
                <a:gd name="T0" fmla="*/ 0 w 2167"/>
                <a:gd name="T1" fmla="*/ 489 h 1389"/>
                <a:gd name="T2" fmla="*/ 78 w 2167"/>
                <a:gd name="T3" fmla="*/ 389 h 1389"/>
                <a:gd name="T4" fmla="*/ 189 w 2167"/>
                <a:gd name="T5" fmla="*/ 278 h 1389"/>
                <a:gd name="T6" fmla="*/ 311 w 2167"/>
                <a:gd name="T7" fmla="*/ 189 h 1389"/>
                <a:gd name="T8" fmla="*/ 500 w 2167"/>
                <a:gd name="T9" fmla="*/ 111 h 1389"/>
                <a:gd name="T10" fmla="*/ 656 w 2167"/>
                <a:gd name="T11" fmla="*/ 55 h 1389"/>
                <a:gd name="T12" fmla="*/ 811 w 2167"/>
                <a:gd name="T13" fmla="*/ 22 h 1389"/>
                <a:gd name="T14" fmla="*/ 978 w 2167"/>
                <a:gd name="T15" fmla="*/ 11 h 1389"/>
                <a:gd name="T16" fmla="*/ 1133 w 2167"/>
                <a:gd name="T17" fmla="*/ 0 h 1389"/>
                <a:gd name="T18" fmla="*/ 1300 w 2167"/>
                <a:gd name="T19" fmla="*/ 22 h 1389"/>
                <a:gd name="T20" fmla="*/ 1478 w 2167"/>
                <a:gd name="T21" fmla="*/ 55 h 1389"/>
                <a:gd name="T22" fmla="*/ 1622 w 2167"/>
                <a:gd name="T23" fmla="*/ 111 h 1389"/>
                <a:gd name="T24" fmla="*/ 1800 w 2167"/>
                <a:gd name="T25" fmla="*/ 189 h 1389"/>
                <a:gd name="T26" fmla="*/ 1889 w 2167"/>
                <a:gd name="T27" fmla="*/ 244 h 1389"/>
                <a:gd name="T28" fmla="*/ 1989 w 2167"/>
                <a:gd name="T29" fmla="*/ 322 h 1389"/>
                <a:gd name="T30" fmla="*/ 2078 w 2167"/>
                <a:gd name="T31" fmla="*/ 433 h 1389"/>
                <a:gd name="T32" fmla="*/ 2145 w 2167"/>
                <a:gd name="T33" fmla="*/ 555 h 1389"/>
                <a:gd name="T34" fmla="*/ 2167 w 2167"/>
                <a:gd name="T35" fmla="*/ 655 h 1389"/>
                <a:gd name="T36" fmla="*/ 2167 w 2167"/>
                <a:gd name="T37" fmla="*/ 755 h 1389"/>
                <a:gd name="T38" fmla="*/ 2111 w 2167"/>
                <a:gd name="T39" fmla="*/ 1011 h 1389"/>
                <a:gd name="T40" fmla="*/ 1967 w 2167"/>
                <a:gd name="T41" fmla="*/ 1189 h 1389"/>
                <a:gd name="T42" fmla="*/ 1822 w 2167"/>
                <a:gd name="T43" fmla="*/ 1278 h 1389"/>
                <a:gd name="T44" fmla="*/ 1634 w 2167"/>
                <a:gd name="T45" fmla="*/ 1389 h 1389"/>
                <a:gd name="T46" fmla="*/ 1522 w 2167"/>
                <a:gd name="T47" fmla="*/ 1355 h 1389"/>
                <a:gd name="T48" fmla="*/ 0 w 2167"/>
                <a:gd name="T49" fmla="*/ 489 h 1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167" h="1389">
                  <a:moveTo>
                    <a:pt x="0" y="489"/>
                  </a:moveTo>
                  <a:lnTo>
                    <a:pt x="78" y="389"/>
                  </a:lnTo>
                  <a:lnTo>
                    <a:pt x="189" y="278"/>
                  </a:lnTo>
                  <a:lnTo>
                    <a:pt x="311" y="189"/>
                  </a:lnTo>
                  <a:lnTo>
                    <a:pt x="500" y="111"/>
                  </a:lnTo>
                  <a:lnTo>
                    <a:pt x="656" y="55"/>
                  </a:lnTo>
                  <a:lnTo>
                    <a:pt x="811" y="22"/>
                  </a:lnTo>
                  <a:lnTo>
                    <a:pt x="978" y="11"/>
                  </a:lnTo>
                  <a:lnTo>
                    <a:pt x="1133" y="0"/>
                  </a:lnTo>
                  <a:lnTo>
                    <a:pt x="1300" y="22"/>
                  </a:lnTo>
                  <a:lnTo>
                    <a:pt x="1478" y="55"/>
                  </a:lnTo>
                  <a:lnTo>
                    <a:pt x="1622" y="111"/>
                  </a:lnTo>
                  <a:lnTo>
                    <a:pt x="1800" y="189"/>
                  </a:lnTo>
                  <a:lnTo>
                    <a:pt x="1889" y="244"/>
                  </a:lnTo>
                  <a:lnTo>
                    <a:pt x="1989" y="322"/>
                  </a:lnTo>
                  <a:lnTo>
                    <a:pt x="2078" y="433"/>
                  </a:lnTo>
                  <a:lnTo>
                    <a:pt x="2145" y="555"/>
                  </a:lnTo>
                  <a:lnTo>
                    <a:pt x="2167" y="655"/>
                  </a:lnTo>
                  <a:lnTo>
                    <a:pt x="2167" y="755"/>
                  </a:lnTo>
                  <a:lnTo>
                    <a:pt x="2111" y="1011"/>
                  </a:lnTo>
                  <a:lnTo>
                    <a:pt x="1967" y="1189"/>
                  </a:lnTo>
                  <a:lnTo>
                    <a:pt x="1822" y="1278"/>
                  </a:lnTo>
                  <a:lnTo>
                    <a:pt x="1634" y="1389"/>
                  </a:lnTo>
                  <a:lnTo>
                    <a:pt x="1522" y="1355"/>
                  </a:lnTo>
                  <a:lnTo>
                    <a:pt x="0" y="48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6269" name="Freeform 13"/>
            <p:cNvSpPr>
              <a:spLocks/>
            </p:cNvSpPr>
            <p:nvPr/>
          </p:nvSpPr>
          <p:spPr bwMode="auto">
            <a:xfrm>
              <a:off x="1822" y="1611"/>
              <a:ext cx="1578" cy="1000"/>
            </a:xfrm>
            <a:custGeom>
              <a:avLst/>
              <a:gdLst>
                <a:gd name="T0" fmla="*/ 56 w 1578"/>
                <a:gd name="T1" fmla="*/ 0 h 1000"/>
                <a:gd name="T2" fmla="*/ 23 w 1578"/>
                <a:gd name="T3" fmla="*/ 89 h 1000"/>
                <a:gd name="T4" fmla="*/ 0 w 1578"/>
                <a:gd name="T5" fmla="*/ 200 h 1000"/>
                <a:gd name="T6" fmla="*/ 0 w 1578"/>
                <a:gd name="T7" fmla="*/ 311 h 1000"/>
                <a:gd name="T8" fmla="*/ 67 w 1578"/>
                <a:gd name="T9" fmla="*/ 489 h 1000"/>
                <a:gd name="T10" fmla="*/ 156 w 1578"/>
                <a:gd name="T11" fmla="*/ 600 h 1000"/>
                <a:gd name="T12" fmla="*/ 223 w 1578"/>
                <a:gd name="T13" fmla="*/ 678 h 1000"/>
                <a:gd name="T14" fmla="*/ 323 w 1578"/>
                <a:gd name="T15" fmla="*/ 778 h 1000"/>
                <a:gd name="T16" fmla="*/ 478 w 1578"/>
                <a:gd name="T17" fmla="*/ 867 h 1000"/>
                <a:gd name="T18" fmla="*/ 712 w 1578"/>
                <a:gd name="T19" fmla="*/ 955 h 1000"/>
                <a:gd name="T20" fmla="*/ 856 w 1578"/>
                <a:gd name="T21" fmla="*/ 978 h 1000"/>
                <a:gd name="T22" fmla="*/ 1101 w 1578"/>
                <a:gd name="T23" fmla="*/ 1000 h 1000"/>
                <a:gd name="T24" fmla="*/ 1290 w 1578"/>
                <a:gd name="T25" fmla="*/ 989 h 1000"/>
                <a:gd name="T26" fmla="*/ 1467 w 1578"/>
                <a:gd name="T27" fmla="*/ 955 h 1000"/>
                <a:gd name="T28" fmla="*/ 1578 w 1578"/>
                <a:gd name="T29" fmla="*/ 889 h 1000"/>
                <a:gd name="T30" fmla="*/ 1423 w 1578"/>
                <a:gd name="T31" fmla="*/ 667 h 1000"/>
                <a:gd name="T32" fmla="*/ 1256 w 1578"/>
                <a:gd name="T33" fmla="*/ 633 h 1000"/>
                <a:gd name="T34" fmla="*/ 1112 w 1578"/>
                <a:gd name="T35" fmla="*/ 567 h 1000"/>
                <a:gd name="T36" fmla="*/ 1201 w 1578"/>
                <a:gd name="T37" fmla="*/ 478 h 1000"/>
                <a:gd name="T38" fmla="*/ 1078 w 1578"/>
                <a:gd name="T39" fmla="*/ 411 h 1000"/>
                <a:gd name="T40" fmla="*/ 834 w 1578"/>
                <a:gd name="T41" fmla="*/ 200 h 1000"/>
                <a:gd name="T42" fmla="*/ 656 w 1578"/>
                <a:gd name="T43" fmla="*/ 244 h 1000"/>
                <a:gd name="T44" fmla="*/ 534 w 1578"/>
                <a:gd name="T45" fmla="*/ 189 h 1000"/>
                <a:gd name="T46" fmla="*/ 512 w 1578"/>
                <a:gd name="T47" fmla="*/ 67 h 1000"/>
                <a:gd name="T48" fmla="*/ 501 w 1578"/>
                <a:gd name="T49" fmla="*/ 144 h 1000"/>
                <a:gd name="T50" fmla="*/ 378 w 1578"/>
                <a:gd name="T51" fmla="*/ 178 h 1000"/>
                <a:gd name="T52" fmla="*/ 56 w 1578"/>
                <a:gd name="T53" fmla="*/ 0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78" h="1000">
                  <a:moveTo>
                    <a:pt x="56" y="0"/>
                  </a:moveTo>
                  <a:lnTo>
                    <a:pt x="23" y="89"/>
                  </a:lnTo>
                  <a:lnTo>
                    <a:pt x="0" y="200"/>
                  </a:lnTo>
                  <a:lnTo>
                    <a:pt x="0" y="311"/>
                  </a:lnTo>
                  <a:lnTo>
                    <a:pt x="67" y="489"/>
                  </a:lnTo>
                  <a:lnTo>
                    <a:pt x="156" y="600"/>
                  </a:lnTo>
                  <a:lnTo>
                    <a:pt x="223" y="678"/>
                  </a:lnTo>
                  <a:lnTo>
                    <a:pt x="323" y="778"/>
                  </a:lnTo>
                  <a:lnTo>
                    <a:pt x="478" y="867"/>
                  </a:lnTo>
                  <a:lnTo>
                    <a:pt x="712" y="955"/>
                  </a:lnTo>
                  <a:lnTo>
                    <a:pt x="856" y="978"/>
                  </a:lnTo>
                  <a:lnTo>
                    <a:pt x="1101" y="1000"/>
                  </a:lnTo>
                  <a:lnTo>
                    <a:pt x="1290" y="989"/>
                  </a:lnTo>
                  <a:lnTo>
                    <a:pt x="1467" y="955"/>
                  </a:lnTo>
                  <a:lnTo>
                    <a:pt x="1578" y="889"/>
                  </a:lnTo>
                  <a:lnTo>
                    <a:pt x="1423" y="667"/>
                  </a:lnTo>
                  <a:lnTo>
                    <a:pt x="1256" y="633"/>
                  </a:lnTo>
                  <a:lnTo>
                    <a:pt x="1112" y="567"/>
                  </a:lnTo>
                  <a:lnTo>
                    <a:pt x="1201" y="478"/>
                  </a:lnTo>
                  <a:lnTo>
                    <a:pt x="1078" y="411"/>
                  </a:lnTo>
                  <a:lnTo>
                    <a:pt x="834" y="200"/>
                  </a:lnTo>
                  <a:lnTo>
                    <a:pt x="656" y="244"/>
                  </a:lnTo>
                  <a:lnTo>
                    <a:pt x="534" y="189"/>
                  </a:lnTo>
                  <a:lnTo>
                    <a:pt x="512" y="67"/>
                  </a:lnTo>
                  <a:lnTo>
                    <a:pt x="501" y="144"/>
                  </a:lnTo>
                  <a:lnTo>
                    <a:pt x="378" y="178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6270" name="Freeform 14"/>
            <p:cNvSpPr>
              <a:spLocks/>
            </p:cNvSpPr>
            <p:nvPr/>
          </p:nvSpPr>
          <p:spPr bwMode="auto">
            <a:xfrm>
              <a:off x="1822" y="1233"/>
              <a:ext cx="2223" cy="2222"/>
            </a:xfrm>
            <a:custGeom>
              <a:avLst/>
              <a:gdLst>
                <a:gd name="T0" fmla="*/ 0 w 2223"/>
                <a:gd name="T1" fmla="*/ 656 h 2222"/>
                <a:gd name="T2" fmla="*/ 0 w 2223"/>
                <a:gd name="T3" fmla="*/ 1589 h 2222"/>
                <a:gd name="T4" fmla="*/ 67 w 2223"/>
                <a:gd name="T5" fmla="*/ 1778 h 2222"/>
                <a:gd name="T6" fmla="*/ 134 w 2223"/>
                <a:gd name="T7" fmla="*/ 1856 h 2222"/>
                <a:gd name="T8" fmla="*/ 256 w 2223"/>
                <a:gd name="T9" fmla="*/ 1978 h 2222"/>
                <a:gd name="T10" fmla="*/ 423 w 2223"/>
                <a:gd name="T11" fmla="*/ 2078 h 2222"/>
                <a:gd name="T12" fmla="*/ 612 w 2223"/>
                <a:gd name="T13" fmla="*/ 2156 h 2222"/>
                <a:gd name="T14" fmla="*/ 812 w 2223"/>
                <a:gd name="T15" fmla="*/ 2200 h 2222"/>
                <a:gd name="T16" fmla="*/ 989 w 2223"/>
                <a:gd name="T17" fmla="*/ 2222 h 2222"/>
                <a:gd name="T18" fmla="*/ 1245 w 2223"/>
                <a:gd name="T19" fmla="*/ 2222 h 2222"/>
                <a:gd name="T20" fmla="*/ 1434 w 2223"/>
                <a:gd name="T21" fmla="*/ 2200 h 2222"/>
                <a:gd name="T22" fmla="*/ 1634 w 2223"/>
                <a:gd name="T23" fmla="*/ 2144 h 2222"/>
                <a:gd name="T24" fmla="*/ 1756 w 2223"/>
                <a:gd name="T25" fmla="*/ 2100 h 2222"/>
                <a:gd name="T26" fmla="*/ 1878 w 2223"/>
                <a:gd name="T27" fmla="*/ 2033 h 2222"/>
                <a:gd name="T28" fmla="*/ 1990 w 2223"/>
                <a:gd name="T29" fmla="*/ 1967 h 2222"/>
                <a:gd name="T30" fmla="*/ 2056 w 2223"/>
                <a:gd name="T31" fmla="*/ 1900 h 2222"/>
                <a:gd name="T32" fmla="*/ 2167 w 2223"/>
                <a:gd name="T33" fmla="*/ 1789 h 2222"/>
                <a:gd name="T34" fmla="*/ 2223 w 2223"/>
                <a:gd name="T35" fmla="*/ 1633 h 2222"/>
                <a:gd name="T36" fmla="*/ 2223 w 2223"/>
                <a:gd name="T37" fmla="*/ 1489 h 2222"/>
                <a:gd name="T38" fmla="*/ 2223 w 2223"/>
                <a:gd name="T39" fmla="*/ 0 h 2222"/>
                <a:gd name="T40" fmla="*/ 2190 w 2223"/>
                <a:gd name="T41" fmla="*/ 156 h 2222"/>
                <a:gd name="T42" fmla="*/ 2123 w 2223"/>
                <a:gd name="T43" fmla="*/ 267 h 2222"/>
                <a:gd name="T44" fmla="*/ 2034 w 2223"/>
                <a:gd name="T45" fmla="*/ 378 h 2222"/>
                <a:gd name="T46" fmla="*/ 1912 w 2223"/>
                <a:gd name="T47" fmla="*/ 456 h 2222"/>
                <a:gd name="T48" fmla="*/ 1790 w 2223"/>
                <a:gd name="T49" fmla="*/ 534 h 2222"/>
                <a:gd name="T50" fmla="*/ 1678 w 2223"/>
                <a:gd name="T51" fmla="*/ 578 h 2222"/>
                <a:gd name="T52" fmla="*/ 1567 w 2223"/>
                <a:gd name="T53" fmla="*/ 611 h 2222"/>
                <a:gd name="T54" fmla="*/ 1567 w 2223"/>
                <a:gd name="T55" fmla="*/ 1267 h 2222"/>
                <a:gd name="T56" fmla="*/ 1445 w 2223"/>
                <a:gd name="T57" fmla="*/ 1300 h 2222"/>
                <a:gd name="T58" fmla="*/ 1290 w 2223"/>
                <a:gd name="T59" fmla="*/ 1322 h 2222"/>
                <a:gd name="T60" fmla="*/ 1123 w 2223"/>
                <a:gd name="T61" fmla="*/ 1333 h 2222"/>
                <a:gd name="T62" fmla="*/ 878 w 2223"/>
                <a:gd name="T63" fmla="*/ 1322 h 2222"/>
                <a:gd name="T64" fmla="*/ 656 w 2223"/>
                <a:gd name="T65" fmla="*/ 1267 h 2222"/>
                <a:gd name="T66" fmla="*/ 456 w 2223"/>
                <a:gd name="T67" fmla="*/ 1189 h 2222"/>
                <a:gd name="T68" fmla="*/ 267 w 2223"/>
                <a:gd name="T69" fmla="*/ 1078 h 2222"/>
                <a:gd name="T70" fmla="*/ 156 w 2223"/>
                <a:gd name="T71" fmla="*/ 978 h 2222"/>
                <a:gd name="T72" fmla="*/ 78 w 2223"/>
                <a:gd name="T73" fmla="*/ 845 h 2222"/>
                <a:gd name="T74" fmla="*/ 34 w 2223"/>
                <a:gd name="T75" fmla="*/ 733 h 2222"/>
                <a:gd name="T76" fmla="*/ 0 w 2223"/>
                <a:gd name="T77" fmla="*/ 656 h 2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223" h="2222">
                  <a:moveTo>
                    <a:pt x="0" y="656"/>
                  </a:moveTo>
                  <a:lnTo>
                    <a:pt x="0" y="1589"/>
                  </a:lnTo>
                  <a:lnTo>
                    <a:pt x="67" y="1778"/>
                  </a:lnTo>
                  <a:lnTo>
                    <a:pt x="134" y="1856"/>
                  </a:lnTo>
                  <a:lnTo>
                    <a:pt x="256" y="1978"/>
                  </a:lnTo>
                  <a:lnTo>
                    <a:pt x="423" y="2078"/>
                  </a:lnTo>
                  <a:lnTo>
                    <a:pt x="612" y="2156"/>
                  </a:lnTo>
                  <a:lnTo>
                    <a:pt x="812" y="2200"/>
                  </a:lnTo>
                  <a:lnTo>
                    <a:pt x="989" y="2222"/>
                  </a:lnTo>
                  <a:lnTo>
                    <a:pt x="1245" y="2222"/>
                  </a:lnTo>
                  <a:lnTo>
                    <a:pt x="1434" y="2200"/>
                  </a:lnTo>
                  <a:lnTo>
                    <a:pt x="1634" y="2144"/>
                  </a:lnTo>
                  <a:lnTo>
                    <a:pt x="1756" y="2100"/>
                  </a:lnTo>
                  <a:lnTo>
                    <a:pt x="1878" y="2033"/>
                  </a:lnTo>
                  <a:lnTo>
                    <a:pt x="1990" y="1967"/>
                  </a:lnTo>
                  <a:lnTo>
                    <a:pt x="2056" y="1900"/>
                  </a:lnTo>
                  <a:lnTo>
                    <a:pt x="2167" y="1789"/>
                  </a:lnTo>
                  <a:lnTo>
                    <a:pt x="2223" y="1633"/>
                  </a:lnTo>
                  <a:lnTo>
                    <a:pt x="2223" y="1489"/>
                  </a:lnTo>
                  <a:lnTo>
                    <a:pt x="2223" y="0"/>
                  </a:lnTo>
                  <a:lnTo>
                    <a:pt x="2190" y="156"/>
                  </a:lnTo>
                  <a:lnTo>
                    <a:pt x="2123" y="267"/>
                  </a:lnTo>
                  <a:lnTo>
                    <a:pt x="2034" y="378"/>
                  </a:lnTo>
                  <a:lnTo>
                    <a:pt x="1912" y="456"/>
                  </a:lnTo>
                  <a:lnTo>
                    <a:pt x="1790" y="534"/>
                  </a:lnTo>
                  <a:lnTo>
                    <a:pt x="1678" y="578"/>
                  </a:lnTo>
                  <a:lnTo>
                    <a:pt x="1567" y="611"/>
                  </a:lnTo>
                  <a:lnTo>
                    <a:pt x="1567" y="1267"/>
                  </a:lnTo>
                  <a:lnTo>
                    <a:pt x="1445" y="1300"/>
                  </a:lnTo>
                  <a:lnTo>
                    <a:pt x="1290" y="1322"/>
                  </a:lnTo>
                  <a:lnTo>
                    <a:pt x="1123" y="1333"/>
                  </a:lnTo>
                  <a:lnTo>
                    <a:pt x="878" y="1322"/>
                  </a:lnTo>
                  <a:lnTo>
                    <a:pt x="656" y="1267"/>
                  </a:lnTo>
                  <a:lnTo>
                    <a:pt x="456" y="1189"/>
                  </a:lnTo>
                  <a:lnTo>
                    <a:pt x="267" y="1078"/>
                  </a:lnTo>
                  <a:lnTo>
                    <a:pt x="156" y="978"/>
                  </a:lnTo>
                  <a:lnTo>
                    <a:pt x="78" y="845"/>
                  </a:lnTo>
                  <a:lnTo>
                    <a:pt x="34" y="733"/>
                  </a:lnTo>
                  <a:lnTo>
                    <a:pt x="0" y="656"/>
                  </a:lnTo>
                  <a:close/>
                </a:path>
              </a:pathLst>
            </a:custGeom>
            <a:gradFill rotWithShape="0">
              <a:gsLst>
                <a:gs pos="0">
                  <a:srgbClr val="CC6600">
                    <a:gamma/>
                    <a:shade val="46275"/>
                    <a:invGamma/>
                  </a:srgbClr>
                </a:gs>
                <a:gs pos="50000">
                  <a:srgbClr val="CC6600"/>
                </a:gs>
                <a:gs pos="100000">
                  <a:srgbClr val="CC66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6271" name="Freeform 15"/>
            <p:cNvSpPr>
              <a:spLocks/>
            </p:cNvSpPr>
            <p:nvPr/>
          </p:nvSpPr>
          <p:spPr bwMode="auto">
            <a:xfrm>
              <a:off x="1867" y="967"/>
              <a:ext cx="1522" cy="1544"/>
            </a:xfrm>
            <a:custGeom>
              <a:avLst/>
              <a:gdLst>
                <a:gd name="T0" fmla="*/ 0 w 1522"/>
                <a:gd name="T1" fmla="*/ 0 h 1544"/>
                <a:gd name="T2" fmla="*/ 1522 w 1522"/>
                <a:gd name="T3" fmla="*/ 866 h 1544"/>
                <a:gd name="T4" fmla="*/ 1522 w 1522"/>
                <a:gd name="T5" fmla="*/ 1544 h 1544"/>
                <a:gd name="T6" fmla="*/ 0 w 1522"/>
                <a:gd name="T7" fmla="*/ 655 h 1544"/>
                <a:gd name="T8" fmla="*/ 0 w 1522"/>
                <a:gd name="T9" fmla="*/ 0 h 1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2" h="1544">
                  <a:moveTo>
                    <a:pt x="0" y="0"/>
                  </a:moveTo>
                  <a:lnTo>
                    <a:pt x="1522" y="866"/>
                  </a:lnTo>
                  <a:lnTo>
                    <a:pt x="1522" y="1544"/>
                  </a:lnTo>
                  <a:lnTo>
                    <a:pt x="0" y="6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96272" name="Group 16"/>
          <p:cNvGrpSpPr>
            <a:grpSpLocks/>
          </p:cNvGrpSpPr>
          <p:nvPr/>
        </p:nvGrpSpPr>
        <p:grpSpPr bwMode="auto">
          <a:xfrm>
            <a:off x="9549302" y="2134635"/>
            <a:ext cx="1667861" cy="1484962"/>
            <a:chOff x="888" y="684"/>
            <a:chExt cx="3144" cy="2796"/>
          </a:xfrm>
        </p:grpSpPr>
        <p:sp>
          <p:nvSpPr>
            <p:cNvPr id="96273" name="Freeform 17"/>
            <p:cNvSpPr>
              <a:spLocks/>
            </p:cNvSpPr>
            <p:nvPr/>
          </p:nvSpPr>
          <p:spPr bwMode="auto">
            <a:xfrm>
              <a:off x="888" y="828"/>
              <a:ext cx="3144" cy="2652"/>
            </a:xfrm>
            <a:custGeom>
              <a:avLst/>
              <a:gdLst>
                <a:gd name="T0" fmla="*/ 828 w 3144"/>
                <a:gd name="T1" fmla="*/ 360 h 2652"/>
                <a:gd name="T2" fmla="*/ 144 w 3144"/>
                <a:gd name="T3" fmla="*/ 1224 h 2652"/>
                <a:gd name="T4" fmla="*/ 84 w 3144"/>
                <a:gd name="T5" fmla="*/ 1320 h 2652"/>
                <a:gd name="T6" fmla="*/ 24 w 3144"/>
                <a:gd name="T7" fmla="*/ 1428 h 2652"/>
                <a:gd name="T8" fmla="*/ 0 w 3144"/>
                <a:gd name="T9" fmla="*/ 1584 h 2652"/>
                <a:gd name="T10" fmla="*/ 0 w 3144"/>
                <a:gd name="T11" fmla="*/ 1680 h 2652"/>
                <a:gd name="T12" fmla="*/ 24 w 3144"/>
                <a:gd name="T13" fmla="*/ 1812 h 2652"/>
                <a:gd name="T14" fmla="*/ 72 w 3144"/>
                <a:gd name="T15" fmla="*/ 1932 h 2652"/>
                <a:gd name="T16" fmla="*/ 144 w 3144"/>
                <a:gd name="T17" fmla="*/ 2064 h 2652"/>
                <a:gd name="T18" fmla="*/ 276 w 3144"/>
                <a:gd name="T19" fmla="*/ 2220 h 2652"/>
                <a:gd name="T20" fmla="*/ 372 w 3144"/>
                <a:gd name="T21" fmla="*/ 2316 h 2652"/>
                <a:gd name="T22" fmla="*/ 600 w 3144"/>
                <a:gd name="T23" fmla="*/ 2448 h 2652"/>
                <a:gd name="T24" fmla="*/ 780 w 3144"/>
                <a:gd name="T25" fmla="*/ 2520 h 2652"/>
                <a:gd name="T26" fmla="*/ 972 w 3144"/>
                <a:gd name="T27" fmla="*/ 2568 h 2652"/>
                <a:gd name="T28" fmla="*/ 1200 w 3144"/>
                <a:gd name="T29" fmla="*/ 2616 h 2652"/>
                <a:gd name="T30" fmla="*/ 1452 w 3144"/>
                <a:gd name="T31" fmla="*/ 2652 h 2652"/>
                <a:gd name="T32" fmla="*/ 1776 w 3144"/>
                <a:gd name="T33" fmla="*/ 2640 h 2652"/>
                <a:gd name="T34" fmla="*/ 1992 w 3144"/>
                <a:gd name="T35" fmla="*/ 2604 h 2652"/>
                <a:gd name="T36" fmla="*/ 2172 w 3144"/>
                <a:gd name="T37" fmla="*/ 2568 h 2652"/>
                <a:gd name="T38" fmla="*/ 2448 w 3144"/>
                <a:gd name="T39" fmla="*/ 2484 h 2652"/>
                <a:gd name="T40" fmla="*/ 2580 w 3144"/>
                <a:gd name="T41" fmla="*/ 2412 h 2652"/>
                <a:gd name="T42" fmla="*/ 2748 w 3144"/>
                <a:gd name="T43" fmla="*/ 2328 h 2652"/>
                <a:gd name="T44" fmla="*/ 2892 w 3144"/>
                <a:gd name="T45" fmla="*/ 2184 h 2652"/>
                <a:gd name="T46" fmla="*/ 2988 w 3144"/>
                <a:gd name="T47" fmla="*/ 2076 h 2652"/>
                <a:gd name="T48" fmla="*/ 3084 w 3144"/>
                <a:gd name="T49" fmla="*/ 1932 h 2652"/>
                <a:gd name="T50" fmla="*/ 3132 w 3144"/>
                <a:gd name="T51" fmla="*/ 1776 h 2652"/>
                <a:gd name="T52" fmla="*/ 3144 w 3144"/>
                <a:gd name="T53" fmla="*/ 1620 h 2652"/>
                <a:gd name="T54" fmla="*/ 3108 w 3144"/>
                <a:gd name="T55" fmla="*/ 1440 h 2652"/>
                <a:gd name="T56" fmla="*/ 3048 w 3144"/>
                <a:gd name="T57" fmla="*/ 1320 h 2652"/>
                <a:gd name="T58" fmla="*/ 2988 w 3144"/>
                <a:gd name="T59" fmla="*/ 1200 h 2652"/>
                <a:gd name="T60" fmla="*/ 2052 w 3144"/>
                <a:gd name="T61" fmla="*/ 0 h 2652"/>
                <a:gd name="T62" fmla="*/ 828 w 3144"/>
                <a:gd name="T63" fmla="*/ 360 h 2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144" h="2652">
                  <a:moveTo>
                    <a:pt x="828" y="360"/>
                  </a:moveTo>
                  <a:lnTo>
                    <a:pt x="144" y="1224"/>
                  </a:lnTo>
                  <a:lnTo>
                    <a:pt x="84" y="1320"/>
                  </a:lnTo>
                  <a:lnTo>
                    <a:pt x="24" y="1428"/>
                  </a:lnTo>
                  <a:lnTo>
                    <a:pt x="0" y="1584"/>
                  </a:lnTo>
                  <a:lnTo>
                    <a:pt x="0" y="1680"/>
                  </a:lnTo>
                  <a:lnTo>
                    <a:pt x="24" y="1812"/>
                  </a:lnTo>
                  <a:lnTo>
                    <a:pt x="72" y="1932"/>
                  </a:lnTo>
                  <a:lnTo>
                    <a:pt x="144" y="2064"/>
                  </a:lnTo>
                  <a:lnTo>
                    <a:pt x="276" y="2220"/>
                  </a:lnTo>
                  <a:lnTo>
                    <a:pt x="372" y="2316"/>
                  </a:lnTo>
                  <a:lnTo>
                    <a:pt x="600" y="2448"/>
                  </a:lnTo>
                  <a:lnTo>
                    <a:pt x="780" y="2520"/>
                  </a:lnTo>
                  <a:lnTo>
                    <a:pt x="972" y="2568"/>
                  </a:lnTo>
                  <a:lnTo>
                    <a:pt x="1200" y="2616"/>
                  </a:lnTo>
                  <a:lnTo>
                    <a:pt x="1452" y="2652"/>
                  </a:lnTo>
                  <a:lnTo>
                    <a:pt x="1776" y="2640"/>
                  </a:lnTo>
                  <a:lnTo>
                    <a:pt x="1992" y="2604"/>
                  </a:lnTo>
                  <a:lnTo>
                    <a:pt x="2172" y="2568"/>
                  </a:lnTo>
                  <a:lnTo>
                    <a:pt x="2448" y="2484"/>
                  </a:lnTo>
                  <a:lnTo>
                    <a:pt x="2580" y="2412"/>
                  </a:lnTo>
                  <a:lnTo>
                    <a:pt x="2748" y="2328"/>
                  </a:lnTo>
                  <a:lnTo>
                    <a:pt x="2892" y="2184"/>
                  </a:lnTo>
                  <a:lnTo>
                    <a:pt x="2988" y="2076"/>
                  </a:lnTo>
                  <a:lnTo>
                    <a:pt x="3084" y="1932"/>
                  </a:lnTo>
                  <a:lnTo>
                    <a:pt x="3132" y="1776"/>
                  </a:lnTo>
                  <a:lnTo>
                    <a:pt x="3144" y="1620"/>
                  </a:lnTo>
                  <a:lnTo>
                    <a:pt x="3108" y="1440"/>
                  </a:lnTo>
                  <a:lnTo>
                    <a:pt x="3048" y="1320"/>
                  </a:lnTo>
                  <a:lnTo>
                    <a:pt x="2988" y="1200"/>
                  </a:lnTo>
                  <a:lnTo>
                    <a:pt x="2052" y="0"/>
                  </a:lnTo>
                  <a:lnTo>
                    <a:pt x="828" y="360"/>
                  </a:lnTo>
                  <a:close/>
                </a:path>
              </a:pathLst>
            </a:custGeom>
            <a:gradFill rotWithShape="0">
              <a:gsLst>
                <a:gs pos="0">
                  <a:srgbClr val="FF0066"/>
                </a:gs>
                <a:gs pos="100000">
                  <a:srgbClr val="FF0066">
                    <a:gamma/>
                    <a:shade val="52941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6274" name="Freeform 18"/>
            <p:cNvSpPr>
              <a:spLocks/>
            </p:cNvSpPr>
            <p:nvPr/>
          </p:nvSpPr>
          <p:spPr bwMode="auto">
            <a:xfrm>
              <a:off x="1430" y="684"/>
              <a:ext cx="1647" cy="1805"/>
            </a:xfrm>
            <a:custGeom>
              <a:avLst/>
              <a:gdLst>
                <a:gd name="T0" fmla="*/ 5833 w 6590"/>
                <a:gd name="T1" fmla="*/ 393 h 7223"/>
                <a:gd name="T2" fmla="*/ 5388 w 6590"/>
                <a:gd name="T3" fmla="*/ 135 h 7223"/>
                <a:gd name="T4" fmla="*/ 4866 w 6590"/>
                <a:gd name="T5" fmla="*/ 2 h 7223"/>
                <a:gd name="T6" fmla="*/ 4289 w 6590"/>
                <a:gd name="T7" fmla="*/ 0 h 7223"/>
                <a:gd name="T8" fmla="*/ 3676 w 6590"/>
                <a:gd name="T9" fmla="*/ 128 h 7223"/>
                <a:gd name="T10" fmla="*/ 3049 w 6590"/>
                <a:gd name="T11" fmla="*/ 382 h 7223"/>
                <a:gd name="T12" fmla="*/ 2430 w 6590"/>
                <a:gd name="T13" fmla="*/ 752 h 7223"/>
                <a:gd name="T14" fmla="*/ 1844 w 6590"/>
                <a:gd name="T15" fmla="*/ 1225 h 7223"/>
                <a:gd name="T16" fmla="*/ 1310 w 6590"/>
                <a:gd name="T17" fmla="*/ 1784 h 7223"/>
                <a:gd name="T18" fmla="*/ 848 w 6590"/>
                <a:gd name="T19" fmla="*/ 2409 h 7223"/>
                <a:gd name="T20" fmla="*/ 473 w 6590"/>
                <a:gd name="T21" fmla="*/ 3077 h 7223"/>
                <a:gd name="T22" fmla="*/ 201 w 6590"/>
                <a:gd name="T23" fmla="*/ 3765 h 7223"/>
                <a:gd name="T24" fmla="*/ 42 w 6590"/>
                <a:gd name="T25" fmla="*/ 4445 h 7223"/>
                <a:gd name="T26" fmla="*/ 0 w 6590"/>
                <a:gd name="T27" fmla="*/ 5096 h 7223"/>
                <a:gd name="T28" fmla="*/ 77 w 6590"/>
                <a:gd name="T29" fmla="*/ 5693 h 7223"/>
                <a:gd name="T30" fmla="*/ 271 w 6590"/>
                <a:gd name="T31" fmla="*/ 6215 h 7223"/>
                <a:gd name="T32" fmla="*/ 574 w 6590"/>
                <a:gd name="T33" fmla="*/ 6642 h 7223"/>
                <a:gd name="T34" fmla="*/ 975 w 6590"/>
                <a:gd name="T35" fmla="*/ 6960 h 7223"/>
                <a:gd name="T36" fmla="*/ 1460 w 6590"/>
                <a:gd name="T37" fmla="*/ 7156 h 7223"/>
                <a:gd name="T38" fmla="*/ 2012 w 6590"/>
                <a:gd name="T39" fmla="*/ 7223 h 7223"/>
                <a:gd name="T40" fmla="*/ 2610 w 6590"/>
                <a:gd name="T41" fmla="*/ 7160 h 7223"/>
                <a:gd name="T42" fmla="*/ 3232 w 6590"/>
                <a:gd name="T43" fmla="*/ 6969 h 7223"/>
                <a:gd name="T44" fmla="*/ 3858 w 6590"/>
                <a:gd name="T45" fmla="*/ 6655 h 7223"/>
                <a:gd name="T46" fmla="*/ 4463 w 6590"/>
                <a:gd name="T47" fmla="*/ 6231 h 7223"/>
                <a:gd name="T48" fmla="*/ 5027 w 6590"/>
                <a:gd name="T49" fmla="*/ 5713 h 7223"/>
                <a:gd name="T50" fmla="*/ 5527 w 6590"/>
                <a:gd name="T51" fmla="*/ 5119 h 7223"/>
                <a:gd name="T52" fmla="*/ 5947 w 6590"/>
                <a:gd name="T53" fmla="*/ 4469 h 7223"/>
                <a:gd name="T54" fmla="*/ 6271 w 6590"/>
                <a:gd name="T55" fmla="*/ 3788 h 7223"/>
                <a:gd name="T56" fmla="*/ 6488 w 6590"/>
                <a:gd name="T57" fmla="*/ 3101 h 7223"/>
                <a:gd name="T58" fmla="*/ 6590 w 6590"/>
                <a:gd name="T59" fmla="*/ 2431 h 7223"/>
                <a:gd name="T60" fmla="*/ 6572 w 6590"/>
                <a:gd name="T61" fmla="*/ 1806 h 7223"/>
                <a:gd name="T62" fmla="*/ 6436 w 6590"/>
                <a:gd name="T63" fmla="*/ 1243 h 7223"/>
                <a:gd name="T64" fmla="*/ 6186 w 6590"/>
                <a:gd name="T65" fmla="*/ 766 h 7223"/>
                <a:gd name="T66" fmla="*/ 5833 w 6590"/>
                <a:gd name="T67" fmla="*/ 393 h 7223"/>
                <a:gd name="T68" fmla="*/ 5834 w 6590"/>
                <a:gd name="T69" fmla="*/ 393 h 7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590" h="7223">
                  <a:moveTo>
                    <a:pt x="5833" y="393"/>
                  </a:moveTo>
                  <a:lnTo>
                    <a:pt x="5388" y="135"/>
                  </a:lnTo>
                  <a:lnTo>
                    <a:pt x="4866" y="2"/>
                  </a:lnTo>
                  <a:lnTo>
                    <a:pt x="4289" y="0"/>
                  </a:lnTo>
                  <a:lnTo>
                    <a:pt x="3676" y="128"/>
                  </a:lnTo>
                  <a:lnTo>
                    <a:pt x="3049" y="382"/>
                  </a:lnTo>
                  <a:lnTo>
                    <a:pt x="2430" y="752"/>
                  </a:lnTo>
                  <a:lnTo>
                    <a:pt x="1844" y="1225"/>
                  </a:lnTo>
                  <a:lnTo>
                    <a:pt x="1310" y="1784"/>
                  </a:lnTo>
                  <a:lnTo>
                    <a:pt x="848" y="2409"/>
                  </a:lnTo>
                  <a:lnTo>
                    <a:pt x="473" y="3077"/>
                  </a:lnTo>
                  <a:lnTo>
                    <a:pt x="201" y="3765"/>
                  </a:lnTo>
                  <a:lnTo>
                    <a:pt x="42" y="4445"/>
                  </a:lnTo>
                  <a:lnTo>
                    <a:pt x="0" y="5096"/>
                  </a:lnTo>
                  <a:lnTo>
                    <a:pt x="77" y="5693"/>
                  </a:lnTo>
                  <a:lnTo>
                    <a:pt x="271" y="6215"/>
                  </a:lnTo>
                  <a:lnTo>
                    <a:pt x="574" y="6642"/>
                  </a:lnTo>
                  <a:lnTo>
                    <a:pt x="975" y="6960"/>
                  </a:lnTo>
                  <a:lnTo>
                    <a:pt x="1460" y="7156"/>
                  </a:lnTo>
                  <a:lnTo>
                    <a:pt x="2012" y="7223"/>
                  </a:lnTo>
                  <a:lnTo>
                    <a:pt x="2610" y="7160"/>
                  </a:lnTo>
                  <a:lnTo>
                    <a:pt x="3232" y="6969"/>
                  </a:lnTo>
                  <a:lnTo>
                    <a:pt x="3858" y="6655"/>
                  </a:lnTo>
                  <a:lnTo>
                    <a:pt x="4463" y="6231"/>
                  </a:lnTo>
                  <a:lnTo>
                    <a:pt x="5027" y="5713"/>
                  </a:lnTo>
                  <a:lnTo>
                    <a:pt x="5527" y="5119"/>
                  </a:lnTo>
                  <a:lnTo>
                    <a:pt x="5947" y="4469"/>
                  </a:lnTo>
                  <a:lnTo>
                    <a:pt x="6271" y="3788"/>
                  </a:lnTo>
                  <a:lnTo>
                    <a:pt x="6488" y="3101"/>
                  </a:lnTo>
                  <a:lnTo>
                    <a:pt x="6590" y="2431"/>
                  </a:lnTo>
                  <a:lnTo>
                    <a:pt x="6572" y="1806"/>
                  </a:lnTo>
                  <a:lnTo>
                    <a:pt x="6436" y="1243"/>
                  </a:lnTo>
                  <a:lnTo>
                    <a:pt x="6186" y="766"/>
                  </a:lnTo>
                  <a:lnTo>
                    <a:pt x="5833" y="393"/>
                  </a:lnTo>
                  <a:lnTo>
                    <a:pt x="5834" y="393"/>
                  </a:lnTo>
                </a:path>
              </a:pathLst>
            </a:custGeom>
            <a:solidFill>
              <a:srgbClr val="FF00FF"/>
            </a:solidFill>
            <a:ln w="0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4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96275" name="Group 19"/>
          <p:cNvGrpSpPr>
            <a:grpSpLocks/>
          </p:cNvGrpSpPr>
          <p:nvPr/>
        </p:nvGrpSpPr>
        <p:grpSpPr bwMode="auto">
          <a:xfrm>
            <a:off x="8608681" y="4092295"/>
            <a:ext cx="1774551" cy="1140939"/>
            <a:chOff x="730" y="547"/>
            <a:chExt cx="4034" cy="2592"/>
          </a:xfrm>
        </p:grpSpPr>
        <p:sp>
          <p:nvSpPr>
            <p:cNvPr id="96276" name="Freeform 20"/>
            <p:cNvSpPr>
              <a:spLocks/>
            </p:cNvSpPr>
            <p:nvPr/>
          </p:nvSpPr>
          <p:spPr bwMode="auto">
            <a:xfrm>
              <a:off x="2074" y="1075"/>
              <a:ext cx="2150" cy="1325"/>
            </a:xfrm>
            <a:custGeom>
              <a:avLst/>
              <a:gdLst>
                <a:gd name="T0" fmla="*/ 0 w 2150"/>
                <a:gd name="T1" fmla="*/ 29 h 1325"/>
                <a:gd name="T2" fmla="*/ 163 w 2150"/>
                <a:gd name="T3" fmla="*/ 10 h 1325"/>
                <a:gd name="T4" fmla="*/ 355 w 2150"/>
                <a:gd name="T5" fmla="*/ 0 h 1325"/>
                <a:gd name="T6" fmla="*/ 480 w 2150"/>
                <a:gd name="T7" fmla="*/ 0 h 1325"/>
                <a:gd name="T8" fmla="*/ 604 w 2150"/>
                <a:gd name="T9" fmla="*/ 0 h 1325"/>
                <a:gd name="T10" fmla="*/ 739 w 2150"/>
                <a:gd name="T11" fmla="*/ 0 h 1325"/>
                <a:gd name="T12" fmla="*/ 835 w 2150"/>
                <a:gd name="T13" fmla="*/ 10 h 1325"/>
                <a:gd name="T14" fmla="*/ 1017 w 2150"/>
                <a:gd name="T15" fmla="*/ 58 h 1325"/>
                <a:gd name="T16" fmla="*/ 2150 w 2150"/>
                <a:gd name="T17" fmla="*/ 1095 h 1325"/>
                <a:gd name="T18" fmla="*/ 1651 w 2150"/>
                <a:gd name="T19" fmla="*/ 1181 h 1325"/>
                <a:gd name="T20" fmla="*/ 931 w 2150"/>
                <a:gd name="T21" fmla="*/ 1325 h 1325"/>
                <a:gd name="T22" fmla="*/ 355 w 2150"/>
                <a:gd name="T23" fmla="*/ 1315 h 1325"/>
                <a:gd name="T24" fmla="*/ 211 w 2150"/>
                <a:gd name="T25" fmla="*/ 711 h 1325"/>
                <a:gd name="T26" fmla="*/ 144 w 2150"/>
                <a:gd name="T27" fmla="*/ 384 h 1325"/>
                <a:gd name="T28" fmla="*/ 0 w 2150"/>
                <a:gd name="T29" fmla="*/ 29 h 1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50" h="1325">
                  <a:moveTo>
                    <a:pt x="0" y="29"/>
                  </a:moveTo>
                  <a:lnTo>
                    <a:pt x="163" y="10"/>
                  </a:lnTo>
                  <a:lnTo>
                    <a:pt x="355" y="0"/>
                  </a:lnTo>
                  <a:lnTo>
                    <a:pt x="480" y="0"/>
                  </a:lnTo>
                  <a:lnTo>
                    <a:pt x="604" y="0"/>
                  </a:lnTo>
                  <a:lnTo>
                    <a:pt x="739" y="0"/>
                  </a:lnTo>
                  <a:lnTo>
                    <a:pt x="835" y="10"/>
                  </a:lnTo>
                  <a:lnTo>
                    <a:pt x="1017" y="58"/>
                  </a:lnTo>
                  <a:lnTo>
                    <a:pt x="2150" y="1095"/>
                  </a:lnTo>
                  <a:lnTo>
                    <a:pt x="1651" y="1181"/>
                  </a:lnTo>
                  <a:lnTo>
                    <a:pt x="931" y="1325"/>
                  </a:lnTo>
                  <a:lnTo>
                    <a:pt x="355" y="1315"/>
                  </a:lnTo>
                  <a:lnTo>
                    <a:pt x="211" y="711"/>
                  </a:lnTo>
                  <a:lnTo>
                    <a:pt x="144" y="384"/>
                  </a:lnTo>
                  <a:lnTo>
                    <a:pt x="0" y="29"/>
                  </a:lnTo>
                  <a:close/>
                </a:path>
              </a:pathLst>
            </a:custGeom>
            <a:gradFill rotWithShape="0">
              <a:gsLst>
                <a:gs pos="0">
                  <a:srgbClr val="FF99FF">
                    <a:gamma/>
                    <a:shade val="78431"/>
                    <a:invGamma/>
                  </a:srgbClr>
                </a:gs>
                <a:gs pos="100000">
                  <a:srgbClr val="FF99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6277" name="Freeform 21"/>
            <p:cNvSpPr>
              <a:spLocks/>
            </p:cNvSpPr>
            <p:nvPr/>
          </p:nvSpPr>
          <p:spPr bwMode="auto">
            <a:xfrm>
              <a:off x="2966" y="547"/>
              <a:ext cx="1220" cy="1632"/>
            </a:xfrm>
            <a:custGeom>
              <a:avLst/>
              <a:gdLst>
                <a:gd name="T0" fmla="*/ 0 w 1220"/>
                <a:gd name="T1" fmla="*/ 547 h 1632"/>
                <a:gd name="T2" fmla="*/ 20 w 1220"/>
                <a:gd name="T3" fmla="*/ 432 h 1632"/>
                <a:gd name="T4" fmla="*/ 48 w 1220"/>
                <a:gd name="T5" fmla="*/ 355 h 1632"/>
                <a:gd name="T6" fmla="*/ 77 w 1220"/>
                <a:gd name="T7" fmla="*/ 259 h 1632"/>
                <a:gd name="T8" fmla="*/ 125 w 1220"/>
                <a:gd name="T9" fmla="*/ 183 h 1632"/>
                <a:gd name="T10" fmla="*/ 183 w 1220"/>
                <a:gd name="T11" fmla="*/ 106 h 1632"/>
                <a:gd name="T12" fmla="*/ 231 w 1220"/>
                <a:gd name="T13" fmla="*/ 58 h 1632"/>
                <a:gd name="T14" fmla="*/ 298 w 1220"/>
                <a:gd name="T15" fmla="*/ 19 h 1632"/>
                <a:gd name="T16" fmla="*/ 394 w 1220"/>
                <a:gd name="T17" fmla="*/ 0 h 1632"/>
                <a:gd name="T18" fmla="*/ 490 w 1220"/>
                <a:gd name="T19" fmla="*/ 29 h 1632"/>
                <a:gd name="T20" fmla="*/ 567 w 1220"/>
                <a:gd name="T21" fmla="*/ 67 h 1632"/>
                <a:gd name="T22" fmla="*/ 874 w 1220"/>
                <a:gd name="T23" fmla="*/ 403 h 1632"/>
                <a:gd name="T24" fmla="*/ 1172 w 1220"/>
                <a:gd name="T25" fmla="*/ 1315 h 1632"/>
                <a:gd name="T26" fmla="*/ 1220 w 1220"/>
                <a:gd name="T27" fmla="*/ 1632 h 1632"/>
                <a:gd name="T28" fmla="*/ 0 w 1220"/>
                <a:gd name="T29" fmla="*/ 547 h 1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0" h="1632">
                  <a:moveTo>
                    <a:pt x="0" y="547"/>
                  </a:moveTo>
                  <a:lnTo>
                    <a:pt x="20" y="432"/>
                  </a:lnTo>
                  <a:lnTo>
                    <a:pt x="48" y="355"/>
                  </a:lnTo>
                  <a:lnTo>
                    <a:pt x="77" y="259"/>
                  </a:lnTo>
                  <a:lnTo>
                    <a:pt x="125" y="183"/>
                  </a:lnTo>
                  <a:lnTo>
                    <a:pt x="183" y="106"/>
                  </a:lnTo>
                  <a:lnTo>
                    <a:pt x="231" y="58"/>
                  </a:lnTo>
                  <a:lnTo>
                    <a:pt x="298" y="19"/>
                  </a:lnTo>
                  <a:lnTo>
                    <a:pt x="394" y="0"/>
                  </a:lnTo>
                  <a:lnTo>
                    <a:pt x="490" y="29"/>
                  </a:lnTo>
                  <a:lnTo>
                    <a:pt x="567" y="67"/>
                  </a:lnTo>
                  <a:lnTo>
                    <a:pt x="874" y="403"/>
                  </a:lnTo>
                  <a:lnTo>
                    <a:pt x="1172" y="1315"/>
                  </a:lnTo>
                  <a:lnTo>
                    <a:pt x="1220" y="1632"/>
                  </a:lnTo>
                  <a:lnTo>
                    <a:pt x="0" y="547"/>
                  </a:lnTo>
                  <a:close/>
                </a:path>
              </a:pathLst>
            </a:cu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6278" name="Freeform 22"/>
            <p:cNvSpPr>
              <a:spLocks/>
            </p:cNvSpPr>
            <p:nvPr/>
          </p:nvSpPr>
          <p:spPr bwMode="auto">
            <a:xfrm>
              <a:off x="730" y="595"/>
              <a:ext cx="4034" cy="2544"/>
            </a:xfrm>
            <a:custGeom>
              <a:avLst/>
              <a:gdLst>
                <a:gd name="T0" fmla="*/ 2044 w 4034"/>
                <a:gd name="T1" fmla="*/ 1699 h 2544"/>
                <a:gd name="T2" fmla="*/ 2438 w 4034"/>
                <a:gd name="T3" fmla="*/ 1680 h 2544"/>
                <a:gd name="T4" fmla="*/ 2860 w 4034"/>
                <a:gd name="T5" fmla="*/ 1623 h 2544"/>
                <a:gd name="T6" fmla="*/ 3235 w 4034"/>
                <a:gd name="T7" fmla="*/ 1546 h 2544"/>
                <a:gd name="T8" fmla="*/ 3338 w 4034"/>
                <a:gd name="T9" fmla="*/ 1337 h 2544"/>
                <a:gd name="T10" fmla="*/ 3266 w 4034"/>
                <a:gd name="T11" fmla="*/ 1025 h 2544"/>
                <a:gd name="T12" fmla="*/ 3146 w 4034"/>
                <a:gd name="T13" fmla="*/ 665 h 2544"/>
                <a:gd name="T14" fmla="*/ 3024 w 4034"/>
                <a:gd name="T15" fmla="*/ 394 h 2544"/>
                <a:gd name="T16" fmla="*/ 2899 w 4034"/>
                <a:gd name="T17" fmla="*/ 183 h 2544"/>
                <a:gd name="T18" fmla="*/ 2755 w 4034"/>
                <a:gd name="T19" fmla="*/ 0 h 2544"/>
                <a:gd name="T20" fmla="*/ 3120 w 4034"/>
                <a:gd name="T21" fmla="*/ 192 h 2544"/>
                <a:gd name="T22" fmla="*/ 3398 w 4034"/>
                <a:gd name="T23" fmla="*/ 401 h 2544"/>
                <a:gd name="T24" fmla="*/ 3638 w 4034"/>
                <a:gd name="T25" fmla="*/ 663 h 2544"/>
                <a:gd name="T26" fmla="*/ 3849 w 4034"/>
                <a:gd name="T27" fmla="*/ 1027 h 2544"/>
                <a:gd name="T28" fmla="*/ 3993 w 4034"/>
                <a:gd name="T29" fmla="*/ 1479 h 2544"/>
                <a:gd name="T30" fmla="*/ 4034 w 4034"/>
                <a:gd name="T31" fmla="*/ 1829 h 2544"/>
                <a:gd name="T32" fmla="*/ 3974 w 4034"/>
                <a:gd name="T33" fmla="*/ 2021 h 2544"/>
                <a:gd name="T34" fmla="*/ 3818 w 4034"/>
                <a:gd name="T35" fmla="*/ 2165 h 2544"/>
                <a:gd name="T36" fmla="*/ 3422 w 4034"/>
                <a:gd name="T37" fmla="*/ 2345 h 2544"/>
                <a:gd name="T38" fmla="*/ 2786 w 4034"/>
                <a:gd name="T39" fmla="*/ 2489 h 2544"/>
                <a:gd name="T40" fmla="*/ 1948 w 4034"/>
                <a:gd name="T41" fmla="*/ 2544 h 2544"/>
                <a:gd name="T42" fmla="*/ 1257 w 4034"/>
                <a:gd name="T43" fmla="*/ 2487 h 2544"/>
                <a:gd name="T44" fmla="*/ 710 w 4034"/>
                <a:gd name="T45" fmla="*/ 2369 h 2544"/>
                <a:gd name="T46" fmla="*/ 266 w 4034"/>
                <a:gd name="T47" fmla="*/ 2189 h 2544"/>
                <a:gd name="T48" fmla="*/ 50 w 4034"/>
                <a:gd name="T49" fmla="*/ 1997 h 2544"/>
                <a:gd name="T50" fmla="*/ 0 w 4034"/>
                <a:gd name="T51" fmla="*/ 1767 h 2544"/>
                <a:gd name="T52" fmla="*/ 48 w 4034"/>
                <a:gd name="T53" fmla="*/ 1498 h 2544"/>
                <a:gd name="T54" fmla="*/ 124 w 4034"/>
                <a:gd name="T55" fmla="*/ 1210 h 2544"/>
                <a:gd name="T56" fmla="*/ 230 w 4034"/>
                <a:gd name="T57" fmla="*/ 965 h 2544"/>
                <a:gd name="T58" fmla="*/ 410 w 4034"/>
                <a:gd name="T59" fmla="*/ 653 h 2544"/>
                <a:gd name="T60" fmla="*/ 652 w 4034"/>
                <a:gd name="T61" fmla="*/ 375 h 2544"/>
                <a:gd name="T62" fmla="*/ 878 w 4034"/>
                <a:gd name="T63" fmla="*/ 221 h 2544"/>
                <a:gd name="T64" fmla="*/ 1084 w 4034"/>
                <a:gd name="T65" fmla="*/ 163 h 2544"/>
                <a:gd name="T66" fmla="*/ 1286 w 4034"/>
                <a:gd name="T67" fmla="*/ 293 h 2544"/>
                <a:gd name="T68" fmla="*/ 1440 w 4034"/>
                <a:gd name="T69" fmla="*/ 490 h 2544"/>
                <a:gd name="T70" fmla="*/ 1632 w 4034"/>
                <a:gd name="T71" fmla="*/ 922 h 2544"/>
                <a:gd name="T72" fmla="*/ 1756 w 4034"/>
                <a:gd name="T73" fmla="*/ 1402 h 2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034" h="2544">
                  <a:moveTo>
                    <a:pt x="1802" y="1673"/>
                  </a:moveTo>
                  <a:lnTo>
                    <a:pt x="2044" y="1699"/>
                  </a:lnTo>
                  <a:lnTo>
                    <a:pt x="2246" y="1690"/>
                  </a:lnTo>
                  <a:lnTo>
                    <a:pt x="2438" y="1680"/>
                  </a:lnTo>
                  <a:lnTo>
                    <a:pt x="2630" y="1651"/>
                  </a:lnTo>
                  <a:lnTo>
                    <a:pt x="2860" y="1623"/>
                  </a:lnTo>
                  <a:lnTo>
                    <a:pt x="3033" y="1584"/>
                  </a:lnTo>
                  <a:lnTo>
                    <a:pt x="3235" y="1546"/>
                  </a:lnTo>
                  <a:lnTo>
                    <a:pt x="3360" y="1507"/>
                  </a:lnTo>
                  <a:lnTo>
                    <a:pt x="3338" y="1337"/>
                  </a:lnTo>
                  <a:lnTo>
                    <a:pt x="3302" y="1169"/>
                  </a:lnTo>
                  <a:lnTo>
                    <a:pt x="3266" y="1025"/>
                  </a:lnTo>
                  <a:lnTo>
                    <a:pt x="3206" y="821"/>
                  </a:lnTo>
                  <a:lnTo>
                    <a:pt x="3146" y="665"/>
                  </a:lnTo>
                  <a:lnTo>
                    <a:pt x="3081" y="499"/>
                  </a:lnTo>
                  <a:lnTo>
                    <a:pt x="3024" y="394"/>
                  </a:lnTo>
                  <a:lnTo>
                    <a:pt x="2976" y="288"/>
                  </a:lnTo>
                  <a:lnTo>
                    <a:pt x="2899" y="183"/>
                  </a:lnTo>
                  <a:lnTo>
                    <a:pt x="2858" y="125"/>
                  </a:lnTo>
                  <a:lnTo>
                    <a:pt x="2755" y="0"/>
                  </a:lnTo>
                  <a:lnTo>
                    <a:pt x="2966" y="87"/>
                  </a:lnTo>
                  <a:lnTo>
                    <a:pt x="3120" y="192"/>
                  </a:lnTo>
                  <a:lnTo>
                    <a:pt x="3266" y="293"/>
                  </a:lnTo>
                  <a:lnTo>
                    <a:pt x="3398" y="401"/>
                  </a:lnTo>
                  <a:lnTo>
                    <a:pt x="3523" y="538"/>
                  </a:lnTo>
                  <a:lnTo>
                    <a:pt x="3638" y="663"/>
                  </a:lnTo>
                  <a:lnTo>
                    <a:pt x="3763" y="864"/>
                  </a:lnTo>
                  <a:lnTo>
                    <a:pt x="3849" y="1027"/>
                  </a:lnTo>
                  <a:lnTo>
                    <a:pt x="3926" y="1210"/>
                  </a:lnTo>
                  <a:lnTo>
                    <a:pt x="3993" y="1479"/>
                  </a:lnTo>
                  <a:lnTo>
                    <a:pt x="4010" y="1649"/>
                  </a:lnTo>
                  <a:lnTo>
                    <a:pt x="4034" y="1829"/>
                  </a:lnTo>
                  <a:lnTo>
                    <a:pt x="4010" y="1937"/>
                  </a:lnTo>
                  <a:lnTo>
                    <a:pt x="3974" y="2021"/>
                  </a:lnTo>
                  <a:lnTo>
                    <a:pt x="3914" y="2093"/>
                  </a:lnTo>
                  <a:lnTo>
                    <a:pt x="3818" y="2165"/>
                  </a:lnTo>
                  <a:lnTo>
                    <a:pt x="3614" y="2273"/>
                  </a:lnTo>
                  <a:lnTo>
                    <a:pt x="3422" y="2345"/>
                  </a:lnTo>
                  <a:lnTo>
                    <a:pt x="3110" y="2429"/>
                  </a:lnTo>
                  <a:lnTo>
                    <a:pt x="2786" y="2489"/>
                  </a:lnTo>
                  <a:lnTo>
                    <a:pt x="2450" y="2525"/>
                  </a:lnTo>
                  <a:lnTo>
                    <a:pt x="1948" y="2544"/>
                  </a:lnTo>
                  <a:lnTo>
                    <a:pt x="1586" y="2525"/>
                  </a:lnTo>
                  <a:lnTo>
                    <a:pt x="1257" y="2487"/>
                  </a:lnTo>
                  <a:lnTo>
                    <a:pt x="974" y="2441"/>
                  </a:lnTo>
                  <a:lnTo>
                    <a:pt x="710" y="2369"/>
                  </a:lnTo>
                  <a:lnTo>
                    <a:pt x="499" y="2304"/>
                  </a:lnTo>
                  <a:lnTo>
                    <a:pt x="266" y="2189"/>
                  </a:lnTo>
                  <a:lnTo>
                    <a:pt x="134" y="2093"/>
                  </a:lnTo>
                  <a:lnTo>
                    <a:pt x="50" y="1997"/>
                  </a:lnTo>
                  <a:lnTo>
                    <a:pt x="0" y="1891"/>
                  </a:lnTo>
                  <a:lnTo>
                    <a:pt x="0" y="1767"/>
                  </a:lnTo>
                  <a:lnTo>
                    <a:pt x="19" y="1642"/>
                  </a:lnTo>
                  <a:lnTo>
                    <a:pt x="48" y="1498"/>
                  </a:lnTo>
                  <a:lnTo>
                    <a:pt x="86" y="1337"/>
                  </a:lnTo>
                  <a:lnTo>
                    <a:pt x="124" y="1210"/>
                  </a:lnTo>
                  <a:lnTo>
                    <a:pt x="163" y="1095"/>
                  </a:lnTo>
                  <a:lnTo>
                    <a:pt x="230" y="965"/>
                  </a:lnTo>
                  <a:lnTo>
                    <a:pt x="307" y="797"/>
                  </a:lnTo>
                  <a:lnTo>
                    <a:pt x="410" y="653"/>
                  </a:lnTo>
                  <a:lnTo>
                    <a:pt x="537" y="499"/>
                  </a:lnTo>
                  <a:lnTo>
                    <a:pt x="652" y="375"/>
                  </a:lnTo>
                  <a:lnTo>
                    <a:pt x="770" y="293"/>
                  </a:lnTo>
                  <a:lnTo>
                    <a:pt x="878" y="221"/>
                  </a:lnTo>
                  <a:lnTo>
                    <a:pt x="969" y="173"/>
                  </a:lnTo>
                  <a:lnTo>
                    <a:pt x="1084" y="163"/>
                  </a:lnTo>
                  <a:lnTo>
                    <a:pt x="1202" y="209"/>
                  </a:lnTo>
                  <a:lnTo>
                    <a:pt x="1286" y="293"/>
                  </a:lnTo>
                  <a:lnTo>
                    <a:pt x="1358" y="389"/>
                  </a:lnTo>
                  <a:lnTo>
                    <a:pt x="1440" y="490"/>
                  </a:lnTo>
                  <a:lnTo>
                    <a:pt x="1526" y="691"/>
                  </a:lnTo>
                  <a:lnTo>
                    <a:pt x="1632" y="922"/>
                  </a:lnTo>
                  <a:lnTo>
                    <a:pt x="1689" y="1133"/>
                  </a:lnTo>
                  <a:lnTo>
                    <a:pt x="1756" y="1402"/>
                  </a:lnTo>
                  <a:lnTo>
                    <a:pt x="1802" y="1673"/>
                  </a:lnTo>
                  <a:close/>
                </a:path>
              </a:pathLst>
            </a:custGeom>
            <a:gradFill rotWithShape="0">
              <a:gsLst>
                <a:gs pos="0">
                  <a:srgbClr val="CC0000">
                    <a:gamma/>
                    <a:shade val="74510"/>
                    <a:invGamma/>
                  </a:srgbClr>
                </a:gs>
                <a:gs pos="100000">
                  <a:srgbClr val="CC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96280" name="Text Box 24"/>
          <p:cNvSpPr txBox="1">
            <a:spLocks noChangeArrowheads="1"/>
          </p:cNvSpPr>
          <p:nvPr/>
        </p:nvSpPr>
        <p:spPr bwMode="auto">
          <a:xfrm>
            <a:off x="944501" y="1188974"/>
            <a:ext cx="4953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回转体的截交线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E7F3AE21-0725-416C-AD60-FC11AD7095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>
                <a:latin typeface="+mn-ea"/>
                <a:ea typeface="+mn-ea"/>
                <a:cs typeface="SimHei" charset="-122"/>
              </a:rPr>
              <a:t>1. </a:t>
            </a:r>
            <a:r>
              <a:rPr lang="zh-CN" altLang="en-US" sz="2800">
                <a:latin typeface="+mn-ea"/>
                <a:ea typeface="+mn-ea"/>
                <a:cs typeface="SimHei" charset="-122"/>
              </a:rPr>
              <a:t>曲面立体截交线的性质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4A992C-A038-4789-BAB6-3B93963EB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16DE-2FF2-694A-AFAF-720F853887DB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D438AA-17DC-4280-9B28-33ACD1C9B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019C3-C1AC-4244-8344-3B255D4E7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18</a:t>
            </a:fld>
            <a:endParaRPr lang="en-US"/>
          </a:p>
        </p:txBody>
      </p:sp>
      <p:sp>
        <p:nvSpPr>
          <p:cNvPr id="27" name="Text Box 7">
            <a:extLst>
              <a:ext uri="{FF2B5EF4-FFF2-40B4-BE49-F238E27FC236}">
                <a16:creationId xmlns:a16="http://schemas.microsoft.com/office/drawing/2014/main" id="{53F6E695-8FA9-459F-905B-7BF1D94C6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1537" y="3619597"/>
            <a:ext cx="534676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Font typeface="+mj-lt"/>
              <a:buAutoNum type="alphaLcPeriod"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SimHei" charset="-122"/>
              </a:rPr>
              <a:t>曲面立体的</a:t>
            </a:r>
            <a:r>
              <a:rPr lang="zh-CN" altLang="en-US" sz="2000" b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Hei" charset="-122"/>
              </a:rPr>
              <a:t>截交线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SimHei" charset="-122"/>
              </a:rPr>
              <a:t>为曲面立体表面和截平面的</a:t>
            </a:r>
            <a:r>
              <a:rPr lang="zh-CN" altLang="en-US" sz="2000" b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Hei" charset="-122"/>
              </a:rPr>
              <a:t>共有线</a:t>
            </a:r>
          </a:p>
          <a:p>
            <a:pPr marL="457200" indent="-457200">
              <a:spcBef>
                <a:spcPct val="50000"/>
              </a:spcBef>
              <a:buFont typeface="+mj-lt"/>
              <a:buAutoNum type="alphaLcPeriod"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SimHei" charset="-122"/>
              </a:rPr>
              <a:t>曲面立体截交线上的</a:t>
            </a:r>
            <a:r>
              <a:rPr lang="zh-CN" altLang="en-US" sz="2000" b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Hei" charset="-122"/>
              </a:rPr>
              <a:t>点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SimHei" charset="-122"/>
              </a:rPr>
              <a:t>为立体表面和截平面的</a:t>
            </a:r>
            <a:r>
              <a:rPr lang="zh-CN" altLang="en-US" sz="2000" b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Hei" charset="-122"/>
              </a:rPr>
              <a:t>共有点</a:t>
            </a:r>
            <a:endParaRPr lang="en-US" altLang="zh-CN" sz="2000" b="1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  <a:cs typeface="SimHei" charset="-122"/>
            </a:endParaRPr>
          </a:p>
          <a:p>
            <a:pPr marL="457200" indent="-457200">
              <a:spcBef>
                <a:spcPct val="50000"/>
              </a:spcBef>
              <a:buFont typeface="+mj-lt"/>
              <a:buAutoNum type="alphaLcPeriod"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SimHei" charset="-122"/>
              </a:rPr>
              <a:t>曲面立体的截交线通常是</a:t>
            </a:r>
            <a:r>
              <a:rPr lang="zh-CN" altLang="en-US" sz="2000">
                <a:solidFill>
                  <a:srgbClr val="FF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Hei" charset="-122"/>
              </a:rPr>
              <a:t>封闭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SimHei" charset="-122"/>
              </a:rPr>
              <a:t>的</a:t>
            </a:r>
            <a:r>
              <a:rPr lang="zh-CN" altLang="en-US" sz="2000">
                <a:solidFill>
                  <a:srgbClr val="FF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imHei" charset="-122"/>
              </a:rPr>
              <a:t>平面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SimHei" charset="-122"/>
              </a:rPr>
              <a:t>曲线</a:t>
            </a:r>
          </a:p>
        </p:txBody>
      </p:sp>
    </p:spTree>
    <p:extLst>
      <p:ext uri="{BB962C8B-B14F-4D97-AF65-F5344CB8AC3E}">
        <p14:creationId xmlns:p14="http://schemas.microsoft.com/office/powerpoint/2010/main" val="45806326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6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6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/>
      <p:bldP spid="96260" grpId="0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latin typeface="+mn-ea"/>
                <a:ea typeface="+mn-ea"/>
                <a:cs typeface="SimHei" charset="-122"/>
              </a:rPr>
              <a:t>2. </a:t>
            </a:r>
            <a:r>
              <a:rPr lang="zh-CN" altLang="en-US" sz="2800">
                <a:latin typeface="+mn-ea"/>
                <a:ea typeface="+mn-ea"/>
                <a:cs typeface="SimHei" charset="-122"/>
              </a:rPr>
              <a:t>截交线的类型及形状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D474AB-05D0-4384-A5DD-CCCF88265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21109-C422-4B46-A595-27DB7B45B586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D61EA-1750-4A28-B443-F834D4805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1D707-F2EA-448D-AB5C-329458523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19</a:t>
            </a:fld>
            <a:endParaRPr lang="en-US"/>
          </a:p>
        </p:txBody>
      </p:sp>
      <p:sp>
        <p:nvSpPr>
          <p:cNvPr id="215047" name="Rectangle 7"/>
          <p:cNvSpPr>
            <a:spLocks noChangeArrowheads="1"/>
          </p:cNvSpPr>
          <p:nvPr/>
        </p:nvSpPr>
        <p:spPr bwMode="auto">
          <a:xfrm>
            <a:off x="1577902" y="1794761"/>
            <a:ext cx="875162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buFont typeface="+mj-lt"/>
              <a:buAutoNum type="alphaLcPeriod"/>
            </a:pPr>
            <a:r>
              <a:rPr lang="zh-CN" altLang="en-US">
                <a:latin typeface="SimHei" charset="-122"/>
                <a:ea typeface="SimHei" charset="-122"/>
                <a:cs typeface="SimHei" charset="-122"/>
              </a:rPr>
              <a:t>截平面与单个回转体相交：</a:t>
            </a:r>
            <a:endParaRPr lang="en-US" altLang="zh-CN">
              <a:solidFill>
                <a:srgbClr val="C00000"/>
              </a:solidFill>
              <a:latin typeface="SimHei" charset="-122"/>
              <a:ea typeface="SimHei" charset="-122"/>
              <a:cs typeface="SimHei" charset="-122"/>
            </a:endParaRPr>
          </a:p>
          <a:p>
            <a:pPr marL="0" indent="0"/>
            <a:r>
              <a:rPr lang="en-US" altLang="zh-CN">
                <a:solidFill>
                  <a:srgbClr val="C00000"/>
                </a:solidFill>
                <a:latin typeface="SimHei" charset="-122"/>
                <a:ea typeface="SimHei" charset="-122"/>
                <a:cs typeface="SimHei" charset="-122"/>
              </a:rPr>
              <a:t>	</a:t>
            </a:r>
            <a:r>
              <a:rPr lang="zh-CN" altLang="en-US" b="1">
                <a:solidFill>
                  <a:srgbClr val="C00000"/>
                </a:solidFill>
                <a:latin typeface="SimHei" charset="-122"/>
                <a:ea typeface="SimHei" charset="-122"/>
                <a:cs typeface="SimHei" charset="-122"/>
              </a:rPr>
              <a:t>封闭的平面曲线，或是由曲线和直线所围成的平面图形。</a:t>
            </a:r>
            <a:endParaRPr lang="en-US" altLang="zh-CN" b="1">
              <a:solidFill>
                <a:srgbClr val="C00000"/>
              </a:solidFill>
              <a:latin typeface="SimHei" charset="-122"/>
              <a:ea typeface="SimHei" charset="-122"/>
              <a:cs typeface="SimHei" charset="-122"/>
            </a:endParaRPr>
          </a:p>
          <a:p>
            <a:pPr marL="0" indent="0"/>
            <a:endParaRPr lang="zh-CN" altLang="en-US">
              <a:latin typeface="SimHei" charset="-122"/>
              <a:ea typeface="SimHei" charset="-122"/>
              <a:cs typeface="SimHei" charset="-122"/>
            </a:endParaRPr>
          </a:p>
          <a:p>
            <a:pPr>
              <a:buFont typeface="+mj-lt"/>
              <a:buAutoNum type="alphaLcPeriod" startAt="2"/>
            </a:pPr>
            <a:r>
              <a:rPr lang="zh-CN" altLang="en-US">
                <a:latin typeface="SimHei" charset="-122"/>
                <a:ea typeface="SimHei" charset="-122"/>
                <a:cs typeface="SimHei" charset="-122"/>
              </a:rPr>
              <a:t>多个截平面与立体相交：</a:t>
            </a:r>
            <a:endParaRPr lang="en-US" altLang="zh-CN">
              <a:latin typeface="SimHei" charset="-122"/>
              <a:ea typeface="SimHei" charset="-122"/>
              <a:cs typeface="SimHei" charset="-122"/>
            </a:endParaRPr>
          </a:p>
          <a:p>
            <a:pPr marL="0" indent="0"/>
            <a:r>
              <a:rPr lang="en-US" altLang="zh-CN" b="1">
                <a:solidFill>
                  <a:srgbClr val="C00000"/>
                </a:solidFill>
                <a:latin typeface="SimHei" charset="-122"/>
                <a:ea typeface="SimHei" charset="-122"/>
                <a:cs typeface="SimHei" charset="-122"/>
              </a:rPr>
              <a:t>	</a:t>
            </a:r>
            <a:r>
              <a:rPr lang="zh-CN" altLang="en-US" b="1">
                <a:solidFill>
                  <a:srgbClr val="C00000"/>
                </a:solidFill>
                <a:latin typeface="SimHei" charset="-122"/>
                <a:ea typeface="SimHei" charset="-122"/>
                <a:cs typeface="SimHei" charset="-122"/>
              </a:rPr>
              <a:t>各截平面所得截交线的组合。</a:t>
            </a:r>
            <a:endParaRPr lang="en-US" altLang="zh-CN" b="1">
              <a:solidFill>
                <a:srgbClr val="C00000"/>
              </a:solidFill>
              <a:latin typeface="SimHei" charset="-122"/>
              <a:ea typeface="SimHei" charset="-122"/>
              <a:cs typeface="SimHei" charset="-122"/>
            </a:endParaRPr>
          </a:p>
          <a:p>
            <a:pPr marL="0" indent="0"/>
            <a:r>
              <a:rPr lang="en-US" altLang="zh-CN">
                <a:solidFill>
                  <a:srgbClr val="C00000"/>
                </a:solidFill>
                <a:latin typeface="SimHei" charset="-122"/>
                <a:ea typeface="SimHei" charset="-122"/>
                <a:cs typeface="SimHei" charset="-122"/>
              </a:rPr>
              <a:t>	</a:t>
            </a:r>
            <a:r>
              <a:rPr lang="zh-CN" altLang="en-US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Hei" charset="-122"/>
                <a:ea typeface="SimHei" charset="-122"/>
                <a:cs typeface="SimHei" charset="-122"/>
              </a:rPr>
              <a:t>结合点</a:t>
            </a:r>
            <a:r>
              <a:rPr lang="zh-CN" altLang="en-US">
                <a:solidFill>
                  <a:srgbClr val="C00000"/>
                </a:solidFill>
                <a:latin typeface="SimHei" charset="-122"/>
                <a:ea typeface="SimHei" charset="-122"/>
                <a:cs typeface="SimHei" charset="-122"/>
              </a:rPr>
              <a:t>是相邻两截平面与立体表面的共有点，即两截平面的交线与立体表面的交点。</a:t>
            </a:r>
          </a:p>
        </p:txBody>
      </p:sp>
    </p:spTree>
    <p:extLst>
      <p:ext uri="{BB962C8B-B14F-4D97-AF65-F5344CB8AC3E}">
        <p14:creationId xmlns:p14="http://schemas.microsoft.com/office/powerpoint/2010/main" val="66087722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0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0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50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50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FB6C57-39F9-4398-8B31-AC5D599B3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>
                <a:latin typeface="+mn-ea"/>
                <a:ea typeface="+mn-ea"/>
                <a:cs typeface="SimHei" charset="-122"/>
              </a:rPr>
              <a:t>3. </a:t>
            </a:r>
            <a:r>
              <a:rPr lang="zh-CN" altLang="en-US" sz="2800">
                <a:latin typeface="+mn-ea"/>
                <a:ea typeface="+mn-ea"/>
                <a:cs typeface="SimHei" charset="-122"/>
              </a:rPr>
              <a:t>求作截交线的方法 </a:t>
            </a:r>
            <a:endParaRPr lang="en-US" sz="28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E16207-15B7-48F0-AEFD-BAFE65183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4E648-1E77-D741-ACED-F81A0EF00728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1A293-C1C7-4439-93FF-44992949C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F9C90-1815-4330-9C88-3FA38C61D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20</a:t>
            </a:fld>
            <a:endParaRPr lang="en-US"/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6A9FD9F1-C441-4190-89EE-268758D70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5110" y="1860425"/>
            <a:ext cx="32624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pattFill prst="smCheck">
                  <a:fgClr>
                    <a:srgbClr val="FF3300"/>
                  </a:fgClr>
                  <a:bgClr>
                    <a:srgbClr val="FFFF00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(a) </a:t>
            </a:r>
            <a:r>
              <a:rPr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求截交线的方法：</a:t>
            </a:r>
            <a:endParaRPr lang="zh-CN" altLang="en-US" sz="20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2DA06A54-9942-4D29-A841-1A534AB40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885" y="2455551"/>
            <a:ext cx="48013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求截平面与回转体表面的</a:t>
            </a:r>
            <a:r>
              <a:rPr lang="zh-CN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共有点</a:t>
            </a:r>
            <a:r>
              <a:rPr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7E1E49D7-BF6D-4F02-ADE0-E714744AE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766" y="3072129"/>
            <a:ext cx="32624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(b) </a:t>
            </a:r>
            <a:r>
              <a:rPr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求截交线的步骤：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AA2D954E-A40E-4642-AA5A-4A4A8A3D2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4431" y="3579584"/>
            <a:ext cx="28007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空间及投影分析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939D16FF-0B7E-4156-AE3E-15ECA1DCC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885" y="4047348"/>
            <a:ext cx="772429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☆ 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分析回转体的形状以及截平面与回转体轴线的相对位置，以</a:t>
            </a:r>
            <a:r>
              <a:rPr lang="zh-CN" altLang="en-US" sz="20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确定截交线的形状</a:t>
            </a:r>
            <a:r>
              <a:rPr lang="zh-CN" altLang="en-US" sz="200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5B778F32-A1B3-447C-BAEA-2FEDB60DA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238" y="4806092"/>
            <a:ext cx="794757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☆ 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分析截平面及回转体与投影面的相对位置，</a:t>
            </a:r>
            <a:r>
              <a:rPr lang="zh-CN" altLang="en-US" sz="20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明确</a:t>
            </a:r>
            <a:r>
              <a:rPr lang="zh-CN" altLang="en-US" sz="20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截交线的投影特性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，如积聚性、类似性等。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找出截交线的已知投影，予见未知投影。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F51B146-8C7A-E712-5217-6AA9043DB4BD}"/>
              </a:ext>
            </a:extLst>
          </p:cNvPr>
          <p:cNvSpPr txBox="1"/>
          <p:nvPr/>
        </p:nvSpPr>
        <p:spPr>
          <a:xfrm>
            <a:off x="1026282" y="119833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>
                <a:latin typeface="SimHei" charset="-122"/>
                <a:ea typeface="SimHei" charset="-122"/>
                <a:cs typeface="SimHei" charset="-122"/>
              </a:rPr>
              <a:t>分析方法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40733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Text Box 7"/>
          <p:cNvSpPr txBox="1">
            <a:spLocks noChangeArrowheads="1"/>
          </p:cNvSpPr>
          <p:nvPr/>
        </p:nvSpPr>
        <p:spPr bwMode="auto">
          <a:xfrm>
            <a:off x="2135189" y="1989138"/>
            <a:ext cx="81375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216072" name="Text Box 8"/>
          <p:cNvSpPr txBox="1">
            <a:spLocks noChangeArrowheads="1"/>
          </p:cNvSpPr>
          <p:nvPr/>
        </p:nvSpPr>
        <p:spPr bwMode="auto">
          <a:xfrm>
            <a:off x="1499082" y="1773239"/>
            <a:ext cx="877363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>
                <a:solidFill>
                  <a:srgbClr val="002060"/>
                </a:solidFill>
                <a:latin typeface="SimHei" charset="-122"/>
                <a:ea typeface="SimHei" charset="-122"/>
                <a:cs typeface="SimHei" charset="-122"/>
              </a:rPr>
              <a:t>1.</a:t>
            </a:r>
            <a:r>
              <a:rPr lang="zh-CN" altLang="en-US" sz="2800">
                <a:solidFill>
                  <a:srgbClr val="C00000"/>
                </a:solidFill>
                <a:latin typeface="SimHei" charset="-122"/>
                <a:ea typeface="SimHei" charset="-122"/>
                <a:cs typeface="SimHei" charset="-122"/>
              </a:rPr>
              <a:t>素线法</a:t>
            </a:r>
          </a:p>
          <a:p>
            <a:pPr>
              <a:spcBef>
                <a:spcPct val="50000"/>
              </a:spcBef>
            </a:pPr>
            <a:r>
              <a:rPr lang="zh-CN" altLang="en-US" sz="2400">
                <a:latin typeface="SimHei" charset="-122"/>
                <a:ea typeface="SimHei" charset="-122"/>
                <a:cs typeface="SimHei" charset="-122"/>
              </a:rPr>
              <a:t>    在曲面立体表面取若干条素线，并求出这些</a:t>
            </a:r>
            <a:r>
              <a:rPr lang="zh-CN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Hei" charset="-122"/>
                <a:ea typeface="SimHei" charset="-122"/>
                <a:cs typeface="SimHei" charset="-122"/>
              </a:rPr>
              <a:t>素线与截平面的交点</a:t>
            </a:r>
            <a:r>
              <a:rPr lang="zh-CN" altLang="en-US" sz="2400">
                <a:latin typeface="SimHei" charset="-122"/>
                <a:ea typeface="SimHei" charset="-122"/>
                <a:cs typeface="SimHei" charset="-122"/>
              </a:rPr>
              <a:t>，将其依次光滑连接即得所求的截交线。</a:t>
            </a:r>
          </a:p>
          <a:p>
            <a:pPr>
              <a:spcBef>
                <a:spcPct val="50000"/>
              </a:spcBef>
            </a:pPr>
            <a:r>
              <a:rPr lang="en-US" altLang="zh-CN" sz="2800">
                <a:solidFill>
                  <a:srgbClr val="002060"/>
                </a:solidFill>
                <a:latin typeface="SimHei" charset="-122"/>
                <a:ea typeface="SimHei" charset="-122"/>
                <a:cs typeface="SimHei" charset="-122"/>
              </a:rPr>
              <a:t>2.</a:t>
            </a:r>
            <a:r>
              <a:rPr lang="zh-CN" altLang="en-US" sz="2800">
                <a:solidFill>
                  <a:srgbClr val="C00000"/>
                </a:solidFill>
                <a:latin typeface="SimHei" charset="-122"/>
                <a:ea typeface="SimHei" charset="-122"/>
                <a:cs typeface="SimHei" charset="-122"/>
              </a:rPr>
              <a:t>纬圆法</a:t>
            </a:r>
          </a:p>
          <a:p>
            <a:pPr>
              <a:spcBef>
                <a:spcPct val="50000"/>
              </a:spcBef>
            </a:pPr>
            <a:r>
              <a:rPr lang="zh-CN" altLang="en-US" sz="2800">
                <a:latin typeface="SimHei" charset="-122"/>
                <a:ea typeface="SimHei" charset="-122"/>
                <a:cs typeface="SimHei" charset="-122"/>
              </a:rPr>
              <a:t>    </a:t>
            </a:r>
            <a:r>
              <a:rPr lang="zh-CN" altLang="en-US" sz="2400">
                <a:latin typeface="SimHei" charset="-122"/>
                <a:ea typeface="SimHei" charset="-122"/>
                <a:cs typeface="SimHei" charset="-122"/>
              </a:rPr>
              <a:t>在曲面立体表面取若干个纬圆，并求出这些</a:t>
            </a:r>
            <a:r>
              <a:rPr lang="zh-CN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Hei" charset="-122"/>
                <a:ea typeface="SimHei" charset="-122"/>
                <a:cs typeface="SimHei" charset="-122"/>
              </a:rPr>
              <a:t>纬圆与截平面的交点</a:t>
            </a:r>
            <a:r>
              <a:rPr lang="zh-CN" altLang="en-US" sz="2400">
                <a:latin typeface="SimHei" charset="-122"/>
                <a:ea typeface="SimHei" charset="-122"/>
                <a:cs typeface="SimHei" charset="-122"/>
              </a:rPr>
              <a:t>，将其依次光滑连接即得所求的截交线。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D411AE-B0C1-40A0-BE63-673149D9A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回转体截交线的辅助线法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E36EA8-E565-4B13-A502-1ECA7E01D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AAF82-0531-0746-983B-899BD766A91C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F894D4-1FB3-4127-9929-7B47DE120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254E2-141E-46B5-B1DA-99EFA3D26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143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60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60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60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60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5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800">
                <a:latin typeface="+mn-ea"/>
                <a:ea typeface="+mn-ea"/>
              </a:rPr>
              <a:t>4. </a:t>
            </a:r>
            <a:r>
              <a:rPr lang="zh-CN" altLang="en-US" sz="2800">
                <a:latin typeface="+mn-ea"/>
                <a:ea typeface="+mn-ea"/>
              </a:rPr>
              <a:t>作图步骤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19F275-EFFF-44C1-B50C-A6EB3A8C6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3762-AB33-C548-A175-BA55322A6CE1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01FD4E-D906-4591-A910-E764189E9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82AD7-6A05-4D64-8837-8A14578BB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22</a:t>
            </a:fld>
            <a:endParaRPr lang="en-US"/>
          </a:p>
        </p:txBody>
      </p:sp>
      <p:sp>
        <p:nvSpPr>
          <p:cNvPr id="218119" name="Text Box 7"/>
          <p:cNvSpPr txBox="1">
            <a:spLocks noChangeArrowheads="1"/>
          </p:cNvSpPr>
          <p:nvPr/>
        </p:nvSpPr>
        <p:spPr bwMode="auto">
          <a:xfrm>
            <a:off x="1300309" y="1489445"/>
            <a:ext cx="8827202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Font typeface="+mj-lt"/>
              <a:buAutoNum type="alphaLcParenR"/>
            </a:pPr>
            <a:r>
              <a:rPr lang="zh-CN" altLang="en-US" sz="2400">
                <a:latin typeface="黑体" charset="-122"/>
                <a:ea typeface="黑体" charset="-122"/>
              </a:rPr>
              <a:t>根据截平面位置与曲面立体表面的性质，判别</a:t>
            </a:r>
            <a:r>
              <a:rPr lang="zh-CN" altLang="en-US" sz="2400">
                <a:solidFill>
                  <a:srgbClr val="FF6600"/>
                </a:solidFill>
                <a:latin typeface="黑体" charset="-122"/>
                <a:ea typeface="黑体" charset="-122"/>
              </a:rPr>
              <a:t>截交线的形状和性质</a:t>
            </a:r>
          </a:p>
          <a:p>
            <a:pPr marL="457200" indent="-457200">
              <a:spcBef>
                <a:spcPct val="50000"/>
              </a:spcBef>
              <a:buFont typeface="+mj-lt"/>
              <a:buAutoNum type="alphaLcParenR"/>
            </a:pPr>
            <a:r>
              <a:rPr lang="zh-CN" altLang="en-US" sz="2400">
                <a:latin typeface="黑体" charset="-122"/>
                <a:ea typeface="黑体" charset="-122"/>
              </a:rPr>
              <a:t>根据截平面位置与曲面立体所处位置，决定</a:t>
            </a:r>
            <a:r>
              <a:rPr lang="zh-CN" altLang="en-US" sz="2400">
                <a:solidFill>
                  <a:srgbClr val="FF6600"/>
                </a:solidFill>
                <a:latin typeface="黑体" charset="-122"/>
                <a:ea typeface="黑体" charset="-122"/>
              </a:rPr>
              <a:t>采用什么方法</a:t>
            </a:r>
            <a:r>
              <a:rPr lang="zh-CN" altLang="en-US" sz="2400">
                <a:latin typeface="黑体" charset="-122"/>
                <a:ea typeface="黑体" charset="-122"/>
              </a:rPr>
              <a:t>求共有点</a:t>
            </a:r>
          </a:p>
          <a:p>
            <a:pPr marL="457200" indent="-457200">
              <a:spcBef>
                <a:spcPct val="50000"/>
              </a:spcBef>
              <a:buFont typeface="+mj-lt"/>
              <a:buAutoNum type="alphaLcParenR"/>
            </a:pPr>
            <a:r>
              <a:rPr lang="zh-CN" altLang="en-US" sz="2400">
                <a:latin typeface="黑体" charset="-122"/>
                <a:ea typeface="黑体" charset="-122"/>
              </a:rPr>
              <a:t>求出截交线上的</a:t>
            </a:r>
            <a:r>
              <a:rPr lang="zh-CN" altLang="en-US" sz="2400">
                <a:solidFill>
                  <a:srgbClr val="FF6600"/>
                </a:solidFill>
                <a:latin typeface="黑体" charset="-122"/>
                <a:ea typeface="黑体" charset="-122"/>
              </a:rPr>
              <a:t>特殊点</a:t>
            </a:r>
          </a:p>
          <a:p>
            <a:pPr marL="457200" indent="-457200">
              <a:spcBef>
                <a:spcPct val="50000"/>
              </a:spcBef>
              <a:buFont typeface="+mj-lt"/>
              <a:buAutoNum type="alphaLcParenR"/>
            </a:pPr>
            <a:r>
              <a:rPr lang="zh-CN" altLang="en-US" sz="2400">
                <a:latin typeface="黑体" charset="-122"/>
                <a:ea typeface="黑体" charset="-122"/>
              </a:rPr>
              <a:t>根据需要求出若干个</a:t>
            </a:r>
            <a:r>
              <a:rPr lang="zh-CN" altLang="en-US" sz="2400">
                <a:solidFill>
                  <a:srgbClr val="FF6600"/>
                </a:solidFill>
                <a:latin typeface="黑体" charset="-122"/>
                <a:ea typeface="黑体" charset="-122"/>
              </a:rPr>
              <a:t>一般点</a:t>
            </a:r>
          </a:p>
          <a:p>
            <a:pPr marL="457200" indent="-457200">
              <a:spcBef>
                <a:spcPct val="50000"/>
              </a:spcBef>
              <a:buFont typeface="+mj-lt"/>
              <a:buAutoNum type="alphaLcParenR"/>
            </a:pPr>
            <a:r>
              <a:rPr lang="zh-CN" altLang="en-US" sz="2400">
                <a:latin typeface="黑体" charset="-122"/>
                <a:ea typeface="黑体" charset="-122"/>
              </a:rPr>
              <a:t>光滑且顺次的</a:t>
            </a:r>
            <a:r>
              <a:rPr lang="zh-CN" altLang="en-US" sz="2400">
                <a:solidFill>
                  <a:srgbClr val="FF6600"/>
                </a:solidFill>
                <a:latin typeface="黑体" charset="-122"/>
                <a:ea typeface="黑体" charset="-122"/>
              </a:rPr>
              <a:t>连接各点</a:t>
            </a:r>
            <a:r>
              <a:rPr lang="zh-CN" altLang="en-US" sz="2400">
                <a:latin typeface="黑体" charset="-122"/>
                <a:ea typeface="黑体" charset="-122"/>
              </a:rPr>
              <a:t>，做出截交线，并且</a:t>
            </a:r>
            <a:r>
              <a:rPr lang="zh-CN" altLang="en-US" sz="2400">
                <a:solidFill>
                  <a:srgbClr val="FF6600"/>
                </a:solidFill>
                <a:latin typeface="黑体" charset="-122"/>
                <a:ea typeface="黑体" charset="-122"/>
              </a:rPr>
              <a:t>判别可见性</a:t>
            </a:r>
          </a:p>
          <a:p>
            <a:pPr marL="457200" indent="-457200">
              <a:spcBef>
                <a:spcPct val="50000"/>
              </a:spcBef>
              <a:buFont typeface="+mj-lt"/>
              <a:buAutoNum type="alphaLcParenR"/>
            </a:pPr>
            <a:r>
              <a:rPr lang="zh-CN" altLang="en-US" sz="2400">
                <a:latin typeface="黑体" charset="-122"/>
                <a:ea typeface="黑体" charset="-122"/>
              </a:rPr>
              <a:t>最后，补全可见与不可见部分的</a:t>
            </a:r>
            <a:r>
              <a:rPr lang="zh-CN" altLang="en-US" sz="2400">
                <a:solidFill>
                  <a:srgbClr val="FF6600"/>
                </a:solidFill>
                <a:latin typeface="黑体" charset="-122"/>
                <a:ea typeface="黑体" charset="-122"/>
              </a:rPr>
              <a:t>轮廓线</a:t>
            </a:r>
            <a:r>
              <a:rPr lang="zh-CN" altLang="en-US" sz="2400">
                <a:latin typeface="黑体" charset="-122"/>
                <a:ea typeface="黑体" charset="-122"/>
              </a:rPr>
              <a:t>，并擦除被切割掉的轮廓线</a:t>
            </a:r>
          </a:p>
        </p:txBody>
      </p:sp>
    </p:spTree>
    <p:extLst>
      <p:ext uri="{BB962C8B-B14F-4D97-AF65-F5344CB8AC3E}">
        <p14:creationId xmlns:p14="http://schemas.microsoft.com/office/powerpoint/2010/main" val="321480659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8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8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8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8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8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8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8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8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81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81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81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81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4.2.2 </a:t>
            </a:r>
            <a:r>
              <a:rPr lang="zh-CN" altLang="en-US"/>
              <a:t>平面与圆柱相交（</a:t>
            </a:r>
            <a:r>
              <a:rPr lang="en-US" altLang="zh-CN"/>
              <a:t>P121</a:t>
            </a:r>
            <a:r>
              <a:rPr lang="zh-CN" altLang="en-US"/>
              <a:t>）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602965-5E7E-4995-A4D8-DC3DC7515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0A157-C1DE-A744-B84D-0869A9A34B12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493760-5175-4548-93A2-DDD8C75C5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283AB-0289-4106-9D46-D42F98C35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23</a:t>
            </a:fld>
            <a:endParaRPr lang="en-US"/>
          </a:p>
        </p:txBody>
      </p:sp>
      <p:sp>
        <p:nvSpPr>
          <p:cNvPr id="219140" name="Text Box 4"/>
          <p:cNvSpPr txBox="1">
            <a:spLocks noChangeArrowheads="1"/>
          </p:cNvSpPr>
          <p:nvPr/>
        </p:nvSpPr>
        <p:spPr bwMode="auto">
          <a:xfrm>
            <a:off x="2133600" y="1993084"/>
            <a:ext cx="64770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Font typeface="+mj-lt"/>
              <a:buAutoNum type="alphaLcPeriod"/>
            </a:pPr>
            <a:r>
              <a:rPr lang="zh-CN" altLang="en-US" sz="2800">
                <a:latin typeface="SimHei" charset="-122"/>
                <a:ea typeface="SimHei" charset="-122"/>
                <a:cs typeface="SimHei" charset="-122"/>
              </a:rPr>
              <a:t>平面与圆柱相交所得截交线形状</a:t>
            </a:r>
          </a:p>
          <a:p>
            <a:pPr marL="457200" indent="-457200">
              <a:spcBef>
                <a:spcPct val="50000"/>
              </a:spcBef>
              <a:buFont typeface="+mj-lt"/>
              <a:buAutoNum type="alphaLcPeriod"/>
            </a:pPr>
            <a:r>
              <a:rPr lang="zh-CN" altLang="en-US" sz="2800">
                <a:latin typeface="SimHei" charset="-122"/>
                <a:ea typeface="SimHei" charset="-122"/>
                <a:cs typeface="SimHei" charset="-122"/>
              </a:rPr>
              <a:t>求圆柱截交线上点的方法</a:t>
            </a:r>
          </a:p>
          <a:p>
            <a:pPr marL="457200" indent="-457200">
              <a:spcBef>
                <a:spcPct val="50000"/>
              </a:spcBef>
              <a:buFont typeface="+mj-lt"/>
              <a:buAutoNum type="alphaLcPeriod"/>
            </a:pPr>
            <a:r>
              <a:rPr lang="zh-CN" altLang="en-US" sz="2800">
                <a:latin typeface="SimHei" charset="-122"/>
                <a:ea typeface="SimHei" charset="-122"/>
                <a:cs typeface="SimHei" charset="-122"/>
              </a:rPr>
              <a:t>例题</a:t>
            </a:r>
          </a:p>
        </p:txBody>
      </p:sp>
    </p:spTree>
    <p:extLst>
      <p:ext uri="{BB962C8B-B14F-4D97-AF65-F5344CB8AC3E}">
        <p14:creationId xmlns:p14="http://schemas.microsoft.com/office/powerpoint/2010/main" val="1785831097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31FA594-E236-4D76-BD97-ADCD1E4DD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4.2.2 </a:t>
            </a:r>
            <a:r>
              <a:rPr lang="zh-CN" altLang="en-US"/>
              <a:t>平面与圆柱相交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CBF9E6-8780-488B-9722-303C66125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6FD2A-4C1D-B242-84A9-147AAF604D0A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926C4C-2337-4256-82C6-23B6C3254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84B3B6-C7A6-4216-9B5A-9CCF1CC78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24</a:t>
            </a:fld>
            <a:endParaRPr 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1C86939-3DD9-962C-4B99-E8ACD0AAA9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圆柱体截切实例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EE990F1-B94F-4600-B046-3E5A3CF79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713" y="2324548"/>
            <a:ext cx="4338004" cy="241965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C840F30-F2A6-49C0-B60B-F3DC4BC5B182}"/>
              </a:ext>
            </a:extLst>
          </p:cNvPr>
          <p:cNvSpPr txBox="1"/>
          <p:nvPr/>
        </p:nvSpPr>
        <p:spPr>
          <a:xfrm>
            <a:off x="3715705" y="489660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万向节</a:t>
            </a:r>
            <a:endParaRPr lang="en-US" sz="240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2784723-75EB-482B-994D-BB0E2A4C61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277" y="2324547"/>
            <a:ext cx="2419657" cy="241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773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Text Box 3"/>
          <p:cNvSpPr txBox="1">
            <a:spLocks noChangeArrowheads="1"/>
          </p:cNvSpPr>
          <p:nvPr/>
        </p:nvSpPr>
        <p:spPr bwMode="auto">
          <a:xfrm>
            <a:off x="882564" y="1386726"/>
            <a:ext cx="960645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2800" dirty="0">
                <a:latin typeface="+mn-ea"/>
              </a:rPr>
              <a:t>    </a:t>
            </a:r>
            <a:r>
              <a:rPr lang="zh-CN" altLang="en-US" sz="2800" dirty="0">
                <a:latin typeface="+mn-ea"/>
              </a:rPr>
              <a:t>截平面与圆柱面的交线的形状取决于截平面与圆柱轴线的相对位置。</a:t>
            </a:r>
          </a:p>
        </p:txBody>
      </p:sp>
      <p:sp>
        <p:nvSpPr>
          <p:cNvPr id="98308" name="Text Box 4"/>
          <p:cNvSpPr txBox="1">
            <a:spLocks noChangeArrowheads="1"/>
          </p:cNvSpPr>
          <p:nvPr/>
        </p:nvSpPr>
        <p:spPr bwMode="auto">
          <a:xfrm>
            <a:off x="2396316" y="5354935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400"/>
              <a:t>垂直</a:t>
            </a:r>
          </a:p>
        </p:txBody>
      </p:sp>
      <p:sp>
        <p:nvSpPr>
          <p:cNvPr id="98309" name="Text Box 5"/>
          <p:cNvSpPr txBox="1">
            <a:spLocks noChangeArrowheads="1"/>
          </p:cNvSpPr>
          <p:nvPr/>
        </p:nvSpPr>
        <p:spPr bwMode="auto">
          <a:xfrm>
            <a:off x="2542366" y="5894685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CC0000"/>
                </a:solidFill>
              </a:rPr>
              <a:t>圆</a:t>
            </a:r>
          </a:p>
        </p:txBody>
      </p:sp>
      <p:sp>
        <p:nvSpPr>
          <p:cNvPr id="98310" name="Text Box 6"/>
          <p:cNvSpPr txBox="1">
            <a:spLocks noChangeArrowheads="1"/>
          </p:cNvSpPr>
          <p:nvPr/>
        </p:nvSpPr>
        <p:spPr bwMode="auto">
          <a:xfrm>
            <a:off x="5611019" y="5894685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CC0000"/>
                </a:solidFill>
              </a:rPr>
              <a:t>椭圆</a:t>
            </a:r>
          </a:p>
        </p:txBody>
      </p:sp>
      <p:sp>
        <p:nvSpPr>
          <p:cNvPr id="98311" name="Text Box 7"/>
          <p:cNvSpPr txBox="1">
            <a:spLocks noChangeArrowheads="1"/>
          </p:cNvSpPr>
          <p:nvPr/>
        </p:nvSpPr>
        <p:spPr bwMode="auto">
          <a:xfrm>
            <a:off x="8987448" y="5354934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400"/>
              <a:t>平行</a:t>
            </a:r>
          </a:p>
        </p:txBody>
      </p:sp>
      <p:sp>
        <p:nvSpPr>
          <p:cNvPr id="98312" name="Text Box 8"/>
          <p:cNvSpPr txBox="1">
            <a:spLocks noChangeArrowheads="1"/>
          </p:cNvSpPr>
          <p:nvPr/>
        </p:nvSpPr>
        <p:spPr bwMode="auto">
          <a:xfrm>
            <a:off x="8604388" y="5816599"/>
            <a:ext cx="17235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CC0000"/>
                </a:solidFill>
              </a:rPr>
              <a:t>两平行直线</a:t>
            </a:r>
          </a:p>
        </p:txBody>
      </p:sp>
      <p:sp>
        <p:nvSpPr>
          <p:cNvPr id="98313" name="Text Box 9"/>
          <p:cNvSpPr txBox="1">
            <a:spLocks noChangeArrowheads="1"/>
          </p:cNvSpPr>
          <p:nvPr/>
        </p:nvSpPr>
        <p:spPr bwMode="auto">
          <a:xfrm>
            <a:off x="5615782" y="5354935"/>
            <a:ext cx="14319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400"/>
              <a:t>倾斜</a:t>
            </a:r>
          </a:p>
        </p:txBody>
      </p:sp>
      <p:grpSp>
        <p:nvGrpSpPr>
          <p:cNvPr id="98314" name="Group 10"/>
          <p:cNvGrpSpPr>
            <a:grpSpLocks/>
          </p:cNvGrpSpPr>
          <p:nvPr/>
        </p:nvGrpSpPr>
        <p:grpSpPr bwMode="auto">
          <a:xfrm>
            <a:off x="8504019" y="2948468"/>
            <a:ext cx="1693863" cy="2152650"/>
            <a:chOff x="2016" y="1500"/>
            <a:chExt cx="1067" cy="1356"/>
          </a:xfrm>
        </p:grpSpPr>
        <p:grpSp>
          <p:nvGrpSpPr>
            <p:cNvPr id="98315" name="Group 11"/>
            <p:cNvGrpSpPr>
              <a:grpSpLocks/>
            </p:cNvGrpSpPr>
            <p:nvPr/>
          </p:nvGrpSpPr>
          <p:grpSpPr bwMode="auto">
            <a:xfrm>
              <a:off x="2375" y="1500"/>
              <a:ext cx="708" cy="1027"/>
              <a:chOff x="3139" y="468"/>
              <a:chExt cx="2208" cy="3204"/>
            </a:xfrm>
          </p:grpSpPr>
          <p:sp>
            <p:nvSpPr>
              <p:cNvPr id="98316" name="Freeform 12"/>
              <p:cNvSpPr>
                <a:spLocks/>
              </p:cNvSpPr>
              <p:nvPr/>
            </p:nvSpPr>
            <p:spPr bwMode="auto">
              <a:xfrm>
                <a:off x="4704" y="1114"/>
                <a:ext cx="643" cy="2553"/>
              </a:xfrm>
              <a:custGeom>
                <a:avLst/>
                <a:gdLst>
                  <a:gd name="T0" fmla="*/ 643 w 643"/>
                  <a:gd name="T1" fmla="*/ 0 h 2553"/>
                  <a:gd name="T2" fmla="*/ 643 w 643"/>
                  <a:gd name="T3" fmla="*/ 1939 h 2553"/>
                  <a:gd name="T4" fmla="*/ 624 w 643"/>
                  <a:gd name="T5" fmla="*/ 2044 h 2553"/>
                  <a:gd name="T6" fmla="*/ 586 w 643"/>
                  <a:gd name="T7" fmla="*/ 2131 h 2553"/>
                  <a:gd name="T8" fmla="*/ 518 w 643"/>
                  <a:gd name="T9" fmla="*/ 2236 h 2553"/>
                  <a:gd name="T10" fmla="*/ 422 w 643"/>
                  <a:gd name="T11" fmla="*/ 2332 h 2553"/>
                  <a:gd name="T12" fmla="*/ 336 w 643"/>
                  <a:gd name="T13" fmla="*/ 2390 h 2553"/>
                  <a:gd name="T14" fmla="*/ 259 w 643"/>
                  <a:gd name="T15" fmla="*/ 2448 h 2553"/>
                  <a:gd name="T16" fmla="*/ 154 w 643"/>
                  <a:gd name="T17" fmla="*/ 2496 h 2553"/>
                  <a:gd name="T18" fmla="*/ 0 w 643"/>
                  <a:gd name="T19" fmla="*/ 2553 h 2553"/>
                  <a:gd name="T20" fmla="*/ 0 w 643"/>
                  <a:gd name="T21" fmla="*/ 652 h 2553"/>
                  <a:gd name="T22" fmla="*/ 643 w 643"/>
                  <a:gd name="T23" fmla="*/ 0 h 2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43" h="2553">
                    <a:moveTo>
                      <a:pt x="643" y="0"/>
                    </a:moveTo>
                    <a:lnTo>
                      <a:pt x="643" y="1939"/>
                    </a:lnTo>
                    <a:lnTo>
                      <a:pt x="624" y="2044"/>
                    </a:lnTo>
                    <a:lnTo>
                      <a:pt x="586" y="2131"/>
                    </a:lnTo>
                    <a:lnTo>
                      <a:pt x="518" y="2236"/>
                    </a:lnTo>
                    <a:lnTo>
                      <a:pt x="422" y="2332"/>
                    </a:lnTo>
                    <a:lnTo>
                      <a:pt x="336" y="2390"/>
                    </a:lnTo>
                    <a:lnTo>
                      <a:pt x="259" y="2448"/>
                    </a:lnTo>
                    <a:lnTo>
                      <a:pt x="154" y="2496"/>
                    </a:lnTo>
                    <a:lnTo>
                      <a:pt x="0" y="2553"/>
                    </a:lnTo>
                    <a:lnTo>
                      <a:pt x="0" y="652"/>
                    </a:lnTo>
                    <a:lnTo>
                      <a:pt x="64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66"/>
                  </a:gs>
                  <a:gs pos="100000">
                    <a:srgbClr val="FF0066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317" name="Freeform 13"/>
              <p:cNvSpPr>
                <a:spLocks/>
              </p:cNvSpPr>
              <p:nvPr/>
            </p:nvSpPr>
            <p:spPr bwMode="auto">
              <a:xfrm>
                <a:off x="3139" y="960"/>
                <a:ext cx="1565" cy="2712"/>
              </a:xfrm>
              <a:custGeom>
                <a:avLst/>
                <a:gdLst>
                  <a:gd name="T0" fmla="*/ 0 w 1565"/>
                  <a:gd name="T1" fmla="*/ 0 h 2712"/>
                  <a:gd name="T2" fmla="*/ 0 w 1565"/>
                  <a:gd name="T3" fmla="*/ 1834 h 2712"/>
                  <a:gd name="T4" fmla="*/ 1565 w 1565"/>
                  <a:gd name="T5" fmla="*/ 2712 h 2712"/>
                  <a:gd name="T6" fmla="*/ 1565 w 1565"/>
                  <a:gd name="T7" fmla="*/ 876 h 2712"/>
                  <a:gd name="T8" fmla="*/ 0 w 1565"/>
                  <a:gd name="T9" fmla="*/ 0 h 27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65" h="2712">
                    <a:moveTo>
                      <a:pt x="0" y="0"/>
                    </a:moveTo>
                    <a:lnTo>
                      <a:pt x="0" y="1834"/>
                    </a:lnTo>
                    <a:lnTo>
                      <a:pt x="1565" y="2712"/>
                    </a:lnTo>
                    <a:lnTo>
                      <a:pt x="1565" y="8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66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FF66FF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318" name="Freeform 14"/>
              <p:cNvSpPr>
                <a:spLocks/>
              </p:cNvSpPr>
              <p:nvPr/>
            </p:nvSpPr>
            <p:spPr bwMode="auto">
              <a:xfrm>
                <a:off x="3139" y="468"/>
                <a:ext cx="2208" cy="1394"/>
              </a:xfrm>
              <a:custGeom>
                <a:avLst/>
                <a:gdLst>
                  <a:gd name="T0" fmla="*/ 0 w 2208"/>
                  <a:gd name="T1" fmla="*/ 502 h 1394"/>
                  <a:gd name="T2" fmla="*/ 53 w 2208"/>
                  <a:gd name="T3" fmla="*/ 420 h 1394"/>
                  <a:gd name="T4" fmla="*/ 135 w 2208"/>
                  <a:gd name="T5" fmla="*/ 329 h 1394"/>
                  <a:gd name="T6" fmla="*/ 231 w 2208"/>
                  <a:gd name="T7" fmla="*/ 242 h 1394"/>
                  <a:gd name="T8" fmla="*/ 353 w 2208"/>
                  <a:gd name="T9" fmla="*/ 168 h 1394"/>
                  <a:gd name="T10" fmla="*/ 499 w 2208"/>
                  <a:gd name="T11" fmla="*/ 108 h 1394"/>
                  <a:gd name="T12" fmla="*/ 643 w 2208"/>
                  <a:gd name="T13" fmla="*/ 70 h 1394"/>
                  <a:gd name="T14" fmla="*/ 778 w 2208"/>
                  <a:gd name="T15" fmla="*/ 41 h 1394"/>
                  <a:gd name="T16" fmla="*/ 929 w 2208"/>
                  <a:gd name="T17" fmla="*/ 12 h 1394"/>
                  <a:gd name="T18" fmla="*/ 1097 w 2208"/>
                  <a:gd name="T19" fmla="*/ 0 h 1394"/>
                  <a:gd name="T20" fmla="*/ 1289 w 2208"/>
                  <a:gd name="T21" fmla="*/ 24 h 1394"/>
                  <a:gd name="T22" fmla="*/ 1440 w 2208"/>
                  <a:gd name="T23" fmla="*/ 50 h 1394"/>
                  <a:gd name="T24" fmla="*/ 1625 w 2208"/>
                  <a:gd name="T25" fmla="*/ 96 h 1394"/>
                  <a:gd name="T26" fmla="*/ 1728 w 2208"/>
                  <a:gd name="T27" fmla="*/ 146 h 1394"/>
                  <a:gd name="T28" fmla="*/ 1853 w 2208"/>
                  <a:gd name="T29" fmla="*/ 204 h 1394"/>
                  <a:gd name="T30" fmla="*/ 1949 w 2208"/>
                  <a:gd name="T31" fmla="*/ 264 h 1394"/>
                  <a:gd name="T32" fmla="*/ 2057 w 2208"/>
                  <a:gd name="T33" fmla="*/ 360 h 1394"/>
                  <a:gd name="T34" fmla="*/ 2129 w 2208"/>
                  <a:gd name="T35" fmla="*/ 456 h 1394"/>
                  <a:gd name="T36" fmla="*/ 2160 w 2208"/>
                  <a:gd name="T37" fmla="*/ 521 h 1394"/>
                  <a:gd name="T38" fmla="*/ 2199 w 2208"/>
                  <a:gd name="T39" fmla="*/ 617 h 1394"/>
                  <a:gd name="T40" fmla="*/ 2208 w 2208"/>
                  <a:gd name="T41" fmla="*/ 751 h 1394"/>
                  <a:gd name="T42" fmla="*/ 2170 w 2208"/>
                  <a:gd name="T43" fmla="*/ 914 h 1394"/>
                  <a:gd name="T44" fmla="*/ 2105 w 2208"/>
                  <a:gd name="T45" fmla="*/ 1044 h 1394"/>
                  <a:gd name="T46" fmla="*/ 2007 w 2208"/>
                  <a:gd name="T47" fmla="*/ 1154 h 1394"/>
                  <a:gd name="T48" fmla="*/ 1911 w 2208"/>
                  <a:gd name="T49" fmla="*/ 1222 h 1394"/>
                  <a:gd name="T50" fmla="*/ 1793 w 2208"/>
                  <a:gd name="T51" fmla="*/ 1296 h 1394"/>
                  <a:gd name="T52" fmla="*/ 1651 w 2208"/>
                  <a:gd name="T53" fmla="*/ 1356 h 1394"/>
                  <a:gd name="T54" fmla="*/ 1555 w 2208"/>
                  <a:gd name="T55" fmla="*/ 1394 h 1394"/>
                  <a:gd name="T56" fmla="*/ 0 w 2208"/>
                  <a:gd name="T57" fmla="*/ 502 h 1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208" h="1394">
                    <a:moveTo>
                      <a:pt x="0" y="502"/>
                    </a:moveTo>
                    <a:lnTo>
                      <a:pt x="53" y="420"/>
                    </a:lnTo>
                    <a:lnTo>
                      <a:pt x="135" y="329"/>
                    </a:lnTo>
                    <a:lnTo>
                      <a:pt x="231" y="242"/>
                    </a:lnTo>
                    <a:lnTo>
                      <a:pt x="353" y="168"/>
                    </a:lnTo>
                    <a:lnTo>
                      <a:pt x="499" y="108"/>
                    </a:lnTo>
                    <a:lnTo>
                      <a:pt x="643" y="70"/>
                    </a:lnTo>
                    <a:lnTo>
                      <a:pt x="778" y="41"/>
                    </a:lnTo>
                    <a:lnTo>
                      <a:pt x="929" y="12"/>
                    </a:lnTo>
                    <a:lnTo>
                      <a:pt x="1097" y="0"/>
                    </a:lnTo>
                    <a:lnTo>
                      <a:pt x="1289" y="24"/>
                    </a:lnTo>
                    <a:lnTo>
                      <a:pt x="1440" y="50"/>
                    </a:lnTo>
                    <a:lnTo>
                      <a:pt x="1625" y="96"/>
                    </a:lnTo>
                    <a:lnTo>
                      <a:pt x="1728" y="146"/>
                    </a:lnTo>
                    <a:lnTo>
                      <a:pt x="1853" y="204"/>
                    </a:lnTo>
                    <a:lnTo>
                      <a:pt x="1949" y="264"/>
                    </a:lnTo>
                    <a:lnTo>
                      <a:pt x="2057" y="360"/>
                    </a:lnTo>
                    <a:lnTo>
                      <a:pt x="2129" y="456"/>
                    </a:lnTo>
                    <a:lnTo>
                      <a:pt x="2160" y="521"/>
                    </a:lnTo>
                    <a:lnTo>
                      <a:pt x="2199" y="617"/>
                    </a:lnTo>
                    <a:lnTo>
                      <a:pt x="2208" y="751"/>
                    </a:lnTo>
                    <a:lnTo>
                      <a:pt x="2170" y="914"/>
                    </a:lnTo>
                    <a:lnTo>
                      <a:pt x="2105" y="1044"/>
                    </a:lnTo>
                    <a:lnTo>
                      <a:pt x="2007" y="1154"/>
                    </a:lnTo>
                    <a:lnTo>
                      <a:pt x="1911" y="1222"/>
                    </a:lnTo>
                    <a:lnTo>
                      <a:pt x="1793" y="1296"/>
                    </a:lnTo>
                    <a:lnTo>
                      <a:pt x="1651" y="1356"/>
                    </a:lnTo>
                    <a:lnTo>
                      <a:pt x="1555" y="1394"/>
                    </a:lnTo>
                    <a:lnTo>
                      <a:pt x="0" y="502"/>
                    </a:lnTo>
                    <a:close/>
                  </a:path>
                </a:pathLst>
              </a:custGeom>
              <a:solidFill>
                <a:srgbClr val="FF99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FF9999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8319" name="Group 15"/>
            <p:cNvGrpSpPr>
              <a:grpSpLocks/>
            </p:cNvGrpSpPr>
            <p:nvPr/>
          </p:nvGrpSpPr>
          <p:grpSpPr bwMode="auto">
            <a:xfrm>
              <a:off x="2016" y="1963"/>
              <a:ext cx="515" cy="893"/>
              <a:chOff x="744" y="960"/>
              <a:chExt cx="1608" cy="2784"/>
            </a:xfrm>
          </p:grpSpPr>
          <p:sp>
            <p:nvSpPr>
              <p:cNvPr id="98320" name="Freeform 16"/>
              <p:cNvSpPr>
                <a:spLocks/>
              </p:cNvSpPr>
              <p:nvPr/>
            </p:nvSpPr>
            <p:spPr bwMode="auto">
              <a:xfrm>
                <a:off x="744" y="960"/>
                <a:ext cx="1608" cy="2784"/>
              </a:xfrm>
              <a:custGeom>
                <a:avLst/>
                <a:gdLst>
                  <a:gd name="T0" fmla="*/ 72 w 1608"/>
                  <a:gd name="T1" fmla="*/ 0 h 2784"/>
                  <a:gd name="T2" fmla="*/ 36 w 1608"/>
                  <a:gd name="T3" fmla="*/ 108 h 2784"/>
                  <a:gd name="T4" fmla="*/ 0 w 1608"/>
                  <a:gd name="T5" fmla="*/ 216 h 2784"/>
                  <a:gd name="T6" fmla="*/ 0 w 1608"/>
                  <a:gd name="T7" fmla="*/ 1872 h 2784"/>
                  <a:gd name="T8" fmla="*/ 0 w 1608"/>
                  <a:gd name="T9" fmla="*/ 2004 h 2784"/>
                  <a:gd name="T10" fmla="*/ 12 w 1608"/>
                  <a:gd name="T11" fmla="*/ 2172 h 2784"/>
                  <a:gd name="T12" fmla="*/ 36 w 1608"/>
                  <a:gd name="T13" fmla="*/ 2280 h 2784"/>
                  <a:gd name="T14" fmla="*/ 132 w 1608"/>
                  <a:gd name="T15" fmla="*/ 2400 h 2784"/>
                  <a:gd name="T16" fmla="*/ 216 w 1608"/>
                  <a:gd name="T17" fmla="*/ 2484 h 2784"/>
                  <a:gd name="T18" fmla="*/ 360 w 1608"/>
                  <a:gd name="T19" fmla="*/ 2592 h 2784"/>
                  <a:gd name="T20" fmla="*/ 516 w 1608"/>
                  <a:gd name="T21" fmla="*/ 2676 h 2784"/>
                  <a:gd name="T22" fmla="*/ 672 w 1608"/>
                  <a:gd name="T23" fmla="*/ 2724 h 2784"/>
                  <a:gd name="T24" fmla="*/ 828 w 1608"/>
                  <a:gd name="T25" fmla="*/ 2760 h 2784"/>
                  <a:gd name="T26" fmla="*/ 960 w 1608"/>
                  <a:gd name="T27" fmla="*/ 2772 h 2784"/>
                  <a:gd name="T28" fmla="*/ 1116 w 1608"/>
                  <a:gd name="T29" fmla="*/ 2784 h 2784"/>
                  <a:gd name="T30" fmla="*/ 1284 w 1608"/>
                  <a:gd name="T31" fmla="*/ 2772 h 2784"/>
                  <a:gd name="T32" fmla="*/ 1452 w 1608"/>
                  <a:gd name="T33" fmla="*/ 2748 h 2784"/>
                  <a:gd name="T34" fmla="*/ 1608 w 1608"/>
                  <a:gd name="T35" fmla="*/ 2712 h 2784"/>
                  <a:gd name="T36" fmla="*/ 1608 w 1608"/>
                  <a:gd name="T37" fmla="*/ 876 h 2784"/>
                  <a:gd name="T38" fmla="*/ 72 w 1608"/>
                  <a:gd name="T39" fmla="*/ 0 h 2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608" h="2784">
                    <a:moveTo>
                      <a:pt x="72" y="0"/>
                    </a:moveTo>
                    <a:lnTo>
                      <a:pt x="36" y="108"/>
                    </a:lnTo>
                    <a:lnTo>
                      <a:pt x="0" y="216"/>
                    </a:lnTo>
                    <a:lnTo>
                      <a:pt x="0" y="1872"/>
                    </a:lnTo>
                    <a:lnTo>
                      <a:pt x="0" y="2004"/>
                    </a:lnTo>
                    <a:lnTo>
                      <a:pt x="12" y="2172"/>
                    </a:lnTo>
                    <a:lnTo>
                      <a:pt x="36" y="2280"/>
                    </a:lnTo>
                    <a:lnTo>
                      <a:pt x="132" y="2400"/>
                    </a:lnTo>
                    <a:lnTo>
                      <a:pt x="216" y="2484"/>
                    </a:lnTo>
                    <a:lnTo>
                      <a:pt x="360" y="2592"/>
                    </a:lnTo>
                    <a:lnTo>
                      <a:pt x="516" y="2676"/>
                    </a:lnTo>
                    <a:lnTo>
                      <a:pt x="672" y="2724"/>
                    </a:lnTo>
                    <a:lnTo>
                      <a:pt x="828" y="2760"/>
                    </a:lnTo>
                    <a:lnTo>
                      <a:pt x="960" y="2772"/>
                    </a:lnTo>
                    <a:lnTo>
                      <a:pt x="1116" y="2784"/>
                    </a:lnTo>
                    <a:lnTo>
                      <a:pt x="1284" y="2772"/>
                    </a:lnTo>
                    <a:lnTo>
                      <a:pt x="1452" y="2748"/>
                    </a:lnTo>
                    <a:lnTo>
                      <a:pt x="1608" y="2712"/>
                    </a:lnTo>
                    <a:lnTo>
                      <a:pt x="1608" y="876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66">
                      <a:gamma/>
                      <a:shade val="50980"/>
                      <a:invGamma/>
                    </a:srgbClr>
                  </a:gs>
                  <a:gs pos="100000">
                    <a:srgbClr val="FF0066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321" name="Freeform 17"/>
              <p:cNvSpPr>
                <a:spLocks/>
              </p:cNvSpPr>
              <p:nvPr/>
            </p:nvSpPr>
            <p:spPr bwMode="auto">
              <a:xfrm>
                <a:off x="744" y="960"/>
                <a:ext cx="1608" cy="960"/>
              </a:xfrm>
              <a:custGeom>
                <a:avLst/>
                <a:gdLst>
                  <a:gd name="T0" fmla="*/ 60 w 1608"/>
                  <a:gd name="T1" fmla="*/ 0 h 960"/>
                  <a:gd name="T2" fmla="*/ 24 w 1608"/>
                  <a:gd name="T3" fmla="*/ 72 h 960"/>
                  <a:gd name="T4" fmla="*/ 0 w 1608"/>
                  <a:gd name="T5" fmla="*/ 180 h 960"/>
                  <a:gd name="T6" fmla="*/ 0 w 1608"/>
                  <a:gd name="T7" fmla="*/ 312 h 960"/>
                  <a:gd name="T8" fmla="*/ 24 w 1608"/>
                  <a:gd name="T9" fmla="*/ 396 h 960"/>
                  <a:gd name="T10" fmla="*/ 84 w 1608"/>
                  <a:gd name="T11" fmla="*/ 504 h 960"/>
                  <a:gd name="T12" fmla="*/ 180 w 1608"/>
                  <a:gd name="T13" fmla="*/ 624 h 960"/>
                  <a:gd name="T14" fmla="*/ 276 w 1608"/>
                  <a:gd name="T15" fmla="*/ 708 h 960"/>
                  <a:gd name="T16" fmla="*/ 372 w 1608"/>
                  <a:gd name="T17" fmla="*/ 768 h 960"/>
                  <a:gd name="T18" fmla="*/ 492 w 1608"/>
                  <a:gd name="T19" fmla="*/ 840 h 960"/>
                  <a:gd name="T20" fmla="*/ 600 w 1608"/>
                  <a:gd name="T21" fmla="*/ 888 h 960"/>
                  <a:gd name="T22" fmla="*/ 744 w 1608"/>
                  <a:gd name="T23" fmla="*/ 924 h 960"/>
                  <a:gd name="T24" fmla="*/ 900 w 1608"/>
                  <a:gd name="T25" fmla="*/ 960 h 960"/>
                  <a:gd name="T26" fmla="*/ 1080 w 1608"/>
                  <a:gd name="T27" fmla="*/ 960 h 960"/>
                  <a:gd name="T28" fmla="*/ 1260 w 1608"/>
                  <a:gd name="T29" fmla="*/ 948 h 960"/>
                  <a:gd name="T30" fmla="*/ 1416 w 1608"/>
                  <a:gd name="T31" fmla="*/ 936 h 960"/>
                  <a:gd name="T32" fmla="*/ 1608 w 1608"/>
                  <a:gd name="T33" fmla="*/ 876 h 960"/>
                  <a:gd name="T34" fmla="*/ 60 w 1608"/>
                  <a:gd name="T35" fmla="*/ 0 h 9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608" h="960">
                    <a:moveTo>
                      <a:pt x="60" y="0"/>
                    </a:moveTo>
                    <a:lnTo>
                      <a:pt x="24" y="72"/>
                    </a:lnTo>
                    <a:lnTo>
                      <a:pt x="0" y="180"/>
                    </a:lnTo>
                    <a:lnTo>
                      <a:pt x="0" y="312"/>
                    </a:lnTo>
                    <a:lnTo>
                      <a:pt x="24" y="396"/>
                    </a:lnTo>
                    <a:lnTo>
                      <a:pt x="84" y="504"/>
                    </a:lnTo>
                    <a:lnTo>
                      <a:pt x="180" y="624"/>
                    </a:lnTo>
                    <a:lnTo>
                      <a:pt x="276" y="708"/>
                    </a:lnTo>
                    <a:lnTo>
                      <a:pt x="372" y="768"/>
                    </a:lnTo>
                    <a:lnTo>
                      <a:pt x="492" y="840"/>
                    </a:lnTo>
                    <a:lnTo>
                      <a:pt x="600" y="888"/>
                    </a:lnTo>
                    <a:lnTo>
                      <a:pt x="744" y="924"/>
                    </a:lnTo>
                    <a:lnTo>
                      <a:pt x="900" y="960"/>
                    </a:lnTo>
                    <a:lnTo>
                      <a:pt x="1080" y="960"/>
                    </a:lnTo>
                    <a:lnTo>
                      <a:pt x="1260" y="948"/>
                    </a:lnTo>
                    <a:lnTo>
                      <a:pt x="1416" y="936"/>
                    </a:lnTo>
                    <a:lnTo>
                      <a:pt x="1608" y="876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rgbClr val="FF99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98322" name="Group 18"/>
          <p:cNvGrpSpPr>
            <a:grpSpLocks/>
          </p:cNvGrpSpPr>
          <p:nvPr/>
        </p:nvGrpSpPr>
        <p:grpSpPr bwMode="auto">
          <a:xfrm>
            <a:off x="2005791" y="2756196"/>
            <a:ext cx="1643063" cy="2343150"/>
            <a:chOff x="2136" y="756"/>
            <a:chExt cx="1035" cy="1476"/>
          </a:xfrm>
        </p:grpSpPr>
        <p:grpSp>
          <p:nvGrpSpPr>
            <p:cNvPr id="98323" name="Group 19"/>
            <p:cNvGrpSpPr>
              <a:grpSpLocks/>
            </p:cNvGrpSpPr>
            <p:nvPr/>
          </p:nvGrpSpPr>
          <p:grpSpPr bwMode="auto">
            <a:xfrm>
              <a:off x="2393" y="1356"/>
              <a:ext cx="778" cy="876"/>
              <a:chOff x="2393" y="1356"/>
              <a:chExt cx="778" cy="876"/>
            </a:xfrm>
          </p:grpSpPr>
          <p:sp>
            <p:nvSpPr>
              <p:cNvPr id="98324" name="Freeform 20"/>
              <p:cNvSpPr>
                <a:spLocks/>
              </p:cNvSpPr>
              <p:nvPr/>
            </p:nvSpPr>
            <p:spPr bwMode="auto">
              <a:xfrm>
                <a:off x="2399" y="1590"/>
                <a:ext cx="772" cy="642"/>
              </a:xfrm>
              <a:custGeom>
                <a:avLst/>
                <a:gdLst>
                  <a:gd name="T0" fmla="*/ 0 w 772"/>
                  <a:gd name="T1" fmla="*/ 0 h 642"/>
                  <a:gd name="T2" fmla="*/ 0 w 772"/>
                  <a:gd name="T3" fmla="*/ 392 h 642"/>
                  <a:gd name="T4" fmla="*/ 13 w 772"/>
                  <a:gd name="T5" fmla="*/ 455 h 642"/>
                  <a:gd name="T6" fmla="*/ 40 w 772"/>
                  <a:gd name="T7" fmla="*/ 513 h 642"/>
                  <a:gd name="T8" fmla="*/ 80 w 772"/>
                  <a:gd name="T9" fmla="*/ 548 h 642"/>
                  <a:gd name="T10" fmla="*/ 120 w 772"/>
                  <a:gd name="T11" fmla="*/ 575 h 642"/>
                  <a:gd name="T12" fmla="*/ 165 w 772"/>
                  <a:gd name="T13" fmla="*/ 597 h 642"/>
                  <a:gd name="T14" fmla="*/ 219 w 772"/>
                  <a:gd name="T15" fmla="*/ 615 h 642"/>
                  <a:gd name="T16" fmla="*/ 272 w 772"/>
                  <a:gd name="T17" fmla="*/ 629 h 642"/>
                  <a:gd name="T18" fmla="*/ 339 w 772"/>
                  <a:gd name="T19" fmla="*/ 638 h 642"/>
                  <a:gd name="T20" fmla="*/ 406 w 772"/>
                  <a:gd name="T21" fmla="*/ 642 h 642"/>
                  <a:gd name="T22" fmla="*/ 482 w 772"/>
                  <a:gd name="T23" fmla="*/ 633 h 642"/>
                  <a:gd name="T24" fmla="*/ 544 w 772"/>
                  <a:gd name="T25" fmla="*/ 620 h 642"/>
                  <a:gd name="T26" fmla="*/ 589 w 772"/>
                  <a:gd name="T27" fmla="*/ 606 h 642"/>
                  <a:gd name="T28" fmla="*/ 643 w 772"/>
                  <a:gd name="T29" fmla="*/ 584 h 642"/>
                  <a:gd name="T30" fmla="*/ 692 w 772"/>
                  <a:gd name="T31" fmla="*/ 556 h 642"/>
                  <a:gd name="T32" fmla="*/ 726 w 772"/>
                  <a:gd name="T33" fmla="*/ 517 h 642"/>
                  <a:gd name="T34" fmla="*/ 755 w 772"/>
                  <a:gd name="T35" fmla="*/ 479 h 642"/>
                  <a:gd name="T36" fmla="*/ 764 w 772"/>
                  <a:gd name="T37" fmla="*/ 439 h 642"/>
                  <a:gd name="T38" fmla="*/ 772 w 772"/>
                  <a:gd name="T39" fmla="*/ 388 h 642"/>
                  <a:gd name="T40" fmla="*/ 772 w 772"/>
                  <a:gd name="T41" fmla="*/ 10 h 642"/>
                  <a:gd name="T42" fmla="*/ 0 w 772"/>
                  <a:gd name="T43" fmla="*/ 0 h 6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772" h="642">
                    <a:moveTo>
                      <a:pt x="0" y="0"/>
                    </a:moveTo>
                    <a:lnTo>
                      <a:pt x="0" y="392"/>
                    </a:lnTo>
                    <a:lnTo>
                      <a:pt x="13" y="455"/>
                    </a:lnTo>
                    <a:lnTo>
                      <a:pt x="40" y="513"/>
                    </a:lnTo>
                    <a:lnTo>
                      <a:pt x="80" y="548"/>
                    </a:lnTo>
                    <a:lnTo>
                      <a:pt x="120" y="575"/>
                    </a:lnTo>
                    <a:lnTo>
                      <a:pt x="165" y="597"/>
                    </a:lnTo>
                    <a:lnTo>
                      <a:pt x="219" y="615"/>
                    </a:lnTo>
                    <a:lnTo>
                      <a:pt x="272" y="629"/>
                    </a:lnTo>
                    <a:lnTo>
                      <a:pt x="339" y="638"/>
                    </a:lnTo>
                    <a:lnTo>
                      <a:pt x="406" y="642"/>
                    </a:lnTo>
                    <a:lnTo>
                      <a:pt x="482" y="633"/>
                    </a:lnTo>
                    <a:lnTo>
                      <a:pt x="544" y="620"/>
                    </a:lnTo>
                    <a:lnTo>
                      <a:pt x="589" y="606"/>
                    </a:lnTo>
                    <a:lnTo>
                      <a:pt x="643" y="584"/>
                    </a:lnTo>
                    <a:lnTo>
                      <a:pt x="692" y="556"/>
                    </a:lnTo>
                    <a:lnTo>
                      <a:pt x="726" y="517"/>
                    </a:lnTo>
                    <a:lnTo>
                      <a:pt x="755" y="479"/>
                    </a:lnTo>
                    <a:lnTo>
                      <a:pt x="764" y="439"/>
                    </a:lnTo>
                    <a:lnTo>
                      <a:pt x="772" y="388"/>
                    </a:lnTo>
                    <a:lnTo>
                      <a:pt x="772" y="1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66">
                      <a:gamma/>
                      <a:shade val="46275"/>
                      <a:invGamma/>
                    </a:srgbClr>
                  </a:gs>
                  <a:gs pos="50000">
                    <a:srgbClr val="FF0066"/>
                  </a:gs>
                  <a:gs pos="100000">
                    <a:srgbClr val="FF0066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325" name="Freeform 21"/>
              <p:cNvSpPr>
                <a:spLocks/>
              </p:cNvSpPr>
              <p:nvPr/>
            </p:nvSpPr>
            <p:spPr bwMode="auto">
              <a:xfrm>
                <a:off x="2393" y="1356"/>
                <a:ext cx="777" cy="494"/>
              </a:xfrm>
              <a:custGeom>
                <a:avLst/>
                <a:gdLst>
                  <a:gd name="T0" fmla="*/ 0 w 8363"/>
                  <a:gd name="T1" fmla="*/ 2655 h 5311"/>
                  <a:gd name="T2" fmla="*/ 76 w 8363"/>
                  <a:gd name="T3" fmla="*/ 3158 h 5311"/>
                  <a:gd name="T4" fmla="*/ 300 w 8363"/>
                  <a:gd name="T5" fmla="*/ 3644 h 5311"/>
                  <a:gd name="T6" fmla="*/ 665 w 8363"/>
                  <a:gd name="T7" fmla="*/ 4093 h 5311"/>
                  <a:gd name="T8" fmla="*/ 1158 w 8363"/>
                  <a:gd name="T9" fmla="*/ 4490 h 5311"/>
                  <a:gd name="T10" fmla="*/ 1760 w 8363"/>
                  <a:gd name="T11" fmla="*/ 4821 h 5311"/>
                  <a:gd name="T12" fmla="*/ 2450 w 8363"/>
                  <a:gd name="T13" fmla="*/ 5074 h 5311"/>
                  <a:gd name="T14" fmla="*/ 3202 w 8363"/>
                  <a:gd name="T15" fmla="*/ 5239 h 5311"/>
                  <a:gd name="T16" fmla="*/ 3992 w 8363"/>
                  <a:gd name="T17" fmla="*/ 5311 h 5311"/>
                  <a:gd name="T18" fmla="*/ 4787 w 8363"/>
                  <a:gd name="T19" fmla="*/ 5287 h 5311"/>
                  <a:gd name="T20" fmla="*/ 5561 w 8363"/>
                  <a:gd name="T21" fmla="*/ 5168 h 5311"/>
                  <a:gd name="T22" fmla="*/ 6286 w 8363"/>
                  <a:gd name="T23" fmla="*/ 4958 h 5311"/>
                  <a:gd name="T24" fmla="*/ 6934 w 8363"/>
                  <a:gd name="T25" fmla="*/ 4665 h 5311"/>
                  <a:gd name="T26" fmla="*/ 7485 w 8363"/>
                  <a:gd name="T27" fmla="*/ 4299 h 5311"/>
                  <a:gd name="T28" fmla="*/ 7915 w 8363"/>
                  <a:gd name="T29" fmla="*/ 3873 h 5311"/>
                  <a:gd name="T30" fmla="*/ 8212 w 8363"/>
                  <a:gd name="T31" fmla="*/ 3404 h 5311"/>
                  <a:gd name="T32" fmla="*/ 8363 w 8363"/>
                  <a:gd name="T33" fmla="*/ 2908 h 5311"/>
                  <a:gd name="T34" fmla="*/ 8363 w 8363"/>
                  <a:gd name="T35" fmla="*/ 2403 h 5311"/>
                  <a:gd name="T36" fmla="*/ 8212 w 8363"/>
                  <a:gd name="T37" fmla="*/ 1906 h 5311"/>
                  <a:gd name="T38" fmla="*/ 7915 w 8363"/>
                  <a:gd name="T39" fmla="*/ 1437 h 5311"/>
                  <a:gd name="T40" fmla="*/ 7485 w 8363"/>
                  <a:gd name="T41" fmla="*/ 1012 h 5311"/>
                  <a:gd name="T42" fmla="*/ 6934 w 8363"/>
                  <a:gd name="T43" fmla="*/ 646 h 5311"/>
                  <a:gd name="T44" fmla="*/ 6286 w 8363"/>
                  <a:gd name="T45" fmla="*/ 353 h 5311"/>
                  <a:gd name="T46" fmla="*/ 5561 w 8363"/>
                  <a:gd name="T47" fmla="*/ 143 h 5311"/>
                  <a:gd name="T48" fmla="*/ 4787 w 8363"/>
                  <a:gd name="T49" fmla="*/ 24 h 5311"/>
                  <a:gd name="T50" fmla="*/ 3992 w 8363"/>
                  <a:gd name="T51" fmla="*/ 0 h 5311"/>
                  <a:gd name="T52" fmla="*/ 3202 w 8363"/>
                  <a:gd name="T53" fmla="*/ 72 h 5311"/>
                  <a:gd name="T54" fmla="*/ 2450 w 8363"/>
                  <a:gd name="T55" fmla="*/ 237 h 5311"/>
                  <a:gd name="T56" fmla="*/ 1760 w 8363"/>
                  <a:gd name="T57" fmla="*/ 489 h 5311"/>
                  <a:gd name="T58" fmla="*/ 1158 w 8363"/>
                  <a:gd name="T59" fmla="*/ 821 h 5311"/>
                  <a:gd name="T60" fmla="*/ 665 w 8363"/>
                  <a:gd name="T61" fmla="*/ 1218 h 5311"/>
                  <a:gd name="T62" fmla="*/ 300 w 8363"/>
                  <a:gd name="T63" fmla="*/ 1667 h 5311"/>
                  <a:gd name="T64" fmla="*/ 76 w 8363"/>
                  <a:gd name="T65" fmla="*/ 2152 h 5311"/>
                  <a:gd name="T66" fmla="*/ 0 w 8363"/>
                  <a:gd name="T67" fmla="*/ 2655 h 5311"/>
                  <a:gd name="T68" fmla="*/ 1 w 8363"/>
                  <a:gd name="T69" fmla="*/ 2655 h 5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8363" h="5311">
                    <a:moveTo>
                      <a:pt x="0" y="2655"/>
                    </a:moveTo>
                    <a:lnTo>
                      <a:pt x="76" y="3158"/>
                    </a:lnTo>
                    <a:lnTo>
                      <a:pt x="300" y="3644"/>
                    </a:lnTo>
                    <a:lnTo>
                      <a:pt x="665" y="4093"/>
                    </a:lnTo>
                    <a:lnTo>
                      <a:pt x="1158" y="4490"/>
                    </a:lnTo>
                    <a:lnTo>
                      <a:pt x="1760" y="4821"/>
                    </a:lnTo>
                    <a:lnTo>
                      <a:pt x="2450" y="5074"/>
                    </a:lnTo>
                    <a:lnTo>
                      <a:pt x="3202" y="5239"/>
                    </a:lnTo>
                    <a:lnTo>
                      <a:pt x="3992" y="5311"/>
                    </a:lnTo>
                    <a:lnTo>
                      <a:pt x="4787" y="5287"/>
                    </a:lnTo>
                    <a:lnTo>
                      <a:pt x="5561" y="5168"/>
                    </a:lnTo>
                    <a:lnTo>
                      <a:pt x="6286" y="4958"/>
                    </a:lnTo>
                    <a:lnTo>
                      <a:pt x="6934" y="4665"/>
                    </a:lnTo>
                    <a:lnTo>
                      <a:pt x="7485" y="4299"/>
                    </a:lnTo>
                    <a:lnTo>
                      <a:pt x="7915" y="3873"/>
                    </a:lnTo>
                    <a:lnTo>
                      <a:pt x="8212" y="3404"/>
                    </a:lnTo>
                    <a:lnTo>
                      <a:pt x="8363" y="2908"/>
                    </a:lnTo>
                    <a:lnTo>
                      <a:pt x="8363" y="2403"/>
                    </a:lnTo>
                    <a:lnTo>
                      <a:pt x="8212" y="1906"/>
                    </a:lnTo>
                    <a:lnTo>
                      <a:pt x="7915" y="1437"/>
                    </a:lnTo>
                    <a:lnTo>
                      <a:pt x="7485" y="1012"/>
                    </a:lnTo>
                    <a:lnTo>
                      <a:pt x="6934" y="646"/>
                    </a:lnTo>
                    <a:lnTo>
                      <a:pt x="6286" y="353"/>
                    </a:lnTo>
                    <a:lnTo>
                      <a:pt x="5561" y="143"/>
                    </a:lnTo>
                    <a:lnTo>
                      <a:pt x="4787" y="24"/>
                    </a:lnTo>
                    <a:lnTo>
                      <a:pt x="3992" y="0"/>
                    </a:lnTo>
                    <a:lnTo>
                      <a:pt x="3202" y="72"/>
                    </a:lnTo>
                    <a:lnTo>
                      <a:pt x="2450" y="237"/>
                    </a:lnTo>
                    <a:lnTo>
                      <a:pt x="1760" y="489"/>
                    </a:lnTo>
                    <a:lnTo>
                      <a:pt x="1158" y="821"/>
                    </a:lnTo>
                    <a:lnTo>
                      <a:pt x="665" y="1218"/>
                    </a:lnTo>
                    <a:lnTo>
                      <a:pt x="300" y="1667"/>
                    </a:lnTo>
                    <a:lnTo>
                      <a:pt x="76" y="2152"/>
                    </a:lnTo>
                    <a:lnTo>
                      <a:pt x="0" y="2655"/>
                    </a:lnTo>
                    <a:lnTo>
                      <a:pt x="1" y="2655"/>
                    </a:lnTo>
                  </a:path>
                </a:pathLst>
              </a:custGeom>
              <a:solidFill>
                <a:srgbClr val="FF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FF9999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8326" name="Group 22"/>
            <p:cNvGrpSpPr>
              <a:grpSpLocks/>
            </p:cNvGrpSpPr>
            <p:nvPr/>
          </p:nvGrpSpPr>
          <p:grpSpPr bwMode="auto">
            <a:xfrm>
              <a:off x="2136" y="756"/>
              <a:ext cx="781" cy="876"/>
              <a:chOff x="996" y="1320"/>
              <a:chExt cx="781" cy="876"/>
            </a:xfrm>
          </p:grpSpPr>
          <p:sp>
            <p:nvSpPr>
              <p:cNvPr id="98327" name="Freeform 23"/>
              <p:cNvSpPr>
                <a:spLocks/>
              </p:cNvSpPr>
              <p:nvPr/>
            </p:nvSpPr>
            <p:spPr bwMode="auto">
              <a:xfrm>
                <a:off x="996" y="1545"/>
                <a:ext cx="781" cy="651"/>
              </a:xfrm>
              <a:custGeom>
                <a:avLst/>
                <a:gdLst>
                  <a:gd name="T0" fmla="*/ 0 w 2100"/>
                  <a:gd name="T1" fmla="*/ 24 h 1752"/>
                  <a:gd name="T2" fmla="*/ 0 w 2100"/>
                  <a:gd name="T3" fmla="*/ 1080 h 1752"/>
                  <a:gd name="T4" fmla="*/ 36 w 2100"/>
                  <a:gd name="T5" fmla="*/ 1248 h 1752"/>
                  <a:gd name="T6" fmla="*/ 108 w 2100"/>
                  <a:gd name="T7" fmla="*/ 1404 h 1752"/>
                  <a:gd name="T8" fmla="*/ 216 w 2100"/>
                  <a:gd name="T9" fmla="*/ 1500 h 1752"/>
                  <a:gd name="T10" fmla="*/ 324 w 2100"/>
                  <a:gd name="T11" fmla="*/ 1572 h 1752"/>
                  <a:gd name="T12" fmla="*/ 444 w 2100"/>
                  <a:gd name="T13" fmla="*/ 1632 h 1752"/>
                  <a:gd name="T14" fmla="*/ 588 w 2100"/>
                  <a:gd name="T15" fmla="*/ 1680 h 1752"/>
                  <a:gd name="T16" fmla="*/ 732 w 2100"/>
                  <a:gd name="T17" fmla="*/ 1716 h 1752"/>
                  <a:gd name="T18" fmla="*/ 912 w 2100"/>
                  <a:gd name="T19" fmla="*/ 1740 h 1752"/>
                  <a:gd name="T20" fmla="*/ 1092 w 2100"/>
                  <a:gd name="T21" fmla="*/ 1752 h 1752"/>
                  <a:gd name="T22" fmla="*/ 1296 w 2100"/>
                  <a:gd name="T23" fmla="*/ 1728 h 1752"/>
                  <a:gd name="T24" fmla="*/ 1464 w 2100"/>
                  <a:gd name="T25" fmla="*/ 1692 h 1752"/>
                  <a:gd name="T26" fmla="*/ 1584 w 2100"/>
                  <a:gd name="T27" fmla="*/ 1656 h 1752"/>
                  <a:gd name="T28" fmla="*/ 1728 w 2100"/>
                  <a:gd name="T29" fmla="*/ 1596 h 1752"/>
                  <a:gd name="T30" fmla="*/ 1872 w 2100"/>
                  <a:gd name="T31" fmla="*/ 1500 h 1752"/>
                  <a:gd name="T32" fmla="*/ 1956 w 2100"/>
                  <a:gd name="T33" fmla="*/ 1416 h 1752"/>
                  <a:gd name="T34" fmla="*/ 2040 w 2100"/>
                  <a:gd name="T35" fmla="*/ 1308 h 1752"/>
                  <a:gd name="T36" fmla="*/ 2088 w 2100"/>
                  <a:gd name="T37" fmla="*/ 1188 h 1752"/>
                  <a:gd name="T38" fmla="*/ 2100 w 2100"/>
                  <a:gd name="T39" fmla="*/ 1092 h 1752"/>
                  <a:gd name="T40" fmla="*/ 2100 w 2100"/>
                  <a:gd name="T41" fmla="*/ 0 h 1752"/>
                  <a:gd name="T42" fmla="*/ 0 w 2100"/>
                  <a:gd name="T43" fmla="*/ 24 h 17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100" h="1752">
                    <a:moveTo>
                      <a:pt x="0" y="24"/>
                    </a:moveTo>
                    <a:lnTo>
                      <a:pt x="0" y="1080"/>
                    </a:lnTo>
                    <a:lnTo>
                      <a:pt x="36" y="1248"/>
                    </a:lnTo>
                    <a:lnTo>
                      <a:pt x="108" y="1404"/>
                    </a:lnTo>
                    <a:lnTo>
                      <a:pt x="216" y="1500"/>
                    </a:lnTo>
                    <a:lnTo>
                      <a:pt x="324" y="1572"/>
                    </a:lnTo>
                    <a:lnTo>
                      <a:pt x="444" y="1632"/>
                    </a:lnTo>
                    <a:lnTo>
                      <a:pt x="588" y="1680"/>
                    </a:lnTo>
                    <a:lnTo>
                      <a:pt x="732" y="1716"/>
                    </a:lnTo>
                    <a:lnTo>
                      <a:pt x="912" y="1740"/>
                    </a:lnTo>
                    <a:lnTo>
                      <a:pt x="1092" y="1752"/>
                    </a:lnTo>
                    <a:lnTo>
                      <a:pt x="1296" y="1728"/>
                    </a:lnTo>
                    <a:lnTo>
                      <a:pt x="1464" y="1692"/>
                    </a:lnTo>
                    <a:lnTo>
                      <a:pt x="1584" y="1656"/>
                    </a:lnTo>
                    <a:lnTo>
                      <a:pt x="1728" y="1596"/>
                    </a:lnTo>
                    <a:lnTo>
                      <a:pt x="1872" y="1500"/>
                    </a:lnTo>
                    <a:lnTo>
                      <a:pt x="1956" y="1416"/>
                    </a:lnTo>
                    <a:lnTo>
                      <a:pt x="2040" y="1308"/>
                    </a:lnTo>
                    <a:lnTo>
                      <a:pt x="2088" y="1188"/>
                    </a:lnTo>
                    <a:lnTo>
                      <a:pt x="2100" y="1092"/>
                    </a:lnTo>
                    <a:lnTo>
                      <a:pt x="2100" y="0"/>
                    </a:lnTo>
                    <a:lnTo>
                      <a:pt x="0" y="2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66">
                      <a:gamma/>
                      <a:shade val="46275"/>
                      <a:invGamma/>
                    </a:srgbClr>
                  </a:gs>
                  <a:gs pos="50000">
                    <a:srgbClr val="FF0066"/>
                  </a:gs>
                  <a:gs pos="100000">
                    <a:srgbClr val="FF0066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328" name="Freeform 24"/>
              <p:cNvSpPr>
                <a:spLocks/>
              </p:cNvSpPr>
              <p:nvPr/>
            </p:nvSpPr>
            <p:spPr bwMode="auto">
              <a:xfrm>
                <a:off x="997" y="1320"/>
                <a:ext cx="777" cy="494"/>
              </a:xfrm>
              <a:custGeom>
                <a:avLst/>
                <a:gdLst>
                  <a:gd name="T0" fmla="*/ 0 w 8363"/>
                  <a:gd name="T1" fmla="*/ 2655 h 5311"/>
                  <a:gd name="T2" fmla="*/ 76 w 8363"/>
                  <a:gd name="T3" fmla="*/ 3158 h 5311"/>
                  <a:gd name="T4" fmla="*/ 300 w 8363"/>
                  <a:gd name="T5" fmla="*/ 3644 h 5311"/>
                  <a:gd name="T6" fmla="*/ 665 w 8363"/>
                  <a:gd name="T7" fmla="*/ 4093 h 5311"/>
                  <a:gd name="T8" fmla="*/ 1158 w 8363"/>
                  <a:gd name="T9" fmla="*/ 4490 h 5311"/>
                  <a:gd name="T10" fmla="*/ 1760 w 8363"/>
                  <a:gd name="T11" fmla="*/ 4821 h 5311"/>
                  <a:gd name="T12" fmla="*/ 2450 w 8363"/>
                  <a:gd name="T13" fmla="*/ 5074 h 5311"/>
                  <a:gd name="T14" fmla="*/ 3202 w 8363"/>
                  <a:gd name="T15" fmla="*/ 5239 h 5311"/>
                  <a:gd name="T16" fmla="*/ 3992 w 8363"/>
                  <a:gd name="T17" fmla="*/ 5311 h 5311"/>
                  <a:gd name="T18" fmla="*/ 4787 w 8363"/>
                  <a:gd name="T19" fmla="*/ 5287 h 5311"/>
                  <a:gd name="T20" fmla="*/ 5561 w 8363"/>
                  <a:gd name="T21" fmla="*/ 5168 h 5311"/>
                  <a:gd name="T22" fmla="*/ 6286 w 8363"/>
                  <a:gd name="T23" fmla="*/ 4958 h 5311"/>
                  <a:gd name="T24" fmla="*/ 6934 w 8363"/>
                  <a:gd name="T25" fmla="*/ 4665 h 5311"/>
                  <a:gd name="T26" fmla="*/ 7485 w 8363"/>
                  <a:gd name="T27" fmla="*/ 4299 h 5311"/>
                  <a:gd name="T28" fmla="*/ 7915 w 8363"/>
                  <a:gd name="T29" fmla="*/ 3873 h 5311"/>
                  <a:gd name="T30" fmla="*/ 8212 w 8363"/>
                  <a:gd name="T31" fmla="*/ 3404 h 5311"/>
                  <a:gd name="T32" fmla="*/ 8363 w 8363"/>
                  <a:gd name="T33" fmla="*/ 2908 h 5311"/>
                  <a:gd name="T34" fmla="*/ 8363 w 8363"/>
                  <a:gd name="T35" fmla="*/ 2403 h 5311"/>
                  <a:gd name="T36" fmla="*/ 8212 w 8363"/>
                  <a:gd name="T37" fmla="*/ 1906 h 5311"/>
                  <a:gd name="T38" fmla="*/ 7915 w 8363"/>
                  <a:gd name="T39" fmla="*/ 1437 h 5311"/>
                  <a:gd name="T40" fmla="*/ 7485 w 8363"/>
                  <a:gd name="T41" fmla="*/ 1012 h 5311"/>
                  <a:gd name="T42" fmla="*/ 6934 w 8363"/>
                  <a:gd name="T43" fmla="*/ 646 h 5311"/>
                  <a:gd name="T44" fmla="*/ 6286 w 8363"/>
                  <a:gd name="T45" fmla="*/ 353 h 5311"/>
                  <a:gd name="T46" fmla="*/ 5561 w 8363"/>
                  <a:gd name="T47" fmla="*/ 143 h 5311"/>
                  <a:gd name="T48" fmla="*/ 4787 w 8363"/>
                  <a:gd name="T49" fmla="*/ 24 h 5311"/>
                  <a:gd name="T50" fmla="*/ 3992 w 8363"/>
                  <a:gd name="T51" fmla="*/ 0 h 5311"/>
                  <a:gd name="T52" fmla="*/ 3202 w 8363"/>
                  <a:gd name="T53" fmla="*/ 72 h 5311"/>
                  <a:gd name="T54" fmla="*/ 2450 w 8363"/>
                  <a:gd name="T55" fmla="*/ 237 h 5311"/>
                  <a:gd name="T56" fmla="*/ 1760 w 8363"/>
                  <a:gd name="T57" fmla="*/ 489 h 5311"/>
                  <a:gd name="T58" fmla="*/ 1158 w 8363"/>
                  <a:gd name="T59" fmla="*/ 821 h 5311"/>
                  <a:gd name="T60" fmla="*/ 665 w 8363"/>
                  <a:gd name="T61" fmla="*/ 1218 h 5311"/>
                  <a:gd name="T62" fmla="*/ 300 w 8363"/>
                  <a:gd name="T63" fmla="*/ 1667 h 5311"/>
                  <a:gd name="T64" fmla="*/ 76 w 8363"/>
                  <a:gd name="T65" fmla="*/ 2152 h 5311"/>
                  <a:gd name="T66" fmla="*/ 0 w 8363"/>
                  <a:gd name="T67" fmla="*/ 2655 h 5311"/>
                  <a:gd name="T68" fmla="*/ 1 w 8363"/>
                  <a:gd name="T69" fmla="*/ 2655 h 5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8363" h="5311">
                    <a:moveTo>
                      <a:pt x="0" y="2655"/>
                    </a:moveTo>
                    <a:lnTo>
                      <a:pt x="76" y="3158"/>
                    </a:lnTo>
                    <a:lnTo>
                      <a:pt x="300" y="3644"/>
                    </a:lnTo>
                    <a:lnTo>
                      <a:pt x="665" y="4093"/>
                    </a:lnTo>
                    <a:lnTo>
                      <a:pt x="1158" y="4490"/>
                    </a:lnTo>
                    <a:lnTo>
                      <a:pt x="1760" y="4821"/>
                    </a:lnTo>
                    <a:lnTo>
                      <a:pt x="2450" y="5074"/>
                    </a:lnTo>
                    <a:lnTo>
                      <a:pt x="3202" y="5239"/>
                    </a:lnTo>
                    <a:lnTo>
                      <a:pt x="3992" y="5311"/>
                    </a:lnTo>
                    <a:lnTo>
                      <a:pt x="4787" y="5287"/>
                    </a:lnTo>
                    <a:lnTo>
                      <a:pt x="5561" y="5168"/>
                    </a:lnTo>
                    <a:lnTo>
                      <a:pt x="6286" y="4958"/>
                    </a:lnTo>
                    <a:lnTo>
                      <a:pt x="6934" y="4665"/>
                    </a:lnTo>
                    <a:lnTo>
                      <a:pt x="7485" y="4299"/>
                    </a:lnTo>
                    <a:lnTo>
                      <a:pt x="7915" y="3873"/>
                    </a:lnTo>
                    <a:lnTo>
                      <a:pt x="8212" y="3404"/>
                    </a:lnTo>
                    <a:lnTo>
                      <a:pt x="8363" y="2908"/>
                    </a:lnTo>
                    <a:lnTo>
                      <a:pt x="8363" y="2403"/>
                    </a:lnTo>
                    <a:lnTo>
                      <a:pt x="8212" y="1906"/>
                    </a:lnTo>
                    <a:lnTo>
                      <a:pt x="7915" y="1437"/>
                    </a:lnTo>
                    <a:lnTo>
                      <a:pt x="7485" y="1012"/>
                    </a:lnTo>
                    <a:lnTo>
                      <a:pt x="6934" y="646"/>
                    </a:lnTo>
                    <a:lnTo>
                      <a:pt x="6286" y="353"/>
                    </a:lnTo>
                    <a:lnTo>
                      <a:pt x="5561" y="143"/>
                    </a:lnTo>
                    <a:lnTo>
                      <a:pt x="4787" y="24"/>
                    </a:lnTo>
                    <a:lnTo>
                      <a:pt x="3992" y="0"/>
                    </a:lnTo>
                    <a:lnTo>
                      <a:pt x="3202" y="72"/>
                    </a:lnTo>
                    <a:lnTo>
                      <a:pt x="2450" y="237"/>
                    </a:lnTo>
                    <a:lnTo>
                      <a:pt x="1760" y="489"/>
                    </a:lnTo>
                    <a:lnTo>
                      <a:pt x="1158" y="821"/>
                    </a:lnTo>
                    <a:lnTo>
                      <a:pt x="665" y="1218"/>
                    </a:lnTo>
                    <a:lnTo>
                      <a:pt x="300" y="1667"/>
                    </a:lnTo>
                    <a:lnTo>
                      <a:pt x="76" y="2152"/>
                    </a:lnTo>
                    <a:lnTo>
                      <a:pt x="0" y="2655"/>
                    </a:lnTo>
                    <a:lnTo>
                      <a:pt x="1" y="2655"/>
                    </a:lnTo>
                  </a:path>
                </a:pathLst>
              </a:custGeom>
              <a:solidFill>
                <a:srgbClr val="FF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FF9999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98329" name="Group 25"/>
          <p:cNvGrpSpPr>
            <a:grpSpLocks/>
          </p:cNvGrpSpPr>
          <p:nvPr/>
        </p:nvGrpSpPr>
        <p:grpSpPr bwMode="auto">
          <a:xfrm>
            <a:off x="5144294" y="2684759"/>
            <a:ext cx="1763713" cy="2259012"/>
            <a:chOff x="1282" y="380"/>
            <a:chExt cx="2899" cy="3714"/>
          </a:xfrm>
        </p:grpSpPr>
        <p:grpSp>
          <p:nvGrpSpPr>
            <p:cNvPr id="98330" name="Group 26"/>
            <p:cNvGrpSpPr>
              <a:grpSpLocks/>
            </p:cNvGrpSpPr>
            <p:nvPr/>
          </p:nvGrpSpPr>
          <p:grpSpPr bwMode="auto">
            <a:xfrm>
              <a:off x="2272" y="1146"/>
              <a:ext cx="1909" cy="2948"/>
              <a:chOff x="1912" y="738"/>
              <a:chExt cx="1909" cy="2948"/>
            </a:xfrm>
          </p:grpSpPr>
          <p:sp>
            <p:nvSpPr>
              <p:cNvPr id="98331" name="Freeform 27"/>
              <p:cNvSpPr>
                <a:spLocks/>
              </p:cNvSpPr>
              <p:nvPr/>
            </p:nvSpPr>
            <p:spPr bwMode="auto">
              <a:xfrm>
                <a:off x="1914" y="1181"/>
                <a:ext cx="1907" cy="2505"/>
              </a:xfrm>
              <a:custGeom>
                <a:avLst/>
                <a:gdLst>
                  <a:gd name="T0" fmla="*/ 0 w 1907"/>
                  <a:gd name="T1" fmla="*/ 944 h 2505"/>
                  <a:gd name="T2" fmla="*/ 0 w 1907"/>
                  <a:gd name="T3" fmla="*/ 1974 h 2505"/>
                  <a:gd name="T4" fmla="*/ 16 w 1907"/>
                  <a:gd name="T5" fmla="*/ 2045 h 2505"/>
                  <a:gd name="T6" fmla="*/ 64 w 1907"/>
                  <a:gd name="T7" fmla="*/ 2141 h 2505"/>
                  <a:gd name="T8" fmla="*/ 169 w 1907"/>
                  <a:gd name="T9" fmla="*/ 2237 h 2505"/>
                  <a:gd name="T10" fmla="*/ 265 w 1907"/>
                  <a:gd name="T11" fmla="*/ 2304 h 2505"/>
                  <a:gd name="T12" fmla="*/ 390 w 1907"/>
                  <a:gd name="T13" fmla="*/ 2390 h 2505"/>
                  <a:gd name="T14" fmla="*/ 531 w 1907"/>
                  <a:gd name="T15" fmla="*/ 2441 h 2505"/>
                  <a:gd name="T16" fmla="*/ 668 w 1907"/>
                  <a:gd name="T17" fmla="*/ 2477 h 2505"/>
                  <a:gd name="T18" fmla="*/ 793 w 1907"/>
                  <a:gd name="T19" fmla="*/ 2493 h 2505"/>
                  <a:gd name="T20" fmla="*/ 966 w 1907"/>
                  <a:gd name="T21" fmla="*/ 2505 h 2505"/>
                  <a:gd name="T22" fmla="*/ 1158 w 1907"/>
                  <a:gd name="T23" fmla="*/ 2486 h 2505"/>
                  <a:gd name="T24" fmla="*/ 1312 w 1907"/>
                  <a:gd name="T25" fmla="*/ 2461 h 2505"/>
                  <a:gd name="T26" fmla="*/ 1452 w 1907"/>
                  <a:gd name="T27" fmla="*/ 2409 h 2505"/>
                  <a:gd name="T28" fmla="*/ 1600 w 1907"/>
                  <a:gd name="T29" fmla="*/ 2352 h 2505"/>
                  <a:gd name="T30" fmla="*/ 1721 w 1907"/>
                  <a:gd name="T31" fmla="*/ 2256 h 2505"/>
                  <a:gd name="T32" fmla="*/ 1804 w 1907"/>
                  <a:gd name="T33" fmla="*/ 2166 h 2505"/>
                  <a:gd name="T34" fmla="*/ 1875 w 1907"/>
                  <a:gd name="T35" fmla="*/ 2057 h 2505"/>
                  <a:gd name="T36" fmla="*/ 1900 w 1907"/>
                  <a:gd name="T37" fmla="*/ 1974 h 2505"/>
                  <a:gd name="T38" fmla="*/ 1907 w 1907"/>
                  <a:gd name="T39" fmla="*/ 1885 h 2505"/>
                  <a:gd name="T40" fmla="*/ 1907 w 1907"/>
                  <a:gd name="T41" fmla="*/ 0 h 2505"/>
                  <a:gd name="T42" fmla="*/ 0 w 1907"/>
                  <a:gd name="T43" fmla="*/ 944 h 2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907" h="2505">
                    <a:moveTo>
                      <a:pt x="0" y="944"/>
                    </a:moveTo>
                    <a:lnTo>
                      <a:pt x="0" y="1974"/>
                    </a:lnTo>
                    <a:lnTo>
                      <a:pt x="16" y="2045"/>
                    </a:lnTo>
                    <a:lnTo>
                      <a:pt x="64" y="2141"/>
                    </a:lnTo>
                    <a:lnTo>
                      <a:pt x="169" y="2237"/>
                    </a:lnTo>
                    <a:lnTo>
                      <a:pt x="265" y="2304"/>
                    </a:lnTo>
                    <a:lnTo>
                      <a:pt x="390" y="2390"/>
                    </a:lnTo>
                    <a:lnTo>
                      <a:pt x="531" y="2441"/>
                    </a:lnTo>
                    <a:lnTo>
                      <a:pt x="668" y="2477"/>
                    </a:lnTo>
                    <a:lnTo>
                      <a:pt x="793" y="2493"/>
                    </a:lnTo>
                    <a:lnTo>
                      <a:pt x="966" y="2505"/>
                    </a:lnTo>
                    <a:lnTo>
                      <a:pt x="1158" y="2486"/>
                    </a:lnTo>
                    <a:lnTo>
                      <a:pt x="1312" y="2461"/>
                    </a:lnTo>
                    <a:lnTo>
                      <a:pt x="1452" y="2409"/>
                    </a:lnTo>
                    <a:lnTo>
                      <a:pt x="1600" y="2352"/>
                    </a:lnTo>
                    <a:lnTo>
                      <a:pt x="1721" y="2256"/>
                    </a:lnTo>
                    <a:lnTo>
                      <a:pt x="1804" y="2166"/>
                    </a:lnTo>
                    <a:lnTo>
                      <a:pt x="1875" y="2057"/>
                    </a:lnTo>
                    <a:lnTo>
                      <a:pt x="1900" y="1974"/>
                    </a:lnTo>
                    <a:lnTo>
                      <a:pt x="1907" y="1885"/>
                    </a:lnTo>
                    <a:lnTo>
                      <a:pt x="1907" y="0"/>
                    </a:lnTo>
                    <a:lnTo>
                      <a:pt x="0" y="94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66">
                      <a:gamma/>
                      <a:shade val="46275"/>
                      <a:invGamma/>
                    </a:srgbClr>
                  </a:gs>
                  <a:gs pos="50000">
                    <a:srgbClr val="FF0066"/>
                  </a:gs>
                  <a:gs pos="100000">
                    <a:srgbClr val="FF0066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332" name="Freeform 28"/>
              <p:cNvSpPr>
                <a:spLocks/>
              </p:cNvSpPr>
              <p:nvPr/>
            </p:nvSpPr>
            <p:spPr bwMode="auto">
              <a:xfrm>
                <a:off x="1912" y="738"/>
                <a:ext cx="1903" cy="1956"/>
              </a:xfrm>
              <a:custGeom>
                <a:avLst/>
                <a:gdLst>
                  <a:gd name="T0" fmla="*/ 760 w 9514"/>
                  <a:gd name="T1" fmla="*/ 9128 h 9778"/>
                  <a:gd name="T2" fmla="*/ 1321 w 9514"/>
                  <a:gd name="T3" fmla="*/ 9514 h 9778"/>
                  <a:gd name="T4" fmla="*/ 2007 w 9514"/>
                  <a:gd name="T5" fmla="*/ 9734 h 9778"/>
                  <a:gd name="T6" fmla="*/ 2793 w 9514"/>
                  <a:gd name="T7" fmla="*/ 9778 h 9778"/>
                  <a:gd name="T8" fmla="*/ 3650 w 9514"/>
                  <a:gd name="T9" fmla="*/ 9645 h 9778"/>
                  <a:gd name="T10" fmla="*/ 4548 w 9514"/>
                  <a:gd name="T11" fmla="*/ 9340 h 9778"/>
                  <a:gd name="T12" fmla="*/ 5453 w 9514"/>
                  <a:gd name="T13" fmla="*/ 8875 h 9778"/>
                  <a:gd name="T14" fmla="*/ 6333 w 9514"/>
                  <a:gd name="T15" fmla="*/ 8265 h 9778"/>
                  <a:gd name="T16" fmla="*/ 7158 w 9514"/>
                  <a:gd name="T17" fmla="*/ 7533 h 9778"/>
                  <a:gd name="T18" fmla="*/ 7895 w 9514"/>
                  <a:gd name="T19" fmla="*/ 6706 h 9778"/>
                  <a:gd name="T20" fmla="*/ 8519 w 9514"/>
                  <a:gd name="T21" fmla="*/ 5813 h 9778"/>
                  <a:gd name="T22" fmla="*/ 9008 w 9514"/>
                  <a:gd name="T23" fmla="*/ 4886 h 9778"/>
                  <a:gd name="T24" fmla="*/ 9344 w 9514"/>
                  <a:gd name="T25" fmla="*/ 3961 h 9778"/>
                  <a:gd name="T26" fmla="*/ 9514 w 9514"/>
                  <a:gd name="T27" fmla="*/ 3068 h 9778"/>
                  <a:gd name="T28" fmla="*/ 9513 w 9514"/>
                  <a:gd name="T29" fmla="*/ 2241 h 9778"/>
                  <a:gd name="T30" fmla="*/ 9340 w 9514"/>
                  <a:gd name="T31" fmla="*/ 1510 h 9778"/>
                  <a:gd name="T32" fmla="*/ 9002 w 9514"/>
                  <a:gd name="T33" fmla="*/ 900 h 9778"/>
                  <a:gd name="T34" fmla="*/ 8511 w 9514"/>
                  <a:gd name="T35" fmla="*/ 436 h 9778"/>
                  <a:gd name="T36" fmla="*/ 7884 w 9514"/>
                  <a:gd name="T37" fmla="*/ 131 h 9778"/>
                  <a:gd name="T38" fmla="*/ 7144 w 9514"/>
                  <a:gd name="T39" fmla="*/ 0 h 9778"/>
                  <a:gd name="T40" fmla="*/ 6320 w 9514"/>
                  <a:gd name="T41" fmla="*/ 43 h 9778"/>
                  <a:gd name="T42" fmla="*/ 5438 w 9514"/>
                  <a:gd name="T43" fmla="*/ 263 h 9778"/>
                  <a:gd name="T44" fmla="*/ 4533 w 9514"/>
                  <a:gd name="T45" fmla="*/ 651 h 9778"/>
                  <a:gd name="T46" fmla="*/ 3636 w 9514"/>
                  <a:gd name="T47" fmla="*/ 1191 h 9778"/>
                  <a:gd name="T48" fmla="*/ 2779 w 9514"/>
                  <a:gd name="T49" fmla="*/ 1865 h 9778"/>
                  <a:gd name="T50" fmla="*/ 1995 w 9514"/>
                  <a:gd name="T51" fmla="*/ 2648 h 9778"/>
                  <a:gd name="T52" fmla="*/ 1311 w 9514"/>
                  <a:gd name="T53" fmla="*/ 3511 h 9778"/>
                  <a:gd name="T54" fmla="*/ 752 w 9514"/>
                  <a:gd name="T55" fmla="*/ 4425 h 9778"/>
                  <a:gd name="T56" fmla="*/ 338 w 9514"/>
                  <a:gd name="T57" fmla="*/ 5356 h 9778"/>
                  <a:gd name="T58" fmla="*/ 83 w 9514"/>
                  <a:gd name="T59" fmla="*/ 6269 h 9778"/>
                  <a:gd name="T60" fmla="*/ 0 w 9514"/>
                  <a:gd name="T61" fmla="*/ 7133 h 9778"/>
                  <a:gd name="T62" fmla="*/ 87 w 9514"/>
                  <a:gd name="T63" fmla="*/ 7915 h 9778"/>
                  <a:gd name="T64" fmla="*/ 343 w 9514"/>
                  <a:gd name="T65" fmla="*/ 8589 h 9778"/>
                  <a:gd name="T66" fmla="*/ 760 w 9514"/>
                  <a:gd name="T67" fmla="*/ 9128 h 9778"/>
                  <a:gd name="T68" fmla="*/ 762 w 9514"/>
                  <a:gd name="T69" fmla="*/ 9128 h 97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514" h="9778">
                    <a:moveTo>
                      <a:pt x="760" y="9128"/>
                    </a:moveTo>
                    <a:lnTo>
                      <a:pt x="1321" y="9514"/>
                    </a:lnTo>
                    <a:lnTo>
                      <a:pt x="2007" y="9734"/>
                    </a:lnTo>
                    <a:lnTo>
                      <a:pt x="2793" y="9778"/>
                    </a:lnTo>
                    <a:lnTo>
                      <a:pt x="3650" y="9645"/>
                    </a:lnTo>
                    <a:lnTo>
                      <a:pt x="4548" y="9340"/>
                    </a:lnTo>
                    <a:lnTo>
                      <a:pt x="5453" y="8875"/>
                    </a:lnTo>
                    <a:lnTo>
                      <a:pt x="6333" y="8265"/>
                    </a:lnTo>
                    <a:lnTo>
                      <a:pt x="7158" y="7533"/>
                    </a:lnTo>
                    <a:lnTo>
                      <a:pt x="7895" y="6706"/>
                    </a:lnTo>
                    <a:lnTo>
                      <a:pt x="8519" y="5813"/>
                    </a:lnTo>
                    <a:lnTo>
                      <a:pt x="9008" y="4886"/>
                    </a:lnTo>
                    <a:lnTo>
                      <a:pt x="9344" y="3961"/>
                    </a:lnTo>
                    <a:lnTo>
                      <a:pt x="9514" y="3068"/>
                    </a:lnTo>
                    <a:lnTo>
                      <a:pt x="9513" y="2241"/>
                    </a:lnTo>
                    <a:lnTo>
                      <a:pt x="9340" y="1510"/>
                    </a:lnTo>
                    <a:lnTo>
                      <a:pt x="9002" y="900"/>
                    </a:lnTo>
                    <a:lnTo>
                      <a:pt x="8511" y="436"/>
                    </a:lnTo>
                    <a:lnTo>
                      <a:pt x="7884" y="131"/>
                    </a:lnTo>
                    <a:lnTo>
                      <a:pt x="7144" y="0"/>
                    </a:lnTo>
                    <a:lnTo>
                      <a:pt x="6320" y="43"/>
                    </a:lnTo>
                    <a:lnTo>
                      <a:pt x="5438" y="263"/>
                    </a:lnTo>
                    <a:lnTo>
                      <a:pt x="4533" y="651"/>
                    </a:lnTo>
                    <a:lnTo>
                      <a:pt x="3636" y="1191"/>
                    </a:lnTo>
                    <a:lnTo>
                      <a:pt x="2779" y="1865"/>
                    </a:lnTo>
                    <a:lnTo>
                      <a:pt x="1995" y="2648"/>
                    </a:lnTo>
                    <a:lnTo>
                      <a:pt x="1311" y="3511"/>
                    </a:lnTo>
                    <a:lnTo>
                      <a:pt x="752" y="4425"/>
                    </a:lnTo>
                    <a:lnTo>
                      <a:pt x="338" y="5356"/>
                    </a:lnTo>
                    <a:lnTo>
                      <a:pt x="83" y="6269"/>
                    </a:lnTo>
                    <a:lnTo>
                      <a:pt x="0" y="7133"/>
                    </a:lnTo>
                    <a:lnTo>
                      <a:pt x="87" y="7915"/>
                    </a:lnTo>
                    <a:lnTo>
                      <a:pt x="343" y="8589"/>
                    </a:lnTo>
                    <a:lnTo>
                      <a:pt x="760" y="9128"/>
                    </a:lnTo>
                    <a:lnTo>
                      <a:pt x="762" y="9128"/>
                    </a:lnTo>
                  </a:path>
                </a:pathLst>
              </a:custGeom>
              <a:solidFill>
                <a:srgbClr val="FF66FF"/>
              </a:solidFill>
              <a:ln w="0">
                <a:solidFill>
                  <a:srgbClr val="FF66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8333" name="Group 29"/>
            <p:cNvGrpSpPr>
              <a:grpSpLocks/>
            </p:cNvGrpSpPr>
            <p:nvPr/>
          </p:nvGrpSpPr>
          <p:grpSpPr bwMode="auto">
            <a:xfrm>
              <a:off x="1282" y="380"/>
              <a:ext cx="1920" cy="2112"/>
              <a:chOff x="1896" y="588"/>
              <a:chExt cx="1920" cy="2112"/>
            </a:xfrm>
          </p:grpSpPr>
          <p:sp>
            <p:nvSpPr>
              <p:cNvPr id="98334" name="Freeform 30"/>
              <p:cNvSpPr>
                <a:spLocks/>
              </p:cNvSpPr>
              <p:nvPr/>
            </p:nvSpPr>
            <p:spPr bwMode="auto">
              <a:xfrm>
                <a:off x="1896" y="1152"/>
                <a:ext cx="1920" cy="1548"/>
              </a:xfrm>
              <a:custGeom>
                <a:avLst/>
                <a:gdLst>
                  <a:gd name="T0" fmla="*/ 0 w 1920"/>
                  <a:gd name="T1" fmla="*/ 0 h 1548"/>
                  <a:gd name="T2" fmla="*/ 0 w 1920"/>
                  <a:gd name="T3" fmla="*/ 972 h 1548"/>
                  <a:gd name="T4" fmla="*/ 0 w 1920"/>
                  <a:gd name="T5" fmla="*/ 1092 h 1548"/>
                  <a:gd name="T6" fmla="*/ 24 w 1920"/>
                  <a:gd name="T7" fmla="*/ 1200 h 1548"/>
                  <a:gd name="T8" fmla="*/ 84 w 1920"/>
                  <a:gd name="T9" fmla="*/ 1308 h 1548"/>
                  <a:gd name="T10" fmla="*/ 144 w 1920"/>
                  <a:gd name="T11" fmla="*/ 1392 h 1548"/>
                  <a:gd name="T12" fmla="*/ 240 w 1920"/>
                  <a:gd name="T13" fmla="*/ 1464 h 1548"/>
                  <a:gd name="T14" fmla="*/ 331 w 1920"/>
                  <a:gd name="T15" fmla="*/ 1517 h 1548"/>
                  <a:gd name="T16" fmla="*/ 468 w 1920"/>
                  <a:gd name="T17" fmla="*/ 1548 h 1548"/>
                  <a:gd name="T18" fmla="*/ 610 w 1920"/>
                  <a:gd name="T19" fmla="*/ 1546 h 1548"/>
                  <a:gd name="T20" fmla="*/ 773 w 1920"/>
                  <a:gd name="T21" fmla="*/ 1517 h 1548"/>
                  <a:gd name="T22" fmla="*/ 912 w 1920"/>
                  <a:gd name="T23" fmla="*/ 1464 h 1548"/>
                  <a:gd name="T24" fmla="*/ 1032 w 1920"/>
                  <a:gd name="T25" fmla="*/ 1402 h 1548"/>
                  <a:gd name="T26" fmla="*/ 1166 w 1920"/>
                  <a:gd name="T27" fmla="*/ 1325 h 1548"/>
                  <a:gd name="T28" fmla="*/ 1301 w 1920"/>
                  <a:gd name="T29" fmla="*/ 1229 h 1548"/>
                  <a:gd name="T30" fmla="*/ 1426 w 1920"/>
                  <a:gd name="T31" fmla="*/ 1133 h 1548"/>
                  <a:gd name="T32" fmla="*/ 1550 w 1920"/>
                  <a:gd name="T33" fmla="*/ 998 h 1548"/>
                  <a:gd name="T34" fmla="*/ 1646 w 1920"/>
                  <a:gd name="T35" fmla="*/ 864 h 1548"/>
                  <a:gd name="T36" fmla="*/ 1740 w 1920"/>
                  <a:gd name="T37" fmla="*/ 720 h 1548"/>
                  <a:gd name="T38" fmla="*/ 1812 w 1920"/>
                  <a:gd name="T39" fmla="*/ 576 h 1548"/>
                  <a:gd name="T40" fmla="*/ 1860 w 1920"/>
                  <a:gd name="T41" fmla="*/ 432 h 1548"/>
                  <a:gd name="T42" fmla="*/ 1908 w 1920"/>
                  <a:gd name="T43" fmla="*/ 300 h 1548"/>
                  <a:gd name="T44" fmla="*/ 1920 w 1920"/>
                  <a:gd name="T45" fmla="*/ 132 h 1548"/>
                  <a:gd name="T46" fmla="*/ 1920 w 1920"/>
                  <a:gd name="T47" fmla="*/ 12 h 1548"/>
                  <a:gd name="T48" fmla="*/ 0 w 1920"/>
                  <a:gd name="T49" fmla="*/ 0 h 1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20" h="1548">
                    <a:moveTo>
                      <a:pt x="0" y="0"/>
                    </a:moveTo>
                    <a:lnTo>
                      <a:pt x="0" y="972"/>
                    </a:lnTo>
                    <a:lnTo>
                      <a:pt x="0" y="1092"/>
                    </a:lnTo>
                    <a:lnTo>
                      <a:pt x="24" y="1200"/>
                    </a:lnTo>
                    <a:lnTo>
                      <a:pt x="84" y="1308"/>
                    </a:lnTo>
                    <a:lnTo>
                      <a:pt x="144" y="1392"/>
                    </a:lnTo>
                    <a:lnTo>
                      <a:pt x="240" y="1464"/>
                    </a:lnTo>
                    <a:lnTo>
                      <a:pt x="331" y="1517"/>
                    </a:lnTo>
                    <a:lnTo>
                      <a:pt x="468" y="1548"/>
                    </a:lnTo>
                    <a:lnTo>
                      <a:pt x="610" y="1546"/>
                    </a:lnTo>
                    <a:lnTo>
                      <a:pt x="773" y="1517"/>
                    </a:lnTo>
                    <a:lnTo>
                      <a:pt x="912" y="1464"/>
                    </a:lnTo>
                    <a:lnTo>
                      <a:pt x="1032" y="1402"/>
                    </a:lnTo>
                    <a:lnTo>
                      <a:pt x="1166" y="1325"/>
                    </a:lnTo>
                    <a:lnTo>
                      <a:pt x="1301" y="1229"/>
                    </a:lnTo>
                    <a:lnTo>
                      <a:pt x="1426" y="1133"/>
                    </a:lnTo>
                    <a:lnTo>
                      <a:pt x="1550" y="998"/>
                    </a:lnTo>
                    <a:lnTo>
                      <a:pt x="1646" y="864"/>
                    </a:lnTo>
                    <a:lnTo>
                      <a:pt x="1740" y="720"/>
                    </a:lnTo>
                    <a:lnTo>
                      <a:pt x="1812" y="576"/>
                    </a:lnTo>
                    <a:lnTo>
                      <a:pt x="1860" y="432"/>
                    </a:lnTo>
                    <a:lnTo>
                      <a:pt x="1908" y="300"/>
                    </a:lnTo>
                    <a:lnTo>
                      <a:pt x="1920" y="132"/>
                    </a:lnTo>
                    <a:lnTo>
                      <a:pt x="1920" y="1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66">
                      <a:gamma/>
                      <a:shade val="46275"/>
                      <a:invGamma/>
                    </a:srgbClr>
                  </a:gs>
                  <a:gs pos="50000">
                    <a:srgbClr val="FF0066"/>
                  </a:gs>
                  <a:gs pos="100000">
                    <a:srgbClr val="FF0066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335" name="Oval 31"/>
              <p:cNvSpPr>
                <a:spLocks noChangeArrowheads="1"/>
              </p:cNvSpPr>
              <p:nvPr/>
            </p:nvSpPr>
            <p:spPr bwMode="auto">
              <a:xfrm>
                <a:off x="1896" y="588"/>
                <a:ext cx="1920" cy="1200"/>
              </a:xfrm>
              <a:prstGeom prst="ellipse">
                <a:avLst/>
              </a:prstGeom>
              <a:solidFill>
                <a:srgbClr val="FF99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A1EE4D3B-FA27-485D-3604-57E36ADA7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4.2.2 </a:t>
            </a:r>
            <a:r>
              <a:rPr lang="zh-CN" altLang="en-US" dirty="0"/>
              <a:t>平面与圆柱相交（</a:t>
            </a:r>
            <a:r>
              <a:rPr lang="en-US" altLang="zh-CN" dirty="0"/>
              <a:t>P91</a:t>
            </a:r>
            <a:r>
              <a:rPr lang="zh-CN" altLang="en-US" dirty="0"/>
              <a:t>）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82BAB-EBA1-4E05-96D9-6F024E99C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F7608-725F-F044-B01F-BF07904A970B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584A43-0D95-41A6-8778-ED2AD9E72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76A4D-4B0C-4DF7-9EE5-6D98E6D01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25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6D9665F-C53E-F68D-43A7-BD429547F3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圆柱体表面的截交线</a:t>
            </a:r>
          </a:p>
        </p:txBody>
      </p:sp>
    </p:spTree>
    <p:extLst>
      <p:ext uri="{BB962C8B-B14F-4D97-AF65-F5344CB8AC3E}">
        <p14:creationId xmlns:p14="http://schemas.microsoft.com/office/powerpoint/2010/main" val="2025497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8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9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98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75"/>
                                        <p:tgtEl>
                                          <p:spTgt spid="98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8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8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8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8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8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8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98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8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8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8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8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8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8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83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83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autoUpdateAnimBg="0"/>
      <p:bldP spid="98308" grpId="0" build="p" autoUpdateAnimBg="0"/>
      <p:bldP spid="98309" grpId="0" autoUpdateAnimBg="0"/>
      <p:bldP spid="98310" grpId="0" autoUpdateAnimBg="0"/>
      <p:bldP spid="98311" grpId="0" autoUpdateAnimBg="0"/>
      <p:bldP spid="98312" grpId="0" autoUpdateAnimBg="0"/>
      <p:bldP spid="9831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819" name="Picture 3" descr="http://jpkc.dept.xsyu.edu.cn/gczt/san/表3-1.bmp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84"/>
          <a:stretch/>
        </p:blipFill>
        <p:spPr bwMode="auto">
          <a:xfrm>
            <a:off x="2599661" y="917576"/>
            <a:ext cx="6898758" cy="5744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F2F06456-3AF4-0380-297E-7C3CF91E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4.2.2 </a:t>
            </a:r>
            <a:r>
              <a:rPr lang="zh-CN" altLang="en-US"/>
              <a:t>平面与圆柱相交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1B4255-3E23-45E8-B8C6-447FEABFC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0726C-C658-424D-886C-AC1F6E23CB00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854320-B3BD-4E11-AAB6-4E6F03149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E6033-58E2-4197-A259-916DC0E1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0543"/>
            <a:fld id="{81D60167-4931-47E6-BA6A-407CBD079E47}" type="slidenum">
              <a:rPr lang="en-US" spc="-4"/>
              <a:pPr marL="120543"/>
              <a:t>26</a:t>
            </a:fld>
            <a:endParaRPr lang="en-US" spc="-4"/>
          </a:p>
        </p:txBody>
      </p:sp>
    </p:spTree>
    <p:extLst>
      <p:ext uri="{BB962C8B-B14F-4D97-AF65-F5344CB8AC3E}">
        <p14:creationId xmlns:p14="http://schemas.microsoft.com/office/powerpoint/2010/main" val="39274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7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4.2.2 </a:t>
            </a:r>
            <a:r>
              <a:rPr lang="zh-CN" altLang="en-US"/>
              <a:t>平面与圆柱相交</a:t>
            </a:r>
            <a:endParaRPr lang="zh-CN" altLang="en-US">
              <a:latin typeface="SimHei" charset="-122"/>
              <a:ea typeface="SimHei" charset="-122"/>
              <a:cs typeface="SimHei" charset="-122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94B874-788A-4235-94A9-84FDB77E7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497E-A0D8-E642-8815-286441D14990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DD23ED-C73A-4616-B433-F94DA1DC7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6AF43-B3F7-4376-8BBC-904BA9D90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27</a:t>
            </a:fld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94A7516-742E-A858-37D7-7B5D8CFD7B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>
                <a:latin typeface="SimHei" charset="-122"/>
                <a:ea typeface="SimHei" charset="-122"/>
                <a:cs typeface="SimHei" charset="-122"/>
              </a:rPr>
              <a:t>求圆柱截交线上点的方法</a:t>
            </a:r>
            <a:endParaRPr lang="zh-CN" altLang="en-US"/>
          </a:p>
        </p:txBody>
      </p:sp>
      <p:sp>
        <p:nvSpPr>
          <p:cNvPr id="221191" name="Text Box 7"/>
          <p:cNvSpPr txBox="1">
            <a:spLocks noChangeArrowheads="1"/>
          </p:cNvSpPr>
          <p:nvPr/>
        </p:nvSpPr>
        <p:spPr bwMode="auto">
          <a:xfrm>
            <a:off x="1745433" y="2050333"/>
            <a:ext cx="8064500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C00000"/>
                </a:solidFill>
                <a:latin typeface="SimHei" charset="-122"/>
                <a:ea typeface="SimHei" charset="-122"/>
                <a:cs typeface="SimHei" charset="-122"/>
              </a:rPr>
              <a:t>表面取点法</a:t>
            </a:r>
          </a:p>
          <a:p>
            <a:pPr>
              <a:spcBef>
                <a:spcPct val="50000"/>
              </a:spcBef>
            </a:pPr>
            <a:r>
              <a:rPr lang="zh-CN" altLang="en-US" sz="2400">
                <a:latin typeface="SimHei" charset="-122"/>
                <a:ea typeface="SimHei" charset="-122"/>
                <a:cs typeface="SimHei" charset="-122"/>
              </a:rPr>
              <a:t>    在圆柱表面取若干条素线，并求出这些</a:t>
            </a:r>
            <a:r>
              <a:rPr lang="zh-CN" altLang="en-US" sz="2400" b="1">
                <a:latin typeface="SimHei" charset="-122"/>
                <a:ea typeface="SimHei" charset="-122"/>
                <a:cs typeface="SimHei" charset="-122"/>
              </a:rPr>
              <a:t>素线与截平面的交点</a:t>
            </a:r>
            <a:r>
              <a:rPr lang="zh-CN" altLang="en-US" sz="2400">
                <a:latin typeface="SimHei" charset="-122"/>
                <a:ea typeface="SimHei" charset="-122"/>
                <a:cs typeface="SimHei" charset="-122"/>
              </a:rPr>
              <a:t>。</a:t>
            </a:r>
            <a:endParaRPr lang="en-US" altLang="zh-CN" sz="2400">
              <a:latin typeface="SimHei" charset="-122"/>
              <a:ea typeface="SimHei" charset="-122"/>
              <a:cs typeface="SimHei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>
                <a:latin typeface="SimHei" charset="-122"/>
                <a:ea typeface="SimHei" charset="-122"/>
                <a:cs typeface="SimHei" charset="-122"/>
              </a:rPr>
              <a:t>    </a:t>
            </a:r>
            <a:r>
              <a:rPr lang="zh-CN" altLang="en-US" sz="2400">
                <a:latin typeface="SimHei" charset="-122"/>
                <a:ea typeface="SimHei" charset="-122"/>
                <a:cs typeface="SimHei" charset="-122"/>
              </a:rPr>
              <a:t>当圆柱的轴线处于特殊位置时，可</a:t>
            </a:r>
            <a:r>
              <a:rPr lang="zh-CN" altLang="en-US" sz="2400" b="1">
                <a:latin typeface="SimHei" charset="-122"/>
                <a:ea typeface="SimHei" charset="-122"/>
                <a:cs typeface="SimHei" charset="-122"/>
              </a:rPr>
              <a:t>利用圆柱的积聚性投影</a:t>
            </a:r>
            <a:r>
              <a:rPr lang="zh-CN" altLang="en-US" sz="2400">
                <a:latin typeface="SimHei" charset="-122"/>
                <a:ea typeface="SimHei" charset="-122"/>
                <a:cs typeface="SimHei" charset="-122"/>
              </a:rPr>
              <a:t>直接求得截交线上点的投影。</a:t>
            </a:r>
          </a:p>
        </p:txBody>
      </p:sp>
    </p:spTree>
    <p:extLst>
      <p:ext uri="{BB962C8B-B14F-4D97-AF65-F5344CB8AC3E}">
        <p14:creationId xmlns:p14="http://schemas.microsoft.com/office/powerpoint/2010/main" val="4139676019"/>
      </p:ext>
    </p:extLst>
  </p:cSld>
  <p:clrMapOvr>
    <a:masterClrMapping/>
  </p:clrMapOvr>
  <p:transition spd="med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截平面垂直于圆柱轴线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D4B50C-B0B4-4060-9C34-C373E24F5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E3D06-E3C5-CE43-9B26-A997F73BA570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C3E663-2E5E-40CC-940D-AB4CFE38C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4C1170-F899-4DBB-AE55-8EEB73507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074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71394D-2D61-0A78-A72A-ED6191AA0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FA30A-15AA-ED4E-A3F9-B1514E5D0190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EBFE53-5D35-66C7-07D0-E16C24040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C6F5B-E19F-EADB-2E42-A7BED7219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29</a:t>
            </a:fld>
            <a:endParaRPr lang="en-US"/>
          </a:p>
        </p:txBody>
      </p:sp>
      <p:graphicFrame>
        <p:nvGraphicFramePr>
          <p:cNvPr id="5" name="Object 82">
            <a:extLst>
              <a:ext uri="{FF2B5EF4-FFF2-40B4-BE49-F238E27FC236}">
                <a16:creationId xmlns:a16="http://schemas.microsoft.com/office/drawing/2014/main" id="{D478909A-D0DE-CEEF-F8D1-1F55DB429E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0065" y="957189"/>
          <a:ext cx="7812088" cy="584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7834921" imgH="5853968" progId="Photoshop.Image.8">
                  <p:embed/>
                </p:oleObj>
              </mc:Choice>
              <mc:Fallback>
                <p:oleObj name="Image" r:id="rId2" imgW="7834921" imgH="5853968" progId="Photoshop.Image.8">
                  <p:embed/>
                  <p:pic>
                    <p:nvPicPr>
                      <p:cNvPr id="5" name="Object 82">
                        <a:extLst>
                          <a:ext uri="{FF2B5EF4-FFF2-40B4-BE49-F238E27FC236}">
                            <a16:creationId xmlns:a16="http://schemas.microsoft.com/office/drawing/2014/main" id="{D478909A-D0DE-CEEF-F8D1-1F55DB429E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0065" y="957189"/>
                        <a:ext cx="7812088" cy="584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">
            <a:extLst>
              <a:ext uri="{FF2B5EF4-FFF2-40B4-BE49-F238E27FC236}">
                <a16:creationId xmlns:a16="http://schemas.microsoft.com/office/drawing/2014/main" id="{F1770974-0E2B-E815-BE30-A54DA310FA36}"/>
              </a:ext>
            </a:extLst>
          </p:cNvPr>
          <p:cNvGrpSpPr>
            <a:grpSpLocks/>
          </p:cNvGrpSpPr>
          <p:nvPr/>
        </p:nvGrpSpPr>
        <p:grpSpPr bwMode="auto">
          <a:xfrm>
            <a:off x="4942515" y="787326"/>
            <a:ext cx="3173413" cy="5537200"/>
            <a:chOff x="1948" y="506"/>
            <a:chExt cx="1999" cy="3488"/>
          </a:xfrm>
        </p:grpSpPr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555D9A8F-0F50-5063-D9E5-F1D6C2B2D4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770"/>
              <a:ext cx="1399" cy="3224"/>
              <a:chOff x="2248" y="770"/>
              <a:chExt cx="1399" cy="3224"/>
            </a:xfrm>
          </p:grpSpPr>
          <p:sp>
            <p:nvSpPr>
              <p:cNvPr id="10" name="Freeform 5">
                <a:extLst>
                  <a:ext uri="{FF2B5EF4-FFF2-40B4-BE49-F238E27FC236}">
                    <a16:creationId xmlns:a16="http://schemas.microsoft.com/office/drawing/2014/main" id="{4896455D-33BA-1B85-BB6E-F2E61B9255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8" y="770"/>
                <a:ext cx="1" cy="544"/>
              </a:xfrm>
              <a:custGeom>
                <a:avLst/>
                <a:gdLst>
                  <a:gd name="T0" fmla="*/ 0 w 1"/>
                  <a:gd name="T1" fmla="*/ 2780 h 2780"/>
                  <a:gd name="T2" fmla="*/ 0 w 1"/>
                  <a:gd name="T3" fmla="*/ 0 h 2780"/>
                  <a:gd name="T4" fmla="*/ 1 w 1"/>
                  <a:gd name="T5" fmla="*/ 0 h 27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80">
                    <a:moveTo>
                      <a:pt x="0" y="278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Freeform 6">
                <a:extLst>
                  <a:ext uri="{FF2B5EF4-FFF2-40B4-BE49-F238E27FC236}">
                    <a16:creationId xmlns:a16="http://schemas.microsoft.com/office/drawing/2014/main" id="{8154B35C-6564-7B0D-3692-D5F4523AA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770"/>
                <a:ext cx="1" cy="544"/>
              </a:xfrm>
              <a:custGeom>
                <a:avLst/>
                <a:gdLst>
                  <a:gd name="T0" fmla="*/ 0 w 1"/>
                  <a:gd name="T1" fmla="*/ 0 h 2780"/>
                  <a:gd name="T2" fmla="*/ 0 w 1"/>
                  <a:gd name="T3" fmla="*/ 2780 h 2780"/>
                  <a:gd name="T4" fmla="*/ 1 w 1"/>
                  <a:gd name="T5" fmla="*/ 2780 h 27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780">
                    <a:moveTo>
                      <a:pt x="0" y="0"/>
                    </a:moveTo>
                    <a:lnTo>
                      <a:pt x="0" y="2780"/>
                    </a:lnTo>
                    <a:lnTo>
                      <a:pt x="1" y="278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2" name="Group 7">
                <a:extLst>
                  <a:ext uri="{FF2B5EF4-FFF2-40B4-BE49-F238E27FC236}">
                    <a16:creationId xmlns:a16="http://schemas.microsoft.com/office/drawing/2014/main" id="{A114F73B-01C0-ECCF-025E-8E9AB52911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48" y="1314"/>
                <a:ext cx="1399" cy="2680"/>
                <a:chOff x="2248" y="1314"/>
                <a:chExt cx="1399" cy="2680"/>
              </a:xfrm>
            </p:grpSpPr>
            <p:sp>
              <p:nvSpPr>
                <p:cNvPr id="13" name="Freeform 8">
                  <a:extLst>
                    <a:ext uri="{FF2B5EF4-FFF2-40B4-BE49-F238E27FC236}">
                      <a16:creationId xmlns:a16="http://schemas.microsoft.com/office/drawing/2014/main" id="{4FB80390-362A-E5E9-FE6B-1F4EF37A98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8" y="1314"/>
                  <a:ext cx="1" cy="1303"/>
                </a:xfrm>
                <a:custGeom>
                  <a:avLst/>
                  <a:gdLst>
                    <a:gd name="T0" fmla="*/ 0 w 1"/>
                    <a:gd name="T1" fmla="*/ 0 h 6651"/>
                    <a:gd name="T2" fmla="*/ 0 w 1"/>
                    <a:gd name="T3" fmla="*/ 6651 h 6651"/>
                    <a:gd name="T4" fmla="*/ 1 w 1"/>
                    <a:gd name="T5" fmla="*/ 6651 h 66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6651">
                      <a:moveTo>
                        <a:pt x="0" y="0"/>
                      </a:moveTo>
                      <a:lnTo>
                        <a:pt x="0" y="6651"/>
                      </a:lnTo>
                      <a:lnTo>
                        <a:pt x="1" y="6651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" name="Freeform 9">
                  <a:extLst>
                    <a:ext uri="{FF2B5EF4-FFF2-40B4-BE49-F238E27FC236}">
                      <a16:creationId xmlns:a16="http://schemas.microsoft.com/office/drawing/2014/main" id="{4B6242E8-913F-0385-F51B-D51A3FB829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1314"/>
                  <a:ext cx="1" cy="2680"/>
                </a:xfrm>
                <a:custGeom>
                  <a:avLst/>
                  <a:gdLst>
                    <a:gd name="T0" fmla="*/ 0 w 1"/>
                    <a:gd name="T1" fmla="*/ 0 h 13683"/>
                    <a:gd name="T2" fmla="*/ 0 w 1"/>
                    <a:gd name="T3" fmla="*/ 13683 h 13683"/>
                    <a:gd name="T4" fmla="*/ 1 w 1"/>
                    <a:gd name="T5" fmla="*/ 13683 h 136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13683">
                      <a:moveTo>
                        <a:pt x="0" y="0"/>
                      </a:moveTo>
                      <a:lnTo>
                        <a:pt x="0" y="13683"/>
                      </a:lnTo>
                      <a:lnTo>
                        <a:pt x="1" y="13683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8" name="Text Box 10">
              <a:extLst>
                <a:ext uri="{FF2B5EF4-FFF2-40B4-BE49-F238E27FC236}">
                  <a16:creationId xmlns:a16="http://schemas.microsoft.com/office/drawing/2014/main" id="{D133BAED-B6FB-0D4B-11DD-6E5735AD60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8" y="506"/>
              <a:ext cx="6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/>
                <a:t>2”</a:t>
              </a:r>
            </a:p>
          </p:txBody>
        </p:sp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id="{23AAF715-4254-37DE-5D2A-0311E7C2E6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7" y="506"/>
              <a:ext cx="6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/>
                <a:t>1”</a:t>
              </a:r>
            </a:p>
          </p:txBody>
        </p:sp>
      </p:grpSp>
      <p:grpSp>
        <p:nvGrpSpPr>
          <p:cNvPr id="15" name="Group 12">
            <a:extLst>
              <a:ext uri="{FF2B5EF4-FFF2-40B4-BE49-F238E27FC236}">
                <a16:creationId xmlns:a16="http://schemas.microsoft.com/office/drawing/2014/main" id="{02378D35-F467-EA32-81CB-6FF7F89C1C2A}"/>
              </a:ext>
            </a:extLst>
          </p:cNvPr>
          <p:cNvGrpSpPr>
            <a:grpSpLocks/>
          </p:cNvGrpSpPr>
          <p:nvPr/>
        </p:nvGrpSpPr>
        <p:grpSpPr bwMode="auto">
          <a:xfrm>
            <a:off x="2988303" y="1660451"/>
            <a:ext cx="4919662" cy="411163"/>
            <a:chOff x="717" y="1056"/>
            <a:chExt cx="3099" cy="259"/>
          </a:xfrm>
        </p:grpSpPr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543E4342-19E0-DFA4-1EB5-724A7629A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" y="1314"/>
              <a:ext cx="2930" cy="1"/>
            </a:xfrm>
            <a:custGeom>
              <a:avLst/>
              <a:gdLst>
                <a:gd name="T0" fmla="*/ 0 w 14719"/>
                <a:gd name="T1" fmla="*/ 14718 w 14719"/>
                <a:gd name="T2" fmla="*/ 14719 w 1471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4719">
                  <a:moveTo>
                    <a:pt x="0" y="0"/>
                  </a:moveTo>
                  <a:lnTo>
                    <a:pt x="14718" y="0"/>
                  </a:lnTo>
                  <a:lnTo>
                    <a:pt x="14719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C9B12D29-D352-5E5D-B89D-81BEE65CC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8" y="1314"/>
              <a:ext cx="1399" cy="1"/>
            </a:xfrm>
            <a:custGeom>
              <a:avLst/>
              <a:gdLst>
                <a:gd name="T0" fmla="*/ 0 w 7030"/>
                <a:gd name="T1" fmla="*/ 7029 w 7030"/>
                <a:gd name="T2" fmla="*/ 7030 w 703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030">
                  <a:moveTo>
                    <a:pt x="0" y="0"/>
                  </a:moveTo>
                  <a:lnTo>
                    <a:pt x="7029" y="0"/>
                  </a:lnTo>
                  <a:lnTo>
                    <a:pt x="703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2A82E9EA-A000-48CE-7D09-753F8BD408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1" y="1057"/>
              <a:ext cx="6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/>
                <a:t>4”</a:t>
              </a:r>
            </a:p>
          </p:txBody>
        </p:sp>
        <p:sp>
          <p:nvSpPr>
            <p:cNvPr id="19" name="Text Box 16">
              <a:extLst>
                <a:ext uri="{FF2B5EF4-FFF2-40B4-BE49-F238E27FC236}">
                  <a16:creationId xmlns:a16="http://schemas.microsoft.com/office/drawing/2014/main" id="{1FAA0D75-91DD-3564-DA99-AA414EFFE1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056"/>
              <a:ext cx="6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/>
                <a:t>3”</a:t>
              </a:r>
            </a:p>
          </p:txBody>
        </p:sp>
      </p:grpSp>
      <p:sp>
        <p:nvSpPr>
          <p:cNvPr id="20" name="Rectangle 17">
            <a:extLst>
              <a:ext uri="{FF2B5EF4-FFF2-40B4-BE49-F238E27FC236}">
                <a16:creationId xmlns:a16="http://schemas.microsoft.com/office/drawing/2014/main" id="{2A444C4E-1903-1C5C-102D-E60262053065}"/>
              </a:ext>
            </a:extLst>
          </p:cNvPr>
          <p:cNvSpPr txBox="1">
            <a:spLocks noChangeArrowheads="1"/>
          </p:cNvSpPr>
          <p:nvPr/>
        </p:nvSpPr>
        <p:spPr>
          <a:xfrm>
            <a:off x="1119815" y="304001"/>
            <a:ext cx="7772400" cy="64608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latin typeface="+mn-ea"/>
                <a:ea typeface="+mn-ea"/>
              </a:rPr>
              <a:t>例</a:t>
            </a:r>
            <a:r>
              <a:rPr lang="en-US" altLang="zh-CN" sz="2800" dirty="0">
                <a:latin typeface="+mn-ea"/>
                <a:ea typeface="+mn-ea"/>
              </a:rPr>
              <a:t>12.4</a:t>
            </a:r>
            <a:r>
              <a:rPr lang="zh-CN" altLang="en-US" sz="2800" dirty="0">
                <a:latin typeface="+mn-ea"/>
                <a:ea typeface="+mn-ea"/>
              </a:rPr>
              <a:t>：求圆柱截交线</a:t>
            </a:r>
          </a:p>
        </p:txBody>
      </p:sp>
      <p:sp>
        <p:nvSpPr>
          <p:cNvPr id="21" name="Text Box 18">
            <a:extLst>
              <a:ext uri="{FF2B5EF4-FFF2-40B4-BE49-F238E27FC236}">
                <a16:creationId xmlns:a16="http://schemas.microsoft.com/office/drawing/2014/main" id="{E0D36F1E-024B-E52D-C627-C16E9490A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9740" y="849179"/>
            <a:ext cx="3414454" cy="2862322"/>
          </a:xfrm>
          <a:prstGeom prst="rect">
            <a:avLst/>
          </a:prstGeom>
          <a:noFill/>
          <a:ln w="635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b="0">
                <a:latin typeface="+mn-ea"/>
              </a:rPr>
              <a:t>解题步骤</a:t>
            </a:r>
          </a:p>
          <a:p>
            <a:pPr algn="just" eaLnBrk="0" hangingPunct="0">
              <a:spcBef>
                <a:spcPct val="50000"/>
              </a:spcBef>
            </a:pPr>
            <a:r>
              <a:rPr lang="en-US" altLang="zh-CN" b="0">
                <a:latin typeface="+mn-ea"/>
              </a:rPr>
              <a:t>1</a:t>
            </a:r>
            <a:r>
              <a:rPr lang="zh-CN" altLang="en-US" b="0">
                <a:latin typeface="+mn-ea"/>
              </a:rPr>
              <a:t>．分析  截交线的水平投影为直线和部分圆，侧面投影为矩形；</a:t>
            </a:r>
          </a:p>
          <a:p>
            <a:pPr algn="just" eaLnBrk="0" hangingPunct="0">
              <a:spcBef>
                <a:spcPct val="50000"/>
              </a:spcBef>
            </a:pPr>
            <a:r>
              <a:rPr lang="en-US" altLang="zh-CN" b="0">
                <a:latin typeface="+mn-ea"/>
              </a:rPr>
              <a:t>2</a:t>
            </a:r>
            <a:r>
              <a:rPr lang="zh-CN" altLang="en-US" b="0">
                <a:latin typeface="+mn-ea"/>
              </a:rPr>
              <a:t>．求出截交线上的特殊点</a:t>
            </a:r>
            <a:r>
              <a:rPr lang="en-US" altLang="zh-CN" b="0" i="1">
                <a:latin typeface="+mn-ea"/>
              </a:rPr>
              <a:t>Ⅰ</a:t>
            </a:r>
            <a:r>
              <a:rPr lang="zh-CN" altLang="en-US" b="0">
                <a:latin typeface="+mn-ea"/>
              </a:rPr>
              <a:t>、</a:t>
            </a:r>
            <a:r>
              <a:rPr lang="en-US" altLang="zh-CN" b="0" i="1">
                <a:latin typeface="+mn-ea"/>
              </a:rPr>
              <a:t>Ⅱ</a:t>
            </a:r>
            <a:r>
              <a:rPr lang="zh-CN" altLang="en-US" b="0">
                <a:latin typeface="+mn-ea"/>
              </a:rPr>
              <a:t>、</a:t>
            </a:r>
            <a:r>
              <a:rPr lang="en-US" altLang="zh-CN" b="0" i="1">
                <a:latin typeface="+mn-ea"/>
              </a:rPr>
              <a:t>Ⅲ</a:t>
            </a:r>
            <a:r>
              <a:rPr lang="zh-CN" altLang="en-US" b="0">
                <a:latin typeface="+mn-ea"/>
              </a:rPr>
              <a:t>、</a:t>
            </a:r>
            <a:r>
              <a:rPr lang="en-US" altLang="zh-CN" b="0" i="1">
                <a:latin typeface="+mn-ea"/>
              </a:rPr>
              <a:t>Ⅳ</a:t>
            </a:r>
            <a:r>
              <a:rPr lang="zh-CN" altLang="en-US" b="0">
                <a:latin typeface="+mn-ea"/>
              </a:rPr>
              <a:t>；</a:t>
            </a:r>
          </a:p>
          <a:p>
            <a:pPr algn="just" eaLnBrk="0" hangingPunct="0">
              <a:spcBef>
                <a:spcPct val="50000"/>
              </a:spcBef>
            </a:pPr>
            <a:r>
              <a:rPr lang="en-US" altLang="zh-CN" b="0">
                <a:latin typeface="+mn-ea"/>
              </a:rPr>
              <a:t>3</a:t>
            </a:r>
            <a:r>
              <a:rPr lang="zh-CN" altLang="en-US" b="0">
                <a:latin typeface="+mn-ea"/>
              </a:rPr>
              <a:t>．顺次地连接各点，作出截交线并判别可见性；</a:t>
            </a:r>
          </a:p>
          <a:p>
            <a:pPr algn="just" eaLnBrk="0" hangingPunct="0">
              <a:spcBef>
                <a:spcPct val="50000"/>
              </a:spcBef>
            </a:pPr>
            <a:r>
              <a:rPr lang="en-US" altLang="zh-CN" b="0">
                <a:latin typeface="+mn-ea"/>
              </a:rPr>
              <a:t>4</a:t>
            </a:r>
            <a:r>
              <a:rPr lang="zh-CN" altLang="en-US" b="0">
                <a:latin typeface="+mn-ea"/>
              </a:rPr>
              <a:t>．整理轮廓线。</a:t>
            </a:r>
          </a:p>
        </p:txBody>
      </p:sp>
      <p:grpSp>
        <p:nvGrpSpPr>
          <p:cNvPr id="22" name="Group 19">
            <a:extLst>
              <a:ext uri="{FF2B5EF4-FFF2-40B4-BE49-F238E27FC236}">
                <a16:creationId xmlns:a16="http://schemas.microsoft.com/office/drawing/2014/main" id="{875A3795-B970-4473-7F30-8582D6C8D9D9}"/>
              </a:ext>
            </a:extLst>
          </p:cNvPr>
          <p:cNvGrpSpPr>
            <a:grpSpLocks/>
          </p:cNvGrpSpPr>
          <p:nvPr/>
        </p:nvGrpSpPr>
        <p:grpSpPr bwMode="auto">
          <a:xfrm>
            <a:off x="2988303" y="2070026"/>
            <a:ext cx="1055687" cy="4254500"/>
            <a:chOff x="849" y="1181"/>
            <a:chExt cx="701" cy="2826"/>
          </a:xfrm>
        </p:grpSpPr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9945E389-443F-884A-B54B-CFC1D09FA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" y="2555"/>
              <a:ext cx="1" cy="1452"/>
            </a:xfrm>
            <a:custGeom>
              <a:avLst/>
              <a:gdLst>
                <a:gd name="T0" fmla="*/ 0 w 2"/>
                <a:gd name="T1" fmla="*/ 7032 h 7032"/>
                <a:gd name="T2" fmla="*/ 0 w 2"/>
                <a:gd name="T3" fmla="*/ 0 h 7032"/>
                <a:gd name="T4" fmla="*/ 2 w 2"/>
                <a:gd name="T5" fmla="*/ 0 h 7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7032">
                  <a:moveTo>
                    <a:pt x="0" y="703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091A14F0-22BA-AE7A-3590-3A14F2BBC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" y="2555"/>
              <a:ext cx="1" cy="1452"/>
            </a:xfrm>
            <a:custGeom>
              <a:avLst/>
              <a:gdLst>
                <a:gd name="T0" fmla="*/ 0 w 1"/>
                <a:gd name="T1" fmla="*/ 0 h 7032"/>
                <a:gd name="T2" fmla="*/ 0 w 1"/>
                <a:gd name="T3" fmla="*/ 7032 h 7032"/>
                <a:gd name="T4" fmla="*/ 1 w 1"/>
                <a:gd name="T5" fmla="*/ 7032 h 7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032">
                  <a:moveTo>
                    <a:pt x="0" y="0"/>
                  </a:moveTo>
                  <a:lnTo>
                    <a:pt x="0" y="7032"/>
                  </a:lnTo>
                  <a:lnTo>
                    <a:pt x="1" y="7032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27195B6E-4807-00E0-F1A9-7D9BF5AA3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" y="1181"/>
              <a:ext cx="1" cy="1374"/>
            </a:xfrm>
            <a:custGeom>
              <a:avLst/>
              <a:gdLst>
                <a:gd name="T0" fmla="*/ 0 w 1"/>
                <a:gd name="T1" fmla="*/ 0 h 6651"/>
                <a:gd name="T2" fmla="*/ 0 w 1"/>
                <a:gd name="T3" fmla="*/ 6651 h 6651"/>
                <a:gd name="T4" fmla="*/ 1 w 1"/>
                <a:gd name="T5" fmla="*/ 6651 h 6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651">
                  <a:moveTo>
                    <a:pt x="0" y="0"/>
                  </a:moveTo>
                  <a:lnTo>
                    <a:pt x="0" y="6651"/>
                  </a:lnTo>
                  <a:lnTo>
                    <a:pt x="1" y="6651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26ABAC72-A2ED-584E-88BD-B56C3096E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" y="1181"/>
              <a:ext cx="1" cy="1374"/>
            </a:xfrm>
            <a:custGeom>
              <a:avLst/>
              <a:gdLst>
                <a:gd name="T0" fmla="*/ 0 w 2"/>
                <a:gd name="T1" fmla="*/ 0 h 6651"/>
                <a:gd name="T2" fmla="*/ 0 w 2"/>
                <a:gd name="T3" fmla="*/ 6651 h 6651"/>
                <a:gd name="T4" fmla="*/ 2 w 2"/>
                <a:gd name="T5" fmla="*/ 6651 h 6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6651">
                  <a:moveTo>
                    <a:pt x="0" y="0"/>
                  </a:moveTo>
                  <a:lnTo>
                    <a:pt x="0" y="6651"/>
                  </a:lnTo>
                  <a:lnTo>
                    <a:pt x="2" y="6651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4">
            <a:extLst>
              <a:ext uri="{FF2B5EF4-FFF2-40B4-BE49-F238E27FC236}">
                <a16:creationId xmlns:a16="http://schemas.microsoft.com/office/drawing/2014/main" id="{23BF2C84-1FD5-A1AA-89C6-F3EAA8FA4C1F}"/>
              </a:ext>
            </a:extLst>
          </p:cNvPr>
          <p:cNvGrpSpPr>
            <a:grpSpLocks/>
          </p:cNvGrpSpPr>
          <p:nvPr/>
        </p:nvGrpSpPr>
        <p:grpSpPr bwMode="auto">
          <a:xfrm>
            <a:off x="2988303" y="4138539"/>
            <a:ext cx="4651375" cy="2187575"/>
            <a:chOff x="849" y="2555"/>
            <a:chExt cx="3089" cy="1453"/>
          </a:xfrm>
        </p:grpSpPr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B21C6C73-688E-703E-F2C5-20B0BF93F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" y="2555"/>
              <a:ext cx="1614" cy="1"/>
            </a:xfrm>
            <a:custGeom>
              <a:avLst/>
              <a:gdLst>
                <a:gd name="T0" fmla="*/ 0 w 7690"/>
                <a:gd name="T1" fmla="*/ 7689 w 7690"/>
                <a:gd name="T2" fmla="*/ 7690 w 769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90">
                  <a:moveTo>
                    <a:pt x="0" y="0"/>
                  </a:moveTo>
                  <a:lnTo>
                    <a:pt x="7689" y="0"/>
                  </a:lnTo>
                  <a:lnTo>
                    <a:pt x="769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32657A37-42F4-6A9D-B20A-1B163EC7D59F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" y="4007"/>
              <a:ext cx="3089" cy="1"/>
            </a:xfrm>
            <a:custGeom>
              <a:avLst/>
              <a:gdLst>
                <a:gd name="T0" fmla="*/ 0 w 14719"/>
                <a:gd name="T1" fmla="*/ 14718 w 14719"/>
                <a:gd name="T2" fmla="*/ 14719 w 1471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4719">
                  <a:moveTo>
                    <a:pt x="0" y="0"/>
                  </a:moveTo>
                  <a:lnTo>
                    <a:pt x="14718" y="0"/>
                  </a:lnTo>
                  <a:lnTo>
                    <a:pt x="14719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27">
            <a:extLst>
              <a:ext uri="{FF2B5EF4-FFF2-40B4-BE49-F238E27FC236}">
                <a16:creationId xmlns:a16="http://schemas.microsoft.com/office/drawing/2014/main" id="{A4B769BE-956A-04B9-23B8-D726F5FE229F}"/>
              </a:ext>
            </a:extLst>
          </p:cNvPr>
          <p:cNvGrpSpPr>
            <a:grpSpLocks/>
          </p:cNvGrpSpPr>
          <p:nvPr/>
        </p:nvGrpSpPr>
        <p:grpSpPr bwMode="auto">
          <a:xfrm>
            <a:off x="1926265" y="942901"/>
            <a:ext cx="5832475" cy="5853113"/>
            <a:chOff x="48" y="604"/>
            <a:chExt cx="3674" cy="3687"/>
          </a:xfrm>
        </p:grpSpPr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6E0A4E2F-A25C-BB18-6263-D8B67D2FA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" y="2617"/>
              <a:ext cx="1" cy="1377"/>
            </a:xfrm>
            <a:custGeom>
              <a:avLst/>
              <a:gdLst>
                <a:gd name="T0" fmla="*/ 0 w 2"/>
                <a:gd name="T1" fmla="*/ 7032 h 7032"/>
                <a:gd name="T2" fmla="*/ 0 w 2"/>
                <a:gd name="T3" fmla="*/ 0 h 7032"/>
                <a:gd name="T4" fmla="*/ 2 w 2"/>
                <a:gd name="T5" fmla="*/ 0 h 7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7032">
                  <a:moveTo>
                    <a:pt x="0" y="703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rgbClr val="FF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30A9DBCC-03EC-3E31-7590-36C6D666C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" y="2617"/>
              <a:ext cx="1" cy="1377"/>
            </a:xfrm>
            <a:custGeom>
              <a:avLst/>
              <a:gdLst>
                <a:gd name="T0" fmla="*/ 0 w 1"/>
                <a:gd name="T1" fmla="*/ 0 h 7032"/>
                <a:gd name="T2" fmla="*/ 0 w 1"/>
                <a:gd name="T3" fmla="*/ 7032 h 7032"/>
                <a:gd name="T4" fmla="*/ 1 w 1"/>
                <a:gd name="T5" fmla="*/ 7032 h 7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032">
                  <a:moveTo>
                    <a:pt x="0" y="0"/>
                  </a:moveTo>
                  <a:lnTo>
                    <a:pt x="0" y="7032"/>
                  </a:lnTo>
                  <a:lnTo>
                    <a:pt x="1" y="7032"/>
                  </a:lnTo>
                </a:path>
              </a:pathLst>
            </a:custGeom>
            <a:noFill/>
            <a:ln w="38100" cmpd="sng">
              <a:solidFill>
                <a:srgbClr val="FF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CAD42D0D-4D94-252C-1D0B-5F7499191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" y="3534"/>
              <a:ext cx="1" cy="757"/>
            </a:xfrm>
            <a:custGeom>
              <a:avLst/>
              <a:gdLst>
                <a:gd name="T0" fmla="*/ 0 w 1"/>
                <a:gd name="T1" fmla="*/ 3863 h 3863"/>
                <a:gd name="T2" fmla="*/ 0 w 1"/>
                <a:gd name="T3" fmla="*/ 0 h 3863"/>
                <a:gd name="T4" fmla="*/ 1 w 1"/>
                <a:gd name="T5" fmla="*/ 0 h 3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863">
                  <a:moveTo>
                    <a:pt x="0" y="386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66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4" name="Group 31">
              <a:extLst>
                <a:ext uri="{FF2B5EF4-FFF2-40B4-BE49-F238E27FC236}">
                  <a16:creationId xmlns:a16="http://schemas.microsoft.com/office/drawing/2014/main" id="{6A22F7B4-16BF-6FB6-7BFD-5FCBAF49E7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604"/>
              <a:ext cx="2901" cy="3456"/>
              <a:chOff x="48" y="604"/>
              <a:chExt cx="2901" cy="3456"/>
            </a:xfrm>
          </p:grpSpPr>
          <p:grpSp>
            <p:nvGrpSpPr>
              <p:cNvPr id="44" name="Group 32">
                <a:extLst>
                  <a:ext uri="{FF2B5EF4-FFF2-40B4-BE49-F238E27FC236}">
                    <a16:creationId xmlns:a16="http://schemas.microsoft.com/office/drawing/2014/main" id="{B97A2551-C0B5-2C5F-091E-5EEC4CC382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" y="604"/>
                <a:ext cx="2901" cy="2813"/>
                <a:chOff x="144" y="433"/>
                <a:chExt cx="3058" cy="2965"/>
              </a:xfrm>
            </p:grpSpPr>
            <p:sp>
              <p:nvSpPr>
                <p:cNvPr id="58" name="Freeform 33">
                  <a:extLst>
                    <a:ext uri="{FF2B5EF4-FFF2-40B4-BE49-F238E27FC236}">
                      <a16:creationId xmlns:a16="http://schemas.microsoft.com/office/drawing/2014/main" id="{9941161B-DFE2-FBFA-C2BC-667A173978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99" y="1797"/>
                  <a:ext cx="1" cy="100"/>
                </a:xfrm>
                <a:custGeom>
                  <a:avLst/>
                  <a:gdLst>
                    <a:gd name="T0" fmla="*/ 0 w 1"/>
                    <a:gd name="T1" fmla="*/ 0 h 486"/>
                    <a:gd name="T2" fmla="*/ 0 w 1"/>
                    <a:gd name="T3" fmla="*/ 486 h 486"/>
                    <a:gd name="T4" fmla="*/ 1 w 1"/>
                    <a:gd name="T5" fmla="*/ 486 h 4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486">
                      <a:moveTo>
                        <a:pt x="0" y="0"/>
                      </a:moveTo>
                      <a:lnTo>
                        <a:pt x="0" y="486"/>
                      </a:lnTo>
                      <a:lnTo>
                        <a:pt x="1" y="486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59" name="Group 34">
                  <a:extLst>
                    <a:ext uri="{FF2B5EF4-FFF2-40B4-BE49-F238E27FC236}">
                      <a16:creationId xmlns:a16="http://schemas.microsoft.com/office/drawing/2014/main" id="{53D27451-E323-5EE0-7531-E7D4146A1F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4" y="433"/>
                  <a:ext cx="3058" cy="2965"/>
                  <a:chOff x="144" y="433"/>
                  <a:chExt cx="3058" cy="2965"/>
                </a:xfrm>
              </p:grpSpPr>
              <p:sp>
                <p:nvSpPr>
                  <p:cNvPr id="60" name="Freeform 35">
                    <a:extLst>
                      <a:ext uri="{FF2B5EF4-FFF2-40B4-BE49-F238E27FC236}">
                        <a16:creationId xmlns:a16="http://schemas.microsoft.com/office/drawing/2014/main" id="{FB209248-2AB4-A914-D5A0-0A709882128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79" y="3281"/>
                    <a:ext cx="241" cy="1"/>
                  </a:xfrm>
                  <a:custGeom>
                    <a:avLst/>
                    <a:gdLst>
                      <a:gd name="T0" fmla="*/ 0 w 1143"/>
                      <a:gd name="T1" fmla="*/ 1142 w 1143"/>
                      <a:gd name="T2" fmla="*/ 1143 w 1143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1143">
                        <a:moveTo>
                          <a:pt x="0" y="0"/>
                        </a:moveTo>
                        <a:lnTo>
                          <a:pt x="1142" y="0"/>
                        </a:lnTo>
                        <a:lnTo>
                          <a:pt x="1143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61" name="Group 36">
                    <a:extLst>
                      <a:ext uri="{FF2B5EF4-FFF2-40B4-BE49-F238E27FC236}">
                        <a16:creationId xmlns:a16="http://schemas.microsoft.com/office/drawing/2014/main" id="{E80B0A95-F9B2-3860-4E25-C93EA7503DA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44" y="433"/>
                    <a:ext cx="3058" cy="2965"/>
                    <a:chOff x="144" y="433"/>
                    <a:chExt cx="3058" cy="2965"/>
                  </a:xfrm>
                </p:grpSpPr>
                <p:sp>
                  <p:nvSpPr>
                    <p:cNvPr id="63" name="Freeform 37">
                      <a:extLst>
                        <a:ext uri="{FF2B5EF4-FFF2-40B4-BE49-F238E27FC236}">
                          <a16:creationId xmlns:a16="http://schemas.microsoft.com/office/drawing/2014/main" id="{0890BF6E-AA40-1592-8CDF-E3CD24EF73F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199" y="433"/>
                      <a:ext cx="1" cy="459"/>
                    </a:xfrm>
                    <a:custGeom>
                      <a:avLst/>
                      <a:gdLst>
                        <a:gd name="T0" fmla="*/ 0 w 1"/>
                        <a:gd name="T1" fmla="*/ 0 h 2223"/>
                        <a:gd name="T2" fmla="*/ 0 w 1"/>
                        <a:gd name="T3" fmla="*/ 2223 h 2223"/>
                        <a:gd name="T4" fmla="*/ 1 w 1"/>
                        <a:gd name="T5" fmla="*/ 2223 h 222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1" h="2223">
                          <a:moveTo>
                            <a:pt x="0" y="0"/>
                          </a:moveTo>
                          <a:lnTo>
                            <a:pt x="0" y="2223"/>
                          </a:lnTo>
                          <a:lnTo>
                            <a:pt x="1" y="2223"/>
                          </a:lnTo>
                        </a:path>
                      </a:pathLst>
                    </a:custGeom>
                    <a:noFill/>
                    <a:ln w="12700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4" name="Freeform 38">
                      <a:extLst>
                        <a:ext uri="{FF2B5EF4-FFF2-40B4-BE49-F238E27FC236}">
                          <a16:creationId xmlns:a16="http://schemas.microsoft.com/office/drawing/2014/main" id="{F34FD7BF-C5B8-8BB5-0CBD-77211785DA0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199" y="993"/>
                      <a:ext cx="1" cy="100"/>
                    </a:xfrm>
                    <a:custGeom>
                      <a:avLst/>
                      <a:gdLst>
                        <a:gd name="T0" fmla="*/ 0 w 1"/>
                        <a:gd name="T1" fmla="*/ 0 h 486"/>
                        <a:gd name="T2" fmla="*/ 0 w 1"/>
                        <a:gd name="T3" fmla="*/ 486 h 486"/>
                        <a:gd name="T4" fmla="*/ 1 w 1"/>
                        <a:gd name="T5" fmla="*/ 486 h 48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1" h="486">
                          <a:moveTo>
                            <a:pt x="0" y="0"/>
                          </a:moveTo>
                          <a:lnTo>
                            <a:pt x="0" y="486"/>
                          </a:lnTo>
                          <a:lnTo>
                            <a:pt x="1" y="486"/>
                          </a:lnTo>
                        </a:path>
                      </a:pathLst>
                    </a:custGeom>
                    <a:noFill/>
                    <a:ln w="12700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5" name="Freeform 39">
                      <a:extLst>
                        <a:ext uri="{FF2B5EF4-FFF2-40B4-BE49-F238E27FC236}">
                          <a16:creationId xmlns:a16="http://schemas.microsoft.com/office/drawing/2014/main" id="{C1BA050D-017C-CA89-1171-77067B4D273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199" y="1193"/>
                      <a:ext cx="1" cy="503"/>
                    </a:xfrm>
                    <a:custGeom>
                      <a:avLst/>
                      <a:gdLst>
                        <a:gd name="T0" fmla="*/ 0 w 1"/>
                        <a:gd name="T1" fmla="*/ 0 h 2431"/>
                        <a:gd name="T2" fmla="*/ 0 w 1"/>
                        <a:gd name="T3" fmla="*/ 2431 h 2431"/>
                        <a:gd name="T4" fmla="*/ 1 w 1"/>
                        <a:gd name="T5" fmla="*/ 2431 h 24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1" h="2431">
                          <a:moveTo>
                            <a:pt x="0" y="0"/>
                          </a:moveTo>
                          <a:lnTo>
                            <a:pt x="0" y="2431"/>
                          </a:lnTo>
                          <a:lnTo>
                            <a:pt x="1" y="2431"/>
                          </a:lnTo>
                        </a:path>
                      </a:pathLst>
                    </a:custGeom>
                    <a:noFill/>
                    <a:ln w="12700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6" name="Freeform 40">
                      <a:extLst>
                        <a:ext uri="{FF2B5EF4-FFF2-40B4-BE49-F238E27FC236}">
                          <a16:creationId xmlns:a16="http://schemas.microsoft.com/office/drawing/2014/main" id="{F7531788-BBFD-DC36-8EF7-AE6172E00FB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199" y="1997"/>
                      <a:ext cx="1" cy="459"/>
                    </a:xfrm>
                    <a:custGeom>
                      <a:avLst/>
                      <a:gdLst>
                        <a:gd name="T0" fmla="*/ 0 w 1"/>
                        <a:gd name="T1" fmla="*/ 0 h 2223"/>
                        <a:gd name="T2" fmla="*/ 0 w 1"/>
                        <a:gd name="T3" fmla="*/ 2223 h 2223"/>
                        <a:gd name="T4" fmla="*/ 1 w 1"/>
                        <a:gd name="T5" fmla="*/ 2223 h 222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1" h="2223">
                          <a:moveTo>
                            <a:pt x="0" y="0"/>
                          </a:moveTo>
                          <a:lnTo>
                            <a:pt x="0" y="2223"/>
                          </a:lnTo>
                          <a:lnTo>
                            <a:pt x="1" y="2223"/>
                          </a:lnTo>
                        </a:path>
                      </a:pathLst>
                    </a:custGeom>
                    <a:noFill/>
                    <a:ln w="12700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7" name="Freeform 41">
                      <a:extLst>
                        <a:ext uri="{FF2B5EF4-FFF2-40B4-BE49-F238E27FC236}">
                          <a16:creationId xmlns:a16="http://schemas.microsoft.com/office/drawing/2014/main" id="{75722283-C352-3164-09DE-BF726285805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00" y="449"/>
                      <a:ext cx="2" cy="412"/>
                    </a:xfrm>
                    <a:custGeom>
                      <a:avLst/>
                      <a:gdLst>
                        <a:gd name="T0" fmla="*/ 0 w 1"/>
                        <a:gd name="T1" fmla="*/ 0 h 2000"/>
                        <a:gd name="T2" fmla="*/ 0 w 1"/>
                        <a:gd name="T3" fmla="*/ 2000 h 2000"/>
                        <a:gd name="T4" fmla="*/ 1 w 1"/>
                        <a:gd name="T5" fmla="*/ 2000 h 20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1" h="2000">
                          <a:moveTo>
                            <a:pt x="0" y="0"/>
                          </a:moveTo>
                          <a:lnTo>
                            <a:pt x="0" y="2000"/>
                          </a:lnTo>
                          <a:lnTo>
                            <a:pt x="1" y="2000"/>
                          </a:lnTo>
                        </a:path>
                      </a:pathLst>
                    </a:custGeom>
                    <a:noFill/>
                    <a:ln w="12700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8" name="Freeform 42">
                      <a:extLst>
                        <a:ext uri="{FF2B5EF4-FFF2-40B4-BE49-F238E27FC236}">
                          <a16:creationId xmlns:a16="http://schemas.microsoft.com/office/drawing/2014/main" id="{29F824A9-2AEE-218B-39F3-679D8AE54DE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00" y="962"/>
                      <a:ext cx="2" cy="100"/>
                    </a:xfrm>
                    <a:custGeom>
                      <a:avLst/>
                      <a:gdLst>
                        <a:gd name="T0" fmla="*/ 0 w 1"/>
                        <a:gd name="T1" fmla="*/ 0 h 486"/>
                        <a:gd name="T2" fmla="*/ 0 w 1"/>
                        <a:gd name="T3" fmla="*/ 486 h 486"/>
                        <a:gd name="T4" fmla="*/ 1 w 1"/>
                        <a:gd name="T5" fmla="*/ 486 h 48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1" h="486">
                          <a:moveTo>
                            <a:pt x="0" y="0"/>
                          </a:moveTo>
                          <a:lnTo>
                            <a:pt x="0" y="486"/>
                          </a:lnTo>
                          <a:lnTo>
                            <a:pt x="1" y="486"/>
                          </a:lnTo>
                        </a:path>
                      </a:pathLst>
                    </a:custGeom>
                    <a:noFill/>
                    <a:ln w="12700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9" name="Freeform 43">
                      <a:extLst>
                        <a:ext uri="{FF2B5EF4-FFF2-40B4-BE49-F238E27FC236}">
                          <a16:creationId xmlns:a16="http://schemas.microsoft.com/office/drawing/2014/main" id="{34A0319E-2027-98A9-D4E3-16210ABCC38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00" y="1163"/>
                      <a:ext cx="2" cy="502"/>
                    </a:xfrm>
                    <a:custGeom>
                      <a:avLst/>
                      <a:gdLst>
                        <a:gd name="T0" fmla="*/ 0 w 1"/>
                        <a:gd name="T1" fmla="*/ 0 h 2432"/>
                        <a:gd name="T2" fmla="*/ 0 w 1"/>
                        <a:gd name="T3" fmla="*/ 2432 h 2432"/>
                        <a:gd name="T4" fmla="*/ 1 w 1"/>
                        <a:gd name="T5" fmla="*/ 2432 h 24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1" h="2432">
                          <a:moveTo>
                            <a:pt x="0" y="0"/>
                          </a:moveTo>
                          <a:lnTo>
                            <a:pt x="0" y="2432"/>
                          </a:lnTo>
                          <a:lnTo>
                            <a:pt x="1" y="2432"/>
                          </a:lnTo>
                        </a:path>
                      </a:pathLst>
                    </a:custGeom>
                    <a:noFill/>
                    <a:ln w="12700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0" name="Freeform 44">
                      <a:extLst>
                        <a:ext uri="{FF2B5EF4-FFF2-40B4-BE49-F238E27FC236}">
                          <a16:creationId xmlns:a16="http://schemas.microsoft.com/office/drawing/2014/main" id="{9309DFD3-0660-9FE4-E661-F0ACA3C917D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00" y="1766"/>
                      <a:ext cx="2" cy="100"/>
                    </a:xfrm>
                    <a:custGeom>
                      <a:avLst/>
                      <a:gdLst>
                        <a:gd name="T0" fmla="*/ 0 w 1"/>
                        <a:gd name="T1" fmla="*/ 0 h 487"/>
                        <a:gd name="T2" fmla="*/ 0 w 1"/>
                        <a:gd name="T3" fmla="*/ 487 h 487"/>
                        <a:gd name="T4" fmla="*/ 1 w 1"/>
                        <a:gd name="T5" fmla="*/ 487 h 48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1" h="487">
                          <a:moveTo>
                            <a:pt x="0" y="0"/>
                          </a:moveTo>
                          <a:lnTo>
                            <a:pt x="0" y="487"/>
                          </a:lnTo>
                          <a:lnTo>
                            <a:pt x="1" y="487"/>
                          </a:lnTo>
                        </a:path>
                      </a:pathLst>
                    </a:custGeom>
                    <a:noFill/>
                    <a:ln w="12700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1" name="Freeform 45">
                      <a:extLst>
                        <a:ext uri="{FF2B5EF4-FFF2-40B4-BE49-F238E27FC236}">
                          <a16:creationId xmlns:a16="http://schemas.microsoft.com/office/drawing/2014/main" id="{5CD05AF2-435D-478A-30EB-54ED981A84A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00" y="1966"/>
                      <a:ext cx="2" cy="414"/>
                    </a:xfrm>
                    <a:custGeom>
                      <a:avLst/>
                      <a:gdLst>
                        <a:gd name="T0" fmla="*/ 0 w 1"/>
                        <a:gd name="T1" fmla="*/ 0 h 2001"/>
                        <a:gd name="T2" fmla="*/ 0 w 1"/>
                        <a:gd name="T3" fmla="*/ 2001 h 2001"/>
                        <a:gd name="T4" fmla="*/ 1 w 1"/>
                        <a:gd name="T5" fmla="*/ 2001 h 200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1" h="2001">
                          <a:moveTo>
                            <a:pt x="0" y="0"/>
                          </a:moveTo>
                          <a:lnTo>
                            <a:pt x="0" y="2001"/>
                          </a:lnTo>
                          <a:lnTo>
                            <a:pt x="1" y="2001"/>
                          </a:lnTo>
                        </a:path>
                      </a:pathLst>
                    </a:custGeom>
                    <a:noFill/>
                    <a:ln w="12700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2" name="Freeform 46">
                      <a:extLst>
                        <a:ext uri="{FF2B5EF4-FFF2-40B4-BE49-F238E27FC236}">
                          <a16:creationId xmlns:a16="http://schemas.microsoft.com/office/drawing/2014/main" id="{45ADBDD3-F81A-84DA-E971-C0ED2D5F4FC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196" y="3281"/>
                      <a:ext cx="7" cy="1"/>
                    </a:xfrm>
                    <a:custGeom>
                      <a:avLst/>
                      <a:gdLst>
                        <a:gd name="T0" fmla="*/ 0 w 31"/>
                        <a:gd name="T1" fmla="*/ 30 w 31"/>
                        <a:gd name="T2" fmla="*/ 31 w 31"/>
                      </a:gdLst>
                      <a:ahLst/>
                      <a:cxnLst>
                        <a:cxn ang="0">
                          <a:pos x="T0" y="0"/>
                        </a:cxn>
                        <a:cxn ang="0">
                          <a:pos x="T1" y="0"/>
                        </a:cxn>
                        <a:cxn ang="0">
                          <a:pos x="T2" y="0"/>
                        </a:cxn>
                      </a:cxnLst>
                      <a:rect l="0" t="0" r="r" b="b"/>
                      <a:pathLst>
                        <a:path w="31">
                          <a:moveTo>
                            <a:pt x="0" y="0"/>
                          </a:moveTo>
                          <a:lnTo>
                            <a:pt x="30" y="0"/>
                          </a:lnTo>
                          <a:lnTo>
                            <a:pt x="31" y="0"/>
                          </a:lnTo>
                        </a:path>
                      </a:pathLst>
                    </a:custGeom>
                    <a:noFill/>
                    <a:ln w="12700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3" name="Freeform 47">
                      <a:extLst>
                        <a:ext uri="{FF2B5EF4-FFF2-40B4-BE49-F238E27FC236}">
                          <a16:creationId xmlns:a16="http://schemas.microsoft.com/office/drawing/2014/main" id="{F6AE036F-F006-5E41-2A8C-5D023C72F36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199" y="3278"/>
                      <a:ext cx="1" cy="6"/>
                    </a:xfrm>
                    <a:custGeom>
                      <a:avLst/>
                      <a:gdLst>
                        <a:gd name="T0" fmla="*/ 0 w 1"/>
                        <a:gd name="T1" fmla="*/ 30 h 30"/>
                        <a:gd name="T2" fmla="*/ 0 w 1"/>
                        <a:gd name="T3" fmla="*/ 0 h 30"/>
                        <a:gd name="T4" fmla="*/ 1 w 1"/>
                        <a:gd name="T5" fmla="*/ 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1" h="30">
                          <a:moveTo>
                            <a:pt x="0" y="30"/>
                          </a:moveTo>
                          <a:lnTo>
                            <a:pt x="0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noFill/>
                    <a:ln w="12700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4" name="Freeform 48">
                      <a:extLst>
                        <a:ext uri="{FF2B5EF4-FFF2-40B4-BE49-F238E27FC236}">
                          <a16:creationId xmlns:a16="http://schemas.microsoft.com/office/drawing/2014/main" id="{C6AC62EF-8234-8046-1380-9C69F23499F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199" y="3163"/>
                      <a:ext cx="1" cy="235"/>
                    </a:xfrm>
                    <a:custGeom>
                      <a:avLst/>
                      <a:gdLst>
                        <a:gd name="T0" fmla="*/ 0 w 1"/>
                        <a:gd name="T1" fmla="*/ 1143 h 1143"/>
                        <a:gd name="T2" fmla="*/ 0 w 1"/>
                        <a:gd name="T3" fmla="*/ 0 h 1143"/>
                        <a:gd name="T4" fmla="*/ 1 w 1"/>
                        <a:gd name="T5" fmla="*/ 0 h 114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1" h="1143">
                          <a:moveTo>
                            <a:pt x="0" y="1143"/>
                          </a:moveTo>
                          <a:lnTo>
                            <a:pt x="0" y="0"/>
                          </a:lnTo>
                          <a:lnTo>
                            <a:pt x="1" y="0"/>
                          </a:lnTo>
                        </a:path>
                      </a:pathLst>
                    </a:custGeom>
                    <a:noFill/>
                    <a:ln w="12700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" name="Freeform 49">
                      <a:extLst>
                        <a:ext uri="{FF2B5EF4-FFF2-40B4-BE49-F238E27FC236}">
                          <a16:creationId xmlns:a16="http://schemas.microsoft.com/office/drawing/2014/main" id="{67D04469-1B8D-1355-6913-950E69CB517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4" y="3281"/>
                      <a:ext cx="811" cy="1"/>
                    </a:xfrm>
                    <a:custGeom>
                      <a:avLst/>
                      <a:gdLst>
                        <a:gd name="T0" fmla="*/ 0 w 3863"/>
                        <a:gd name="T1" fmla="*/ 3862 w 3863"/>
                        <a:gd name="T2" fmla="*/ 3863 w 3863"/>
                      </a:gdLst>
                      <a:ahLst/>
                      <a:cxnLst>
                        <a:cxn ang="0">
                          <a:pos x="T0" y="0"/>
                        </a:cxn>
                        <a:cxn ang="0">
                          <a:pos x="T1" y="0"/>
                        </a:cxn>
                        <a:cxn ang="0">
                          <a:pos x="T2" y="0"/>
                        </a:cxn>
                      </a:cxnLst>
                      <a:rect l="0" t="0" r="r" b="b"/>
                      <a:pathLst>
                        <a:path w="3863">
                          <a:moveTo>
                            <a:pt x="0" y="0"/>
                          </a:moveTo>
                          <a:lnTo>
                            <a:pt x="3862" y="0"/>
                          </a:lnTo>
                          <a:lnTo>
                            <a:pt x="3863" y="0"/>
                          </a:lnTo>
                        </a:path>
                      </a:pathLst>
                    </a:custGeom>
                    <a:noFill/>
                    <a:ln w="12700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6" name="Freeform 50">
                      <a:extLst>
                        <a:ext uri="{FF2B5EF4-FFF2-40B4-BE49-F238E27FC236}">
                          <a16:creationId xmlns:a16="http://schemas.microsoft.com/office/drawing/2014/main" id="{78AD7A3D-4C71-F9A3-8160-51A88888E92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44" y="3281"/>
                      <a:ext cx="811" cy="1"/>
                    </a:xfrm>
                    <a:custGeom>
                      <a:avLst/>
                      <a:gdLst>
                        <a:gd name="T0" fmla="*/ 0 w 3863"/>
                        <a:gd name="T1" fmla="*/ 3862 w 3863"/>
                        <a:gd name="T2" fmla="*/ 3863 w 3863"/>
                      </a:gdLst>
                      <a:ahLst/>
                      <a:cxnLst>
                        <a:cxn ang="0">
                          <a:pos x="T0" y="0"/>
                        </a:cxn>
                        <a:cxn ang="0">
                          <a:pos x="T1" y="0"/>
                        </a:cxn>
                        <a:cxn ang="0">
                          <a:pos x="T2" y="0"/>
                        </a:cxn>
                      </a:cxnLst>
                      <a:rect l="0" t="0" r="r" b="b"/>
                      <a:pathLst>
                        <a:path w="3863">
                          <a:moveTo>
                            <a:pt x="0" y="0"/>
                          </a:moveTo>
                          <a:lnTo>
                            <a:pt x="3862" y="0"/>
                          </a:lnTo>
                          <a:lnTo>
                            <a:pt x="3863" y="0"/>
                          </a:lnTo>
                        </a:path>
                      </a:pathLst>
                    </a:custGeom>
                    <a:noFill/>
                    <a:ln w="12700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62" name="Freeform 51">
                    <a:extLst>
                      <a:ext uri="{FF2B5EF4-FFF2-40B4-BE49-F238E27FC236}">
                        <a16:creationId xmlns:a16="http://schemas.microsoft.com/office/drawing/2014/main" id="{8BF1FC99-6B1F-0A67-CD49-1D94658DF6C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99" y="2241"/>
                    <a:ext cx="1" cy="798"/>
                  </a:xfrm>
                  <a:custGeom>
                    <a:avLst/>
                    <a:gdLst>
                      <a:gd name="T0" fmla="*/ 0 w 1"/>
                      <a:gd name="T1" fmla="*/ 3864 h 3864"/>
                      <a:gd name="T2" fmla="*/ 0 w 1"/>
                      <a:gd name="T3" fmla="*/ 0 h 3864"/>
                      <a:gd name="T4" fmla="*/ 1 w 1"/>
                      <a:gd name="T5" fmla="*/ 0 h 38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" h="3864">
                        <a:moveTo>
                          <a:pt x="0" y="3864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45" name="Group 52">
                <a:extLst>
                  <a:ext uri="{FF2B5EF4-FFF2-40B4-BE49-F238E27FC236}">
                    <a16:creationId xmlns:a16="http://schemas.microsoft.com/office/drawing/2014/main" id="{3A495C12-AD82-1FED-4341-F47A0A71C9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5" y="769"/>
                <a:ext cx="1550" cy="3291"/>
                <a:chOff x="383" y="607"/>
                <a:chExt cx="1634" cy="3469"/>
              </a:xfrm>
            </p:grpSpPr>
            <p:sp>
              <p:nvSpPr>
                <p:cNvPr id="46" name="Freeform 53">
                  <a:extLst>
                    <a:ext uri="{FF2B5EF4-FFF2-40B4-BE49-F238E27FC236}">
                      <a16:creationId xmlns:a16="http://schemas.microsoft.com/office/drawing/2014/main" id="{52FC5D39-53F4-D2F9-1C28-ED150F5CF0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9" y="607"/>
                  <a:ext cx="700" cy="1"/>
                </a:xfrm>
                <a:custGeom>
                  <a:avLst/>
                  <a:gdLst>
                    <a:gd name="T0" fmla="*/ 0 w 3336"/>
                    <a:gd name="T1" fmla="*/ 3334 w 3336"/>
                    <a:gd name="T2" fmla="*/ 3336 w 3336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336">
                      <a:moveTo>
                        <a:pt x="0" y="0"/>
                      </a:moveTo>
                      <a:lnTo>
                        <a:pt x="3334" y="0"/>
                      </a:lnTo>
                      <a:lnTo>
                        <a:pt x="3336" y="0"/>
                      </a:lnTo>
                    </a:path>
                  </a:pathLst>
                </a:custGeom>
                <a:noFill/>
                <a:ln w="38100" cmpd="sng">
                  <a:solidFill>
                    <a:srgbClr val="6699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" name="Freeform 54">
                  <a:extLst>
                    <a:ext uri="{FF2B5EF4-FFF2-40B4-BE49-F238E27FC236}">
                      <a16:creationId xmlns:a16="http://schemas.microsoft.com/office/drawing/2014/main" id="{1542F073-D37B-5BCA-3ABE-9089B46C9B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9" y="607"/>
                  <a:ext cx="1" cy="574"/>
                </a:xfrm>
                <a:custGeom>
                  <a:avLst/>
                  <a:gdLst>
                    <a:gd name="T0" fmla="*/ 0 w 2"/>
                    <a:gd name="T1" fmla="*/ 2780 h 2780"/>
                    <a:gd name="T2" fmla="*/ 0 w 2"/>
                    <a:gd name="T3" fmla="*/ 0 h 2780"/>
                    <a:gd name="T4" fmla="*/ 2 w 2"/>
                    <a:gd name="T5" fmla="*/ 0 h 27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2780">
                      <a:moveTo>
                        <a:pt x="0" y="2780"/>
                      </a:moveTo>
                      <a:lnTo>
                        <a:pt x="0" y="0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38100" cmpd="sng">
                  <a:solidFill>
                    <a:srgbClr val="6699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" name="Freeform 55">
                  <a:extLst>
                    <a:ext uri="{FF2B5EF4-FFF2-40B4-BE49-F238E27FC236}">
                      <a16:creationId xmlns:a16="http://schemas.microsoft.com/office/drawing/2014/main" id="{B27C21BB-CF9F-A843-B2B0-711045B493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9" y="1181"/>
                  <a:ext cx="467" cy="1"/>
                </a:xfrm>
                <a:custGeom>
                  <a:avLst/>
                  <a:gdLst>
                    <a:gd name="T0" fmla="*/ 0 w 2225"/>
                    <a:gd name="T1" fmla="*/ 2224 w 2225"/>
                    <a:gd name="T2" fmla="*/ 2225 w 222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225">
                      <a:moveTo>
                        <a:pt x="0" y="0"/>
                      </a:moveTo>
                      <a:lnTo>
                        <a:pt x="2224" y="0"/>
                      </a:lnTo>
                      <a:lnTo>
                        <a:pt x="2225" y="0"/>
                      </a:lnTo>
                    </a:path>
                  </a:pathLst>
                </a:custGeom>
                <a:noFill/>
                <a:ln w="38100" cmpd="sng">
                  <a:solidFill>
                    <a:srgbClr val="6699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" name="Freeform 56">
                  <a:extLst>
                    <a:ext uri="{FF2B5EF4-FFF2-40B4-BE49-F238E27FC236}">
                      <a16:creationId xmlns:a16="http://schemas.microsoft.com/office/drawing/2014/main" id="{7BABC690-FBBD-746C-9971-6D8FF03948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3" y="2272"/>
                  <a:ext cx="1633" cy="1"/>
                </a:xfrm>
                <a:custGeom>
                  <a:avLst/>
                  <a:gdLst>
                    <a:gd name="T0" fmla="*/ 0 w 7782"/>
                    <a:gd name="T1" fmla="*/ 7781 w 7782"/>
                    <a:gd name="T2" fmla="*/ 7782 w 778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7782">
                      <a:moveTo>
                        <a:pt x="0" y="0"/>
                      </a:moveTo>
                      <a:lnTo>
                        <a:pt x="7781" y="0"/>
                      </a:lnTo>
                      <a:lnTo>
                        <a:pt x="7782" y="0"/>
                      </a:lnTo>
                    </a:path>
                  </a:pathLst>
                </a:custGeom>
                <a:noFill/>
                <a:ln w="38100" cmpd="sng">
                  <a:solidFill>
                    <a:srgbClr val="6699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" name="Freeform 57">
                  <a:extLst>
                    <a:ext uri="{FF2B5EF4-FFF2-40B4-BE49-F238E27FC236}">
                      <a16:creationId xmlns:a16="http://schemas.microsoft.com/office/drawing/2014/main" id="{CCF13445-87ED-DFCE-2374-15BA105E78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9" y="607"/>
                  <a:ext cx="1" cy="574"/>
                </a:xfrm>
                <a:custGeom>
                  <a:avLst/>
                  <a:gdLst>
                    <a:gd name="T0" fmla="*/ 0 w 1"/>
                    <a:gd name="T1" fmla="*/ 0 h 2780"/>
                    <a:gd name="T2" fmla="*/ 0 w 1"/>
                    <a:gd name="T3" fmla="*/ 2780 h 2780"/>
                    <a:gd name="T4" fmla="*/ 1 w 1"/>
                    <a:gd name="T5" fmla="*/ 2780 h 27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780">
                      <a:moveTo>
                        <a:pt x="0" y="0"/>
                      </a:moveTo>
                      <a:lnTo>
                        <a:pt x="0" y="2780"/>
                      </a:lnTo>
                      <a:lnTo>
                        <a:pt x="1" y="2780"/>
                      </a:lnTo>
                    </a:path>
                  </a:pathLst>
                </a:custGeom>
                <a:noFill/>
                <a:ln w="38100" cmpd="sng">
                  <a:solidFill>
                    <a:srgbClr val="6699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" name="Freeform 58">
                  <a:extLst>
                    <a:ext uri="{FF2B5EF4-FFF2-40B4-BE49-F238E27FC236}">
                      <a16:creationId xmlns:a16="http://schemas.microsoft.com/office/drawing/2014/main" id="{BBAD8FDC-4E63-30CC-1018-95F52164D3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3" y="1181"/>
                  <a:ext cx="467" cy="1"/>
                </a:xfrm>
                <a:custGeom>
                  <a:avLst/>
                  <a:gdLst>
                    <a:gd name="T0" fmla="*/ 0 w 2224"/>
                    <a:gd name="T1" fmla="*/ 2223 w 2224"/>
                    <a:gd name="T2" fmla="*/ 2224 w 222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2224">
                      <a:moveTo>
                        <a:pt x="0" y="0"/>
                      </a:moveTo>
                      <a:lnTo>
                        <a:pt x="2223" y="0"/>
                      </a:lnTo>
                      <a:lnTo>
                        <a:pt x="2224" y="0"/>
                      </a:lnTo>
                    </a:path>
                  </a:pathLst>
                </a:custGeom>
                <a:noFill/>
                <a:ln w="38100" cmpd="sng">
                  <a:solidFill>
                    <a:srgbClr val="6699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" name="Freeform 59">
                  <a:extLst>
                    <a:ext uri="{FF2B5EF4-FFF2-40B4-BE49-F238E27FC236}">
                      <a16:creationId xmlns:a16="http://schemas.microsoft.com/office/drawing/2014/main" id="{E30892E7-9E9C-4D7B-36A4-8A506ABD2C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3" y="1181"/>
                  <a:ext cx="1" cy="1091"/>
                </a:xfrm>
                <a:custGeom>
                  <a:avLst/>
                  <a:gdLst>
                    <a:gd name="T0" fmla="*/ 0 w 1"/>
                    <a:gd name="T1" fmla="*/ 0 h 5280"/>
                    <a:gd name="T2" fmla="*/ 0 w 1"/>
                    <a:gd name="T3" fmla="*/ 5280 h 5280"/>
                    <a:gd name="T4" fmla="*/ 1 w 1"/>
                    <a:gd name="T5" fmla="*/ 5280 h 5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5280">
                      <a:moveTo>
                        <a:pt x="0" y="0"/>
                      </a:moveTo>
                      <a:lnTo>
                        <a:pt x="0" y="5280"/>
                      </a:lnTo>
                      <a:lnTo>
                        <a:pt x="1" y="5280"/>
                      </a:lnTo>
                    </a:path>
                  </a:pathLst>
                </a:custGeom>
                <a:noFill/>
                <a:ln w="38100" cmpd="sng">
                  <a:solidFill>
                    <a:srgbClr val="6699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Freeform 60">
                  <a:extLst>
                    <a:ext uri="{FF2B5EF4-FFF2-40B4-BE49-F238E27FC236}">
                      <a16:creationId xmlns:a16="http://schemas.microsoft.com/office/drawing/2014/main" id="{F751811C-1222-C5C7-C6D0-CFCF850208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6" y="1181"/>
                  <a:ext cx="1" cy="1091"/>
                </a:xfrm>
                <a:custGeom>
                  <a:avLst/>
                  <a:gdLst>
                    <a:gd name="T0" fmla="*/ 0 w 1"/>
                    <a:gd name="T1" fmla="*/ 5280 h 5280"/>
                    <a:gd name="T2" fmla="*/ 0 w 1"/>
                    <a:gd name="T3" fmla="*/ 0 h 5280"/>
                    <a:gd name="T4" fmla="*/ 1 w 1"/>
                    <a:gd name="T5" fmla="*/ 0 h 5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5280">
                      <a:moveTo>
                        <a:pt x="0" y="5280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 cmpd="sng">
                  <a:solidFill>
                    <a:srgbClr val="6699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4" name="Freeform 61">
                  <a:extLst>
                    <a:ext uri="{FF2B5EF4-FFF2-40B4-BE49-F238E27FC236}">
                      <a16:creationId xmlns:a16="http://schemas.microsoft.com/office/drawing/2014/main" id="{EA5E2A8B-AD32-0FF9-9C21-D273AB21A8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9" y="4007"/>
                  <a:ext cx="700" cy="69"/>
                </a:xfrm>
                <a:custGeom>
                  <a:avLst/>
                  <a:gdLst>
                    <a:gd name="T0" fmla="*/ 0 w 3336"/>
                    <a:gd name="T1" fmla="*/ 0 h 333"/>
                    <a:gd name="T2" fmla="*/ 1095 w 3336"/>
                    <a:gd name="T3" fmla="*/ 333 h 333"/>
                    <a:gd name="T4" fmla="*/ 2239 w 3336"/>
                    <a:gd name="T5" fmla="*/ 333 h 333"/>
                    <a:gd name="T6" fmla="*/ 3334 w 3336"/>
                    <a:gd name="T7" fmla="*/ 0 h 333"/>
                    <a:gd name="T8" fmla="*/ 3336 w 3336"/>
                    <a:gd name="T9" fmla="*/ 0 h 3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336" h="333">
                      <a:moveTo>
                        <a:pt x="0" y="0"/>
                      </a:moveTo>
                      <a:lnTo>
                        <a:pt x="1095" y="333"/>
                      </a:lnTo>
                      <a:lnTo>
                        <a:pt x="2239" y="333"/>
                      </a:lnTo>
                      <a:lnTo>
                        <a:pt x="3334" y="0"/>
                      </a:lnTo>
                      <a:lnTo>
                        <a:pt x="3336" y="0"/>
                      </a:lnTo>
                    </a:path>
                  </a:pathLst>
                </a:custGeom>
                <a:noFill/>
                <a:ln w="38100" cmpd="sng">
                  <a:solidFill>
                    <a:srgbClr val="6699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5" name="Freeform 62">
                  <a:extLst>
                    <a:ext uri="{FF2B5EF4-FFF2-40B4-BE49-F238E27FC236}">
                      <a16:creationId xmlns:a16="http://schemas.microsoft.com/office/drawing/2014/main" id="{0DAF9D4C-613D-69CB-DD5D-81F43EB91F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9" y="2555"/>
                  <a:ext cx="461" cy="1452"/>
                </a:xfrm>
                <a:custGeom>
                  <a:avLst/>
                  <a:gdLst>
                    <a:gd name="T0" fmla="*/ 0 w 2192"/>
                    <a:gd name="T1" fmla="*/ 7032 h 7032"/>
                    <a:gd name="T2" fmla="*/ 820 w 2192"/>
                    <a:gd name="T3" fmla="*/ 6509 h 7032"/>
                    <a:gd name="T4" fmla="*/ 1484 w 2192"/>
                    <a:gd name="T5" fmla="*/ 5798 h 7032"/>
                    <a:gd name="T6" fmla="*/ 1951 w 2192"/>
                    <a:gd name="T7" fmla="*/ 4944 h 7032"/>
                    <a:gd name="T8" fmla="*/ 2192 w 2192"/>
                    <a:gd name="T9" fmla="*/ 4002 h 7032"/>
                    <a:gd name="T10" fmla="*/ 2192 w 2192"/>
                    <a:gd name="T11" fmla="*/ 3029 h 7032"/>
                    <a:gd name="T12" fmla="*/ 1951 w 2192"/>
                    <a:gd name="T13" fmla="*/ 2087 h 7032"/>
                    <a:gd name="T14" fmla="*/ 1484 w 2192"/>
                    <a:gd name="T15" fmla="*/ 1234 h 7032"/>
                    <a:gd name="T16" fmla="*/ 820 w 2192"/>
                    <a:gd name="T17" fmla="*/ 524 h 7032"/>
                    <a:gd name="T18" fmla="*/ 0 w 2192"/>
                    <a:gd name="T19" fmla="*/ 0 h 7032"/>
                    <a:gd name="T20" fmla="*/ 2 w 2192"/>
                    <a:gd name="T21" fmla="*/ 0 h 7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192" h="7032">
                      <a:moveTo>
                        <a:pt x="0" y="7032"/>
                      </a:moveTo>
                      <a:lnTo>
                        <a:pt x="820" y="6509"/>
                      </a:lnTo>
                      <a:lnTo>
                        <a:pt x="1484" y="5798"/>
                      </a:lnTo>
                      <a:lnTo>
                        <a:pt x="1951" y="4944"/>
                      </a:lnTo>
                      <a:lnTo>
                        <a:pt x="2192" y="4002"/>
                      </a:lnTo>
                      <a:lnTo>
                        <a:pt x="2192" y="3029"/>
                      </a:lnTo>
                      <a:lnTo>
                        <a:pt x="1951" y="2087"/>
                      </a:lnTo>
                      <a:lnTo>
                        <a:pt x="1484" y="1234"/>
                      </a:lnTo>
                      <a:lnTo>
                        <a:pt x="820" y="524"/>
                      </a:lnTo>
                      <a:lnTo>
                        <a:pt x="0" y="0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38100" cmpd="sng">
                  <a:solidFill>
                    <a:srgbClr val="6699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" name="Freeform 63">
                  <a:extLst>
                    <a:ext uri="{FF2B5EF4-FFF2-40B4-BE49-F238E27FC236}">
                      <a16:creationId xmlns:a16="http://schemas.microsoft.com/office/drawing/2014/main" id="{37991071-6FC3-77F8-3FF9-075DB08854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9" y="2487"/>
                  <a:ext cx="700" cy="68"/>
                </a:xfrm>
                <a:custGeom>
                  <a:avLst/>
                  <a:gdLst>
                    <a:gd name="T0" fmla="*/ 3334 w 3334"/>
                    <a:gd name="T1" fmla="*/ 333 h 333"/>
                    <a:gd name="T2" fmla="*/ 2239 w 3334"/>
                    <a:gd name="T3" fmla="*/ 0 h 333"/>
                    <a:gd name="T4" fmla="*/ 1095 w 3334"/>
                    <a:gd name="T5" fmla="*/ 0 h 333"/>
                    <a:gd name="T6" fmla="*/ 0 w 3334"/>
                    <a:gd name="T7" fmla="*/ 333 h 333"/>
                    <a:gd name="T8" fmla="*/ 1 w 3334"/>
                    <a:gd name="T9" fmla="*/ 333 h 3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334" h="333">
                      <a:moveTo>
                        <a:pt x="3334" y="333"/>
                      </a:moveTo>
                      <a:lnTo>
                        <a:pt x="2239" y="0"/>
                      </a:lnTo>
                      <a:lnTo>
                        <a:pt x="1095" y="0"/>
                      </a:lnTo>
                      <a:lnTo>
                        <a:pt x="0" y="333"/>
                      </a:lnTo>
                      <a:lnTo>
                        <a:pt x="1" y="333"/>
                      </a:lnTo>
                    </a:path>
                  </a:pathLst>
                </a:custGeom>
                <a:noFill/>
                <a:ln w="38100" cmpd="sng">
                  <a:solidFill>
                    <a:srgbClr val="6699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" name="Freeform 64">
                  <a:extLst>
                    <a:ext uri="{FF2B5EF4-FFF2-40B4-BE49-F238E27FC236}">
                      <a16:creationId xmlns:a16="http://schemas.microsoft.com/office/drawing/2014/main" id="{AAA8E6C8-A6E4-1E1D-543E-415609EDE0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9" y="2555"/>
                  <a:ext cx="461" cy="1452"/>
                </a:xfrm>
                <a:custGeom>
                  <a:avLst/>
                  <a:gdLst>
                    <a:gd name="T0" fmla="*/ 2192 w 2193"/>
                    <a:gd name="T1" fmla="*/ 0 h 7032"/>
                    <a:gd name="T2" fmla="*/ 1372 w 2193"/>
                    <a:gd name="T3" fmla="*/ 524 h 7032"/>
                    <a:gd name="T4" fmla="*/ 708 w 2193"/>
                    <a:gd name="T5" fmla="*/ 1234 h 7032"/>
                    <a:gd name="T6" fmla="*/ 241 w 2193"/>
                    <a:gd name="T7" fmla="*/ 2087 h 7032"/>
                    <a:gd name="T8" fmla="*/ 0 w 2193"/>
                    <a:gd name="T9" fmla="*/ 3029 h 7032"/>
                    <a:gd name="T10" fmla="*/ 0 w 2193"/>
                    <a:gd name="T11" fmla="*/ 4002 h 7032"/>
                    <a:gd name="T12" fmla="*/ 241 w 2193"/>
                    <a:gd name="T13" fmla="*/ 4944 h 7032"/>
                    <a:gd name="T14" fmla="*/ 708 w 2193"/>
                    <a:gd name="T15" fmla="*/ 5798 h 7032"/>
                    <a:gd name="T16" fmla="*/ 1372 w 2193"/>
                    <a:gd name="T17" fmla="*/ 6509 h 7032"/>
                    <a:gd name="T18" fmla="*/ 2192 w 2193"/>
                    <a:gd name="T19" fmla="*/ 7032 h 7032"/>
                    <a:gd name="T20" fmla="*/ 2193 w 2193"/>
                    <a:gd name="T21" fmla="*/ 7032 h 7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193" h="7032">
                      <a:moveTo>
                        <a:pt x="2192" y="0"/>
                      </a:moveTo>
                      <a:lnTo>
                        <a:pt x="1372" y="524"/>
                      </a:lnTo>
                      <a:lnTo>
                        <a:pt x="708" y="1234"/>
                      </a:lnTo>
                      <a:lnTo>
                        <a:pt x="241" y="2087"/>
                      </a:lnTo>
                      <a:lnTo>
                        <a:pt x="0" y="3029"/>
                      </a:lnTo>
                      <a:lnTo>
                        <a:pt x="0" y="4002"/>
                      </a:lnTo>
                      <a:lnTo>
                        <a:pt x="241" y="4944"/>
                      </a:lnTo>
                      <a:lnTo>
                        <a:pt x="708" y="5798"/>
                      </a:lnTo>
                      <a:lnTo>
                        <a:pt x="1372" y="6509"/>
                      </a:lnTo>
                      <a:lnTo>
                        <a:pt x="2192" y="7032"/>
                      </a:lnTo>
                      <a:lnTo>
                        <a:pt x="2193" y="7032"/>
                      </a:lnTo>
                    </a:path>
                  </a:pathLst>
                </a:custGeom>
                <a:noFill/>
                <a:ln w="38100" cmpd="sng">
                  <a:solidFill>
                    <a:srgbClr val="6699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35" name="Freeform 65">
              <a:extLst>
                <a:ext uri="{FF2B5EF4-FFF2-40B4-BE49-F238E27FC236}">
                  <a16:creationId xmlns:a16="http://schemas.microsoft.com/office/drawing/2014/main" id="{7FDD1A94-F6F9-81FF-8F89-0581B7608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2" y="2348"/>
              <a:ext cx="1549" cy="1"/>
            </a:xfrm>
            <a:custGeom>
              <a:avLst/>
              <a:gdLst>
                <a:gd name="T0" fmla="*/ 0 w 7781"/>
                <a:gd name="T1" fmla="*/ 7780 w 7781"/>
                <a:gd name="T2" fmla="*/ 7781 w 778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781">
                  <a:moveTo>
                    <a:pt x="0" y="0"/>
                  </a:moveTo>
                  <a:lnTo>
                    <a:pt x="7780" y="0"/>
                  </a:lnTo>
                  <a:lnTo>
                    <a:pt x="7781" y="0"/>
                  </a:lnTo>
                </a:path>
              </a:pathLst>
            </a:custGeom>
            <a:noFill/>
            <a:ln w="38100" cmpd="sng">
              <a:solidFill>
                <a:srgbClr val="66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66">
              <a:extLst>
                <a:ext uri="{FF2B5EF4-FFF2-40B4-BE49-F238E27FC236}">
                  <a16:creationId xmlns:a16="http://schemas.microsoft.com/office/drawing/2014/main" id="{C94CDC01-9209-A7FA-72F0-44BC56C839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8" y="769"/>
              <a:ext cx="1399" cy="1"/>
            </a:xfrm>
            <a:custGeom>
              <a:avLst/>
              <a:gdLst>
                <a:gd name="T0" fmla="*/ 0 w 7030"/>
                <a:gd name="T1" fmla="*/ 7029 w 7030"/>
                <a:gd name="T2" fmla="*/ 7030 w 703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030">
                  <a:moveTo>
                    <a:pt x="0" y="0"/>
                  </a:moveTo>
                  <a:lnTo>
                    <a:pt x="7029" y="0"/>
                  </a:lnTo>
                  <a:lnTo>
                    <a:pt x="7030" y="0"/>
                  </a:lnTo>
                </a:path>
              </a:pathLst>
            </a:custGeom>
            <a:noFill/>
            <a:ln w="38100" cmpd="sng">
              <a:solidFill>
                <a:srgbClr val="66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67">
              <a:extLst>
                <a:ext uri="{FF2B5EF4-FFF2-40B4-BE49-F238E27FC236}">
                  <a16:creationId xmlns:a16="http://schemas.microsoft.com/office/drawing/2014/main" id="{8969B2E0-979D-72DE-D3B2-9C5492DD4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8" y="1314"/>
              <a:ext cx="1399" cy="0"/>
            </a:xfrm>
            <a:custGeom>
              <a:avLst/>
              <a:gdLst>
                <a:gd name="T0" fmla="*/ 0 w 7030"/>
                <a:gd name="T1" fmla="*/ 7029 w 7030"/>
                <a:gd name="T2" fmla="*/ 7030 w 703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030">
                  <a:moveTo>
                    <a:pt x="0" y="0"/>
                  </a:moveTo>
                  <a:lnTo>
                    <a:pt x="7029" y="0"/>
                  </a:lnTo>
                  <a:lnTo>
                    <a:pt x="7030" y="0"/>
                  </a:lnTo>
                </a:path>
              </a:pathLst>
            </a:custGeom>
            <a:noFill/>
            <a:ln w="38100" cmpd="sng">
              <a:solidFill>
                <a:srgbClr val="FF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68">
              <a:extLst>
                <a:ext uri="{FF2B5EF4-FFF2-40B4-BE49-F238E27FC236}">
                  <a16:creationId xmlns:a16="http://schemas.microsoft.com/office/drawing/2014/main" id="{B9799442-73D0-FB8D-4B86-D85E811413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2" y="769"/>
              <a:ext cx="2" cy="1579"/>
            </a:xfrm>
            <a:custGeom>
              <a:avLst/>
              <a:gdLst>
                <a:gd name="T0" fmla="*/ 0 w 1"/>
                <a:gd name="T1" fmla="*/ 0 h 8060"/>
                <a:gd name="T2" fmla="*/ 0 w 1"/>
                <a:gd name="T3" fmla="*/ 8060 h 8060"/>
                <a:gd name="T4" fmla="*/ 1 w 1"/>
                <a:gd name="T5" fmla="*/ 8060 h 8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060">
                  <a:moveTo>
                    <a:pt x="0" y="0"/>
                  </a:moveTo>
                  <a:lnTo>
                    <a:pt x="0" y="8060"/>
                  </a:lnTo>
                  <a:lnTo>
                    <a:pt x="1" y="8060"/>
                  </a:lnTo>
                </a:path>
              </a:pathLst>
            </a:custGeom>
            <a:noFill/>
            <a:ln w="38100" cmpd="sng">
              <a:solidFill>
                <a:srgbClr val="66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69">
              <a:extLst>
                <a:ext uri="{FF2B5EF4-FFF2-40B4-BE49-F238E27FC236}">
                  <a16:creationId xmlns:a16="http://schemas.microsoft.com/office/drawing/2014/main" id="{2B0FA471-7E02-3588-5498-8B959238B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1" y="769"/>
              <a:ext cx="1" cy="1579"/>
            </a:xfrm>
            <a:custGeom>
              <a:avLst/>
              <a:gdLst>
                <a:gd name="T0" fmla="*/ 0 w 1"/>
                <a:gd name="T1" fmla="*/ 8060 h 8060"/>
                <a:gd name="T2" fmla="*/ 0 w 1"/>
                <a:gd name="T3" fmla="*/ 0 h 8060"/>
                <a:gd name="T4" fmla="*/ 1 w 1"/>
                <a:gd name="T5" fmla="*/ 0 h 8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060">
                  <a:moveTo>
                    <a:pt x="0" y="806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66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70">
              <a:extLst>
                <a:ext uri="{FF2B5EF4-FFF2-40B4-BE49-F238E27FC236}">
                  <a16:creationId xmlns:a16="http://schemas.microsoft.com/office/drawing/2014/main" id="{6D7377FF-7B86-1337-D981-3F48A88C81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8" y="769"/>
              <a:ext cx="1" cy="545"/>
            </a:xfrm>
            <a:custGeom>
              <a:avLst/>
              <a:gdLst>
                <a:gd name="T0" fmla="*/ 0 w 1"/>
                <a:gd name="T1" fmla="*/ 2780 h 2780"/>
                <a:gd name="T2" fmla="*/ 0 w 1"/>
                <a:gd name="T3" fmla="*/ 0 h 2780"/>
                <a:gd name="T4" fmla="*/ 1 w 1"/>
                <a:gd name="T5" fmla="*/ 0 h 2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780">
                  <a:moveTo>
                    <a:pt x="0" y="278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rgbClr val="FF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71">
              <a:extLst>
                <a:ext uri="{FF2B5EF4-FFF2-40B4-BE49-F238E27FC236}">
                  <a16:creationId xmlns:a16="http://schemas.microsoft.com/office/drawing/2014/main" id="{C737C814-B694-E16C-E1CB-C149ED2B4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769"/>
              <a:ext cx="1" cy="545"/>
            </a:xfrm>
            <a:custGeom>
              <a:avLst/>
              <a:gdLst>
                <a:gd name="T0" fmla="*/ 0 w 1"/>
                <a:gd name="T1" fmla="*/ 0 h 2780"/>
                <a:gd name="T2" fmla="*/ 0 w 1"/>
                <a:gd name="T3" fmla="*/ 2780 h 2780"/>
                <a:gd name="T4" fmla="*/ 1 w 1"/>
                <a:gd name="T5" fmla="*/ 2780 h 2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780">
                  <a:moveTo>
                    <a:pt x="0" y="0"/>
                  </a:moveTo>
                  <a:lnTo>
                    <a:pt x="0" y="2780"/>
                  </a:lnTo>
                  <a:lnTo>
                    <a:pt x="1" y="2780"/>
                  </a:lnTo>
                </a:path>
              </a:pathLst>
            </a:custGeom>
            <a:noFill/>
            <a:ln w="38100" cmpd="sng">
              <a:solidFill>
                <a:srgbClr val="FF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72">
              <a:extLst>
                <a:ext uri="{FF2B5EF4-FFF2-40B4-BE49-F238E27FC236}">
                  <a16:creationId xmlns:a16="http://schemas.microsoft.com/office/drawing/2014/main" id="{0C8B47FD-4E2B-AF32-AAAF-966744F5D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769"/>
              <a:ext cx="75" cy="1"/>
            </a:xfrm>
            <a:custGeom>
              <a:avLst/>
              <a:gdLst>
                <a:gd name="T0" fmla="*/ 0 w 376"/>
                <a:gd name="T1" fmla="*/ 375 w 376"/>
                <a:gd name="T2" fmla="*/ 376 w 37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76">
                  <a:moveTo>
                    <a:pt x="0" y="0"/>
                  </a:moveTo>
                  <a:lnTo>
                    <a:pt x="375" y="0"/>
                  </a:lnTo>
                  <a:lnTo>
                    <a:pt x="376" y="0"/>
                  </a:lnTo>
                </a:path>
              </a:pathLst>
            </a:custGeom>
            <a:noFill/>
            <a:ln w="38100" cmpd="sng">
              <a:solidFill>
                <a:srgbClr val="66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73">
              <a:extLst>
                <a:ext uri="{FF2B5EF4-FFF2-40B4-BE49-F238E27FC236}">
                  <a16:creationId xmlns:a16="http://schemas.microsoft.com/office/drawing/2014/main" id="{1723CFF1-F320-2527-88B2-FF42564117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2" y="769"/>
              <a:ext cx="76" cy="1"/>
            </a:xfrm>
            <a:custGeom>
              <a:avLst/>
              <a:gdLst>
                <a:gd name="T0" fmla="*/ 0 w 377"/>
                <a:gd name="T1" fmla="*/ 376 w 377"/>
                <a:gd name="T2" fmla="*/ 377 w 37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77">
                  <a:moveTo>
                    <a:pt x="0" y="0"/>
                  </a:moveTo>
                  <a:lnTo>
                    <a:pt x="376" y="0"/>
                  </a:lnTo>
                  <a:lnTo>
                    <a:pt x="377" y="0"/>
                  </a:lnTo>
                </a:path>
              </a:pathLst>
            </a:custGeom>
            <a:noFill/>
            <a:ln w="38100" cmpd="sng">
              <a:solidFill>
                <a:srgbClr val="66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7" name="Text Box 77">
            <a:extLst>
              <a:ext uri="{FF2B5EF4-FFF2-40B4-BE49-F238E27FC236}">
                <a16:creationId xmlns:a16="http://schemas.microsoft.com/office/drawing/2014/main" id="{126587C1-95A7-6F05-4FD4-C77A84630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3640" y="787326"/>
            <a:ext cx="9525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b="0" i="1"/>
              <a:t>1’(2’)</a:t>
            </a:r>
          </a:p>
        </p:txBody>
      </p:sp>
      <p:sp>
        <p:nvSpPr>
          <p:cNvPr id="78" name="Text Box 78">
            <a:extLst>
              <a:ext uri="{FF2B5EF4-FFF2-40B4-BE49-F238E27FC236}">
                <a16:creationId xmlns:a16="http://schemas.microsoft.com/office/drawing/2014/main" id="{7E32A2C9-D2B3-0DC7-9C1B-B72DAA408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7265" y="6232451"/>
            <a:ext cx="9525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b="0" i="1"/>
              <a:t>1(3</a:t>
            </a:r>
            <a:r>
              <a:rPr lang="en-US" altLang="zh-CN" i="1"/>
              <a:t>)</a:t>
            </a:r>
            <a:endParaRPr lang="en-US" altLang="zh-CN" b="0" i="1"/>
          </a:p>
        </p:txBody>
      </p:sp>
      <p:sp>
        <p:nvSpPr>
          <p:cNvPr id="79" name="Text Box 79">
            <a:extLst>
              <a:ext uri="{FF2B5EF4-FFF2-40B4-BE49-F238E27FC236}">
                <a16:creationId xmlns:a16="http://schemas.microsoft.com/office/drawing/2014/main" id="{1412BC87-90EC-1000-CB40-F11F96EDD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4553" y="1660451"/>
            <a:ext cx="9525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b="0" i="1"/>
              <a:t>3’(4’)</a:t>
            </a:r>
          </a:p>
        </p:txBody>
      </p:sp>
      <p:sp>
        <p:nvSpPr>
          <p:cNvPr id="80" name="Text Box 80">
            <a:extLst>
              <a:ext uri="{FF2B5EF4-FFF2-40B4-BE49-F238E27FC236}">
                <a16:creationId xmlns:a16="http://schemas.microsoft.com/office/drawing/2014/main" id="{43CB8DBE-C8B9-F6AC-ABCB-2E09C908E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7265" y="3794051"/>
            <a:ext cx="9525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b="0" i="1"/>
              <a:t>2(4)</a:t>
            </a:r>
          </a:p>
        </p:txBody>
      </p:sp>
    </p:spTree>
    <p:extLst>
      <p:ext uri="{BB962C8B-B14F-4D97-AF65-F5344CB8AC3E}">
        <p14:creationId xmlns:p14="http://schemas.microsoft.com/office/powerpoint/2010/main" val="437642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 autoUpdateAnimBg="0"/>
      <p:bldP spid="77" grpId="0" build="p" autoUpdateAnimBg="0"/>
      <p:bldP spid="78" grpId="0" build="p" autoUpdateAnimBg="0"/>
      <p:bldP spid="79" grpId="0" build="p" autoUpdateAnimBg="0"/>
      <p:bldP spid="80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9632C-08E3-EEC9-33E4-B1345ABBC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5F805-6D5D-5B43-A7E8-6D01F00FBDC7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65583C-4D58-F351-613C-781E90D1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CFF87-D0CD-1B23-63A8-B32A97DB7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30</a:t>
            </a:fld>
            <a:endParaRPr lang="en-US"/>
          </a:p>
        </p:txBody>
      </p:sp>
      <p:graphicFrame>
        <p:nvGraphicFramePr>
          <p:cNvPr id="5" name="Object 71">
            <a:extLst>
              <a:ext uri="{FF2B5EF4-FFF2-40B4-BE49-F238E27FC236}">
                <a16:creationId xmlns:a16="http://schemas.microsoft.com/office/drawing/2014/main" id="{F1D97E00-009B-883D-CE3B-9C79B303E6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9694" y="869951"/>
          <a:ext cx="8280400" cy="583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8520635" imgH="6438095" progId="Photoshop.Image.8">
                  <p:embed/>
                </p:oleObj>
              </mc:Choice>
              <mc:Fallback>
                <p:oleObj name="Image" r:id="rId2" imgW="8520635" imgH="6438095" progId="Photoshop.Image.8">
                  <p:embed/>
                  <p:pic>
                    <p:nvPicPr>
                      <p:cNvPr id="5" name="Object 71">
                        <a:extLst>
                          <a:ext uri="{FF2B5EF4-FFF2-40B4-BE49-F238E27FC236}">
                            <a16:creationId xmlns:a16="http://schemas.microsoft.com/office/drawing/2014/main" id="{F1D97E00-009B-883D-CE3B-9C79B303E6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9529" r="2959"/>
                      <a:stretch>
                        <a:fillRect/>
                      </a:stretch>
                    </p:blipFill>
                    <p:spPr bwMode="auto">
                      <a:xfrm>
                        <a:off x="2219694" y="869951"/>
                        <a:ext cx="8280400" cy="583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">
            <a:extLst>
              <a:ext uri="{FF2B5EF4-FFF2-40B4-BE49-F238E27FC236}">
                <a16:creationId xmlns:a16="http://schemas.microsoft.com/office/drawing/2014/main" id="{E0AD619F-7FD6-9EAA-9C99-EFD95532D696}"/>
              </a:ext>
            </a:extLst>
          </p:cNvPr>
          <p:cNvGrpSpPr>
            <a:grpSpLocks/>
          </p:cNvGrpSpPr>
          <p:nvPr/>
        </p:nvGrpSpPr>
        <p:grpSpPr bwMode="auto">
          <a:xfrm>
            <a:off x="4875582" y="1128714"/>
            <a:ext cx="2857500" cy="5229225"/>
            <a:chOff x="2013" y="599"/>
            <a:chExt cx="1800" cy="3294"/>
          </a:xfrm>
        </p:grpSpPr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13CE803E-6703-A347-BC99-B4F7B758F2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62" y="822"/>
              <a:ext cx="1208" cy="3071"/>
              <a:chOff x="2262" y="822"/>
              <a:chExt cx="1208" cy="3071"/>
            </a:xfrm>
          </p:grpSpPr>
          <p:sp>
            <p:nvSpPr>
              <p:cNvPr id="12" name="Freeform 5">
                <a:extLst>
                  <a:ext uri="{FF2B5EF4-FFF2-40B4-BE49-F238E27FC236}">
                    <a16:creationId xmlns:a16="http://schemas.microsoft.com/office/drawing/2014/main" id="{F34B9F05-D2B0-F7C4-8EA9-8330C2F69F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2" y="822"/>
                <a:ext cx="1" cy="1824"/>
              </a:xfrm>
              <a:custGeom>
                <a:avLst/>
                <a:gdLst>
                  <a:gd name="T0" fmla="*/ 0 w 1"/>
                  <a:gd name="T1" fmla="*/ 0 h 1824"/>
                  <a:gd name="T2" fmla="*/ 0 w 1"/>
                  <a:gd name="T3" fmla="*/ 1824 h 1824"/>
                  <a:gd name="T4" fmla="*/ 1 w 1"/>
                  <a:gd name="T5" fmla="*/ 1420 h 18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824">
                    <a:moveTo>
                      <a:pt x="0" y="0"/>
                    </a:moveTo>
                    <a:lnTo>
                      <a:pt x="0" y="1824"/>
                    </a:lnTo>
                    <a:lnTo>
                      <a:pt x="1" y="1420"/>
                    </a:lnTo>
                  </a:path>
                </a:pathLst>
              </a:custGeom>
              <a:noFill/>
              <a:ln w="12700" cmpd="sng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A88331A3-A1DB-C490-B89C-BF6768B576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822"/>
                <a:ext cx="1" cy="3071"/>
              </a:xfrm>
              <a:custGeom>
                <a:avLst/>
                <a:gdLst>
                  <a:gd name="T0" fmla="*/ 0 w 1"/>
                  <a:gd name="T1" fmla="*/ 0 h 10333"/>
                  <a:gd name="T2" fmla="*/ 0 w 1"/>
                  <a:gd name="T3" fmla="*/ 10333 h 10333"/>
                  <a:gd name="T4" fmla="*/ 1 w 1"/>
                  <a:gd name="T5" fmla="*/ 10333 h 10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0333">
                    <a:moveTo>
                      <a:pt x="0" y="0"/>
                    </a:moveTo>
                    <a:lnTo>
                      <a:pt x="0" y="10333"/>
                    </a:lnTo>
                    <a:lnTo>
                      <a:pt x="1" y="10333"/>
                    </a:lnTo>
                  </a:path>
                </a:pathLst>
              </a:custGeom>
              <a:noFill/>
              <a:ln w="12700" cmpd="sng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EE740FAA-5C8C-28D3-A6ED-F7233FC8FB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3" y="599"/>
              <a:ext cx="6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0" i="1"/>
                <a:t>1"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C4E0F5FF-7D70-5994-1818-0FFF3F54A6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3" y="599"/>
              <a:ext cx="6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0" i="1"/>
                <a:t>2"</a:t>
              </a: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2E115490-94B5-B517-2A73-FE4E9A199A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3" y="1351"/>
              <a:ext cx="6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0" i="1"/>
                <a:t>3"</a:t>
              </a:r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79ADC663-3B6C-E81B-BB2B-C6AB60C71A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7" y="1351"/>
              <a:ext cx="6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0" i="1"/>
                <a:t>4"</a:t>
              </a:r>
            </a:p>
          </p:txBody>
        </p:sp>
      </p:grpSp>
      <p:grpSp>
        <p:nvGrpSpPr>
          <p:cNvPr id="14" name="Group 11">
            <a:extLst>
              <a:ext uri="{FF2B5EF4-FFF2-40B4-BE49-F238E27FC236}">
                <a16:creationId xmlns:a16="http://schemas.microsoft.com/office/drawing/2014/main" id="{471128B6-EF18-4C91-2EB4-B1C3EE26A5A1}"/>
              </a:ext>
            </a:extLst>
          </p:cNvPr>
          <p:cNvGrpSpPr>
            <a:grpSpLocks/>
          </p:cNvGrpSpPr>
          <p:nvPr/>
        </p:nvGrpSpPr>
        <p:grpSpPr bwMode="auto">
          <a:xfrm>
            <a:off x="2935657" y="2652714"/>
            <a:ext cx="1103312" cy="3705225"/>
            <a:chOff x="791" y="1559"/>
            <a:chExt cx="695" cy="2334"/>
          </a:xfrm>
        </p:grpSpPr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5EB01E4E-2559-A96D-3012-BCAAD3E767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1" y="1568"/>
              <a:ext cx="0" cy="23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F85061A2-F7E9-FEA8-7E48-746306FAAB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6" y="1559"/>
              <a:ext cx="0" cy="23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Line 14">
            <a:extLst>
              <a:ext uri="{FF2B5EF4-FFF2-40B4-BE49-F238E27FC236}">
                <a16:creationId xmlns:a16="http://schemas.microsoft.com/office/drawing/2014/main" id="{488F34A0-27F5-AB06-5D23-57D19541B4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2144" y="2698751"/>
            <a:ext cx="329565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7E012CF4-B579-6F8F-9810-1F5FE57F7FFD}"/>
              </a:ext>
            </a:extLst>
          </p:cNvPr>
          <p:cNvSpPr txBox="1">
            <a:spLocks noChangeArrowheads="1"/>
          </p:cNvSpPr>
          <p:nvPr/>
        </p:nvSpPr>
        <p:spPr>
          <a:xfrm>
            <a:off x="873494" y="485791"/>
            <a:ext cx="7062123" cy="48893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latin typeface="+mn-ea"/>
                <a:ea typeface="+mn-ea"/>
              </a:rPr>
              <a:t>例</a:t>
            </a:r>
            <a:r>
              <a:rPr lang="en-US" altLang="zh-CN" sz="2800" dirty="0">
                <a:latin typeface="+mn-ea"/>
                <a:ea typeface="+mn-ea"/>
              </a:rPr>
              <a:t>12.5</a:t>
            </a:r>
            <a:r>
              <a:rPr lang="zh-CN" altLang="en-US" sz="2800" dirty="0">
                <a:latin typeface="+mn-ea"/>
                <a:ea typeface="+mn-ea"/>
              </a:rPr>
              <a:t>：求圆柱截交线</a:t>
            </a:r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283AB981-47AB-037E-73AD-B5247F41D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2108" y="752853"/>
            <a:ext cx="3208338" cy="3139321"/>
          </a:xfrm>
          <a:prstGeom prst="rect">
            <a:avLst/>
          </a:prstGeom>
          <a:noFill/>
          <a:ln w="635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b="0">
                <a:latin typeface="+mn-ea"/>
              </a:rPr>
              <a:t>解题步骤</a:t>
            </a:r>
          </a:p>
          <a:p>
            <a:pPr algn="just" eaLnBrk="0" hangingPunct="0">
              <a:spcBef>
                <a:spcPct val="50000"/>
              </a:spcBef>
            </a:pPr>
            <a:r>
              <a:rPr lang="en-US" altLang="zh-CN" b="0">
                <a:latin typeface="+mn-ea"/>
              </a:rPr>
              <a:t>1 </a:t>
            </a:r>
            <a:r>
              <a:rPr lang="zh-CN" altLang="en-US" b="0">
                <a:latin typeface="+mn-ea"/>
              </a:rPr>
              <a:t>分析  截交线的水平投影为直线和部分圆，侧面投影为矩形；</a:t>
            </a:r>
          </a:p>
          <a:p>
            <a:pPr algn="just" eaLnBrk="0" hangingPunct="0">
              <a:spcBef>
                <a:spcPct val="50000"/>
              </a:spcBef>
            </a:pPr>
            <a:r>
              <a:rPr lang="en-US" altLang="zh-CN" b="0">
                <a:latin typeface="+mn-ea"/>
              </a:rPr>
              <a:t>2 </a:t>
            </a:r>
            <a:r>
              <a:rPr lang="zh-CN" altLang="en-US" b="0">
                <a:latin typeface="+mn-ea"/>
              </a:rPr>
              <a:t>求出截交线上的特殊点</a:t>
            </a:r>
            <a:r>
              <a:rPr lang="en-US" altLang="zh-CN" b="0" i="1">
                <a:latin typeface="+mn-ea"/>
              </a:rPr>
              <a:t>Ⅰ</a:t>
            </a:r>
            <a:r>
              <a:rPr lang="zh-CN" altLang="en-US" b="0">
                <a:latin typeface="+mn-ea"/>
              </a:rPr>
              <a:t>、</a:t>
            </a:r>
            <a:r>
              <a:rPr lang="en-US" altLang="zh-CN" b="0" i="1">
                <a:latin typeface="+mn-ea"/>
              </a:rPr>
              <a:t>Ⅱ</a:t>
            </a:r>
            <a:r>
              <a:rPr lang="zh-CN" altLang="en-US" b="0">
                <a:latin typeface="+mn-ea"/>
              </a:rPr>
              <a:t>、</a:t>
            </a:r>
            <a:r>
              <a:rPr lang="en-US" altLang="zh-CN" b="0" i="1">
                <a:latin typeface="+mn-ea"/>
              </a:rPr>
              <a:t>Ⅲ</a:t>
            </a:r>
            <a:r>
              <a:rPr lang="zh-CN" altLang="en-US" b="0">
                <a:latin typeface="+mn-ea"/>
              </a:rPr>
              <a:t>、</a:t>
            </a:r>
            <a:r>
              <a:rPr lang="en-US" altLang="zh-CN" b="0" i="1">
                <a:latin typeface="+mn-ea"/>
              </a:rPr>
              <a:t>Ⅳ</a:t>
            </a:r>
            <a:r>
              <a:rPr lang="zh-CN" altLang="en-US" b="0">
                <a:latin typeface="+mn-ea"/>
              </a:rPr>
              <a:t>； </a:t>
            </a:r>
          </a:p>
          <a:p>
            <a:pPr algn="just" eaLnBrk="0" hangingPunct="0">
              <a:spcBef>
                <a:spcPct val="50000"/>
              </a:spcBef>
            </a:pPr>
            <a:r>
              <a:rPr lang="en-US" altLang="zh-CN" b="0">
                <a:latin typeface="+mn-ea"/>
              </a:rPr>
              <a:t>3  </a:t>
            </a:r>
            <a:r>
              <a:rPr lang="zh-CN" altLang="en-US" b="0">
                <a:latin typeface="+mn-ea"/>
              </a:rPr>
              <a:t>顺次地连接各点，作出截交线并判别可见性；</a:t>
            </a:r>
          </a:p>
          <a:p>
            <a:pPr algn="just" eaLnBrk="0" hangingPunct="0">
              <a:spcBef>
                <a:spcPct val="50000"/>
              </a:spcBef>
            </a:pPr>
            <a:r>
              <a:rPr lang="en-US" altLang="zh-CN" b="0">
                <a:latin typeface="+mn-ea"/>
              </a:rPr>
              <a:t>4 </a:t>
            </a:r>
            <a:r>
              <a:rPr lang="zh-CN" altLang="en-US" b="0">
                <a:latin typeface="+mn-ea"/>
              </a:rPr>
              <a:t>整理轮廓线。</a:t>
            </a: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6CD6DA89-923E-5F9F-958B-AFC40DEFD156}"/>
              </a:ext>
            </a:extLst>
          </p:cNvPr>
          <p:cNvGrpSpPr>
            <a:grpSpLocks/>
          </p:cNvGrpSpPr>
          <p:nvPr/>
        </p:nvGrpSpPr>
        <p:grpSpPr bwMode="auto">
          <a:xfrm>
            <a:off x="2380032" y="1481139"/>
            <a:ext cx="4956175" cy="5029200"/>
            <a:chOff x="441" y="821"/>
            <a:chExt cx="3122" cy="3168"/>
          </a:xfrm>
        </p:grpSpPr>
        <p:grpSp>
          <p:nvGrpSpPr>
            <p:cNvPr id="21" name="Group 18">
              <a:extLst>
                <a:ext uri="{FF2B5EF4-FFF2-40B4-BE49-F238E27FC236}">
                  <a16:creationId xmlns:a16="http://schemas.microsoft.com/office/drawing/2014/main" id="{C17CF27D-3C87-D972-6CBA-CBF4611134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" y="821"/>
              <a:ext cx="3122" cy="3168"/>
              <a:chOff x="441" y="821"/>
              <a:chExt cx="3122" cy="3168"/>
            </a:xfrm>
          </p:grpSpPr>
          <p:sp>
            <p:nvSpPr>
              <p:cNvPr id="32" name="Freeform 19">
                <a:extLst>
                  <a:ext uri="{FF2B5EF4-FFF2-40B4-BE49-F238E27FC236}">
                    <a16:creationId xmlns:a16="http://schemas.microsoft.com/office/drawing/2014/main" id="{46D8C752-274A-800A-BDB0-843E34B243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9" y="1588"/>
                <a:ext cx="93" cy="1"/>
              </a:xfrm>
              <a:custGeom>
                <a:avLst/>
                <a:gdLst>
                  <a:gd name="T0" fmla="*/ 0 w 430"/>
                  <a:gd name="T1" fmla="*/ 428 w 430"/>
                  <a:gd name="T2" fmla="*/ 430 w 43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30">
                    <a:moveTo>
                      <a:pt x="0" y="0"/>
                    </a:moveTo>
                    <a:lnTo>
                      <a:pt x="428" y="0"/>
                    </a:lnTo>
                    <a:lnTo>
                      <a:pt x="430" y="0"/>
                    </a:lnTo>
                  </a:path>
                </a:pathLst>
              </a:custGeom>
              <a:noFill/>
              <a:ln w="3810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20">
                <a:extLst>
                  <a:ext uri="{FF2B5EF4-FFF2-40B4-BE49-F238E27FC236}">
                    <a16:creationId xmlns:a16="http://schemas.microsoft.com/office/drawing/2014/main" id="{D805C4CF-B9BD-C44A-32BC-B27DA63BAA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1588"/>
                <a:ext cx="94" cy="1"/>
              </a:xfrm>
              <a:custGeom>
                <a:avLst/>
                <a:gdLst>
                  <a:gd name="T0" fmla="*/ 0 w 430"/>
                  <a:gd name="T1" fmla="*/ 429 w 430"/>
                  <a:gd name="T2" fmla="*/ 430 w 43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30">
                    <a:moveTo>
                      <a:pt x="0" y="0"/>
                    </a:moveTo>
                    <a:lnTo>
                      <a:pt x="429" y="0"/>
                    </a:lnTo>
                    <a:lnTo>
                      <a:pt x="430" y="0"/>
                    </a:lnTo>
                  </a:path>
                </a:pathLst>
              </a:custGeom>
              <a:noFill/>
              <a:ln w="3810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21">
                <a:extLst>
                  <a:ext uri="{FF2B5EF4-FFF2-40B4-BE49-F238E27FC236}">
                    <a16:creationId xmlns:a16="http://schemas.microsoft.com/office/drawing/2014/main" id="{C410DFD0-299A-1687-FBCB-23B7F8E6A6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9" y="2304"/>
                <a:ext cx="1393" cy="1"/>
              </a:xfrm>
              <a:custGeom>
                <a:avLst/>
                <a:gdLst>
                  <a:gd name="T0" fmla="*/ 0 w 6410"/>
                  <a:gd name="T1" fmla="*/ 6409 w 6410"/>
                  <a:gd name="T2" fmla="*/ 6410 w 641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410">
                    <a:moveTo>
                      <a:pt x="0" y="0"/>
                    </a:moveTo>
                    <a:lnTo>
                      <a:pt x="6409" y="0"/>
                    </a:lnTo>
                    <a:lnTo>
                      <a:pt x="641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22">
                <a:extLst>
                  <a:ext uri="{FF2B5EF4-FFF2-40B4-BE49-F238E27FC236}">
                    <a16:creationId xmlns:a16="http://schemas.microsoft.com/office/drawing/2014/main" id="{BB28DD90-219C-4412-CEF2-AC5E3A232E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" y="2304"/>
                <a:ext cx="1393" cy="1"/>
              </a:xfrm>
              <a:custGeom>
                <a:avLst/>
                <a:gdLst>
                  <a:gd name="T0" fmla="*/ 0 w 6410"/>
                  <a:gd name="T1" fmla="*/ 6409 w 6410"/>
                  <a:gd name="T2" fmla="*/ 6410 w 641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410">
                    <a:moveTo>
                      <a:pt x="0" y="0"/>
                    </a:moveTo>
                    <a:lnTo>
                      <a:pt x="6409" y="0"/>
                    </a:lnTo>
                    <a:lnTo>
                      <a:pt x="641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3">
                <a:extLst>
                  <a:ext uri="{FF2B5EF4-FFF2-40B4-BE49-F238E27FC236}">
                    <a16:creationId xmlns:a16="http://schemas.microsoft.com/office/drawing/2014/main" id="{FCDF0D1E-B7FA-E823-79EC-C29325BCEA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6" y="821"/>
                <a:ext cx="348" cy="1"/>
              </a:xfrm>
              <a:custGeom>
                <a:avLst/>
                <a:gdLst>
                  <a:gd name="T0" fmla="*/ 0 w 1603"/>
                  <a:gd name="T1" fmla="*/ 1602 w 1603"/>
                  <a:gd name="T2" fmla="*/ 1603 w 160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603">
                    <a:moveTo>
                      <a:pt x="0" y="0"/>
                    </a:moveTo>
                    <a:lnTo>
                      <a:pt x="1602" y="0"/>
                    </a:lnTo>
                    <a:lnTo>
                      <a:pt x="160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24">
                <a:extLst>
                  <a:ext uri="{FF2B5EF4-FFF2-40B4-BE49-F238E27FC236}">
                    <a16:creationId xmlns:a16="http://schemas.microsoft.com/office/drawing/2014/main" id="{11DD2FD1-005D-9C93-E444-CB269EA760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" y="821"/>
                <a:ext cx="349" cy="1"/>
              </a:xfrm>
              <a:custGeom>
                <a:avLst/>
                <a:gdLst>
                  <a:gd name="T0" fmla="*/ 0 w 1604"/>
                  <a:gd name="T1" fmla="*/ 1602 w 1604"/>
                  <a:gd name="T2" fmla="*/ 1604 w 160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604">
                    <a:moveTo>
                      <a:pt x="0" y="0"/>
                    </a:moveTo>
                    <a:lnTo>
                      <a:pt x="1602" y="0"/>
                    </a:lnTo>
                    <a:lnTo>
                      <a:pt x="1604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5">
                <a:extLst>
                  <a:ext uri="{FF2B5EF4-FFF2-40B4-BE49-F238E27FC236}">
                    <a16:creationId xmlns:a16="http://schemas.microsoft.com/office/drawing/2014/main" id="{34DE20A3-62AB-B471-2222-83DBE1DD16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6" y="821"/>
                <a:ext cx="1" cy="767"/>
              </a:xfrm>
              <a:custGeom>
                <a:avLst/>
                <a:gdLst>
                  <a:gd name="T0" fmla="*/ 0 w 1"/>
                  <a:gd name="T1" fmla="*/ 0 h 3435"/>
                  <a:gd name="T2" fmla="*/ 0 w 1"/>
                  <a:gd name="T3" fmla="*/ 3435 h 3435"/>
                  <a:gd name="T4" fmla="*/ 1 w 1"/>
                  <a:gd name="T5" fmla="*/ 3435 h 34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435">
                    <a:moveTo>
                      <a:pt x="0" y="0"/>
                    </a:moveTo>
                    <a:lnTo>
                      <a:pt x="0" y="3435"/>
                    </a:lnTo>
                    <a:lnTo>
                      <a:pt x="1" y="3435"/>
                    </a:lnTo>
                  </a:path>
                </a:pathLst>
              </a:custGeom>
              <a:noFill/>
              <a:ln w="3810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6">
                <a:extLst>
                  <a:ext uri="{FF2B5EF4-FFF2-40B4-BE49-F238E27FC236}">
                    <a16:creationId xmlns:a16="http://schemas.microsoft.com/office/drawing/2014/main" id="{0480DB3E-6D40-4D91-5FF9-4D9801AB22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0" y="821"/>
                <a:ext cx="1" cy="767"/>
              </a:xfrm>
              <a:custGeom>
                <a:avLst/>
                <a:gdLst>
                  <a:gd name="T0" fmla="*/ 0 w 2"/>
                  <a:gd name="T1" fmla="*/ 3435 h 3435"/>
                  <a:gd name="T2" fmla="*/ 0 w 2"/>
                  <a:gd name="T3" fmla="*/ 0 h 3435"/>
                  <a:gd name="T4" fmla="*/ 2 w 2"/>
                  <a:gd name="T5" fmla="*/ 0 h 34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435">
                    <a:moveTo>
                      <a:pt x="0" y="3435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7">
                <a:extLst>
                  <a:ext uri="{FF2B5EF4-FFF2-40B4-BE49-F238E27FC236}">
                    <a16:creationId xmlns:a16="http://schemas.microsoft.com/office/drawing/2014/main" id="{7EFF5A4A-66BB-797B-8A35-771BF155B2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0" y="1588"/>
                <a:ext cx="696" cy="1"/>
              </a:xfrm>
              <a:custGeom>
                <a:avLst/>
                <a:gdLst>
                  <a:gd name="T0" fmla="*/ 0 w 3206"/>
                  <a:gd name="T1" fmla="*/ 3205 w 3206"/>
                  <a:gd name="T2" fmla="*/ 3206 w 320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206">
                    <a:moveTo>
                      <a:pt x="0" y="0"/>
                    </a:moveTo>
                    <a:lnTo>
                      <a:pt x="3205" y="0"/>
                    </a:lnTo>
                    <a:lnTo>
                      <a:pt x="3206" y="0"/>
                    </a:lnTo>
                  </a:path>
                </a:pathLst>
              </a:custGeom>
              <a:noFill/>
              <a:ln w="3810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8">
                <a:extLst>
                  <a:ext uri="{FF2B5EF4-FFF2-40B4-BE49-F238E27FC236}">
                    <a16:creationId xmlns:a16="http://schemas.microsoft.com/office/drawing/2014/main" id="{00DF5DAF-FE5D-4C08-F6FF-4F53968A1C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" y="821"/>
                <a:ext cx="1" cy="1483"/>
              </a:xfrm>
              <a:custGeom>
                <a:avLst/>
                <a:gdLst>
                  <a:gd name="T0" fmla="*/ 0 w 1"/>
                  <a:gd name="T1" fmla="*/ 0 h 6642"/>
                  <a:gd name="T2" fmla="*/ 0 w 1"/>
                  <a:gd name="T3" fmla="*/ 6642 h 6642"/>
                  <a:gd name="T4" fmla="*/ 1 w 1"/>
                  <a:gd name="T5" fmla="*/ 6642 h 66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642">
                    <a:moveTo>
                      <a:pt x="0" y="0"/>
                    </a:moveTo>
                    <a:lnTo>
                      <a:pt x="0" y="6642"/>
                    </a:lnTo>
                    <a:lnTo>
                      <a:pt x="1" y="664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9">
                <a:extLst>
                  <a:ext uri="{FF2B5EF4-FFF2-40B4-BE49-F238E27FC236}">
                    <a16:creationId xmlns:a16="http://schemas.microsoft.com/office/drawing/2014/main" id="{9A3877D1-6168-78FA-529C-A4F2C0EE28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4" y="821"/>
                <a:ext cx="1" cy="1483"/>
              </a:xfrm>
              <a:custGeom>
                <a:avLst/>
                <a:gdLst>
                  <a:gd name="T0" fmla="*/ 0 w 1"/>
                  <a:gd name="T1" fmla="*/ 6642 h 6642"/>
                  <a:gd name="T2" fmla="*/ 0 w 1"/>
                  <a:gd name="T3" fmla="*/ 0 h 6642"/>
                  <a:gd name="T4" fmla="*/ 1 w 1"/>
                  <a:gd name="T5" fmla="*/ 0 h 66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642">
                    <a:moveTo>
                      <a:pt x="0" y="664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30">
                <a:extLst>
                  <a:ext uri="{FF2B5EF4-FFF2-40B4-BE49-F238E27FC236}">
                    <a16:creationId xmlns:a16="http://schemas.microsoft.com/office/drawing/2014/main" id="{507A8F4D-805C-5240-50C6-6209179B41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6" y="2654"/>
                <a:ext cx="348" cy="1239"/>
              </a:xfrm>
              <a:custGeom>
                <a:avLst/>
                <a:gdLst>
                  <a:gd name="T0" fmla="*/ 0 w 1602"/>
                  <a:gd name="T1" fmla="*/ 5553 h 5553"/>
                  <a:gd name="T2" fmla="*/ 664 w 1602"/>
                  <a:gd name="T3" fmla="*/ 5043 h 5553"/>
                  <a:gd name="T4" fmla="*/ 1173 w 1602"/>
                  <a:gd name="T5" fmla="*/ 4380 h 5553"/>
                  <a:gd name="T6" fmla="*/ 1493 w 1602"/>
                  <a:gd name="T7" fmla="*/ 3607 h 5553"/>
                  <a:gd name="T8" fmla="*/ 1602 w 1602"/>
                  <a:gd name="T9" fmla="*/ 2777 h 5553"/>
                  <a:gd name="T10" fmla="*/ 1493 w 1602"/>
                  <a:gd name="T11" fmla="*/ 1947 h 5553"/>
                  <a:gd name="T12" fmla="*/ 1173 w 1602"/>
                  <a:gd name="T13" fmla="*/ 1174 h 5553"/>
                  <a:gd name="T14" fmla="*/ 664 w 1602"/>
                  <a:gd name="T15" fmla="*/ 509 h 5553"/>
                  <a:gd name="T16" fmla="*/ 0 w 1602"/>
                  <a:gd name="T17" fmla="*/ 0 h 5553"/>
                  <a:gd name="T18" fmla="*/ 1 w 1602"/>
                  <a:gd name="T19" fmla="*/ 0 h 5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02" h="5553">
                    <a:moveTo>
                      <a:pt x="0" y="5553"/>
                    </a:moveTo>
                    <a:lnTo>
                      <a:pt x="664" y="5043"/>
                    </a:lnTo>
                    <a:lnTo>
                      <a:pt x="1173" y="4380"/>
                    </a:lnTo>
                    <a:lnTo>
                      <a:pt x="1493" y="3607"/>
                    </a:lnTo>
                    <a:lnTo>
                      <a:pt x="1602" y="2777"/>
                    </a:lnTo>
                    <a:lnTo>
                      <a:pt x="1493" y="1947"/>
                    </a:lnTo>
                    <a:lnTo>
                      <a:pt x="1173" y="1174"/>
                    </a:lnTo>
                    <a:lnTo>
                      <a:pt x="664" y="509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31">
                <a:extLst>
                  <a:ext uri="{FF2B5EF4-FFF2-40B4-BE49-F238E27FC236}">
                    <a16:creationId xmlns:a16="http://schemas.microsoft.com/office/drawing/2014/main" id="{B65631BE-B6DF-3E24-D849-C56A9512D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" y="2654"/>
                <a:ext cx="349" cy="1239"/>
              </a:xfrm>
              <a:custGeom>
                <a:avLst/>
                <a:gdLst>
                  <a:gd name="T0" fmla="*/ 1602 w 1604"/>
                  <a:gd name="T1" fmla="*/ 0 h 5553"/>
                  <a:gd name="T2" fmla="*/ 939 w 1604"/>
                  <a:gd name="T3" fmla="*/ 509 h 5553"/>
                  <a:gd name="T4" fmla="*/ 430 w 1604"/>
                  <a:gd name="T5" fmla="*/ 1174 h 5553"/>
                  <a:gd name="T6" fmla="*/ 110 w 1604"/>
                  <a:gd name="T7" fmla="*/ 1947 h 5553"/>
                  <a:gd name="T8" fmla="*/ 0 w 1604"/>
                  <a:gd name="T9" fmla="*/ 2777 h 5553"/>
                  <a:gd name="T10" fmla="*/ 110 w 1604"/>
                  <a:gd name="T11" fmla="*/ 3607 h 5553"/>
                  <a:gd name="T12" fmla="*/ 430 w 1604"/>
                  <a:gd name="T13" fmla="*/ 4380 h 5553"/>
                  <a:gd name="T14" fmla="*/ 939 w 1604"/>
                  <a:gd name="T15" fmla="*/ 5043 h 5553"/>
                  <a:gd name="T16" fmla="*/ 1602 w 1604"/>
                  <a:gd name="T17" fmla="*/ 5553 h 5553"/>
                  <a:gd name="T18" fmla="*/ 1604 w 1604"/>
                  <a:gd name="T19" fmla="*/ 5553 h 5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04" h="5553">
                    <a:moveTo>
                      <a:pt x="1602" y="0"/>
                    </a:moveTo>
                    <a:lnTo>
                      <a:pt x="939" y="509"/>
                    </a:lnTo>
                    <a:lnTo>
                      <a:pt x="430" y="1174"/>
                    </a:lnTo>
                    <a:lnTo>
                      <a:pt x="110" y="1947"/>
                    </a:lnTo>
                    <a:lnTo>
                      <a:pt x="0" y="2777"/>
                    </a:lnTo>
                    <a:lnTo>
                      <a:pt x="110" y="3607"/>
                    </a:lnTo>
                    <a:lnTo>
                      <a:pt x="430" y="4380"/>
                    </a:lnTo>
                    <a:lnTo>
                      <a:pt x="939" y="5043"/>
                    </a:lnTo>
                    <a:lnTo>
                      <a:pt x="1602" y="5553"/>
                    </a:lnTo>
                    <a:lnTo>
                      <a:pt x="1604" y="5553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32">
                <a:extLst>
                  <a:ext uri="{FF2B5EF4-FFF2-40B4-BE49-F238E27FC236}">
                    <a16:creationId xmlns:a16="http://schemas.microsoft.com/office/drawing/2014/main" id="{CAFDFC92-FB42-1668-E7A7-890692AAC3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6" y="2654"/>
                <a:ext cx="1" cy="1239"/>
              </a:xfrm>
              <a:custGeom>
                <a:avLst/>
                <a:gdLst>
                  <a:gd name="T0" fmla="*/ 0 w 1"/>
                  <a:gd name="T1" fmla="*/ 0 h 5553"/>
                  <a:gd name="T2" fmla="*/ 0 w 1"/>
                  <a:gd name="T3" fmla="*/ 5553 h 5553"/>
                  <a:gd name="T4" fmla="*/ 1 w 1"/>
                  <a:gd name="T5" fmla="*/ 5553 h 5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553">
                    <a:moveTo>
                      <a:pt x="0" y="0"/>
                    </a:moveTo>
                    <a:lnTo>
                      <a:pt x="0" y="5553"/>
                    </a:lnTo>
                    <a:lnTo>
                      <a:pt x="1" y="5553"/>
                    </a:lnTo>
                  </a:path>
                </a:pathLst>
              </a:custGeom>
              <a:noFill/>
              <a:ln w="3810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3">
                <a:extLst>
                  <a:ext uri="{FF2B5EF4-FFF2-40B4-BE49-F238E27FC236}">
                    <a16:creationId xmlns:a16="http://schemas.microsoft.com/office/drawing/2014/main" id="{965EB73D-5838-509B-7483-CE8D8FD5D8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0" y="2654"/>
                <a:ext cx="1" cy="1239"/>
              </a:xfrm>
              <a:custGeom>
                <a:avLst/>
                <a:gdLst>
                  <a:gd name="T0" fmla="*/ 0 w 2"/>
                  <a:gd name="T1" fmla="*/ 5553 h 5553"/>
                  <a:gd name="T2" fmla="*/ 0 w 2"/>
                  <a:gd name="T3" fmla="*/ 0 h 5553"/>
                  <a:gd name="T4" fmla="*/ 2 w 2"/>
                  <a:gd name="T5" fmla="*/ 0 h 5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5553">
                    <a:moveTo>
                      <a:pt x="0" y="5553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4">
                <a:extLst>
                  <a:ext uri="{FF2B5EF4-FFF2-40B4-BE49-F238E27FC236}">
                    <a16:creationId xmlns:a16="http://schemas.microsoft.com/office/drawing/2014/main" id="{47FD6BF9-9B9C-1243-AE9B-0167716A8A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0" y="2558"/>
                <a:ext cx="696" cy="96"/>
              </a:xfrm>
              <a:custGeom>
                <a:avLst/>
                <a:gdLst>
                  <a:gd name="T0" fmla="*/ 3205 w 3205"/>
                  <a:gd name="T1" fmla="*/ 430 h 430"/>
                  <a:gd name="T2" fmla="*/ 2432 w 3205"/>
                  <a:gd name="T3" fmla="*/ 109 h 430"/>
                  <a:gd name="T4" fmla="*/ 1603 w 3205"/>
                  <a:gd name="T5" fmla="*/ 0 h 430"/>
                  <a:gd name="T6" fmla="*/ 774 w 3205"/>
                  <a:gd name="T7" fmla="*/ 109 h 430"/>
                  <a:gd name="T8" fmla="*/ 0 w 3205"/>
                  <a:gd name="T9" fmla="*/ 430 h 430"/>
                  <a:gd name="T10" fmla="*/ 2 w 3205"/>
                  <a:gd name="T11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5" h="430">
                    <a:moveTo>
                      <a:pt x="3205" y="430"/>
                    </a:moveTo>
                    <a:lnTo>
                      <a:pt x="2432" y="109"/>
                    </a:lnTo>
                    <a:lnTo>
                      <a:pt x="1603" y="0"/>
                    </a:lnTo>
                    <a:lnTo>
                      <a:pt x="774" y="109"/>
                    </a:lnTo>
                    <a:lnTo>
                      <a:pt x="0" y="430"/>
                    </a:lnTo>
                    <a:lnTo>
                      <a:pt x="2" y="430"/>
                    </a:lnTo>
                  </a:path>
                </a:pathLst>
              </a:custGeom>
              <a:noFill/>
              <a:ln w="3810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35">
                <a:extLst>
                  <a:ext uri="{FF2B5EF4-FFF2-40B4-BE49-F238E27FC236}">
                    <a16:creationId xmlns:a16="http://schemas.microsoft.com/office/drawing/2014/main" id="{79BD2712-CB52-BD23-526F-C68AC8330A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0" y="3893"/>
                <a:ext cx="696" cy="96"/>
              </a:xfrm>
              <a:custGeom>
                <a:avLst/>
                <a:gdLst>
                  <a:gd name="T0" fmla="*/ 0 w 3206"/>
                  <a:gd name="T1" fmla="*/ 0 h 430"/>
                  <a:gd name="T2" fmla="*/ 774 w 3206"/>
                  <a:gd name="T3" fmla="*/ 320 h 430"/>
                  <a:gd name="T4" fmla="*/ 1603 w 3206"/>
                  <a:gd name="T5" fmla="*/ 430 h 430"/>
                  <a:gd name="T6" fmla="*/ 2432 w 3206"/>
                  <a:gd name="T7" fmla="*/ 320 h 430"/>
                  <a:gd name="T8" fmla="*/ 3205 w 3206"/>
                  <a:gd name="T9" fmla="*/ 0 h 430"/>
                  <a:gd name="T10" fmla="*/ 3206 w 3206"/>
                  <a:gd name="T11" fmla="*/ 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6" h="430">
                    <a:moveTo>
                      <a:pt x="0" y="0"/>
                    </a:moveTo>
                    <a:lnTo>
                      <a:pt x="774" y="320"/>
                    </a:lnTo>
                    <a:lnTo>
                      <a:pt x="1603" y="430"/>
                    </a:lnTo>
                    <a:lnTo>
                      <a:pt x="2432" y="320"/>
                    </a:lnTo>
                    <a:lnTo>
                      <a:pt x="3205" y="0"/>
                    </a:lnTo>
                    <a:lnTo>
                      <a:pt x="3206" y="0"/>
                    </a:lnTo>
                  </a:path>
                </a:pathLst>
              </a:custGeom>
              <a:noFill/>
              <a:ln w="3810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36">
                <a:extLst>
                  <a:ext uri="{FF2B5EF4-FFF2-40B4-BE49-F238E27FC236}">
                    <a16:creationId xmlns:a16="http://schemas.microsoft.com/office/drawing/2014/main" id="{DF22A724-576D-1854-860E-4A24C3B08B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2" y="821"/>
                <a:ext cx="1206" cy="1"/>
              </a:xfrm>
              <a:custGeom>
                <a:avLst/>
                <a:gdLst>
                  <a:gd name="T0" fmla="*/ 0 w 5553"/>
                  <a:gd name="T1" fmla="*/ 5552 w 5553"/>
                  <a:gd name="T2" fmla="*/ 5553 w 555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5553">
                    <a:moveTo>
                      <a:pt x="0" y="0"/>
                    </a:moveTo>
                    <a:lnTo>
                      <a:pt x="5552" y="0"/>
                    </a:lnTo>
                    <a:lnTo>
                      <a:pt x="5553" y="0"/>
                    </a:lnTo>
                  </a:path>
                </a:pathLst>
              </a:custGeom>
              <a:noFill/>
              <a:ln w="3810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37">
                <a:extLst>
                  <a:ext uri="{FF2B5EF4-FFF2-40B4-BE49-F238E27FC236}">
                    <a16:creationId xmlns:a16="http://schemas.microsoft.com/office/drawing/2014/main" id="{AD9CF20E-40BB-D2F2-43D9-3EF0841841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2" y="821"/>
                <a:ext cx="1" cy="767"/>
              </a:xfrm>
              <a:custGeom>
                <a:avLst/>
                <a:gdLst>
                  <a:gd name="T0" fmla="*/ 0 w 2"/>
                  <a:gd name="T1" fmla="*/ 0 h 3435"/>
                  <a:gd name="T2" fmla="*/ 0 w 2"/>
                  <a:gd name="T3" fmla="*/ 3435 h 3435"/>
                  <a:gd name="T4" fmla="*/ 2 w 2"/>
                  <a:gd name="T5" fmla="*/ 3435 h 34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435">
                    <a:moveTo>
                      <a:pt x="0" y="0"/>
                    </a:moveTo>
                    <a:lnTo>
                      <a:pt x="0" y="3435"/>
                    </a:lnTo>
                    <a:lnTo>
                      <a:pt x="2" y="3435"/>
                    </a:lnTo>
                  </a:path>
                </a:pathLst>
              </a:custGeom>
              <a:noFill/>
              <a:ln w="3810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38">
                <a:extLst>
                  <a:ext uri="{FF2B5EF4-FFF2-40B4-BE49-F238E27FC236}">
                    <a16:creationId xmlns:a16="http://schemas.microsoft.com/office/drawing/2014/main" id="{FBB46980-9521-B65D-1760-5328C8C049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821"/>
                <a:ext cx="1" cy="767"/>
              </a:xfrm>
              <a:custGeom>
                <a:avLst/>
                <a:gdLst>
                  <a:gd name="T0" fmla="*/ 0 w 1"/>
                  <a:gd name="T1" fmla="*/ 3435 h 3435"/>
                  <a:gd name="T2" fmla="*/ 0 w 1"/>
                  <a:gd name="T3" fmla="*/ 0 h 3435"/>
                  <a:gd name="T4" fmla="*/ 1 w 1"/>
                  <a:gd name="T5" fmla="*/ 0 h 34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435">
                    <a:moveTo>
                      <a:pt x="0" y="343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39">
                <a:extLst>
                  <a:ext uri="{FF2B5EF4-FFF2-40B4-BE49-F238E27FC236}">
                    <a16:creationId xmlns:a16="http://schemas.microsoft.com/office/drawing/2014/main" id="{B9FA768B-1E84-8E43-D59F-849D3D50F5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9" y="1588"/>
                <a:ext cx="1" cy="716"/>
              </a:xfrm>
              <a:custGeom>
                <a:avLst/>
                <a:gdLst>
                  <a:gd name="T0" fmla="*/ 0 w 1"/>
                  <a:gd name="T1" fmla="*/ 0 h 3207"/>
                  <a:gd name="T2" fmla="*/ 0 w 1"/>
                  <a:gd name="T3" fmla="*/ 3207 h 3207"/>
                  <a:gd name="T4" fmla="*/ 1 w 1"/>
                  <a:gd name="T5" fmla="*/ 3207 h 3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207">
                    <a:moveTo>
                      <a:pt x="0" y="0"/>
                    </a:moveTo>
                    <a:lnTo>
                      <a:pt x="0" y="3207"/>
                    </a:lnTo>
                    <a:lnTo>
                      <a:pt x="1" y="3207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40">
                <a:extLst>
                  <a:ext uri="{FF2B5EF4-FFF2-40B4-BE49-F238E27FC236}">
                    <a16:creationId xmlns:a16="http://schemas.microsoft.com/office/drawing/2014/main" id="{9DD2B8F4-AC5F-5095-C537-E6149C5941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2" y="1588"/>
                <a:ext cx="1" cy="716"/>
              </a:xfrm>
              <a:custGeom>
                <a:avLst/>
                <a:gdLst>
                  <a:gd name="T0" fmla="*/ 0 w 1"/>
                  <a:gd name="T1" fmla="*/ 3207 h 3207"/>
                  <a:gd name="T2" fmla="*/ 0 w 1"/>
                  <a:gd name="T3" fmla="*/ 0 h 3207"/>
                  <a:gd name="T4" fmla="*/ 1 w 1"/>
                  <a:gd name="T5" fmla="*/ 0 h 3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207">
                    <a:moveTo>
                      <a:pt x="0" y="320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oup 41">
              <a:extLst>
                <a:ext uri="{FF2B5EF4-FFF2-40B4-BE49-F238E27FC236}">
                  <a16:creationId xmlns:a16="http://schemas.microsoft.com/office/drawing/2014/main" id="{7FE4B679-ED64-0A2F-B8AD-52CE84880E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62" y="1588"/>
              <a:ext cx="1206" cy="0"/>
              <a:chOff x="2292" y="1271"/>
              <a:chExt cx="1285" cy="1"/>
            </a:xfrm>
          </p:grpSpPr>
          <p:sp>
            <p:nvSpPr>
              <p:cNvPr id="23" name="Freeform 42">
                <a:extLst>
                  <a:ext uri="{FF2B5EF4-FFF2-40B4-BE49-F238E27FC236}">
                    <a16:creationId xmlns:a16="http://schemas.microsoft.com/office/drawing/2014/main" id="{448E17DE-25F3-20FB-9C4C-67EBFC922A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8" y="1271"/>
                <a:ext cx="59" cy="1"/>
              </a:xfrm>
              <a:custGeom>
                <a:avLst/>
                <a:gdLst>
                  <a:gd name="T0" fmla="*/ 258 w 258"/>
                  <a:gd name="T1" fmla="*/ 0 w 258"/>
                  <a:gd name="T2" fmla="*/ 1 w 25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58">
                    <a:moveTo>
                      <a:pt x="258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43">
                <a:extLst>
                  <a:ext uri="{FF2B5EF4-FFF2-40B4-BE49-F238E27FC236}">
                    <a16:creationId xmlns:a16="http://schemas.microsoft.com/office/drawing/2014/main" id="{3330DBA1-5A73-1AA8-67EA-EE617F2259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8" y="1271"/>
                <a:ext cx="107" cy="1"/>
              </a:xfrm>
              <a:custGeom>
                <a:avLst/>
                <a:gdLst>
                  <a:gd name="T0" fmla="*/ 457 w 457"/>
                  <a:gd name="T1" fmla="*/ 0 w 457"/>
                  <a:gd name="T2" fmla="*/ 1 w 45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57">
                    <a:moveTo>
                      <a:pt x="457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44">
                <a:extLst>
                  <a:ext uri="{FF2B5EF4-FFF2-40B4-BE49-F238E27FC236}">
                    <a16:creationId xmlns:a16="http://schemas.microsoft.com/office/drawing/2014/main" id="{B6CCE1C1-3768-839B-C364-95BAA11394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0" y="1271"/>
                <a:ext cx="105" cy="1"/>
              </a:xfrm>
              <a:custGeom>
                <a:avLst/>
                <a:gdLst>
                  <a:gd name="T0" fmla="*/ 457 w 457"/>
                  <a:gd name="T1" fmla="*/ 0 w 457"/>
                  <a:gd name="T2" fmla="*/ 1 w 45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57">
                    <a:moveTo>
                      <a:pt x="457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45">
                <a:extLst>
                  <a:ext uri="{FF2B5EF4-FFF2-40B4-BE49-F238E27FC236}">
                    <a16:creationId xmlns:a16="http://schemas.microsoft.com/office/drawing/2014/main" id="{3E285B38-2E4A-4D3A-5F6F-D6C529430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" y="1271"/>
                <a:ext cx="106" cy="1"/>
              </a:xfrm>
              <a:custGeom>
                <a:avLst/>
                <a:gdLst>
                  <a:gd name="T0" fmla="*/ 459 w 459"/>
                  <a:gd name="T1" fmla="*/ 0 w 459"/>
                  <a:gd name="T2" fmla="*/ 2 w 45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59">
                    <a:moveTo>
                      <a:pt x="459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270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46">
                <a:extLst>
                  <a:ext uri="{FF2B5EF4-FFF2-40B4-BE49-F238E27FC236}">
                    <a16:creationId xmlns:a16="http://schemas.microsoft.com/office/drawing/2014/main" id="{42B7C97F-A2B4-714B-75EE-D2E8E28F5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1" y="1271"/>
                <a:ext cx="107" cy="1"/>
              </a:xfrm>
              <a:custGeom>
                <a:avLst/>
                <a:gdLst>
                  <a:gd name="T0" fmla="*/ 458 w 458"/>
                  <a:gd name="T1" fmla="*/ 0 w 458"/>
                  <a:gd name="T2" fmla="*/ 1 w 45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58">
                    <a:moveTo>
                      <a:pt x="458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47">
                <a:extLst>
                  <a:ext uri="{FF2B5EF4-FFF2-40B4-BE49-F238E27FC236}">
                    <a16:creationId xmlns:a16="http://schemas.microsoft.com/office/drawing/2014/main" id="{58D8C828-287E-8FAC-B984-246202718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3" y="1271"/>
                <a:ext cx="106" cy="1"/>
              </a:xfrm>
              <a:custGeom>
                <a:avLst/>
                <a:gdLst>
                  <a:gd name="T0" fmla="*/ 459 w 459"/>
                  <a:gd name="T1" fmla="*/ 0 w 459"/>
                  <a:gd name="T2" fmla="*/ 2 w 45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59">
                    <a:moveTo>
                      <a:pt x="459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270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48">
                <a:extLst>
                  <a:ext uri="{FF2B5EF4-FFF2-40B4-BE49-F238E27FC236}">
                    <a16:creationId xmlns:a16="http://schemas.microsoft.com/office/drawing/2014/main" id="{B6F64381-B8F0-88BB-A053-DD11704120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4" y="1271"/>
                <a:ext cx="105" cy="1"/>
              </a:xfrm>
              <a:custGeom>
                <a:avLst/>
                <a:gdLst>
                  <a:gd name="T0" fmla="*/ 457 w 457"/>
                  <a:gd name="T1" fmla="*/ 0 w 457"/>
                  <a:gd name="T2" fmla="*/ 1 w 45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57">
                    <a:moveTo>
                      <a:pt x="457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49">
                <a:extLst>
                  <a:ext uri="{FF2B5EF4-FFF2-40B4-BE49-F238E27FC236}">
                    <a16:creationId xmlns:a16="http://schemas.microsoft.com/office/drawing/2014/main" id="{21106E50-2715-BA58-180D-3420CBC20A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4" y="1271"/>
                <a:ext cx="107" cy="1"/>
              </a:xfrm>
              <a:custGeom>
                <a:avLst/>
                <a:gdLst>
                  <a:gd name="T0" fmla="*/ 458 w 458"/>
                  <a:gd name="T1" fmla="*/ 0 w 458"/>
                  <a:gd name="T2" fmla="*/ 1 w 45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58">
                    <a:moveTo>
                      <a:pt x="458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270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50">
                <a:extLst>
                  <a:ext uri="{FF2B5EF4-FFF2-40B4-BE49-F238E27FC236}">
                    <a16:creationId xmlns:a16="http://schemas.microsoft.com/office/drawing/2014/main" id="{AC129424-395A-E3C4-E318-BCAEDAB90E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2" y="1271"/>
                <a:ext cx="59" cy="1"/>
              </a:xfrm>
              <a:custGeom>
                <a:avLst/>
                <a:gdLst>
                  <a:gd name="T0" fmla="*/ 258 w 258"/>
                  <a:gd name="T1" fmla="*/ 0 w 258"/>
                  <a:gd name="T2" fmla="*/ 2 w 25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58">
                    <a:moveTo>
                      <a:pt x="258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2700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54" name="Group 51">
            <a:extLst>
              <a:ext uri="{FF2B5EF4-FFF2-40B4-BE49-F238E27FC236}">
                <a16:creationId xmlns:a16="http://schemas.microsoft.com/office/drawing/2014/main" id="{C6C867E5-57D2-6AB5-B5F2-32A2186BA2DB}"/>
              </a:ext>
            </a:extLst>
          </p:cNvPr>
          <p:cNvGrpSpPr>
            <a:grpSpLocks/>
          </p:cNvGrpSpPr>
          <p:nvPr/>
        </p:nvGrpSpPr>
        <p:grpSpPr bwMode="auto">
          <a:xfrm>
            <a:off x="2934069" y="4391026"/>
            <a:ext cx="4251325" cy="1968500"/>
            <a:chOff x="723" y="2407"/>
            <a:chExt cx="2854" cy="1322"/>
          </a:xfrm>
        </p:grpSpPr>
        <p:sp>
          <p:nvSpPr>
            <p:cNvPr id="55" name="Freeform 52">
              <a:extLst>
                <a:ext uri="{FF2B5EF4-FFF2-40B4-BE49-F238E27FC236}">
                  <a16:creationId xmlns:a16="http://schemas.microsoft.com/office/drawing/2014/main" id="{6FE8AFFA-6DBC-9FD4-C38F-8C069F5FA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" y="2407"/>
              <a:ext cx="1569" cy="1"/>
            </a:xfrm>
            <a:custGeom>
              <a:avLst/>
              <a:gdLst>
                <a:gd name="T0" fmla="*/ 6775 w 6775"/>
                <a:gd name="T1" fmla="*/ 0 w 6775"/>
                <a:gd name="T2" fmla="*/ 2 w 677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775">
                  <a:moveTo>
                    <a:pt x="6775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 cmpd="sng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3">
              <a:extLst>
                <a:ext uri="{FF2B5EF4-FFF2-40B4-BE49-F238E27FC236}">
                  <a16:creationId xmlns:a16="http://schemas.microsoft.com/office/drawing/2014/main" id="{E90DA37D-9086-7C12-EFD6-DC6A8D041EA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" y="3728"/>
              <a:ext cx="2854" cy="1"/>
            </a:xfrm>
            <a:custGeom>
              <a:avLst/>
              <a:gdLst>
                <a:gd name="T0" fmla="*/ 12327 w 12327"/>
                <a:gd name="T1" fmla="*/ 0 w 12327"/>
                <a:gd name="T2" fmla="*/ 2 w 1232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327">
                  <a:moveTo>
                    <a:pt x="12327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 cmpd="sng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" name="Group 54">
            <a:extLst>
              <a:ext uri="{FF2B5EF4-FFF2-40B4-BE49-F238E27FC236}">
                <a16:creationId xmlns:a16="http://schemas.microsoft.com/office/drawing/2014/main" id="{F7D6EDC7-98EE-A879-1AFB-BF6A229D94EB}"/>
              </a:ext>
            </a:extLst>
          </p:cNvPr>
          <p:cNvGrpSpPr>
            <a:grpSpLocks/>
          </p:cNvGrpSpPr>
          <p:nvPr/>
        </p:nvGrpSpPr>
        <p:grpSpPr bwMode="auto">
          <a:xfrm>
            <a:off x="4593007" y="3835401"/>
            <a:ext cx="2592387" cy="2522538"/>
            <a:chOff x="1836" y="2034"/>
            <a:chExt cx="1741" cy="1694"/>
          </a:xfrm>
        </p:grpSpPr>
        <p:sp>
          <p:nvSpPr>
            <p:cNvPr id="58" name="Freeform 55">
              <a:extLst>
                <a:ext uri="{FF2B5EF4-FFF2-40B4-BE49-F238E27FC236}">
                  <a16:creationId xmlns:a16="http://schemas.microsoft.com/office/drawing/2014/main" id="{90B20824-37CE-E16A-F5B9-0E8D59917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3068"/>
              <a:ext cx="1099" cy="1"/>
            </a:xfrm>
            <a:custGeom>
              <a:avLst/>
              <a:gdLst>
                <a:gd name="T0" fmla="*/ 4744 w 4744"/>
                <a:gd name="T1" fmla="*/ 0 w 4744"/>
                <a:gd name="T2" fmla="*/ 1 w 47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744">
                  <a:moveTo>
                    <a:pt x="4744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2700" cmpd="sng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6">
              <a:extLst>
                <a:ext uri="{FF2B5EF4-FFF2-40B4-BE49-F238E27FC236}">
                  <a16:creationId xmlns:a16="http://schemas.microsoft.com/office/drawing/2014/main" id="{D96E08F1-EBC6-97B1-B147-0C45B67A6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5" y="2034"/>
              <a:ext cx="1" cy="1034"/>
            </a:xfrm>
            <a:custGeom>
              <a:avLst/>
              <a:gdLst>
                <a:gd name="T0" fmla="*/ 0 w 1"/>
                <a:gd name="T1" fmla="*/ 0 h 4350"/>
                <a:gd name="T2" fmla="*/ 0 w 1"/>
                <a:gd name="T3" fmla="*/ 4350 h 4350"/>
                <a:gd name="T4" fmla="*/ 1 w 1"/>
                <a:gd name="T5" fmla="*/ 4350 h 4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350">
                  <a:moveTo>
                    <a:pt x="0" y="0"/>
                  </a:moveTo>
                  <a:lnTo>
                    <a:pt x="0" y="4350"/>
                  </a:lnTo>
                  <a:lnTo>
                    <a:pt x="1" y="4350"/>
                  </a:lnTo>
                </a:path>
              </a:pathLst>
            </a:custGeom>
            <a:noFill/>
            <a:ln w="12700" cmpd="sng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7">
              <a:extLst>
                <a:ext uri="{FF2B5EF4-FFF2-40B4-BE49-F238E27FC236}">
                  <a16:creationId xmlns:a16="http://schemas.microsoft.com/office/drawing/2014/main" id="{011CDEF1-18C3-6AC9-40B3-82DC8576F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2" y="2407"/>
              <a:ext cx="1285" cy="1321"/>
            </a:xfrm>
            <a:custGeom>
              <a:avLst/>
              <a:gdLst>
                <a:gd name="T0" fmla="*/ 5552 w 5552"/>
                <a:gd name="T1" fmla="*/ 5553 h 5553"/>
                <a:gd name="T2" fmla="*/ 0 w 5552"/>
                <a:gd name="T3" fmla="*/ 0 h 5553"/>
                <a:gd name="T4" fmla="*/ 2 w 5552"/>
                <a:gd name="T5" fmla="*/ 0 h 5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552" h="5553">
                  <a:moveTo>
                    <a:pt x="5552" y="5553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2700" cmpd="sng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1" name="Group 58">
            <a:extLst>
              <a:ext uri="{FF2B5EF4-FFF2-40B4-BE49-F238E27FC236}">
                <a16:creationId xmlns:a16="http://schemas.microsoft.com/office/drawing/2014/main" id="{5DD62E24-E47D-154B-EC6B-2EABC8F1655E}"/>
              </a:ext>
            </a:extLst>
          </p:cNvPr>
          <p:cNvGrpSpPr>
            <a:grpSpLocks/>
          </p:cNvGrpSpPr>
          <p:nvPr/>
        </p:nvGrpSpPr>
        <p:grpSpPr bwMode="auto">
          <a:xfrm>
            <a:off x="2214932" y="5375276"/>
            <a:ext cx="2544762" cy="1588"/>
            <a:chOff x="240" y="3068"/>
            <a:chExt cx="1708" cy="1"/>
          </a:xfrm>
        </p:grpSpPr>
        <p:sp>
          <p:nvSpPr>
            <p:cNvPr id="62" name="Freeform 59">
              <a:extLst>
                <a:ext uri="{FF2B5EF4-FFF2-40B4-BE49-F238E27FC236}">
                  <a16:creationId xmlns:a16="http://schemas.microsoft.com/office/drawing/2014/main" id="{9BB174C2-BA84-DEDC-5C57-B2F11B5C2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7" y="3068"/>
              <a:ext cx="631" cy="1"/>
            </a:xfrm>
            <a:custGeom>
              <a:avLst/>
              <a:gdLst>
                <a:gd name="T0" fmla="*/ 0 w 2726"/>
                <a:gd name="T1" fmla="*/ 2725 w 2726"/>
                <a:gd name="T2" fmla="*/ 2726 w 27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726">
                  <a:moveTo>
                    <a:pt x="0" y="0"/>
                  </a:moveTo>
                  <a:lnTo>
                    <a:pt x="2725" y="0"/>
                  </a:lnTo>
                  <a:lnTo>
                    <a:pt x="2726" y="0"/>
                  </a:lnTo>
                </a:path>
              </a:pathLst>
            </a:custGeom>
            <a:noFill/>
            <a:ln w="1270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0">
              <a:extLst>
                <a:ext uri="{FF2B5EF4-FFF2-40B4-BE49-F238E27FC236}">
                  <a16:creationId xmlns:a16="http://schemas.microsoft.com/office/drawing/2014/main" id="{1206AEFC-6E94-22F2-E76C-702BAF803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" y="3068"/>
              <a:ext cx="218" cy="1"/>
            </a:xfrm>
            <a:custGeom>
              <a:avLst/>
              <a:gdLst>
                <a:gd name="T0" fmla="*/ 0 w 942"/>
                <a:gd name="T1" fmla="*/ 941 w 942"/>
                <a:gd name="T2" fmla="*/ 942 w 94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942">
                  <a:moveTo>
                    <a:pt x="0" y="0"/>
                  </a:moveTo>
                  <a:lnTo>
                    <a:pt x="941" y="0"/>
                  </a:lnTo>
                  <a:lnTo>
                    <a:pt x="942" y="0"/>
                  </a:lnTo>
                </a:path>
              </a:pathLst>
            </a:custGeom>
            <a:noFill/>
            <a:ln w="1270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61">
              <a:extLst>
                <a:ext uri="{FF2B5EF4-FFF2-40B4-BE49-F238E27FC236}">
                  <a16:creationId xmlns:a16="http://schemas.microsoft.com/office/drawing/2014/main" id="{50E5D123-D990-0667-6DB1-B8AE03BD8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" y="3068"/>
              <a:ext cx="631" cy="1"/>
            </a:xfrm>
            <a:custGeom>
              <a:avLst/>
              <a:gdLst>
                <a:gd name="T0" fmla="*/ 0 w 2724"/>
                <a:gd name="T1" fmla="*/ 2723 w 2724"/>
                <a:gd name="T2" fmla="*/ 2724 w 27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724">
                  <a:moveTo>
                    <a:pt x="0" y="0"/>
                  </a:moveTo>
                  <a:lnTo>
                    <a:pt x="2723" y="0"/>
                  </a:lnTo>
                  <a:lnTo>
                    <a:pt x="2724" y="0"/>
                  </a:lnTo>
                </a:path>
              </a:pathLst>
            </a:custGeom>
            <a:noFill/>
            <a:ln w="1270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" name="Group 65">
            <a:extLst>
              <a:ext uri="{FF2B5EF4-FFF2-40B4-BE49-F238E27FC236}">
                <a16:creationId xmlns:a16="http://schemas.microsoft.com/office/drawing/2014/main" id="{387CCC70-3847-22B5-A3F0-BF0FE6710F06}"/>
              </a:ext>
            </a:extLst>
          </p:cNvPr>
          <p:cNvGrpSpPr>
            <a:grpSpLocks/>
          </p:cNvGrpSpPr>
          <p:nvPr/>
        </p:nvGrpSpPr>
        <p:grpSpPr bwMode="auto">
          <a:xfrm>
            <a:off x="2500682" y="1152526"/>
            <a:ext cx="1196975" cy="1566863"/>
            <a:chOff x="517" y="614"/>
            <a:chExt cx="754" cy="987"/>
          </a:xfrm>
        </p:grpSpPr>
        <p:sp>
          <p:nvSpPr>
            <p:cNvPr id="66" name="Text Box 66">
              <a:extLst>
                <a:ext uri="{FF2B5EF4-FFF2-40B4-BE49-F238E27FC236}">
                  <a16:creationId xmlns:a16="http://schemas.microsoft.com/office/drawing/2014/main" id="{AA2563B6-FB9B-CEF1-A217-A73E301C0C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" y="614"/>
              <a:ext cx="6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0" i="1"/>
                <a:t>1’(2’)</a:t>
              </a:r>
            </a:p>
          </p:txBody>
        </p:sp>
        <p:sp>
          <p:nvSpPr>
            <p:cNvPr id="67" name="Text Box 67">
              <a:extLst>
                <a:ext uri="{FF2B5EF4-FFF2-40B4-BE49-F238E27FC236}">
                  <a16:creationId xmlns:a16="http://schemas.microsoft.com/office/drawing/2014/main" id="{1A97885B-0957-8588-8C07-523B5876D7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" y="1351"/>
              <a:ext cx="6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0" i="1"/>
                <a:t>3’(4’)</a:t>
              </a:r>
            </a:p>
          </p:txBody>
        </p:sp>
      </p:grpSp>
      <p:grpSp>
        <p:nvGrpSpPr>
          <p:cNvPr id="68" name="Group 68">
            <a:extLst>
              <a:ext uri="{FF2B5EF4-FFF2-40B4-BE49-F238E27FC236}">
                <a16:creationId xmlns:a16="http://schemas.microsoft.com/office/drawing/2014/main" id="{2C6F83F9-7C35-05E9-65CA-C71F94ECC6DF}"/>
              </a:ext>
            </a:extLst>
          </p:cNvPr>
          <p:cNvGrpSpPr>
            <a:grpSpLocks/>
          </p:cNvGrpSpPr>
          <p:nvPr/>
        </p:nvGrpSpPr>
        <p:grpSpPr bwMode="auto">
          <a:xfrm>
            <a:off x="2202232" y="4064001"/>
            <a:ext cx="1039812" cy="2530475"/>
            <a:chOff x="329" y="2448"/>
            <a:chExt cx="655" cy="1594"/>
          </a:xfrm>
        </p:grpSpPr>
        <p:sp>
          <p:nvSpPr>
            <p:cNvPr id="69" name="Text Box 69">
              <a:extLst>
                <a:ext uri="{FF2B5EF4-FFF2-40B4-BE49-F238E27FC236}">
                  <a16:creationId xmlns:a16="http://schemas.microsoft.com/office/drawing/2014/main" id="{380F90B6-2BE8-D57C-D649-A6FEC2774A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" y="3792"/>
              <a:ext cx="6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0" i="1"/>
                <a:t>1(3)</a:t>
              </a:r>
            </a:p>
          </p:txBody>
        </p:sp>
        <p:sp>
          <p:nvSpPr>
            <p:cNvPr id="70" name="Text Box 70">
              <a:extLst>
                <a:ext uri="{FF2B5EF4-FFF2-40B4-BE49-F238E27FC236}">
                  <a16:creationId xmlns:a16="http://schemas.microsoft.com/office/drawing/2014/main" id="{F290C6BE-DA61-4D38-2D09-C63FB56AFB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448"/>
              <a:ext cx="6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0" i="1"/>
                <a:t>2(4)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3091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7B3C44-AD50-F055-F378-9216276BF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D2C75-27A5-A745-8333-FCDDF926CE57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AEC068-95DC-D797-C6A3-B1E202D70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37BFB-B40E-51FF-C821-14FF83253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31</a:t>
            </a:fld>
            <a:endParaRPr lang="en-US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3273A384-DA07-BA67-C313-C5DF38893045}"/>
              </a:ext>
            </a:extLst>
          </p:cNvPr>
          <p:cNvGrpSpPr>
            <a:grpSpLocks/>
          </p:cNvGrpSpPr>
          <p:nvPr/>
        </p:nvGrpSpPr>
        <p:grpSpPr bwMode="auto">
          <a:xfrm>
            <a:off x="4640090" y="1202681"/>
            <a:ext cx="2047875" cy="2427287"/>
            <a:chOff x="2198" y="439"/>
            <a:chExt cx="1290" cy="1529"/>
          </a:xfrm>
        </p:grpSpPr>
        <p:sp>
          <p:nvSpPr>
            <p:cNvPr id="6" name="Line 3">
              <a:extLst>
                <a:ext uri="{FF2B5EF4-FFF2-40B4-BE49-F238E27FC236}">
                  <a16:creationId xmlns:a16="http://schemas.microsoft.com/office/drawing/2014/main" id="{D20FA3F3-E2F3-4E94-406B-58B632181C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8" y="538"/>
              <a:ext cx="129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A7E68807-55AF-3CCA-64D1-8934040250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8" y="1785"/>
              <a:ext cx="129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86559EDD-CFD5-922B-764C-CCB43ECB39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8" y="547"/>
              <a:ext cx="0" cy="1247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94A5D9AD-6B00-B9F2-A8DA-3FF134D9A5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8" y="538"/>
              <a:ext cx="0" cy="1247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7E69FDDB-1228-4DEC-330F-385581510B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8" y="439"/>
              <a:ext cx="0" cy="1529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1" name="Freeform 8">
            <a:extLst>
              <a:ext uri="{FF2B5EF4-FFF2-40B4-BE49-F238E27FC236}">
                <a16:creationId xmlns:a16="http://schemas.microsoft.com/office/drawing/2014/main" id="{646D5392-1E1E-B079-FF22-D987BC538B70}"/>
              </a:ext>
            </a:extLst>
          </p:cNvPr>
          <p:cNvSpPr>
            <a:spLocks/>
          </p:cNvSpPr>
          <p:nvPr/>
        </p:nvSpPr>
        <p:spPr bwMode="auto">
          <a:xfrm>
            <a:off x="1973090" y="2318693"/>
            <a:ext cx="627062" cy="1588"/>
          </a:xfrm>
          <a:custGeom>
            <a:avLst/>
            <a:gdLst>
              <a:gd name="T0" fmla="*/ 441 w 441"/>
              <a:gd name="T1" fmla="*/ 0 h 1"/>
              <a:gd name="T2" fmla="*/ 0 w 441"/>
              <a:gd name="T3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41" h="1">
                <a:moveTo>
                  <a:pt x="441" y="0"/>
                </a:moveTo>
                <a:lnTo>
                  <a:pt x="0" y="1"/>
                </a:ln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D8149FFF-4D75-28A0-111D-6E9FBC192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5489" y="428748"/>
            <a:ext cx="595547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800" dirty="0">
                <a:solidFill>
                  <a:srgbClr val="C00000"/>
                </a:solidFill>
                <a:latin typeface="+mn-ea"/>
              </a:rPr>
              <a:t>例</a:t>
            </a:r>
            <a:r>
              <a:rPr lang="en-US" altLang="zh-CN" sz="2800" dirty="0">
                <a:solidFill>
                  <a:srgbClr val="C00000"/>
                </a:solidFill>
                <a:latin typeface="+mn-ea"/>
              </a:rPr>
              <a:t>12.6</a:t>
            </a:r>
            <a:r>
              <a:rPr lang="zh-CN" altLang="en-US" sz="2800" dirty="0">
                <a:solidFill>
                  <a:srgbClr val="C00000"/>
                </a:solidFill>
                <a:latin typeface="+mn-ea"/>
              </a:rPr>
              <a:t>：</a:t>
            </a:r>
            <a:r>
              <a:rPr lang="en-US" altLang="zh-CN" sz="2800" dirty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2800" dirty="0">
                <a:solidFill>
                  <a:srgbClr val="C00000"/>
                </a:solidFill>
                <a:latin typeface="+mn-ea"/>
              </a:rPr>
              <a:t>求左视图（内外圆柱截切）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6AD1D1A5-5A0F-AD2C-6D4D-A7DDBF889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5552" y="4254798"/>
            <a:ext cx="3654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en-US" altLang="zh-CN" sz="2400">
                <a:solidFill>
                  <a:schemeClr val="tx1"/>
                </a:solidFill>
              </a:rPr>
              <a:t>★</a:t>
            </a:r>
            <a:r>
              <a:rPr lang="zh-CN" altLang="en-US" sz="2400">
                <a:solidFill>
                  <a:schemeClr val="tx1"/>
                </a:solidFill>
              </a:rPr>
              <a:t>空间及投影分析</a:t>
            </a: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FF30B2F4-8466-E2B2-FC00-5823F873E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5552" y="5451773"/>
            <a:ext cx="31638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en-US" altLang="zh-CN" sz="2400">
                <a:solidFill>
                  <a:schemeClr val="tx1"/>
                </a:solidFill>
              </a:rPr>
              <a:t>★</a:t>
            </a:r>
            <a:r>
              <a:rPr lang="zh-CN" altLang="en-US" sz="2400">
                <a:solidFill>
                  <a:schemeClr val="tx1"/>
                </a:solidFill>
              </a:rPr>
              <a:t>求截交线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FCF805F8-B2A7-6789-D0DB-E3166AFA1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5552" y="5894685"/>
            <a:ext cx="52165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en-US" altLang="zh-CN" sz="2400">
                <a:solidFill>
                  <a:schemeClr val="tx1"/>
                </a:solidFill>
              </a:rPr>
              <a:t>★</a:t>
            </a:r>
            <a:r>
              <a:rPr lang="zh-CN" altLang="en-US" sz="2400">
                <a:solidFill>
                  <a:schemeClr val="tx1"/>
                </a:solidFill>
              </a:rPr>
              <a:t>分析圆柱体轮廓素线的投影</a:t>
            </a: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DBB5DE7D-5477-5BA1-0E92-BA6E4C045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977" y="4637385"/>
            <a:ext cx="2031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</a:rPr>
              <a:t>截交线的形状</a:t>
            </a: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8F78FA68-1119-97FE-22EA-0CF001E61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977" y="5056485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</a:rPr>
              <a:t>截交线的投影特性</a:t>
            </a:r>
          </a:p>
        </p:txBody>
      </p:sp>
      <p:sp>
        <p:nvSpPr>
          <p:cNvPr id="18" name="Text Box 15">
            <a:extLst>
              <a:ext uri="{FF2B5EF4-FFF2-40B4-BE49-F238E27FC236}">
                <a16:creationId xmlns:a16="http://schemas.microsoft.com/office/drawing/2014/main" id="{9DCA9354-AA76-6B0D-9113-9895BBBA5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2002" y="3696970"/>
            <a:ext cx="19800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800">
                <a:solidFill>
                  <a:srgbClr val="CC3300"/>
                </a:solidFill>
              </a:rPr>
              <a:t>解题步骤：</a:t>
            </a:r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BA249B53-54BD-30F8-C673-D238CC97E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4802" y="1770915"/>
            <a:ext cx="359251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en-US" altLang="zh-CN" sz="2400">
                <a:solidFill>
                  <a:srgbClr val="000099"/>
                </a:solidFill>
              </a:rPr>
              <a:t>    </a:t>
            </a:r>
            <a:r>
              <a:rPr lang="zh-CN" altLang="en-US" sz="2400">
                <a:solidFill>
                  <a:srgbClr val="000099"/>
                </a:solidFill>
              </a:rPr>
              <a:t>同一立体被多个平面截切，要逐个截平面进行截交线的分析和作图。</a:t>
            </a: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780E33A4-6B23-1CC0-2850-80AEA8EEBC65}"/>
              </a:ext>
            </a:extLst>
          </p:cNvPr>
          <p:cNvGrpSpPr>
            <a:grpSpLocks/>
          </p:cNvGrpSpPr>
          <p:nvPr/>
        </p:nvGrpSpPr>
        <p:grpSpPr bwMode="auto">
          <a:xfrm>
            <a:off x="7526165" y="1109018"/>
            <a:ext cx="1754187" cy="2339975"/>
            <a:chOff x="2935" y="1844"/>
            <a:chExt cx="1105" cy="1474"/>
          </a:xfrm>
        </p:grpSpPr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2538A9A9-0DB0-8008-C3C1-1A4AD0D07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3" y="1844"/>
              <a:ext cx="1077" cy="690"/>
            </a:xfrm>
            <a:custGeom>
              <a:avLst/>
              <a:gdLst>
                <a:gd name="T0" fmla="*/ 0 w 1077"/>
                <a:gd name="T1" fmla="*/ 243 h 690"/>
                <a:gd name="T2" fmla="*/ 39 w 1077"/>
                <a:gd name="T3" fmla="*/ 193 h 690"/>
                <a:gd name="T4" fmla="*/ 94 w 1077"/>
                <a:gd name="T5" fmla="*/ 138 h 690"/>
                <a:gd name="T6" fmla="*/ 155 w 1077"/>
                <a:gd name="T7" fmla="*/ 94 h 690"/>
                <a:gd name="T8" fmla="*/ 249 w 1077"/>
                <a:gd name="T9" fmla="*/ 55 h 690"/>
                <a:gd name="T10" fmla="*/ 326 w 1077"/>
                <a:gd name="T11" fmla="*/ 27 h 690"/>
                <a:gd name="T12" fmla="*/ 403 w 1077"/>
                <a:gd name="T13" fmla="*/ 11 h 690"/>
                <a:gd name="T14" fmla="*/ 486 w 1077"/>
                <a:gd name="T15" fmla="*/ 5 h 690"/>
                <a:gd name="T16" fmla="*/ 563 w 1077"/>
                <a:gd name="T17" fmla="*/ 0 h 690"/>
                <a:gd name="T18" fmla="*/ 646 w 1077"/>
                <a:gd name="T19" fmla="*/ 11 h 690"/>
                <a:gd name="T20" fmla="*/ 735 w 1077"/>
                <a:gd name="T21" fmla="*/ 27 h 690"/>
                <a:gd name="T22" fmla="*/ 806 w 1077"/>
                <a:gd name="T23" fmla="*/ 55 h 690"/>
                <a:gd name="T24" fmla="*/ 895 w 1077"/>
                <a:gd name="T25" fmla="*/ 94 h 690"/>
                <a:gd name="T26" fmla="*/ 939 w 1077"/>
                <a:gd name="T27" fmla="*/ 121 h 690"/>
                <a:gd name="T28" fmla="*/ 989 w 1077"/>
                <a:gd name="T29" fmla="*/ 160 h 690"/>
                <a:gd name="T30" fmla="*/ 1033 w 1077"/>
                <a:gd name="T31" fmla="*/ 215 h 690"/>
                <a:gd name="T32" fmla="*/ 1066 w 1077"/>
                <a:gd name="T33" fmla="*/ 276 h 690"/>
                <a:gd name="T34" fmla="*/ 1077 w 1077"/>
                <a:gd name="T35" fmla="*/ 325 h 690"/>
                <a:gd name="T36" fmla="*/ 1077 w 1077"/>
                <a:gd name="T37" fmla="*/ 375 h 690"/>
                <a:gd name="T38" fmla="*/ 1049 w 1077"/>
                <a:gd name="T39" fmla="*/ 502 h 690"/>
                <a:gd name="T40" fmla="*/ 978 w 1077"/>
                <a:gd name="T41" fmla="*/ 591 h 690"/>
                <a:gd name="T42" fmla="*/ 906 w 1077"/>
                <a:gd name="T43" fmla="*/ 635 h 690"/>
                <a:gd name="T44" fmla="*/ 812 w 1077"/>
                <a:gd name="T45" fmla="*/ 690 h 690"/>
                <a:gd name="T46" fmla="*/ 756 w 1077"/>
                <a:gd name="T47" fmla="*/ 673 h 690"/>
                <a:gd name="T48" fmla="*/ 537 w 1077"/>
                <a:gd name="T49" fmla="*/ 622 h 690"/>
                <a:gd name="T50" fmla="*/ 0 w 1077"/>
                <a:gd name="T51" fmla="*/ 243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77" h="690">
                  <a:moveTo>
                    <a:pt x="0" y="243"/>
                  </a:moveTo>
                  <a:lnTo>
                    <a:pt x="39" y="193"/>
                  </a:lnTo>
                  <a:lnTo>
                    <a:pt x="94" y="138"/>
                  </a:lnTo>
                  <a:lnTo>
                    <a:pt x="155" y="94"/>
                  </a:lnTo>
                  <a:lnTo>
                    <a:pt x="249" y="55"/>
                  </a:lnTo>
                  <a:lnTo>
                    <a:pt x="326" y="27"/>
                  </a:lnTo>
                  <a:lnTo>
                    <a:pt x="403" y="11"/>
                  </a:lnTo>
                  <a:lnTo>
                    <a:pt x="486" y="5"/>
                  </a:lnTo>
                  <a:lnTo>
                    <a:pt x="563" y="0"/>
                  </a:lnTo>
                  <a:lnTo>
                    <a:pt x="646" y="11"/>
                  </a:lnTo>
                  <a:lnTo>
                    <a:pt x="735" y="27"/>
                  </a:lnTo>
                  <a:lnTo>
                    <a:pt x="806" y="55"/>
                  </a:lnTo>
                  <a:lnTo>
                    <a:pt x="895" y="94"/>
                  </a:lnTo>
                  <a:lnTo>
                    <a:pt x="939" y="121"/>
                  </a:lnTo>
                  <a:lnTo>
                    <a:pt x="989" y="160"/>
                  </a:lnTo>
                  <a:lnTo>
                    <a:pt x="1033" y="215"/>
                  </a:lnTo>
                  <a:lnTo>
                    <a:pt x="1066" y="276"/>
                  </a:lnTo>
                  <a:lnTo>
                    <a:pt x="1077" y="325"/>
                  </a:lnTo>
                  <a:lnTo>
                    <a:pt x="1077" y="375"/>
                  </a:lnTo>
                  <a:lnTo>
                    <a:pt x="1049" y="502"/>
                  </a:lnTo>
                  <a:lnTo>
                    <a:pt x="978" y="591"/>
                  </a:lnTo>
                  <a:lnTo>
                    <a:pt x="906" y="635"/>
                  </a:lnTo>
                  <a:lnTo>
                    <a:pt x="812" y="690"/>
                  </a:lnTo>
                  <a:lnTo>
                    <a:pt x="756" y="673"/>
                  </a:lnTo>
                  <a:lnTo>
                    <a:pt x="537" y="622"/>
                  </a:lnTo>
                  <a:lnTo>
                    <a:pt x="0" y="243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FBAF6EB2-D06C-4C45-C8C9-B3F4A8FBC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5" y="2402"/>
              <a:ext cx="784" cy="497"/>
            </a:xfrm>
            <a:custGeom>
              <a:avLst/>
              <a:gdLst>
                <a:gd name="T0" fmla="*/ 56 w 1578"/>
                <a:gd name="T1" fmla="*/ 0 h 1000"/>
                <a:gd name="T2" fmla="*/ 23 w 1578"/>
                <a:gd name="T3" fmla="*/ 89 h 1000"/>
                <a:gd name="T4" fmla="*/ 0 w 1578"/>
                <a:gd name="T5" fmla="*/ 200 h 1000"/>
                <a:gd name="T6" fmla="*/ 0 w 1578"/>
                <a:gd name="T7" fmla="*/ 311 h 1000"/>
                <a:gd name="T8" fmla="*/ 67 w 1578"/>
                <a:gd name="T9" fmla="*/ 489 h 1000"/>
                <a:gd name="T10" fmla="*/ 156 w 1578"/>
                <a:gd name="T11" fmla="*/ 600 h 1000"/>
                <a:gd name="T12" fmla="*/ 223 w 1578"/>
                <a:gd name="T13" fmla="*/ 678 h 1000"/>
                <a:gd name="T14" fmla="*/ 323 w 1578"/>
                <a:gd name="T15" fmla="*/ 778 h 1000"/>
                <a:gd name="T16" fmla="*/ 478 w 1578"/>
                <a:gd name="T17" fmla="*/ 867 h 1000"/>
                <a:gd name="T18" fmla="*/ 712 w 1578"/>
                <a:gd name="T19" fmla="*/ 955 h 1000"/>
                <a:gd name="T20" fmla="*/ 856 w 1578"/>
                <a:gd name="T21" fmla="*/ 978 h 1000"/>
                <a:gd name="T22" fmla="*/ 1101 w 1578"/>
                <a:gd name="T23" fmla="*/ 1000 h 1000"/>
                <a:gd name="T24" fmla="*/ 1290 w 1578"/>
                <a:gd name="T25" fmla="*/ 989 h 1000"/>
                <a:gd name="T26" fmla="*/ 1467 w 1578"/>
                <a:gd name="T27" fmla="*/ 955 h 1000"/>
                <a:gd name="T28" fmla="*/ 1578 w 1578"/>
                <a:gd name="T29" fmla="*/ 889 h 1000"/>
                <a:gd name="T30" fmla="*/ 1423 w 1578"/>
                <a:gd name="T31" fmla="*/ 667 h 1000"/>
                <a:gd name="T32" fmla="*/ 1256 w 1578"/>
                <a:gd name="T33" fmla="*/ 633 h 1000"/>
                <a:gd name="T34" fmla="*/ 1112 w 1578"/>
                <a:gd name="T35" fmla="*/ 567 h 1000"/>
                <a:gd name="T36" fmla="*/ 1201 w 1578"/>
                <a:gd name="T37" fmla="*/ 478 h 1000"/>
                <a:gd name="T38" fmla="*/ 1078 w 1578"/>
                <a:gd name="T39" fmla="*/ 411 h 1000"/>
                <a:gd name="T40" fmla="*/ 834 w 1578"/>
                <a:gd name="T41" fmla="*/ 200 h 1000"/>
                <a:gd name="T42" fmla="*/ 656 w 1578"/>
                <a:gd name="T43" fmla="*/ 244 h 1000"/>
                <a:gd name="T44" fmla="*/ 534 w 1578"/>
                <a:gd name="T45" fmla="*/ 189 h 1000"/>
                <a:gd name="T46" fmla="*/ 512 w 1578"/>
                <a:gd name="T47" fmla="*/ 67 h 1000"/>
                <a:gd name="T48" fmla="*/ 501 w 1578"/>
                <a:gd name="T49" fmla="*/ 144 h 1000"/>
                <a:gd name="T50" fmla="*/ 378 w 1578"/>
                <a:gd name="T51" fmla="*/ 178 h 1000"/>
                <a:gd name="T52" fmla="*/ 56 w 1578"/>
                <a:gd name="T53" fmla="*/ 0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78" h="1000">
                  <a:moveTo>
                    <a:pt x="56" y="0"/>
                  </a:moveTo>
                  <a:lnTo>
                    <a:pt x="23" y="89"/>
                  </a:lnTo>
                  <a:lnTo>
                    <a:pt x="0" y="200"/>
                  </a:lnTo>
                  <a:lnTo>
                    <a:pt x="0" y="311"/>
                  </a:lnTo>
                  <a:lnTo>
                    <a:pt x="67" y="489"/>
                  </a:lnTo>
                  <a:lnTo>
                    <a:pt x="156" y="600"/>
                  </a:lnTo>
                  <a:lnTo>
                    <a:pt x="223" y="678"/>
                  </a:lnTo>
                  <a:lnTo>
                    <a:pt x="323" y="778"/>
                  </a:lnTo>
                  <a:lnTo>
                    <a:pt x="478" y="867"/>
                  </a:lnTo>
                  <a:lnTo>
                    <a:pt x="712" y="955"/>
                  </a:lnTo>
                  <a:lnTo>
                    <a:pt x="856" y="978"/>
                  </a:lnTo>
                  <a:lnTo>
                    <a:pt x="1101" y="1000"/>
                  </a:lnTo>
                  <a:lnTo>
                    <a:pt x="1290" y="989"/>
                  </a:lnTo>
                  <a:lnTo>
                    <a:pt x="1467" y="955"/>
                  </a:lnTo>
                  <a:lnTo>
                    <a:pt x="1578" y="889"/>
                  </a:lnTo>
                  <a:lnTo>
                    <a:pt x="1423" y="667"/>
                  </a:lnTo>
                  <a:lnTo>
                    <a:pt x="1256" y="633"/>
                  </a:lnTo>
                  <a:lnTo>
                    <a:pt x="1112" y="567"/>
                  </a:lnTo>
                  <a:lnTo>
                    <a:pt x="1201" y="478"/>
                  </a:lnTo>
                  <a:lnTo>
                    <a:pt x="1078" y="411"/>
                  </a:lnTo>
                  <a:lnTo>
                    <a:pt x="834" y="200"/>
                  </a:lnTo>
                  <a:lnTo>
                    <a:pt x="656" y="244"/>
                  </a:lnTo>
                  <a:lnTo>
                    <a:pt x="534" y="189"/>
                  </a:lnTo>
                  <a:lnTo>
                    <a:pt x="512" y="67"/>
                  </a:lnTo>
                  <a:lnTo>
                    <a:pt x="501" y="144"/>
                  </a:lnTo>
                  <a:lnTo>
                    <a:pt x="378" y="178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9129F117-B165-9E07-1BE6-831F573808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5" y="2214"/>
              <a:ext cx="1105" cy="1104"/>
            </a:xfrm>
            <a:custGeom>
              <a:avLst/>
              <a:gdLst>
                <a:gd name="T0" fmla="*/ 0 w 2223"/>
                <a:gd name="T1" fmla="*/ 656 h 2222"/>
                <a:gd name="T2" fmla="*/ 0 w 2223"/>
                <a:gd name="T3" fmla="*/ 1589 h 2222"/>
                <a:gd name="T4" fmla="*/ 67 w 2223"/>
                <a:gd name="T5" fmla="*/ 1778 h 2222"/>
                <a:gd name="T6" fmla="*/ 134 w 2223"/>
                <a:gd name="T7" fmla="*/ 1856 h 2222"/>
                <a:gd name="T8" fmla="*/ 256 w 2223"/>
                <a:gd name="T9" fmla="*/ 1978 h 2222"/>
                <a:gd name="T10" fmla="*/ 423 w 2223"/>
                <a:gd name="T11" fmla="*/ 2078 h 2222"/>
                <a:gd name="T12" fmla="*/ 612 w 2223"/>
                <a:gd name="T13" fmla="*/ 2156 h 2222"/>
                <a:gd name="T14" fmla="*/ 812 w 2223"/>
                <a:gd name="T15" fmla="*/ 2200 h 2222"/>
                <a:gd name="T16" fmla="*/ 989 w 2223"/>
                <a:gd name="T17" fmla="*/ 2222 h 2222"/>
                <a:gd name="T18" fmla="*/ 1245 w 2223"/>
                <a:gd name="T19" fmla="*/ 2222 h 2222"/>
                <a:gd name="T20" fmla="*/ 1434 w 2223"/>
                <a:gd name="T21" fmla="*/ 2200 h 2222"/>
                <a:gd name="T22" fmla="*/ 1634 w 2223"/>
                <a:gd name="T23" fmla="*/ 2144 h 2222"/>
                <a:gd name="T24" fmla="*/ 1756 w 2223"/>
                <a:gd name="T25" fmla="*/ 2100 h 2222"/>
                <a:gd name="T26" fmla="*/ 1878 w 2223"/>
                <a:gd name="T27" fmla="*/ 2033 h 2222"/>
                <a:gd name="T28" fmla="*/ 1990 w 2223"/>
                <a:gd name="T29" fmla="*/ 1967 h 2222"/>
                <a:gd name="T30" fmla="*/ 2056 w 2223"/>
                <a:gd name="T31" fmla="*/ 1900 h 2222"/>
                <a:gd name="T32" fmla="*/ 2167 w 2223"/>
                <a:gd name="T33" fmla="*/ 1789 h 2222"/>
                <a:gd name="T34" fmla="*/ 2223 w 2223"/>
                <a:gd name="T35" fmla="*/ 1633 h 2222"/>
                <a:gd name="T36" fmla="*/ 2223 w 2223"/>
                <a:gd name="T37" fmla="*/ 1489 h 2222"/>
                <a:gd name="T38" fmla="*/ 2223 w 2223"/>
                <a:gd name="T39" fmla="*/ 0 h 2222"/>
                <a:gd name="T40" fmla="*/ 2190 w 2223"/>
                <a:gd name="T41" fmla="*/ 156 h 2222"/>
                <a:gd name="T42" fmla="*/ 2123 w 2223"/>
                <a:gd name="T43" fmla="*/ 267 h 2222"/>
                <a:gd name="T44" fmla="*/ 2034 w 2223"/>
                <a:gd name="T45" fmla="*/ 378 h 2222"/>
                <a:gd name="T46" fmla="*/ 1912 w 2223"/>
                <a:gd name="T47" fmla="*/ 456 h 2222"/>
                <a:gd name="T48" fmla="*/ 1790 w 2223"/>
                <a:gd name="T49" fmla="*/ 534 h 2222"/>
                <a:gd name="T50" fmla="*/ 1678 w 2223"/>
                <a:gd name="T51" fmla="*/ 578 h 2222"/>
                <a:gd name="T52" fmla="*/ 1567 w 2223"/>
                <a:gd name="T53" fmla="*/ 611 h 2222"/>
                <a:gd name="T54" fmla="*/ 1567 w 2223"/>
                <a:gd name="T55" fmla="*/ 1267 h 2222"/>
                <a:gd name="T56" fmla="*/ 1445 w 2223"/>
                <a:gd name="T57" fmla="*/ 1300 h 2222"/>
                <a:gd name="T58" fmla="*/ 1290 w 2223"/>
                <a:gd name="T59" fmla="*/ 1322 h 2222"/>
                <a:gd name="T60" fmla="*/ 1123 w 2223"/>
                <a:gd name="T61" fmla="*/ 1333 h 2222"/>
                <a:gd name="T62" fmla="*/ 878 w 2223"/>
                <a:gd name="T63" fmla="*/ 1322 h 2222"/>
                <a:gd name="T64" fmla="*/ 656 w 2223"/>
                <a:gd name="T65" fmla="*/ 1267 h 2222"/>
                <a:gd name="T66" fmla="*/ 456 w 2223"/>
                <a:gd name="T67" fmla="*/ 1189 h 2222"/>
                <a:gd name="T68" fmla="*/ 267 w 2223"/>
                <a:gd name="T69" fmla="*/ 1078 h 2222"/>
                <a:gd name="T70" fmla="*/ 156 w 2223"/>
                <a:gd name="T71" fmla="*/ 978 h 2222"/>
                <a:gd name="T72" fmla="*/ 78 w 2223"/>
                <a:gd name="T73" fmla="*/ 845 h 2222"/>
                <a:gd name="T74" fmla="*/ 34 w 2223"/>
                <a:gd name="T75" fmla="*/ 733 h 2222"/>
                <a:gd name="T76" fmla="*/ 0 w 2223"/>
                <a:gd name="T77" fmla="*/ 656 h 2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223" h="2222">
                  <a:moveTo>
                    <a:pt x="0" y="656"/>
                  </a:moveTo>
                  <a:lnTo>
                    <a:pt x="0" y="1589"/>
                  </a:lnTo>
                  <a:lnTo>
                    <a:pt x="67" y="1778"/>
                  </a:lnTo>
                  <a:lnTo>
                    <a:pt x="134" y="1856"/>
                  </a:lnTo>
                  <a:lnTo>
                    <a:pt x="256" y="1978"/>
                  </a:lnTo>
                  <a:lnTo>
                    <a:pt x="423" y="2078"/>
                  </a:lnTo>
                  <a:lnTo>
                    <a:pt x="612" y="2156"/>
                  </a:lnTo>
                  <a:lnTo>
                    <a:pt x="812" y="2200"/>
                  </a:lnTo>
                  <a:lnTo>
                    <a:pt x="989" y="2222"/>
                  </a:lnTo>
                  <a:lnTo>
                    <a:pt x="1245" y="2222"/>
                  </a:lnTo>
                  <a:lnTo>
                    <a:pt x="1434" y="2200"/>
                  </a:lnTo>
                  <a:lnTo>
                    <a:pt x="1634" y="2144"/>
                  </a:lnTo>
                  <a:lnTo>
                    <a:pt x="1756" y="2100"/>
                  </a:lnTo>
                  <a:lnTo>
                    <a:pt x="1878" y="2033"/>
                  </a:lnTo>
                  <a:lnTo>
                    <a:pt x="1990" y="1967"/>
                  </a:lnTo>
                  <a:lnTo>
                    <a:pt x="2056" y="1900"/>
                  </a:lnTo>
                  <a:lnTo>
                    <a:pt x="2167" y="1789"/>
                  </a:lnTo>
                  <a:lnTo>
                    <a:pt x="2223" y="1633"/>
                  </a:lnTo>
                  <a:lnTo>
                    <a:pt x="2223" y="1489"/>
                  </a:lnTo>
                  <a:lnTo>
                    <a:pt x="2223" y="0"/>
                  </a:lnTo>
                  <a:lnTo>
                    <a:pt x="2190" y="156"/>
                  </a:lnTo>
                  <a:lnTo>
                    <a:pt x="2123" y="267"/>
                  </a:lnTo>
                  <a:lnTo>
                    <a:pt x="2034" y="378"/>
                  </a:lnTo>
                  <a:lnTo>
                    <a:pt x="1912" y="456"/>
                  </a:lnTo>
                  <a:lnTo>
                    <a:pt x="1790" y="534"/>
                  </a:lnTo>
                  <a:lnTo>
                    <a:pt x="1678" y="578"/>
                  </a:lnTo>
                  <a:lnTo>
                    <a:pt x="1567" y="611"/>
                  </a:lnTo>
                  <a:lnTo>
                    <a:pt x="1567" y="1267"/>
                  </a:lnTo>
                  <a:lnTo>
                    <a:pt x="1445" y="1300"/>
                  </a:lnTo>
                  <a:lnTo>
                    <a:pt x="1290" y="1322"/>
                  </a:lnTo>
                  <a:lnTo>
                    <a:pt x="1123" y="1333"/>
                  </a:lnTo>
                  <a:lnTo>
                    <a:pt x="878" y="1322"/>
                  </a:lnTo>
                  <a:lnTo>
                    <a:pt x="656" y="1267"/>
                  </a:lnTo>
                  <a:lnTo>
                    <a:pt x="456" y="1189"/>
                  </a:lnTo>
                  <a:lnTo>
                    <a:pt x="267" y="1078"/>
                  </a:lnTo>
                  <a:lnTo>
                    <a:pt x="156" y="978"/>
                  </a:lnTo>
                  <a:lnTo>
                    <a:pt x="78" y="845"/>
                  </a:lnTo>
                  <a:lnTo>
                    <a:pt x="34" y="733"/>
                  </a:lnTo>
                  <a:lnTo>
                    <a:pt x="0" y="656"/>
                  </a:lnTo>
                  <a:close/>
                </a:path>
              </a:pathLst>
            </a:custGeom>
            <a:gradFill rotWithShape="0">
              <a:gsLst>
                <a:gs pos="0">
                  <a:srgbClr val="CC6600">
                    <a:gamma/>
                    <a:shade val="46275"/>
                    <a:invGamma/>
                  </a:srgbClr>
                </a:gs>
                <a:gs pos="50000">
                  <a:srgbClr val="CC6600"/>
                </a:gs>
                <a:gs pos="100000">
                  <a:srgbClr val="CC66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1B812553-899D-6141-AA4F-E50B87523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7" y="2082"/>
              <a:ext cx="757" cy="767"/>
            </a:xfrm>
            <a:custGeom>
              <a:avLst/>
              <a:gdLst>
                <a:gd name="T0" fmla="*/ 0 w 1522"/>
                <a:gd name="T1" fmla="*/ 0 h 1544"/>
                <a:gd name="T2" fmla="*/ 1522 w 1522"/>
                <a:gd name="T3" fmla="*/ 866 h 1544"/>
                <a:gd name="T4" fmla="*/ 1522 w 1522"/>
                <a:gd name="T5" fmla="*/ 1544 h 1544"/>
                <a:gd name="T6" fmla="*/ 0 w 1522"/>
                <a:gd name="T7" fmla="*/ 655 h 1544"/>
                <a:gd name="T8" fmla="*/ 0 w 1522"/>
                <a:gd name="T9" fmla="*/ 0 h 1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2" h="1544">
                  <a:moveTo>
                    <a:pt x="0" y="0"/>
                  </a:moveTo>
                  <a:lnTo>
                    <a:pt x="1522" y="866"/>
                  </a:lnTo>
                  <a:lnTo>
                    <a:pt x="1522" y="1544"/>
                  </a:lnTo>
                  <a:lnTo>
                    <a:pt x="0" y="6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" name="Freeform 22">
            <a:extLst>
              <a:ext uri="{FF2B5EF4-FFF2-40B4-BE49-F238E27FC236}">
                <a16:creationId xmlns:a16="http://schemas.microsoft.com/office/drawing/2014/main" id="{5185381E-4D8D-F713-9139-A48D4E8E6A70}"/>
              </a:ext>
            </a:extLst>
          </p:cNvPr>
          <p:cNvSpPr>
            <a:spLocks/>
          </p:cNvSpPr>
          <p:nvPr/>
        </p:nvSpPr>
        <p:spPr bwMode="auto">
          <a:xfrm>
            <a:off x="7842077" y="1289993"/>
            <a:ext cx="1143000" cy="1281113"/>
          </a:xfrm>
          <a:custGeom>
            <a:avLst/>
            <a:gdLst>
              <a:gd name="T0" fmla="*/ 0 w 1478"/>
              <a:gd name="T1" fmla="*/ 422 h 1622"/>
              <a:gd name="T2" fmla="*/ 0 w 1478"/>
              <a:gd name="T3" fmla="*/ 1078 h 1622"/>
              <a:gd name="T4" fmla="*/ 0 w 1478"/>
              <a:gd name="T5" fmla="*/ 1189 h 1622"/>
              <a:gd name="T6" fmla="*/ 45 w 1478"/>
              <a:gd name="T7" fmla="*/ 1333 h 1622"/>
              <a:gd name="T8" fmla="*/ 134 w 1478"/>
              <a:gd name="T9" fmla="*/ 1422 h 1622"/>
              <a:gd name="T10" fmla="*/ 267 w 1478"/>
              <a:gd name="T11" fmla="*/ 1511 h 1622"/>
              <a:gd name="T12" fmla="*/ 389 w 1478"/>
              <a:gd name="T13" fmla="*/ 1567 h 1622"/>
              <a:gd name="T14" fmla="*/ 556 w 1478"/>
              <a:gd name="T15" fmla="*/ 1600 h 1622"/>
              <a:gd name="T16" fmla="*/ 734 w 1478"/>
              <a:gd name="T17" fmla="*/ 1622 h 1622"/>
              <a:gd name="T18" fmla="*/ 878 w 1478"/>
              <a:gd name="T19" fmla="*/ 1600 h 1622"/>
              <a:gd name="T20" fmla="*/ 878 w 1478"/>
              <a:gd name="T21" fmla="*/ 945 h 1622"/>
              <a:gd name="T22" fmla="*/ 1000 w 1478"/>
              <a:gd name="T23" fmla="*/ 922 h 1622"/>
              <a:gd name="T24" fmla="*/ 1156 w 1478"/>
              <a:gd name="T25" fmla="*/ 878 h 1622"/>
              <a:gd name="T26" fmla="*/ 1245 w 1478"/>
              <a:gd name="T27" fmla="*/ 822 h 1622"/>
              <a:gd name="T28" fmla="*/ 1323 w 1478"/>
              <a:gd name="T29" fmla="*/ 778 h 1622"/>
              <a:gd name="T30" fmla="*/ 1412 w 1478"/>
              <a:gd name="T31" fmla="*/ 700 h 1622"/>
              <a:gd name="T32" fmla="*/ 1478 w 1478"/>
              <a:gd name="T33" fmla="*/ 567 h 1622"/>
              <a:gd name="T34" fmla="*/ 1478 w 1478"/>
              <a:gd name="T35" fmla="*/ 422 h 1622"/>
              <a:gd name="T36" fmla="*/ 1445 w 1478"/>
              <a:gd name="T37" fmla="*/ 333 h 1622"/>
              <a:gd name="T38" fmla="*/ 1378 w 1478"/>
              <a:gd name="T39" fmla="*/ 245 h 1622"/>
              <a:gd name="T40" fmla="*/ 1245 w 1478"/>
              <a:gd name="T41" fmla="*/ 145 h 1622"/>
              <a:gd name="T42" fmla="*/ 1078 w 1478"/>
              <a:gd name="T43" fmla="*/ 67 h 1622"/>
              <a:gd name="T44" fmla="*/ 900 w 1478"/>
              <a:gd name="T45" fmla="*/ 22 h 1622"/>
              <a:gd name="T46" fmla="*/ 689 w 1478"/>
              <a:gd name="T47" fmla="*/ 0 h 1622"/>
              <a:gd name="T48" fmla="*/ 500 w 1478"/>
              <a:gd name="T49" fmla="*/ 33 h 1622"/>
              <a:gd name="T50" fmla="*/ 367 w 1478"/>
              <a:gd name="T51" fmla="*/ 67 h 1622"/>
              <a:gd name="T52" fmla="*/ 245 w 1478"/>
              <a:gd name="T53" fmla="*/ 122 h 1622"/>
              <a:gd name="T54" fmla="*/ 134 w 1478"/>
              <a:gd name="T55" fmla="*/ 200 h 1622"/>
              <a:gd name="T56" fmla="*/ 56 w 1478"/>
              <a:gd name="T57" fmla="*/ 289 h 1622"/>
              <a:gd name="T58" fmla="*/ 0 w 1478"/>
              <a:gd name="T59" fmla="*/ 422 h 16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478" h="1622">
                <a:moveTo>
                  <a:pt x="0" y="422"/>
                </a:moveTo>
                <a:lnTo>
                  <a:pt x="0" y="1078"/>
                </a:lnTo>
                <a:lnTo>
                  <a:pt x="0" y="1189"/>
                </a:lnTo>
                <a:lnTo>
                  <a:pt x="45" y="1333"/>
                </a:lnTo>
                <a:lnTo>
                  <a:pt x="134" y="1422"/>
                </a:lnTo>
                <a:lnTo>
                  <a:pt x="267" y="1511"/>
                </a:lnTo>
                <a:lnTo>
                  <a:pt x="389" y="1567"/>
                </a:lnTo>
                <a:lnTo>
                  <a:pt x="556" y="1600"/>
                </a:lnTo>
                <a:lnTo>
                  <a:pt x="734" y="1622"/>
                </a:lnTo>
                <a:lnTo>
                  <a:pt x="878" y="1600"/>
                </a:lnTo>
                <a:lnTo>
                  <a:pt x="878" y="945"/>
                </a:lnTo>
                <a:lnTo>
                  <a:pt x="1000" y="922"/>
                </a:lnTo>
                <a:lnTo>
                  <a:pt x="1156" y="878"/>
                </a:lnTo>
                <a:lnTo>
                  <a:pt x="1245" y="822"/>
                </a:lnTo>
                <a:lnTo>
                  <a:pt x="1323" y="778"/>
                </a:lnTo>
                <a:lnTo>
                  <a:pt x="1412" y="700"/>
                </a:lnTo>
                <a:lnTo>
                  <a:pt x="1478" y="567"/>
                </a:lnTo>
                <a:lnTo>
                  <a:pt x="1478" y="422"/>
                </a:lnTo>
                <a:lnTo>
                  <a:pt x="1445" y="333"/>
                </a:lnTo>
                <a:lnTo>
                  <a:pt x="1378" y="245"/>
                </a:lnTo>
                <a:lnTo>
                  <a:pt x="1245" y="145"/>
                </a:lnTo>
                <a:lnTo>
                  <a:pt x="1078" y="67"/>
                </a:lnTo>
                <a:lnTo>
                  <a:pt x="900" y="22"/>
                </a:lnTo>
                <a:lnTo>
                  <a:pt x="689" y="0"/>
                </a:lnTo>
                <a:lnTo>
                  <a:pt x="500" y="33"/>
                </a:lnTo>
                <a:lnTo>
                  <a:pt x="367" y="67"/>
                </a:lnTo>
                <a:lnTo>
                  <a:pt x="245" y="122"/>
                </a:lnTo>
                <a:lnTo>
                  <a:pt x="134" y="200"/>
                </a:lnTo>
                <a:lnTo>
                  <a:pt x="56" y="289"/>
                </a:lnTo>
                <a:lnTo>
                  <a:pt x="0" y="422"/>
                </a:lnTo>
                <a:close/>
              </a:path>
            </a:pathLst>
          </a:custGeom>
          <a:gradFill rotWithShape="0">
            <a:gsLst>
              <a:gs pos="0">
                <a:srgbClr val="FFCC00"/>
              </a:gs>
              <a:gs pos="100000">
                <a:srgbClr val="FFCC00">
                  <a:gamma/>
                  <a:shade val="46275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Oval 23">
            <a:extLst>
              <a:ext uri="{FF2B5EF4-FFF2-40B4-BE49-F238E27FC236}">
                <a16:creationId xmlns:a16="http://schemas.microsoft.com/office/drawing/2014/main" id="{8F4EA92D-3CF2-2993-1617-FE3FBFF9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3090" y="4103043"/>
            <a:ext cx="2046287" cy="191135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52D7E414-6C78-2412-25F6-10CEB44C48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3565" y="3341043"/>
            <a:ext cx="207645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F84BA6CE-50B3-13FD-2CDE-ABB2E665EA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9377" y="1363018"/>
            <a:ext cx="0" cy="1989138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4C28D5C1-C93B-0586-02A8-90281D81BA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7452" y="1363018"/>
            <a:ext cx="0" cy="9556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A7E06408-9D4D-9DEB-066F-C17D41F139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3090" y="2318693"/>
            <a:ext cx="0" cy="102235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3509CC0A-57DA-D998-B32A-F706A0F83A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7452" y="1363018"/>
            <a:ext cx="1431925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2" name="Freeform 29">
            <a:extLst>
              <a:ext uri="{FF2B5EF4-FFF2-40B4-BE49-F238E27FC236}">
                <a16:creationId xmlns:a16="http://schemas.microsoft.com/office/drawing/2014/main" id="{FC97C74E-DA3D-464F-4600-38D6E0F73842}"/>
              </a:ext>
            </a:extLst>
          </p:cNvPr>
          <p:cNvSpPr>
            <a:spLocks/>
          </p:cNvSpPr>
          <p:nvPr/>
        </p:nvSpPr>
        <p:spPr bwMode="auto">
          <a:xfrm>
            <a:off x="2606502" y="4185593"/>
            <a:ext cx="1588" cy="1766888"/>
          </a:xfrm>
          <a:custGeom>
            <a:avLst/>
            <a:gdLst>
              <a:gd name="T0" fmla="*/ 1 w 1"/>
              <a:gd name="T1" fmla="*/ 0 h 1113"/>
              <a:gd name="T2" fmla="*/ 0 w 1"/>
              <a:gd name="T3" fmla="*/ 1113 h 111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113">
                <a:moveTo>
                  <a:pt x="1" y="0"/>
                </a:moveTo>
                <a:lnTo>
                  <a:pt x="0" y="1113"/>
                </a:ln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" name="Line 30">
            <a:extLst>
              <a:ext uri="{FF2B5EF4-FFF2-40B4-BE49-F238E27FC236}">
                <a16:creationId xmlns:a16="http://schemas.microsoft.com/office/drawing/2014/main" id="{E0EC609A-119C-8CF4-D75A-1D9689179E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2265" y="1196331"/>
            <a:ext cx="0" cy="2363787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34" name="Group 31">
            <a:extLst>
              <a:ext uri="{FF2B5EF4-FFF2-40B4-BE49-F238E27FC236}">
                <a16:creationId xmlns:a16="http://schemas.microsoft.com/office/drawing/2014/main" id="{CA345351-900D-6C8B-83B6-ABFE670CB8FD}"/>
              </a:ext>
            </a:extLst>
          </p:cNvPr>
          <p:cNvGrpSpPr>
            <a:grpSpLocks/>
          </p:cNvGrpSpPr>
          <p:nvPr/>
        </p:nvGrpSpPr>
        <p:grpSpPr bwMode="auto">
          <a:xfrm>
            <a:off x="2454102" y="4060181"/>
            <a:ext cx="285750" cy="1979612"/>
            <a:chOff x="830" y="2239"/>
            <a:chExt cx="180" cy="1247"/>
          </a:xfrm>
        </p:grpSpPr>
        <p:sp>
          <p:nvSpPr>
            <p:cNvPr id="35" name="Text Box 32">
              <a:extLst>
                <a:ext uri="{FF2B5EF4-FFF2-40B4-BE49-F238E27FC236}">
                  <a16:creationId xmlns:a16="http://schemas.microsoft.com/office/drawing/2014/main" id="{EF440BD2-E0BB-C5F8-3478-5EA446D3A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" y="3351"/>
              <a:ext cx="180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800">
                  <a:solidFill>
                    <a:srgbClr val="FF0000"/>
                  </a:solidFill>
                </a:rPr>
                <a:t>●</a:t>
              </a:r>
            </a:p>
          </p:txBody>
        </p:sp>
        <p:sp>
          <p:nvSpPr>
            <p:cNvPr id="36" name="Text Box 33">
              <a:extLst>
                <a:ext uri="{FF2B5EF4-FFF2-40B4-BE49-F238E27FC236}">
                  <a16:creationId xmlns:a16="http://schemas.microsoft.com/office/drawing/2014/main" id="{F00FCBAA-CE4C-4539-B153-0B3F9ACFE7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" y="2239"/>
              <a:ext cx="180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800">
                  <a:solidFill>
                    <a:srgbClr val="FF0000"/>
                  </a:solidFill>
                </a:rPr>
                <a:t>●</a:t>
              </a:r>
            </a:p>
          </p:txBody>
        </p:sp>
      </p:grpSp>
      <p:sp>
        <p:nvSpPr>
          <p:cNvPr id="37" name="Line 34">
            <a:extLst>
              <a:ext uri="{FF2B5EF4-FFF2-40B4-BE49-F238E27FC236}">
                <a16:creationId xmlns:a16="http://schemas.microsoft.com/office/drawing/2014/main" id="{58556920-F0F4-BA85-20BA-3D5D0B39DC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7452" y="1359843"/>
            <a:ext cx="0" cy="9445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" name="Line 35">
            <a:extLst>
              <a:ext uri="{FF2B5EF4-FFF2-40B4-BE49-F238E27FC236}">
                <a16:creationId xmlns:a16="http://schemas.microsoft.com/office/drawing/2014/main" id="{9121FCBA-8699-A817-0BD1-2289EAE13C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3565" y="2318693"/>
            <a:ext cx="623887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" name="Freeform 36">
            <a:extLst>
              <a:ext uri="{FF2B5EF4-FFF2-40B4-BE49-F238E27FC236}">
                <a16:creationId xmlns:a16="http://schemas.microsoft.com/office/drawing/2014/main" id="{E895DEAB-9380-039B-E47A-04EB12AE31AA}"/>
              </a:ext>
            </a:extLst>
          </p:cNvPr>
          <p:cNvSpPr>
            <a:spLocks/>
          </p:cNvSpPr>
          <p:nvPr/>
        </p:nvSpPr>
        <p:spPr bwMode="auto">
          <a:xfrm>
            <a:off x="1973090" y="4199881"/>
            <a:ext cx="635000" cy="1747837"/>
          </a:xfrm>
          <a:custGeom>
            <a:avLst/>
            <a:gdLst>
              <a:gd name="T0" fmla="*/ 391 w 400"/>
              <a:gd name="T1" fmla="*/ 0 h 1101"/>
              <a:gd name="T2" fmla="*/ 300 w 400"/>
              <a:gd name="T3" fmla="*/ 37 h 1101"/>
              <a:gd name="T4" fmla="*/ 200 w 400"/>
              <a:gd name="T5" fmla="*/ 110 h 1101"/>
              <a:gd name="T6" fmla="*/ 118 w 400"/>
              <a:gd name="T7" fmla="*/ 191 h 1101"/>
              <a:gd name="T8" fmla="*/ 73 w 400"/>
              <a:gd name="T9" fmla="*/ 273 h 1101"/>
              <a:gd name="T10" fmla="*/ 18 w 400"/>
              <a:gd name="T11" fmla="*/ 391 h 1101"/>
              <a:gd name="T12" fmla="*/ 0 w 400"/>
              <a:gd name="T13" fmla="*/ 546 h 1101"/>
              <a:gd name="T14" fmla="*/ 18 w 400"/>
              <a:gd name="T15" fmla="*/ 700 h 1101"/>
              <a:gd name="T16" fmla="*/ 91 w 400"/>
              <a:gd name="T17" fmla="*/ 864 h 1101"/>
              <a:gd name="T18" fmla="*/ 191 w 400"/>
              <a:gd name="T19" fmla="*/ 982 h 1101"/>
              <a:gd name="T20" fmla="*/ 318 w 400"/>
              <a:gd name="T21" fmla="*/ 1073 h 1101"/>
              <a:gd name="T22" fmla="*/ 400 w 400"/>
              <a:gd name="T23" fmla="*/ 1101 h 1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00" h="1101">
                <a:moveTo>
                  <a:pt x="391" y="0"/>
                </a:moveTo>
                <a:cubicBezTo>
                  <a:pt x="377" y="9"/>
                  <a:pt x="332" y="19"/>
                  <a:pt x="300" y="37"/>
                </a:cubicBezTo>
                <a:cubicBezTo>
                  <a:pt x="268" y="55"/>
                  <a:pt x="230" y="84"/>
                  <a:pt x="200" y="110"/>
                </a:cubicBezTo>
                <a:cubicBezTo>
                  <a:pt x="170" y="136"/>
                  <a:pt x="139" y="164"/>
                  <a:pt x="118" y="191"/>
                </a:cubicBezTo>
                <a:cubicBezTo>
                  <a:pt x="97" y="218"/>
                  <a:pt x="90" y="240"/>
                  <a:pt x="73" y="273"/>
                </a:cubicBezTo>
                <a:cubicBezTo>
                  <a:pt x="56" y="306"/>
                  <a:pt x="30" y="346"/>
                  <a:pt x="18" y="391"/>
                </a:cubicBezTo>
                <a:cubicBezTo>
                  <a:pt x="6" y="436"/>
                  <a:pt x="0" y="495"/>
                  <a:pt x="0" y="546"/>
                </a:cubicBezTo>
                <a:cubicBezTo>
                  <a:pt x="0" y="597"/>
                  <a:pt x="3" y="647"/>
                  <a:pt x="18" y="700"/>
                </a:cubicBezTo>
                <a:cubicBezTo>
                  <a:pt x="33" y="753"/>
                  <a:pt x="62" y="817"/>
                  <a:pt x="91" y="864"/>
                </a:cubicBezTo>
                <a:cubicBezTo>
                  <a:pt x="120" y="911"/>
                  <a:pt x="153" y="947"/>
                  <a:pt x="191" y="982"/>
                </a:cubicBezTo>
                <a:cubicBezTo>
                  <a:pt x="229" y="1017"/>
                  <a:pt x="283" y="1053"/>
                  <a:pt x="318" y="1073"/>
                </a:cubicBezTo>
                <a:cubicBezTo>
                  <a:pt x="353" y="1093"/>
                  <a:pt x="383" y="1095"/>
                  <a:pt x="400" y="1101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CC00"/>
                    </a:gs>
                    <a:gs pos="100000">
                      <a:srgbClr val="00CC00">
                        <a:gamma/>
                        <a:shade val="68627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" name="Line 37">
            <a:extLst>
              <a:ext uri="{FF2B5EF4-FFF2-40B4-BE49-F238E27FC236}">
                <a16:creationId xmlns:a16="http://schemas.microsoft.com/office/drawing/2014/main" id="{BF96D397-F558-F15B-FAF8-76031680AD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3440" y="2318693"/>
            <a:ext cx="17748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1" name="Line 38">
            <a:extLst>
              <a:ext uri="{FF2B5EF4-FFF2-40B4-BE49-F238E27FC236}">
                <a16:creationId xmlns:a16="http://schemas.microsoft.com/office/drawing/2014/main" id="{6F6D7330-F7AC-6D73-651B-97B2DED389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7452" y="2305993"/>
            <a:ext cx="3943350" cy="0"/>
          </a:xfrm>
          <a:prstGeom prst="line">
            <a:avLst/>
          </a:prstGeom>
          <a:noFill/>
          <a:ln w="9525">
            <a:solidFill>
              <a:srgbClr val="66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42" name="Group 39">
            <a:extLst>
              <a:ext uri="{FF2B5EF4-FFF2-40B4-BE49-F238E27FC236}">
                <a16:creationId xmlns:a16="http://schemas.microsoft.com/office/drawing/2014/main" id="{77A0FC77-EA4E-7C9F-AC7D-19A67DA3BA46}"/>
              </a:ext>
            </a:extLst>
          </p:cNvPr>
          <p:cNvGrpSpPr>
            <a:grpSpLocks/>
          </p:cNvGrpSpPr>
          <p:nvPr/>
        </p:nvGrpSpPr>
        <p:grpSpPr bwMode="auto">
          <a:xfrm>
            <a:off x="4608340" y="1345556"/>
            <a:ext cx="2076450" cy="1982787"/>
            <a:chOff x="2187" y="529"/>
            <a:chExt cx="1308" cy="1249"/>
          </a:xfrm>
        </p:grpSpPr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230C4753-1E8F-165A-CEA4-1D4D33DA51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6" y="529"/>
              <a:ext cx="1299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4" name="Line 41">
              <a:extLst>
                <a:ext uri="{FF2B5EF4-FFF2-40B4-BE49-F238E27FC236}">
                  <a16:creationId xmlns:a16="http://schemas.microsoft.com/office/drawing/2014/main" id="{E825D529-C2CF-8EE9-4BFE-4045DB7EDF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7" y="1778"/>
              <a:ext cx="1305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45" name="Line 42">
            <a:extLst>
              <a:ext uri="{FF2B5EF4-FFF2-40B4-BE49-F238E27FC236}">
                <a16:creationId xmlns:a16="http://schemas.microsoft.com/office/drawing/2014/main" id="{1B1F3675-DE07-6670-B9B6-6FD20C0218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73440" y="1363018"/>
            <a:ext cx="0" cy="9556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" name="Line 43">
            <a:extLst>
              <a:ext uri="{FF2B5EF4-FFF2-40B4-BE49-F238E27FC236}">
                <a16:creationId xmlns:a16="http://schemas.microsoft.com/office/drawing/2014/main" id="{985B921E-BF2A-9379-C382-E27537BA8E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34381" y="1363018"/>
            <a:ext cx="0" cy="9556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" name="Line 44">
            <a:extLst>
              <a:ext uri="{FF2B5EF4-FFF2-40B4-BE49-F238E27FC236}">
                <a16:creationId xmlns:a16="http://schemas.microsoft.com/office/drawing/2014/main" id="{FA239696-916F-30BE-A895-7CFB6CF38B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65552" y="1363018"/>
            <a:ext cx="0" cy="95567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" name="Line 45">
            <a:extLst>
              <a:ext uri="{FF2B5EF4-FFF2-40B4-BE49-F238E27FC236}">
                <a16:creationId xmlns:a16="http://schemas.microsoft.com/office/drawing/2014/main" id="{00D1040F-BB40-3D96-DBF4-DAED3F0B1A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32340" y="1363018"/>
            <a:ext cx="0" cy="95567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49" name="Group 46">
            <a:extLst>
              <a:ext uri="{FF2B5EF4-FFF2-40B4-BE49-F238E27FC236}">
                <a16:creationId xmlns:a16="http://schemas.microsoft.com/office/drawing/2014/main" id="{206EA870-6903-9B6C-213D-5B90551FBC8E}"/>
              </a:ext>
            </a:extLst>
          </p:cNvPr>
          <p:cNvGrpSpPr>
            <a:grpSpLocks/>
          </p:cNvGrpSpPr>
          <p:nvPr/>
        </p:nvGrpSpPr>
        <p:grpSpPr bwMode="auto">
          <a:xfrm>
            <a:off x="2608090" y="2318693"/>
            <a:ext cx="3922712" cy="3636963"/>
            <a:chOff x="927" y="1142"/>
            <a:chExt cx="2471" cy="2291"/>
          </a:xfrm>
        </p:grpSpPr>
        <p:sp>
          <p:nvSpPr>
            <p:cNvPr id="50" name="Line 47">
              <a:extLst>
                <a:ext uri="{FF2B5EF4-FFF2-40B4-BE49-F238E27FC236}">
                  <a16:creationId xmlns:a16="http://schemas.microsoft.com/office/drawing/2014/main" id="{F635A310-E6E9-7888-1244-81EB44709E3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119" y="862"/>
              <a:ext cx="0" cy="559"/>
            </a:xfrm>
            <a:prstGeom prst="line">
              <a:avLst/>
            </a:prstGeom>
            <a:noFill/>
            <a:ln w="38100">
              <a:solidFill>
                <a:srgbClr val="9966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24E28DC2-5491-C836-E61A-43372BAB80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7" y="2875"/>
              <a:ext cx="0" cy="558"/>
            </a:xfrm>
            <a:prstGeom prst="line">
              <a:avLst/>
            </a:prstGeom>
            <a:noFill/>
            <a:ln w="38100">
              <a:solidFill>
                <a:srgbClr val="9966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2" name="Group 49">
            <a:extLst>
              <a:ext uri="{FF2B5EF4-FFF2-40B4-BE49-F238E27FC236}">
                <a16:creationId xmlns:a16="http://schemas.microsoft.com/office/drawing/2014/main" id="{C6CF2C79-370D-08CB-F53F-A06AA27C267A}"/>
              </a:ext>
            </a:extLst>
          </p:cNvPr>
          <p:cNvGrpSpPr>
            <a:grpSpLocks/>
          </p:cNvGrpSpPr>
          <p:nvPr/>
        </p:nvGrpSpPr>
        <p:grpSpPr bwMode="auto">
          <a:xfrm>
            <a:off x="2608090" y="2317106"/>
            <a:ext cx="3032125" cy="2762250"/>
            <a:chOff x="927" y="1141"/>
            <a:chExt cx="1910" cy="1740"/>
          </a:xfrm>
        </p:grpSpPr>
        <p:sp>
          <p:nvSpPr>
            <p:cNvPr id="53" name="Line 50">
              <a:extLst>
                <a:ext uri="{FF2B5EF4-FFF2-40B4-BE49-F238E27FC236}">
                  <a16:creationId xmlns:a16="http://schemas.microsoft.com/office/drawing/2014/main" id="{A58989C1-3D07-B7F2-052A-3402EAD64A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558" y="861"/>
              <a:ext cx="0" cy="559"/>
            </a:xfrm>
            <a:prstGeom prst="line">
              <a:avLst/>
            </a:prstGeom>
            <a:noFill/>
            <a:ln w="38100">
              <a:solidFill>
                <a:srgbClr val="9966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4" name="Line 51">
              <a:extLst>
                <a:ext uri="{FF2B5EF4-FFF2-40B4-BE49-F238E27FC236}">
                  <a16:creationId xmlns:a16="http://schemas.microsoft.com/office/drawing/2014/main" id="{B067A091-C226-0C9B-3FA9-01639AE850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7" y="2322"/>
              <a:ext cx="0" cy="559"/>
            </a:xfrm>
            <a:prstGeom prst="line">
              <a:avLst/>
            </a:prstGeom>
            <a:noFill/>
            <a:ln w="38100">
              <a:solidFill>
                <a:srgbClr val="9966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5" name="Group 52">
            <a:extLst>
              <a:ext uri="{FF2B5EF4-FFF2-40B4-BE49-F238E27FC236}">
                <a16:creationId xmlns:a16="http://schemas.microsoft.com/office/drawing/2014/main" id="{8467B1BD-ADD2-428B-D061-F7BD72D0FD27}"/>
              </a:ext>
            </a:extLst>
          </p:cNvPr>
          <p:cNvGrpSpPr>
            <a:grpSpLocks/>
          </p:cNvGrpSpPr>
          <p:nvPr/>
        </p:nvGrpSpPr>
        <p:grpSpPr bwMode="auto">
          <a:xfrm>
            <a:off x="4632152" y="1359843"/>
            <a:ext cx="2043113" cy="1981200"/>
            <a:chOff x="2202" y="538"/>
            <a:chExt cx="1287" cy="1248"/>
          </a:xfrm>
        </p:grpSpPr>
        <p:sp>
          <p:nvSpPr>
            <p:cNvPr id="56" name="Line 53">
              <a:extLst>
                <a:ext uri="{FF2B5EF4-FFF2-40B4-BE49-F238E27FC236}">
                  <a16:creationId xmlns:a16="http://schemas.microsoft.com/office/drawing/2014/main" id="{D7427C3F-D0B0-C109-EB56-38A3041BF7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9" y="538"/>
              <a:ext cx="0" cy="124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7" name="Line 54">
              <a:extLst>
                <a:ext uri="{FF2B5EF4-FFF2-40B4-BE49-F238E27FC236}">
                  <a16:creationId xmlns:a16="http://schemas.microsoft.com/office/drawing/2014/main" id="{A7A59289-7E3B-D536-7D63-2310FFB3C9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2" y="538"/>
              <a:ext cx="0" cy="124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8" name="Group 55">
            <a:extLst>
              <a:ext uri="{FF2B5EF4-FFF2-40B4-BE49-F238E27FC236}">
                <a16:creationId xmlns:a16="http://schemas.microsoft.com/office/drawing/2014/main" id="{2E489151-01F9-AE43-1266-ABFEAA2E15F6}"/>
              </a:ext>
            </a:extLst>
          </p:cNvPr>
          <p:cNvGrpSpPr>
            <a:grpSpLocks/>
          </p:cNvGrpSpPr>
          <p:nvPr/>
        </p:nvGrpSpPr>
        <p:grpSpPr bwMode="auto">
          <a:xfrm>
            <a:off x="2320752" y="1375718"/>
            <a:ext cx="4011613" cy="4305300"/>
            <a:chOff x="741" y="540"/>
            <a:chExt cx="2527" cy="2712"/>
          </a:xfrm>
        </p:grpSpPr>
        <p:sp>
          <p:nvSpPr>
            <p:cNvPr id="59" name="Line 56">
              <a:extLst>
                <a:ext uri="{FF2B5EF4-FFF2-40B4-BE49-F238E27FC236}">
                  <a16:creationId xmlns:a16="http://schemas.microsoft.com/office/drawing/2014/main" id="{6E1AF85D-0C0F-1F29-1515-DF72A9E0EC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2" y="1142"/>
              <a:ext cx="0" cy="644"/>
            </a:xfrm>
            <a:prstGeom prst="line">
              <a:avLst/>
            </a:prstGeom>
            <a:noFill/>
            <a:ln w="19050">
              <a:solidFill>
                <a:srgbClr val="003399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0" name="Line 57">
              <a:extLst>
                <a:ext uri="{FF2B5EF4-FFF2-40B4-BE49-F238E27FC236}">
                  <a16:creationId xmlns:a16="http://schemas.microsoft.com/office/drawing/2014/main" id="{B69C392C-469B-4A80-C8D2-32CD64A15F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1" y="540"/>
              <a:ext cx="0" cy="1246"/>
            </a:xfrm>
            <a:prstGeom prst="line">
              <a:avLst/>
            </a:prstGeom>
            <a:noFill/>
            <a:ln w="19050">
              <a:solidFill>
                <a:srgbClr val="003399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1" name="Line 58">
              <a:extLst>
                <a:ext uri="{FF2B5EF4-FFF2-40B4-BE49-F238E27FC236}">
                  <a16:creationId xmlns:a16="http://schemas.microsoft.com/office/drawing/2014/main" id="{ABB678AA-5AF6-C42B-8231-50CB6F1B0C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8" y="540"/>
              <a:ext cx="0" cy="1246"/>
            </a:xfrm>
            <a:prstGeom prst="line">
              <a:avLst/>
            </a:prstGeom>
            <a:noFill/>
            <a:ln w="19050">
              <a:solidFill>
                <a:srgbClr val="003399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2" name="Line 59">
              <a:extLst>
                <a:ext uri="{FF2B5EF4-FFF2-40B4-BE49-F238E27FC236}">
                  <a16:creationId xmlns:a16="http://schemas.microsoft.com/office/drawing/2014/main" id="{81F3787A-1E9B-8D1F-D71A-F012DF0305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9" y="540"/>
              <a:ext cx="0" cy="1246"/>
            </a:xfrm>
            <a:prstGeom prst="line">
              <a:avLst/>
            </a:prstGeom>
            <a:noFill/>
            <a:ln w="19050">
              <a:solidFill>
                <a:srgbClr val="003399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3" name="Oval 60">
              <a:extLst>
                <a:ext uri="{FF2B5EF4-FFF2-40B4-BE49-F238E27FC236}">
                  <a16:creationId xmlns:a16="http://schemas.microsoft.com/office/drawing/2014/main" id="{3496F058-59AA-C382-1492-07ECA25A0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" y="2479"/>
              <a:ext cx="860" cy="77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64" name="Line 61">
            <a:extLst>
              <a:ext uri="{FF2B5EF4-FFF2-40B4-BE49-F238E27FC236}">
                <a16:creationId xmlns:a16="http://schemas.microsoft.com/office/drawing/2014/main" id="{25C5683B-4E42-B0E7-0D91-4F10CE1274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6565" y="5058718"/>
            <a:ext cx="2387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" name="Line 62">
            <a:extLst>
              <a:ext uri="{FF2B5EF4-FFF2-40B4-BE49-F238E27FC236}">
                <a16:creationId xmlns:a16="http://schemas.microsoft.com/office/drawing/2014/main" id="{D9146D5F-0373-FD20-7543-609876DE84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2265" y="3953818"/>
            <a:ext cx="0" cy="2366963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66" name="Group 63">
            <a:extLst>
              <a:ext uri="{FF2B5EF4-FFF2-40B4-BE49-F238E27FC236}">
                <a16:creationId xmlns:a16="http://schemas.microsoft.com/office/drawing/2014/main" id="{406061E2-DF3E-4FC7-DAF8-6F7CEA252D95}"/>
              </a:ext>
            </a:extLst>
          </p:cNvPr>
          <p:cNvGrpSpPr>
            <a:grpSpLocks/>
          </p:cNvGrpSpPr>
          <p:nvPr/>
        </p:nvGrpSpPr>
        <p:grpSpPr bwMode="auto">
          <a:xfrm>
            <a:off x="2454102" y="4485631"/>
            <a:ext cx="285750" cy="1195387"/>
            <a:chOff x="830" y="2507"/>
            <a:chExt cx="180" cy="753"/>
          </a:xfrm>
        </p:grpSpPr>
        <p:sp>
          <p:nvSpPr>
            <p:cNvPr id="67" name="Text Box 64">
              <a:extLst>
                <a:ext uri="{FF2B5EF4-FFF2-40B4-BE49-F238E27FC236}">
                  <a16:creationId xmlns:a16="http://schemas.microsoft.com/office/drawing/2014/main" id="{116691B6-CBC7-830E-9922-A40E302DD9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8" y="3125"/>
              <a:ext cx="144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n-US" altLang="zh-CN" sz="800">
                  <a:solidFill>
                    <a:srgbClr val="FF3300"/>
                  </a:solidFill>
                </a:rPr>
                <a:t>●</a:t>
              </a:r>
            </a:p>
          </p:txBody>
        </p:sp>
        <p:sp>
          <p:nvSpPr>
            <p:cNvPr id="68" name="Text Box 65">
              <a:extLst>
                <a:ext uri="{FF2B5EF4-FFF2-40B4-BE49-F238E27FC236}">
                  <a16:creationId xmlns:a16="http://schemas.microsoft.com/office/drawing/2014/main" id="{7B390285-B07E-872E-BCFB-12BEEF9D96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" y="2507"/>
              <a:ext cx="180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800">
                  <a:solidFill>
                    <a:srgbClr val="FF3300"/>
                  </a:solidFill>
                </a:rPr>
                <a:t>●</a:t>
              </a:r>
            </a:p>
          </p:txBody>
        </p:sp>
      </p:grpSp>
      <p:grpSp>
        <p:nvGrpSpPr>
          <p:cNvPr id="69" name="Group 66">
            <a:extLst>
              <a:ext uri="{FF2B5EF4-FFF2-40B4-BE49-F238E27FC236}">
                <a16:creationId xmlns:a16="http://schemas.microsoft.com/office/drawing/2014/main" id="{F91ECDE4-53E7-FA72-6719-D275F2D1D5E2}"/>
              </a:ext>
            </a:extLst>
          </p:cNvPr>
          <p:cNvGrpSpPr>
            <a:grpSpLocks/>
          </p:cNvGrpSpPr>
          <p:nvPr/>
        </p:nvGrpSpPr>
        <p:grpSpPr bwMode="auto">
          <a:xfrm>
            <a:off x="2608090" y="2317106"/>
            <a:ext cx="3048000" cy="2741612"/>
            <a:chOff x="927" y="1141"/>
            <a:chExt cx="1920" cy="1727"/>
          </a:xfrm>
        </p:grpSpPr>
        <p:sp>
          <p:nvSpPr>
            <p:cNvPr id="70" name="Line 67">
              <a:extLst>
                <a:ext uri="{FF2B5EF4-FFF2-40B4-BE49-F238E27FC236}">
                  <a16:creationId xmlns:a16="http://schemas.microsoft.com/office/drawing/2014/main" id="{E23227D5-D2A0-D7AD-BE44-B9BD1D23F9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7" y="2568"/>
              <a:ext cx="0" cy="30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1" name="Line 68">
              <a:extLst>
                <a:ext uri="{FF2B5EF4-FFF2-40B4-BE49-F238E27FC236}">
                  <a16:creationId xmlns:a16="http://schemas.microsoft.com/office/drawing/2014/main" id="{A15CB52F-A5CE-A46F-8E5B-02A3917A51D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693" y="986"/>
              <a:ext cx="0" cy="309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72" name="Group 69">
            <a:extLst>
              <a:ext uri="{FF2B5EF4-FFF2-40B4-BE49-F238E27FC236}">
                <a16:creationId xmlns:a16="http://schemas.microsoft.com/office/drawing/2014/main" id="{9FFF4CF6-7B42-65B0-0BCF-CA2F5EE98E4E}"/>
              </a:ext>
            </a:extLst>
          </p:cNvPr>
          <p:cNvGrpSpPr>
            <a:grpSpLocks/>
          </p:cNvGrpSpPr>
          <p:nvPr/>
        </p:nvGrpSpPr>
        <p:grpSpPr bwMode="auto">
          <a:xfrm>
            <a:off x="2612852" y="2329806"/>
            <a:ext cx="3516313" cy="3260725"/>
            <a:chOff x="930" y="1149"/>
            <a:chExt cx="2215" cy="2054"/>
          </a:xfrm>
        </p:grpSpPr>
        <p:sp>
          <p:nvSpPr>
            <p:cNvPr id="73" name="Line 70">
              <a:extLst>
                <a:ext uri="{FF2B5EF4-FFF2-40B4-BE49-F238E27FC236}">
                  <a16:creationId xmlns:a16="http://schemas.microsoft.com/office/drawing/2014/main" id="{B88495F5-9ECF-9D5A-CFEA-54309B2517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" y="2867"/>
              <a:ext cx="0" cy="336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4" name="Line 71">
              <a:extLst>
                <a:ext uri="{FF2B5EF4-FFF2-40B4-BE49-F238E27FC236}">
                  <a16:creationId xmlns:a16="http://schemas.microsoft.com/office/drawing/2014/main" id="{DD2A841F-067D-D6F1-2FD5-2101C159563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995" y="999"/>
              <a:ext cx="0" cy="30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7527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utoUpdateAnimBg="0"/>
      <p:bldP spid="15" grpId="0" autoUpdateAnimBg="0"/>
      <p:bldP spid="16" grpId="0" autoUpdateAnimBg="0"/>
      <p:bldP spid="17" grpId="0" autoUpdateAnimBg="0"/>
      <p:bldP spid="18" grpId="0" autoUpdateAnimBg="0"/>
      <p:bldP spid="19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8D9CDD-50FF-D5E5-2C15-2CDC8A4A4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1F35-8480-F448-9A67-D02F8D3E500F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0B20EF-3649-37B6-5775-8417594C9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173F1-3862-D954-72A2-74A8D4B93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32</a:t>
            </a:fld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BAC48BBB-0D04-A022-6674-03903B80D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451" y="356845"/>
            <a:ext cx="29851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800" dirty="0">
                <a:solidFill>
                  <a:srgbClr val="C00000"/>
                </a:solidFill>
                <a:latin typeface="+mn-ea"/>
              </a:rPr>
              <a:t>例</a:t>
            </a:r>
            <a:r>
              <a:rPr lang="en-US" altLang="zh-CN" sz="2800" dirty="0">
                <a:solidFill>
                  <a:srgbClr val="C00000"/>
                </a:solidFill>
                <a:latin typeface="+mn-ea"/>
              </a:rPr>
              <a:t>12.6</a:t>
            </a:r>
            <a:r>
              <a:rPr lang="zh-CN" altLang="en-US" sz="2800" dirty="0">
                <a:solidFill>
                  <a:srgbClr val="C00000"/>
                </a:solidFill>
                <a:latin typeface="+mn-ea"/>
              </a:rPr>
              <a:t>：求左视图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0052A54D-EB6D-1E89-9DE5-FD9416801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8201" y="4231327"/>
            <a:ext cx="37068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en-US" altLang="zh-CN" sz="2400">
                <a:solidFill>
                  <a:schemeClr val="tx1"/>
                </a:solidFill>
              </a:rPr>
              <a:t>★</a:t>
            </a:r>
            <a:r>
              <a:rPr lang="zh-CN" altLang="en-US" sz="2400">
                <a:solidFill>
                  <a:schemeClr val="tx1"/>
                </a:solidFill>
              </a:rPr>
              <a:t>空间及投影分析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7ACAC90A-F87E-1167-A7BF-4978FBAD6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8201" y="5494977"/>
            <a:ext cx="30575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en-US" altLang="zh-CN" sz="2400">
                <a:solidFill>
                  <a:schemeClr val="tx1"/>
                </a:solidFill>
              </a:rPr>
              <a:t>★</a:t>
            </a:r>
            <a:r>
              <a:rPr lang="zh-CN" altLang="en-US" sz="2400">
                <a:solidFill>
                  <a:schemeClr val="tx1"/>
                </a:solidFill>
              </a:rPr>
              <a:t>求截交线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3AE40CB4-66FB-CEF0-3BB9-898AEE2FF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8201" y="6033139"/>
            <a:ext cx="52165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en-US" altLang="zh-CN" sz="2400">
                <a:solidFill>
                  <a:schemeClr val="tx1"/>
                </a:solidFill>
              </a:rPr>
              <a:t>★</a:t>
            </a:r>
            <a:r>
              <a:rPr lang="zh-CN" altLang="en-US" sz="2400">
                <a:solidFill>
                  <a:schemeClr val="tx1"/>
                </a:solidFill>
              </a:rPr>
              <a:t>分析圆柱体轮廓素线的投影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21BADBC9-190F-62E7-6A4A-8B6817B73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8401" y="4596452"/>
            <a:ext cx="2031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zh-CN" altLang="en-US" sz="2400">
                <a:solidFill>
                  <a:schemeClr val="tx1"/>
                </a:solidFill>
              </a:rPr>
              <a:t>截交线的形状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86417211-D641-A532-E4E9-50585344F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8401" y="4986977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zh-CN" altLang="en-US" sz="2400">
                <a:solidFill>
                  <a:schemeClr val="tx1"/>
                </a:solidFill>
              </a:rPr>
              <a:t>截交线的投影特性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95A72CDB-00D8-1420-A369-7EC7941F2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9551" y="3673499"/>
            <a:ext cx="19800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800">
                <a:solidFill>
                  <a:srgbClr val="CC3300"/>
                </a:solidFill>
              </a:rPr>
              <a:t>解题步骤：</a:t>
            </a:r>
          </a:p>
        </p:txBody>
      </p:sp>
      <p:grpSp>
        <p:nvGrpSpPr>
          <p:cNvPr id="12" name="Group 9">
            <a:extLst>
              <a:ext uri="{FF2B5EF4-FFF2-40B4-BE49-F238E27FC236}">
                <a16:creationId xmlns:a16="http://schemas.microsoft.com/office/drawing/2014/main" id="{5324559D-2773-E1B6-829B-B6016121834C}"/>
              </a:ext>
            </a:extLst>
          </p:cNvPr>
          <p:cNvGrpSpPr>
            <a:grpSpLocks/>
          </p:cNvGrpSpPr>
          <p:nvPr/>
        </p:nvGrpSpPr>
        <p:grpSpPr bwMode="auto">
          <a:xfrm>
            <a:off x="7410414" y="967278"/>
            <a:ext cx="1754187" cy="2339975"/>
            <a:chOff x="2935" y="1844"/>
            <a:chExt cx="1105" cy="1474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B83A9F13-F523-33F8-2553-8039F154E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3" y="1844"/>
              <a:ext cx="1077" cy="690"/>
            </a:xfrm>
            <a:custGeom>
              <a:avLst/>
              <a:gdLst>
                <a:gd name="T0" fmla="*/ 0 w 1077"/>
                <a:gd name="T1" fmla="*/ 243 h 690"/>
                <a:gd name="T2" fmla="*/ 39 w 1077"/>
                <a:gd name="T3" fmla="*/ 193 h 690"/>
                <a:gd name="T4" fmla="*/ 94 w 1077"/>
                <a:gd name="T5" fmla="*/ 138 h 690"/>
                <a:gd name="T6" fmla="*/ 155 w 1077"/>
                <a:gd name="T7" fmla="*/ 94 h 690"/>
                <a:gd name="T8" fmla="*/ 249 w 1077"/>
                <a:gd name="T9" fmla="*/ 55 h 690"/>
                <a:gd name="T10" fmla="*/ 326 w 1077"/>
                <a:gd name="T11" fmla="*/ 27 h 690"/>
                <a:gd name="T12" fmla="*/ 403 w 1077"/>
                <a:gd name="T13" fmla="*/ 11 h 690"/>
                <a:gd name="T14" fmla="*/ 486 w 1077"/>
                <a:gd name="T15" fmla="*/ 5 h 690"/>
                <a:gd name="T16" fmla="*/ 563 w 1077"/>
                <a:gd name="T17" fmla="*/ 0 h 690"/>
                <a:gd name="T18" fmla="*/ 646 w 1077"/>
                <a:gd name="T19" fmla="*/ 11 h 690"/>
                <a:gd name="T20" fmla="*/ 735 w 1077"/>
                <a:gd name="T21" fmla="*/ 27 h 690"/>
                <a:gd name="T22" fmla="*/ 806 w 1077"/>
                <a:gd name="T23" fmla="*/ 55 h 690"/>
                <a:gd name="T24" fmla="*/ 895 w 1077"/>
                <a:gd name="T25" fmla="*/ 94 h 690"/>
                <a:gd name="T26" fmla="*/ 939 w 1077"/>
                <a:gd name="T27" fmla="*/ 121 h 690"/>
                <a:gd name="T28" fmla="*/ 989 w 1077"/>
                <a:gd name="T29" fmla="*/ 160 h 690"/>
                <a:gd name="T30" fmla="*/ 1033 w 1077"/>
                <a:gd name="T31" fmla="*/ 215 h 690"/>
                <a:gd name="T32" fmla="*/ 1066 w 1077"/>
                <a:gd name="T33" fmla="*/ 276 h 690"/>
                <a:gd name="T34" fmla="*/ 1077 w 1077"/>
                <a:gd name="T35" fmla="*/ 325 h 690"/>
                <a:gd name="T36" fmla="*/ 1077 w 1077"/>
                <a:gd name="T37" fmla="*/ 375 h 690"/>
                <a:gd name="T38" fmla="*/ 1049 w 1077"/>
                <a:gd name="T39" fmla="*/ 502 h 690"/>
                <a:gd name="T40" fmla="*/ 978 w 1077"/>
                <a:gd name="T41" fmla="*/ 591 h 690"/>
                <a:gd name="T42" fmla="*/ 906 w 1077"/>
                <a:gd name="T43" fmla="*/ 635 h 690"/>
                <a:gd name="T44" fmla="*/ 812 w 1077"/>
                <a:gd name="T45" fmla="*/ 690 h 690"/>
                <a:gd name="T46" fmla="*/ 756 w 1077"/>
                <a:gd name="T47" fmla="*/ 673 h 690"/>
                <a:gd name="T48" fmla="*/ 537 w 1077"/>
                <a:gd name="T49" fmla="*/ 622 h 690"/>
                <a:gd name="T50" fmla="*/ 0 w 1077"/>
                <a:gd name="T51" fmla="*/ 243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77" h="690">
                  <a:moveTo>
                    <a:pt x="0" y="243"/>
                  </a:moveTo>
                  <a:lnTo>
                    <a:pt x="39" y="193"/>
                  </a:lnTo>
                  <a:lnTo>
                    <a:pt x="94" y="138"/>
                  </a:lnTo>
                  <a:lnTo>
                    <a:pt x="155" y="94"/>
                  </a:lnTo>
                  <a:lnTo>
                    <a:pt x="249" y="55"/>
                  </a:lnTo>
                  <a:lnTo>
                    <a:pt x="326" y="27"/>
                  </a:lnTo>
                  <a:lnTo>
                    <a:pt x="403" y="11"/>
                  </a:lnTo>
                  <a:lnTo>
                    <a:pt x="486" y="5"/>
                  </a:lnTo>
                  <a:lnTo>
                    <a:pt x="563" y="0"/>
                  </a:lnTo>
                  <a:lnTo>
                    <a:pt x="646" y="11"/>
                  </a:lnTo>
                  <a:lnTo>
                    <a:pt x="735" y="27"/>
                  </a:lnTo>
                  <a:lnTo>
                    <a:pt x="806" y="55"/>
                  </a:lnTo>
                  <a:lnTo>
                    <a:pt x="895" y="94"/>
                  </a:lnTo>
                  <a:lnTo>
                    <a:pt x="939" y="121"/>
                  </a:lnTo>
                  <a:lnTo>
                    <a:pt x="989" y="160"/>
                  </a:lnTo>
                  <a:lnTo>
                    <a:pt x="1033" y="215"/>
                  </a:lnTo>
                  <a:lnTo>
                    <a:pt x="1066" y="276"/>
                  </a:lnTo>
                  <a:lnTo>
                    <a:pt x="1077" y="325"/>
                  </a:lnTo>
                  <a:lnTo>
                    <a:pt x="1077" y="375"/>
                  </a:lnTo>
                  <a:lnTo>
                    <a:pt x="1049" y="502"/>
                  </a:lnTo>
                  <a:lnTo>
                    <a:pt x="978" y="591"/>
                  </a:lnTo>
                  <a:lnTo>
                    <a:pt x="906" y="635"/>
                  </a:lnTo>
                  <a:lnTo>
                    <a:pt x="812" y="690"/>
                  </a:lnTo>
                  <a:lnTo>
                    <a:pt x="756" y="673"/>
                  </a:lnTo>
                  <a:lnTo>
                    <a:pt x="537" y="622"/>
                  </a:lnTo>
                  <a:lnTo>
                    <a:pt x="0" y="243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DAD0E2EB-4392-0965-B793-61FEF839F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5" y="2402"/>
              <a:ext cx="784" cy="497"/>
            </a:xfrm>
            <a:custGeom>
              <a:avLst/>
              <a:gdLst>
                <a:gd name="T0" fmla="*/ 56 w 1578"/>
                <a:gd name="T1" fmla="*/ 0 h 1000"/>
                <a:gd name="T2" fmla="*/ 23 w 1578"/>
                <a:gd name="T3" fmla="*/ 89 h 1000"/>
                <a:gd name="T4" fmla="*/ 0 w 1578"/>
                <a:gd name="T5" fmla="*/ 200 h 1000"/>
                <a:gd name="T6" fmla="*/ 0 w 1578"/>
                <a:gd name="T7" fmla="*/ 311 h 1000"/>
                <a:gd name="T8" fmla="*/ 67 w 1578"/>
                <a:gd name="T9" fmla="*/ 489 h 1000"/>
                <a:gd name="T10" fmla="*/ 156 w 1578"/>
                <a:gd name="T11" fmla="*/ 600 h 1000"/>
                <a:gd name="T12" fmla="*/ 223 w 1578"/>
                <a:gd name="T13" fmla="*/ 678 h 1000"/>
                <a:gd name="T14" fmla="*/ 323 w 1578"/>
                <a:gd name="T15" fmla="*/ 778 h 1000"/>
                <a:gd name="T16" fmla="*/ 478 w 1578"/>
                <a:gd name="T17" fmla="*/ 867 h 1000"/>
                <a:gd name="T18" fmla="*/ 712 w 1578"/>
                <a:gd name="T19" fmla="*/ 955 h 1000"/>
                <a:gd name="T20" fmla="*/ 856 w 1578"/>
                <a:gd name="T21" fmla="*/ 978 h 1000"/>
                <a:gd name="T22" fmla="*/ 1101 w 1578"/>
                <a:gd name="T23" fmla="*/ 1000 h 1000"/>
                <a:gd name="T24" fmla="*/ 1290 w 1578"/>
                <a:gd name="T25" fmla="*/ 989 h 1000"/>
                <a:gd name="T26" fmla="*/ 1467 w 1578"/>
                <a:gd name="T27" fmla="*/ 955 h 1000"/>
                <a:gd name="T28" fmla="*/ 1578 w 1578"/>
                <a:gd name="T29" fmla="*/ 889 h 1000"/>
                <a:gd name="T30" fmla="*/ 1423 w 1578"/>
                <a:gd name="T31" fmla="*/ 667 h 1000"/>
                <a:gd name="T32" fmla="*/ 1256 w 1578"/>
                <a:gd name="T33" fmla="*/ 633 h 1000"/>
                <a:gd name="T34" fmla="*/ 1112 w 1578"/>
                <a:gd name="T35" fmla="*/ 567 h 1000"/>
                <a:gd name="T36" fmla="*/ 1201 w 1578"/>
                <a:gd name="T37" fmla="*/ 478 h 1000"/>
                <a:gd name="T38" fmla="*/ 1078 w 1578"/>
                <a:gd name="T39" fmla="*/ 411 h 1000"/>
                <a:gd name="T40" fmla="*/ 834 w 1578"/>
                <a:gd name="T41" fmla="*/ 200 h 1000"/>
                <a:gd name="T42" fmla="*/ 656 w 1578"/>
                <a:gd name="T43" fmla="*/ 244 h 1000"/>
                <a:gd name="T44" fmla="*/ 534 w 1578"/>
                <a:gd name="T45" fmla="*/ 189 h 1000"/>
                <a:gd name="T46" fmla="*/ 512 w 1578"/>
                <a:gd name="T47" fmla="*/ 67 h 1000"/>
                <a:gd name="T48" fmla="*/ 501 w 1578"/>
                <a:gd name="T49" fmla="*/ 144 h 1000"/>
                <a:gd name="T50" fmla="*/ 378 w 1578"/>
                <a:gd name="T51" fmla="*/ 178 h 1000"/>
                <a:gd name="T52" fmla="*/ 56 w 1578"/>
                <a:gd name="T53" fmla="*/ 0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78" h="1000">
                  <a:moveTo>
                    <a:pt x="56" y="0"/>
                  </a:moveTo>
                  <a:lnTo>
                    <a:pt x="23" y="89"/>
                  </a:lnTo>
                  <a:lnTo>
                    <a:pt x="0" y="200"/>
                  </a:lnTo>
                  <a:lnTo>
                    <a:pt x="0" y="311"/>
                  </a:lnTo>
                  <a:lnTo>
                    <a:pt x="67" y="489"/>
                  </a:lnTo>
                  <a:lnTo>
                    <a:pt x="156" y="600"/>
                  </a:lnTo>
                  <a:lnTo>
                    <a:pt x="223" y="678"/>
                  </a:lnTo>
                  <a:lnTo>
                    <a:pt x="323" y="778"/>
                  </a:lnTo>
                  <a:lnTo>
                    <a:pt x="478" y="867"/>
                  </a:lnTo>
                  <a:lnTo>
                    <a:pt x="712" y="955"/>
                  </a:lnTo>
                  <a:lnTo>
                    <a:pt x="856" y="978"/>
                  </a:lnTo>
                  <a:lnTo>
                    <a:pt x="1101" y="1000"/>
                  </a:lnTo>
                  <a:lnTo>
                    <a:pt x="1290" y="989"/>
                  </a:lnTo>
                  <a:lnTo>
                    <a:pt x="1467" y="955"/>
                  </a:lnTo>
                  <a:lnTo>
                    <a:pt x="1578" y="889"/>
                  </a:lnTo>
                  <a:lnTo>
                    <a:pt x="1423" y="667"/>
                  </a:lnTo>
                  <a:lnTo>
                    <a:pt x="1256" y="633"/>
                  </a:lnTo>
                  <a:lnTo>
                    <a:pt x="1112" y="567"/>
                  </a:lnTo>
                  <a:lnTo>
                    <a:pt x="1201" y="478"/>
                  </a:lnTo>
                  <a:lnTo>
                    <a:pt x="1078" y="411"/>
                  </a:lnTo>
                  <a:lnTo>
                    <a:pt x="834" y="200"/>
                  </a:lnTo>
                  <a:lnTo>
                    <a:pt x="656" y="244"/>
                  </a:lnTo>
                  <a:lnTo>
                    <a:pt x="534" y="189"/>
                  </a:lnTo>
                  <a:lnTo>
                    <a:pt x="512" y="67"/>
                  </a:lnTo>
                  <a:lnTo>
                    <a:pt x="501" y="144"/>
                  </a:lnTo>
                  <a:lnTo>
                    <a:pt x="378" y="178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A6A95333-ACBC-CDC7-D8B8-D05D45E79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5" y="2214"/>
              <a:ext cx="1105" cy="1104"/>
            </a:xfrm>
            <a:custGeom>
              <a:avLst/>
              <a:gdLst>
                <a:gd name="T0" fmla="*/ 0 w 2223"/>
                <a:gd name="T1" fmla="*/ 656 h 2222"/>
                <a:gd name="T2" fmla="*/ 0 w 2223"/>
                <a:gd name="T3" fmla="*/ 1589 h 2222"/>
                <a:gd name="T4" fmla="*/ 67 w 2223"/>
                <a:gd name="T5" fmla="*/ 1778 h 2222"/>
                <a:gd name="T6" fmla="*/ 134 w 2223"/>
                <a:gd name="T7" fmla="*/ 1856 h 2222"/>
                <a:gd name="T8" fmla="*/ 256 w 2223"/>
                <a:gd name="T9" fmla="*/ 1978 h 2222"/>
                <a:gd name="T10" fmla="*/ 423 w 2223"/>
                <a:gd name="T11" fmla="*/ 2078 h 2222"/>
                <a:gd name="T12" fmla="*/ 612 w 2223"/>
                <a:gd name="T13" fmla="*/ 2156 h 2222"/>
                <a:gd name="T14" fmla="*/ 812 w 2223"/>
                <a:gd name="T15" fmla="*/ 2200 h 2222"/>
                <a:gd name="T16" fmla="*/ 989 w 2223"/>
                <a:gd name="T17" fmla="*/ 2222 h 2222"/>
                <a:gd name="T18" fmla="*/ 1245 w 2223"/>
                <a:gd name="T19" fmla="*/ 2222 h 2222"/>
                <a:gd name="T20" fmla="*/ 1434 w 2223"/>
                <a:gd name="T21" fmla="*/ 2200 h 2222"/>
                <a:gd name="T22" fmla="*/ 1634 w 2223"/>
                <a:gd name="T23" fmla="*/ 2144 h 2222"/>
                <a:gd name="T24" fmla="*/ 1756 w 2223"/>
                <a:gd name="T25" fmla="*/ 2100 h 2222"/>
                <a:gd name="T26" fmla="*/ 1878 w 2223"/>
                <a:gd name="T27" fmla="*/ 2033 h 2222"/>
                <a:gd name="T28" fmla="*/ 1990 w 2223"/>
                <a:gd name="T29" fmla="*/ 1967 h 2222"/>
                <a:gd name="T30" fmla="*/ 2056 w 2223"/>
                <a:gd name="T31" fmla="*/ 1900 h 2222"/>
                <a:gd name="T32" fmla="*/ 2167 w 2223"/>
                <a:gd name="T33" fmla="*/ 1789 h 2222"/>
                <a:gd name="T34" fmla="*/ 2223 w 2223"/>
                <a:gd name="T35" fmla="*/ 1633 h 2222"/>
                <a:gd name="T36" fmla="*/ 2223 w 2223"/>
                <a:gd name="T37" fmla="*/ 1489 h 2222"/>
                <a:gd name="T38" fmla="*/ 2223 w 2223"/>
                <a:gd name="T39" fmla="*/ 0 h 2222"/>
                <a:gd name="T40" fmla="*/ 2190 w 2223"/>
                <a:gd name="T41" fmla="*/ 156 h 2222"/>
                <a:gd name="T42" fmla="*/ 2123 w 2223"/>
                <a:gd name="T43" fmla="*/ 267 h 2222"/>
                <a:gd name="T44" fmla="*/ 2034 w 2223"/>
                <a:gd name="T45" fmla="*/ 378 h 2222"/>
                <a:gd name="T46" fmla="*/ 1912 w 2223"/>
                <a:gd name="T47" fmla="*/ 456 h 2222"/>
                <a:gd name="T48" fmla="*/ 1790 w 2223"/>
                <a:gd name="T49" fmla="*/ 534 h 2222"/>
                <a:gd name="T50" fmla="*/ 1678 w 2223"/>
                <a:gd name="T51" fmla="*/ 578 h 2222"/>
                <a:gd name="T52" fmla="*/ 1567 w 2223"/>
                <a:gd name="T53" fmla="*/ 611 h 2222"/>
                <a:gd name="T54" fmla="*/ 1567 w 2223"/>
                <a:gd name="T55" fmla="*/ 1267 h 2222"/>
                <a:gd name="T56" fmla="*/ 1445 w 2223"/>
                <a:gd name="T57" fmla="*/ 1300 h 2222"/>
                <a:gd name="T58" fmla="*/ 1290 w 2223"/>
                <a:gd name="T59" fmla="*/ 1322 h 2222"/>
                <a:gd name="T60" fmla="*/ 1123 w 2223"/>
                <a:gd name="T61" fmla="*/ 1333 h 2222"/>
                <a:gd name="T62" fmla="*/ 878 w 2223"/>
                <a:gd name="T63" fmla="*/ 1322 h 2222"/>
                <a:gd name="T64" fmla="*/ 656 w 2223"/>
                <a:gd name="T65" fmla="*/ 1267 h 2222"/>
                <a:gd name="T66" fmla="*/ 456 w 2223"/>
                <a:gd name="T67" fmla="*/ 1189 h 2222"/>
                <a:gd name="T68" fmla="*/ 267 w 2223"/>
                <a:gd name="T69" fmla="*/ 1078 h 2222"/>
                <a:gd name="T70" fmla="*/ 156 w 2223"/>
                <a:gd name="T71" fmla="*/ 978 h 2222"/>
                <a:gd name="T72" fmla="*/ 78 w 2223"/>
                <a:gd name="T73" fmla="*/ 845 h 2222"/>
                <a:gd name="T74" fmla="*/ 34 w 2223"/>
                <a:gd name="T75" fmla="*/ 733 h 2222"/>
                <a:gd name="T76" fmla="*/ 0 w 2223"/>
                <a:gd name="T77" fmla="*/ 656 h 2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223" h="2222">
                  <a:moveTo>
                    <a:pt x="0" y="656"/>
                  </a:moveTo>
                  <a:lnTo>
                    <a:pt x="0" y="1589"/>
                  </a:lnTo>
                  <a:lnTo>
                    <a:pt x="67" y="1778"/>
                  </a:lnTo>
                  <a:lnTo>
                    <a:pt x="134" y="1856"/>
                  </a:lnTo>
                  <a:lnTo>
                    <a:pt x="256" y="1978"/>
                  </a:lnTo>
                  <a:lnTo>
                    <a:pt x="423" y="2078"/>
                  </a:lnTo>
                  <a:lnTo>
                    <a:pt x="612" y="2156"/>
                  </a:lnTo>
                  <a:lnTo>
                    <a:pt x="812" y="2200"/>
                  </a:lnTo>
                  <a:lnTo>
                    <a:pt x="989" y="2222"/>
                  </a:lnTo>
                  <a:lnTo>
                    <a:pt x="1245" y="2222"/>
                  </a:lnTo>
                  <a:lnTo>
                    <a:pt x="1434" y="2200"/>
                  </a:lnTo>
                  <a:lnTo>
                    <a:pt x="1634" y="2144"/>
                  </a:lnTo>
                  <a:lnTo>
                    <a:pt x="1756" y="2100"/>
                  </a:lnTo>
                  <a:lnTo>
                    <a:pt x="1878" y="2033"/>
                  </a:lnTo>
                  <a:lnTo>
                    <a:pt x="1990" y="1967"/>
                  </a:lnTo>
                  <a:lnTo>
                    <a:pt x="2056" y="1900"/>
                  </a:lnTo>
                  <a:lnTo>
                    <a:pt x="2167" y="1789"/>
                  </a:lnTo>
                  <a:lnTo>
                    <a:pt x="2223" y="1633"/>
                  </a:lnTo>
                  <a:lnTo>
                    <a:pt x="2223" y="1489"/>
                  </a:lnTo>
                  <a:lnTo>
                    <a:pt x="2223" y="0"/>
                  </a:lnTo>
                  <a:lnTo>
                    <a:pt x="2190" y="156"/>
                  </a:lnTo>
                  <a:lnTo>
                    <a:pt x="2123" y="267"/>
                  </a:lnTo>
                  <a:lnTo>
                    <a:pt x="2034" y="378"/>
                  </a:lnTo>
                  <a:lnTo>
                    <a:pt x="1912" y="456"/>
                  </a:lnTo>
                  <a:lnTo>
                    <a:pt x="1790" y="534"/>
                  </a:lnTo>
                  <a:lnTo>
                    <a:pt x="1678" y="578"/>
                  </a:lnTo>
                  <a:lnTo>
                    <a:pt x="1567" y="611"/>
                  </a:lnTo>
                  <a:lnTo>
                    <a:pt x="1567" y="1267"/>
                  </a:lnTo>
                  <a:lnTo>
                    <a:pt x="1445" y="1300"/>
                  </a:lnTo>
                  <a:lnTo>
                    <a:pt x="1290" y="1322"/>
                  </a:lnTo>
                  <a:lnTo>
                    <a:pt x="1123" y="1333"/>
                  </a:lnTo>
                  <a:lnTo>
                    <a:pt x="878" y="1322"/>
                  </a:lnTo>
                  <a:lnTo>
                    <a:pt x="656" y="1267"/>
                  </a:lnTo>
                  <a:lnTo>
                    <a:pt x="456" y="1189"/>
                  </a:lnTo>
                  <a:lnTo>
                    <a:pt x="267" y="1078"/>
                  </a:lnTo>
                  <a:lnTo>
                    <a:pt x="156" y="978"/>
                  </a:lnTo>
                  <a:lnTo>
                    <a:pt x="78" y="845"/>
                  </a:lnTo>
                  <a:lnTo>
                    <a:pt x="34" y="733"/>
                  </a:lnTo>
                  <a:lnTo>
                    <a:pt x="0" y="656"/>
                  </a:lnTo>
                  <a:close/>
                </a:path>
              </a:pathLst>
            </a:custGeom>
            <a:gradFill rotWithShape="0">
              <a:gsLst>
                <a:gs pos="0">
                  <a:srgbClr val="CC6600">
                    <a:gamma/>
                    <a:shade val="46275"/>
                    <a:invGamma/>
                  </a:srgbClr>
                </a:gs>
                <a:gs pos="50000">
                  <a:srgbClr val="CC6600"/>
                </a:gs>
                <a:gs pos="100000">
                  <a:srgbClr val="CC66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0C33BCE7-5A53-BDE6-123C-95ED6F4CF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7" y="2082"/>
              <a:ext cx="757" cy="767"/>
            </a:xfrm>
            <a:custGeom>
              <a:avLst/>
              <a:gdLst>
                <a:gd name="T0" fmla="*/ 0 w 1522"/>
                <a:gd name="T1" fmla="*/ 0 h 1544"/>
                <a:gd name="T2" fmla="*/ 1522 w 1522"/>
                <a:gd name="T3" fmla="*/ 866 h 1544"/>
                <a:gd name="T4" fmla="*/ 1522 w 1522"/>
                <a:gd name="T5" fmla="*/ 1544 h 1544"/>
                <a:gd name="T6" fmla="*/ 0 w 1522"/>
                <a:gd name="T7" fmla="*/ 655 h 1544"/>
                <a:gd name="T8" fmla="*/ 0 w 1522"/>
                <a:gd name="T9" fmla="*/ 0 h 1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2" h="1544">
                  <a:moveTo>
                    <a:pt x="0" y="0"/>
                  </a:moveTo>
                  <a:lnTo>
                    <a:pt x="1522" y="866"/>
                  </a:lnTo>
                  <a:lnTo>
                    <a:pt x="1522" y="1544"/>
                  </a:lnTo>
                  <a:lnTo>
                    <a:pt x="0" y="6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" name="Freeform 14">
            <a:extLst>
              <a:ext uri="{FF2B5EF4-FFF2-40B4-BE49-F238E27FC236}">
                <a16:creationId xmlns:a16="http://schemas.microsoft.com/office/drawing/2014/main" id="{1CEC15A8-10DF-9280-5B78-5108B73658B7}"/>
              </a:ext>
            </a:extLst>
          </p:cNvPr>
          <p:cNvSpPr>
            <a:spLocks/>
          </p:cNvSpPr>
          <p:nvPr/>
        </p:nvSpPr>
        <p:spPr bwMode="auto">
          <a:xfrm>
            <a:off x="7726326" y="1148253"/>
            <a:ext cx="1143000" cy="1281113"/>
          </a:xfrm>
          <a:custGeom>
            <a:avLst/>
            <a:gdLst>
              <a:gd name="T0" fmla="*/ 0 w 1478"/>
              <a:gd name="T1" fmla="*/ 422 h 1622"/>
              <a:gd name="T2" fmla="*/ 0 w 1478"/>
              <a:gd name="T3" fmla="*/ 1078 h 1622"/>
              <a:gd name="T4" fmla="*/ 0 w 1478"/>
              <a:gd name="T5" fmla="*/ 1189 h 1622"/>
              <a:gd name="T6" fmla="*/ 45 w 1478"/>
              <a:gd name="T7" fmla="*/ 1333 h 1622"/>
              <a:gd name="T8" fmla="*/ 134 w 1478"/>
              <a:gd name="T9" fmla="*/ 1422 h 1622"/>
              <a:gd name="T10" fmla="*/ 267 w 1478"/>
              <a:gd name="T11" fmla="*/ 1511 h 1622"/>
              <a:gd name="T12" fmla="*/ 389 w 1478"/>
              <a:gd name="T13" fmla="*/ 1567 h 1622"/>
              <a:gd name="T14" fmla="*/ 556 w 1478"/>
              <a:gd name="T15" fmla="*/ 1600 h 1622"/>
              <a:gd name="T16" fmla="*/ 734 w 1478"/>
              <a:gd name="T17" fmla="*/ 1622 h 1622"/>
              <a:gd name="T18" fmla="*/ 878 w 1478"/>
              <a:gd name="T19" fmla="*/ 1600 h 1622"/>
              <a:gd name="T20" fmla="*/ 878 w 1478"/>
              <a:gd name="T21" fmla="*/ 945 h 1622"/>
              <a:gd name="T22" fmla="*/ 1000 w 1478"/>
              <a:gd name="T23" fmla="*/ 922 h 1622"/>
              <a:gd name="T24" fmla="*/ 1156 w 1478"/>
              <a:gd name="T25" fmla="*/ 878 h 1622"/>
              <a:gd name="T26" fmla="*/ 1245 w 1478"/>
              <a:gd name="T27" fmla="*/ 822 h 1622"/>
              <a:gd name="T28" fmla="*/ 1323 w 1478"/>
              <a:gd name="T29" fmla="*/ 778 h 1622"/>
              <a:gd name="T30" fmla="*/ 1412 w 1478"/>
              <a:gd name="T31" fmla="*/ 700 h 1622"/>
              <a:gd name="T32" fmla="*/ 1478 w 1478"/>
              <a:gd name="T33" fmla="*/ 567 h 1622"/>
              <a:gd name="T34" fmla="*/ 1478 w 1478"/>
              <a:gd name="T35" fmla="*/ 422 h 1622"/>
              <a:gd name="T36" fmla="*/ 1445 w 1478"/>
              <a:gd name="T37" fmla="*/ 333 h 1622"/>
              <a:gd name="T38" fmla="*/ 1378 w 1478"/>
              <a:gd name="T39" fmla="*/ 245 h 1622"/>
              <a:gd name="T40" fmla="*/ 1245 w 1478"/>
              <a:gd name="T41" fmla="*/ 145 h 1622"/>
              <a:gd name="T42" fmla="*/ 1078 w 1478"/>
              <a:gd name="T43" fmla="*/ 67 h 1622"/>
              <a:gd name="T44" fmla="*/ 900 w 1478"/>
              <a:gd name="T45" fmla="*/ 22 h 1622"/>
              <a:gd name="T46" fmla="*/ 689 w 1478"/>
              <a:gd name="T47" fmla="*/ 0 h 1622"/>
              <a:gd name="T48" fmla="*/ 500 w 1478"/>
              <a:gd name="T49" fmla="*/ 33 h 1622"/>
              <a:gd name="T50" fmla="*/ 367 w 1478"/>
              <a:gd name="T51" fmla="*/ 67 h 1622"/>
              <a:gd name="T52" fmla="*/ 245 w 1478"/>
              <a:gd name="T53" fmla="*/ 122 h 1622"/>
              <a:gd name="T54" fmla="*/ 134 w 1478"/>
              <a:gd name="T55" fmla="*/ 200 h 1622"/>
              <a:gd name="T56" fmla="*/ 56 w 1478"/>
              <a:gd name="T57" fmla="*/ 289 h 1622"/>
              <a:gd name="T58" fmla="*/ 0 w 1478"/>
              <a:gd name="T59" fmla="*/ 422 h 16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478" h="1622">
                <a:moveTo>
                  <a:pt x="0" y="422"/>
                </a:moveTo>
                <a:lnTo>
                  <a:pt x="0" y="1078"/>
                </a:lnTo>
                <a:lnTo>
                  <a:pt x="0" y="1189"/>
                </a:lnTo>
                <a:lnTo>
                  <a:pt x="45" y="1333"/>
                </a:lnTo>
                <a:lnTo>
                  <a:pt x="134" y="1422"/>
                </a:lnTo>
                <a:lnTo>
                  <a:pt x="267" y="1511"/>
                </a:lnTo>
                <a:lnTo>
                  <a:pt x="389" y="1567"/>
                </a:lnTo>
                <a:lnTo>
                  <a:pt x="556" y="1600"/>
                </a:lnTo>
                <a:lnTo>
                  <a:pt x="734" y="1622"/>
                </a:lnTo>
                <a:lnTo>
                  <a:pt x="878" y="1600"/>
                </a:lnTo>
                <a:lnTo>
                  <a:pt x="878" y="945"/>
                </a:lnTo>
                <a:lnTo>
                  <a:pt x="1000" y="922"/>
                </a:lnTo>
                <a:lnTo>
                  <a:pt x="1156" y="878"/>
                </a:lnTo>
                <a:lnTo>
                  <a:pt x="1245" y="822"/>
                </a:lnTo>
                <a:lnTo>
                  <a:pt x="1323" y="778"/>
                </a:lnTo>
                <a:lnTo>
                  <a:pt x="1412" y="700"/>
                </a:lnTo>
                <a:lnTo>
                  <a:pt x="1478" y="567"/>
                </a:lnTo>
                <a:lnTo>
                  <a:pt x="1478" y="422"/>
                </a:lnTo>
                <a:lnTo>
                  <a:pt x="1445" y="333"/>
                </a:lnTo>
                <a:lnTo>
                  <a:pt x="1378" y="245"/>
                </a:lnTo>
                <a:lnTo>
                  <a:pt x="1245" y="145"/>
                </a:lnTo>
                <a:lnTo>
                  <a:pt x="1078" y="67"/>
                </a:lnTo>
                <a:lnTo>
                  <a:pt x="900" y="22"/>
                </a:lnTo>
                <a:lnTo>
                  <a:pt x="689" y="0"/>
                </a:lnTo>
                <a:lnTo>
                  <a:pt x="500" y="33"/>
                </a:lnTo>
                <a:lnTo>
                  <a:pt x="367" y="67"/>
                </a:lnTo>
                <a:lnTo>
                  <a:pt x="245" y="122"/>
                </a:lnTo>
                <a:lnTo>
                  <a:pt x="134" y="200"/>
                </a:lnTo>
                <a:lnTo>
                  <a:pt x="56" y="289"/>
                </a:lnTo>
                <a:lnTo>
                  <a:pt x="0" y="422"/>
                </a:lnTo>
                <a:close/>
              </a:path>
            </a:pathLst>
          </a:custGeom>
          <a:gradFill rotWithShape="0">
            <a:gsLst>
              <a:gs pos="0">
                <a:srgbClr val="FFCC00"/>
              </a:gs>
              <a:gs pos="100000">
                <a:srgbClr val="FFCC00">
                  <a:gamma/>
                  <a:shade val="46275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8" name="Group 15">
            <a:extLst>
              <a:ext uri="{FF2B5EF4-FFF2-40B4-BE49-F238E27FC236}">
                <a16:creationId xmlns:a16="http://schemas.microsoft.com/office/drawing/2014/main" id="{6BFF1586-588B-491A-11B1-4560F10686D3}"/>
              </a:ext>
            </a:extLst>
          </p:cNvPr>
          <p:cNvGrpSpPr>
            <a:grpSpLocks/>
          </p:cNvGrpSpPr>
          <p:nvPr/>
        </p:nvGrpSpPr>
        <p:grpSpPr bwMode="auto">
          <a:xfrm>
            <a:off x="1720814" y="1054591"/>
            <a:ext cx="4851400" cy="5124450"/>
            <a:chOff x="441" y="435"/>
            <a:chExt cx="3056" cy="3228"/>
          </a:xfrm>
        </p:grpSpPr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0BDA1AEC-A3C9-8101-5BC1-2B80950F38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538"/>
              <a:ext cx="129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9F1DDF72-7308-DB90-6E3C-2239A4E526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1785"/>
              <a:ext cx="129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359C4D8E-3F50-ECE9-4C9E-B4CEFCE636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547"/>
              <a:ext cx="0" cy="1247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D0750A86-A832-B49F-6230-3AFBF4D6A9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" y="538"/>
              <a:ext cx="0" cy="1247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994C8B96-5576-00CA-84FA-B570A48743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7" y="439"/>
              <a:ext cx="0" cy="1529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4C1EEC78-8021-5E62-F662-D89B56916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" y="1142"/>
              <a:ext cx="395" cy="1"/>
            </a:xfrm>
            <a:custGeom>
              <a:avLst/>
              <a:gdLst>
                <a:gd name="T0" fmla="*/ 441 w 441"/>
                <a:gd name="T1" fmla="*/ 0 h 1"/>
                <a:gd name="T2" fmla="*/ 0 w 441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1" h="1">
                  <a:moveTo>
                    <a:pt x="441" y="0"/>
                  </a:moveTo>
                  <a:lnTo>
                    <a:pt x="0" y="1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5" name="Oval 22">
              <a:extLst>
                <a:ext uri="{FF2B5EF4-FFF2-40B4-BE49-F238E27FC236}">
                  <a16:creationId xmlns:a16="http://schemas.microsoft.com/office/drawing/2014/main" id="{2CED4363-DDEF-70B9-FEE8-0E2DAE04F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" y="2266"/>
              <a:ext cx="1289" cy="1204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0BE7270B-62A5-18D7-BC4E-573A711338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1786"/>
              <a:ext cx="130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AE1C809D-EDCF-1136-727E-06A0153205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" y="540"/>
              <a:ext cx="0" cy="1253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4B10C3C3-58B2-F14B-BCF3-E822ECA50B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" y="540"/>
              <a:ext cx="0" cy="60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C2FB57DD-C75C-B18E-EB00-A38CED6F9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" y="1142"/>
              <a:ext cx="0" cy="64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837AA952-FF3C-DDBA-8DFA-274CDD0CCB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" y="540"/>
              <a:ext cx="90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3F2BB188-FBB3-863A-971E-16C80603B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6" y="2318"/>
              <a:ext cx="1" cy="1113"/>
            </a:xfrm>
            <a:custGeom>
              <a:avLst/>
              <a:gdLst>
                <a:gd name="T0" fmla="*/ 1 w 1"/>
                <a:gd name="T1" fmla="*/ 0 h 1113"/>
                <a:gd name="T2" fmla="*/ 0 w 1"/>
                <a:gd name="T3" fmla="*/ 1113 h 1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113">
                  <a:moveTo>
                    <a:pt x="1" y="0"/>
                  </a:moveTo>
                  <a:lnTo>
                    <a:pt x="0" y="1113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704C67E0-7C31-C217-DABA-5096E112E8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9" y="435"/>
              <a:ext cx="0" cy="1489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3" name="Line 30">
              <a:extLst>
                <a:ext uri="{FF2B5EF4-FFF2-40B4-BE49-F238E27FC236}">
                  <a16:creationId xmlns:a16="http://schemas.microsoft.com/office/drawing/2014/main" id="{4D77476E-23B3-3F68-2B42-8FE833068E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1142"/>
              <a:ext cx="11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5221E10F-2BCA-E36D-017A-CA5AA6D9B9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91" y="540"/>
              <a:ext cx="0" cy="6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5" name="Line 32">
              <a:extLst>
                <a:ext uri="{FF2B5EF4-FFF2-40B4-BE49-F238E27FC236}">
                  <a16:creationId xmlns:a16="http://schemas.microsoft.com/office/drawing/2014/main" id="{4EB4200C-13ED-444B-85CD-E5BBC25E0E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97" y="540"/>
              <a:ext cx="0" cy="6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" name="Line 33">
              <a:extLst>
                <a:ext uri="{FF2B5EF4-FFF2-40B4-BE49-F238E27FC236}">
                  <a16:creationId xmlns:a16="http://schemas.microsoft.com/office/drawing/2014/main" id="{555D60F9-D5E8-AEB6-503A-E4F397FBC8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38" y="540"/>
              <a:ext cx="0" cy="6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6DCF8F46-5B2C-E40F-8CCD-7840365889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7" y="540"/>
              <a:ext cx="0" cy="6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D052981C-0C02-003C-34D6-87D5BABB68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7" y="1150"/>
              <a:ext cx="0" cy="6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9" name="Line 36">
              <a:extLst>
                <a:ext uri="{FF2B5EF4-FFF2-40B4-BE49-F238E27FC236}">
                  <a16:creationId xmlns:a16="http://schemas.microsoft.com/office/drawing/2014/main" id="{60D2143E-3152-8F14-B355-25C1E8136D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6" y="548"/>
              <a:ext cx="0" cy="12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F4EE175A-B131-0394-386B-4CA844F5DC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73" y="548"/>
              <a:ext cx="0" cy="12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D34B201F-1E69-92B8-CB86-2003FF50BE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14" y="548"/>
              <a:ext cx="0" cy="12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" name="Oval 39">
              <a:extLst>
                <a:ext uri="{FF2B5EF4-FFF2-40B4-BE49-F238E27FC236}">
                  <a16:creationId xmlns:a16="http://schemas.microsoft.com/office/drawing/2014/main" id="{A5F87E0E-403E-454F-30E8-0CCCDB640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" y="2487"/>
              <a:ext cx="860" cy="77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E7D90E06-BFC7-9003-21B9-3B01B8E2F1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" y="2868"/>
              <a:ext cx="150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" name="Line 41">
              <a:extLst>
                <a:ext uri="{FF2B5EF4-FFF2-40B4-BE49-F238E27FC236}">
                  <a16:creationId xmlns:a16="http://schemas.microsoft.com/office/drawing/2014/main" id="{61361920-3E35-4B53-64FA-C9FE64D309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9" y="2172"/>
              <a:ext cx="0" cy="1491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22198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5ADFD2-13F7-9A49-9304-33C033120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22804-D8FA-FE40-8599-939F5BED3EF4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8B8B93-8A06-88B5-546B-54F3BAD5B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B1512-26FD-459D-7ACA-E4F611B8B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33</a:t>
            </a:fld>
            <a:endParaRPr lang="en-US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8B729DC4-47BB-422D-FC75-970F8C8BB587}"/>
              </a:ext>
            </a:extLst>
          </p:cNvPr>
          <p:cNvSpPr>
            <a:spLocks/>
          </p:cNvSpPr>
          <p:nvPr/>
        </p:nvSpPr>
        <p:spPr bwMode="auto">
          <a:xfrm>
            <a:off x="3886828" y="3979885"/>
            <a:ext cx="1587" cy="1927225"/>
          </a:xfrm>
          <a:custGeom>
            <a:avLst/>
            <a:gdLst>
              <a:gd name="T0" fmla="*/ 0 w 1"/>
              <a:gd name="T1" fmla="*/ 0 h 1214"/>
              <a:gd name="T2" fmla="*/ 0 w 1"/>
              <a:gd name="T3" fmla="*/ 1214 h 12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214">
                <a:moveTo>
                  <a:pt x="0" y="0"/>
                </a:moveTo>
                <a:lnTo>
                  <a:pt x="0" y="1214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8E4E0E34-34B5-A212-4AC2-7AAA328BFD4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7303" y="2427310"/>
            <a:ext cx="4373562" cy="0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4DFA6A73-2B1F-9322-AA34-78AF6A24D1E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7865" y="1208110"/>
            <a:ext cx="0" cy="2500313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3320A661-0354-C149-3FC5-215C481D0657}"/>
              </a:ext>
            </a:extLst>
          </p:cNvPr>
          <p:cNvSpPr>
            <a:spLocks/>
          </p:cNvSpPr>
          <p:nvPr/>
        </p:nvSpPr>
        <p:spPr bwMode="auto">
          <a:xfrm>
            <a:off x="6117265" y="1344635"/>
            <a:ext cx="1588" cy="1082675"/>
          </a:xfrm>
          <a:custGeom>
            <a:avLst/>
            <a:gdLst>
              <a:gd name="T0" fmla="*/ 0 w 1"/>
              <a:gd name="T1" fmla="*/ 682 h 682"/>
              <a:gd name="T2" fmla="*/ 0 w 1"/>
              <a:gd name="T3" fmla="*/ 0 h 68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682">
                <a:moveTo>
                  <a:pt x="0" y="682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2ECE750F-88B7-487A-AF1C-046AB109DF6D}"/>
              </a:ext>
            </a:extLst>
          </p:cNvPr>
          <p:cNvSpPr>
            <a:spLocks/>
          </p:cNvSpPr>
          <p:nvPr/>
        </p:nvSpPr>
        <p:spPr bwMode="auto">
          <a:xfrm>
            <a:off x="8098465" y="1344635"/>
            <a:ext cx="1588" cy="1082675"/>
          </a:xfrm>
          <a:custGeom>
            <a:avLst/>
            <a:gdLst>
              <a:gd name="T0" fmla="*/ 0 w 1"/>
              <a:gd name="T1" fmla="*/ 682 h 682"/>
              <a:gd name="T2" fmla="*/ 0 w 1"/>
              <a:gd name="T3" fmla="*/ 0 h 68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682">
                <a:moveTo>
                  <a:pt x="0" y="682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C7B7079B-6A1E-E231-9E0C-41B2A4E16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9390" y="546123"/>
            <a:ext cx="29851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800" dirty="0">
                <a:solidFill>
                  <a:srgbClr val="C00000"/>
                </a:solidFill>
                <a:latin typeface="+mn-ea"/>
              </a:rPr>
              <a:t>例</a:t>
            </a:r>
            <a:r>
              <a:rPr lang="en-US" altLang="zh-CN" sz="2800" dirty="0">
                <a:solidFill>
                  <a:srgbClr val="C00000"/>
                </a:solidFill>
                <a:latin typeface="+mn-ea"/>
              </a:rPr>
              <a:t>12.7</a:t>
            </a:r>
            <a:r>
              <a:rPr lang="zh-CN" altLang="en-US" sz="2800" dirty="0">
                <a:solidFill>
                  <a:srgbClr val="C00000"/>
                </a:solidFill>
                <a:latin typeface="+mn-ea"/>
              </a:rPr>
              <a:t>：求左视图</a:t>
            </a:r>
          </a:p>
        </p:txBody>
      </p:sp>
      <p:sp>
        <p:nvSpPr>
          <p:cNvPr id="11" name="Oval 8">
            <a:extLst>
              <a:ext uri="{FF2B5EF4-FFF2-40B4-BE49-F238E27FC236}">
                <a16:creationId xmlns:a16="http://schemas.microsoft.com/office/drawing/2014/main" id="{749530C8-0C8E-E1FB-FA0A-89D629F5C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8265" y="4256110"/>
            <a:ext cx="1524000" cy="13716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CD411168-AEC2-E201-8BEC-789822107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7265" y="3875110"/>
            <a:ext cx="2286000" cy="21336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47B3CA60-7AC8-756F-3E3F-FE4F4B22F529}"/>
              </a:ext>
            </a:extLst>
          </p:cNvPr>
          <p:cNvSpPr>
            <a:spLocks/>
          </p:cNvSpPr>
          <p:nvPr/>
        </p:nvSpPr>
        <p:spPr bwMode="auto">
          <a:xfrm>
            <a:off x="2296153" y="3570310"/>
            <a:ext cx="2317750" cy="1588"/>
          </a:xfrm>
          <a:custGeom>
            <a:avLst/>
            <a:gdLst>
              <a:gd name="T0" fmla="*/ 0 w 1460"/>
              <a:gd name="T1" fmla="*/ 0 h 1"/>
              <a:gd name="T2" fmla="*/ 1460 w 1460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460" h="1">
                <a:moveTo>
                  <a:pt x="0" y="0"/>
                </a:moveTo>
                <a:lnTo>
                  <a:pt x="1460" y="0"/>
                </a:ln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" name="Line 11">
            <a:extLst>
              <a:ext uri="{FF2B5EF4-FFF2-40B4-BE49-F238E27FC236}">
                <a16:creationId xmlns:a16="http://schemas.microsoft.com/office/drawing/2014/main" id="{2C3C2647-940D-8D50-76D1-6B6C25FE00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93265" y="1360510"/>
            <a:ext cx="0" cy="22225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F4408BA7-0F6D-73C7-F511-C1F310CE61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7940" y="1360510"/>
            <a:ext cx="0" cy="1066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82311CCD-9BC2-1AC6-EC2E-5548494D07E4}"/>
              </a:ext>
            </a:extLst>
          </p:cNvPr>
          <p:cNvSpPr>
            <a:spLocks/>
          </p:cNvSpPr>
          <p:nvPr/>
        </p:nvSpPr>
        <p:spPr bwMode="auto">
          <a:xfrm>
            <a:off x="2307265" y="2427310"/>
            <a:ext cx="1600200" cy="1588"/>
          </a:xfrm>
          <a:custGeom>
            <a:avLst/>
            <a:gdLst>
              <a:gd name="T0" fmla="*/ 1008 w 1008"/>
              <a:gd name="T1" fmla="*/ 0 h 1"/>
              <a:gd name="T2" fmla="*/ 0 w 1008"/>
              <a:gd name="T3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08" h="1">
                <a:moveTo>
                  <a:pt x="1008" y="0"/>
                </a:moveTo>
                <a:lnTo>
                  <a:pt x="0" y="1"/>
                </a:ln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8DB1294B-BF37-C264-102B-6C4AC29AD9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7265" y="2427310"/>
            <a:ext cx="0" cy="1143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" name="Freeform 15">
            <a:extLst>
              <a:ext uri="{FF2B5EF4-FFF2-40B4-BE49-F238E27FC236}">
                <a16:creationId xmlns:a16="http://schemas.microsoft.com/office/drawing/2014/main" id="{DB5C7E43-0271-564F-D298-8A1E9950C4B5}"/>
              </a:ext>
            </a:extLst>
          </p:cNvPr>
          <p:cNvSpPr>
            <a:spLocks/>
          </p:cNvSpPr>
          <p:nvPr/>
        </p:nvSpPr>
        <p:spPr bwMode="auto">
          <a:xfrm>
            <a:off x="3877303" y="1360510"/>
            <a:ext cx="715962" cy="1588"/>
          </a:xfrm>
          <a:custGeom>
            <a:avLst/>
            <a:gdLst>
              <a:gd name="T0" fmla="*/ 0 w 451"/>
              <a:gd name="T1" fmla="*/ 0 h 1"/>
              <a:gd name="T2" fmla="*/ 451 w 451"/>
              <a:gd name="T3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51" h="1">
                <a:moveTo>
                  <a:pt x="0" y="0"/>
                </a:moveTo>
                <a:lnTo>
                  <a:pt x="451" y="1"/>
                </a:ln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0EDFF03A-54C7-BB87-BCDE-2D8EC9E581D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4865" y="4941910"/>
            <a:ext cx="26670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E047F77B-C5E9-8CDC-2086-0D182344AB84}"/>
              </a:ext>
            </a:extLst>
          </p:cNvPr>
          <p:cNvGrpSpPr>
            <a:grpSpLocks/>
          </p:cNvGrpSpPr>
          <p:nvPr/>
        </p:nvGrpSpPr>
        <p:grpSpPr bwMode="auto">
          <a:xfrm>
            <a:off x="2688265" y="1360510"/>
            <a:ext cx="1524000" cy="2209800"/>
            <a:chOff x="1104" y="864"/>
            <a:chExt cx="960" cy="1392"/>
          </a:xfrm>
        </p:grpSpPr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F543C86F-A6B0-9B1D-4794-4139045ED3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1536"/>
              <a:ext cx="0" cy="72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AD62E063-4B99-3702-C0AE-E83B357128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864"/>
              <a:ext cx="0" cy="13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3" name="Group 20">
            <a:extLst>
              <a:ext uri="{FF2B5EF4-FFF2-40B4-BE49-F238E27FC236}">
                <a16:creationId xmlns:a16="http://schemas.microsoft.com/office/drawing/2014/main" id="{0BC44C33-D225-2F9A-DD53-C5D6789108E6}"/>
              </a:ext>
            </a:extLst>
          </p:cNvPr>
          <p:cNvGrpSpPr>
            <a:grpSpLocks/>
          </p:cNvGrpSpPr>
          <p:nvPr/>
        </p:nvGrpSpPr>
        <p:grpSpPr bwMode="auto">
          <a:xfrm>
            <a:off x="5972803" y="1357335"/>
            <a:ext cx="2286000" cy="2212975"/>
            <a:chOff x="3173" y="526"/>
            <a:chExt cx="1440" cy="1394"/>
          </a:xfrm>
        </p:grpSpPr>
        <p:grpSp>
          <p:nvGrpSpPr>
            <p:cNvPr id="24" name="Group 21">
              <a:extLst>
                <a:ext uri="{FF2B5EF4-FFF2-40B4-BE49-F238E27FC236}">
                  <a16:creationId xmlns:a16="http://schemas.microsoft.com/office/drawing/2014/main" id="{9F9FBAFA-DE8D-A51B-AA7D-EE1342B10A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3" y="526"/>
              <a:ext cx="1440" cy="1392"/>
              <a:chOff x="3168" y="864"/>
              <a:chExt cx="1440" cy="1392"/>
            </a:xfrm>
          </p:grpSpPr>
          <p:sp>
            <p:nvSpPr>
              <p:cNvPr id="28" name="Line 22">
                <a:extLst>
                  <a:ext uri="{FF2B5EF4-FFF2-40B4-BE49-F238E27FC236}">
                    <a16:creationId xmlns:a16="http://schemas.microsoft.com/office/drawing/2014/main" id="{0B6E5953-2F09-6B03-4792-B28CD5441E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864"/>
                <a:ext cx="1440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9" name="Line 23">
                <a:extLst>
                  <a:ext uri="{FF2B5EF4-FFF2-40B4-BE49-F238E27FC236}">
                    <a16:creationId xmlns:a16="http://schemas.microsoft.com/office/drawing/2014/main" id="{33F48559-A37C-6F7D-A609-E4DB2D5681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256"/>
                <a:ext cx="1440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0" name="Line 24">
                <a:extLst>
                  <a:ext uri="{FF2B5EF4-FFF2-40B4-BE49-F238E27FC236}">
                    <a16:creationId xmlns:a16="http://schemas.microsoft.com/office/drawing/2014/main" id="{51764092-F194-5019-9F12-F398B18B1F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864"/>
                <a:ext cx="0" cy="1392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" name="Line 25">
                <a:extLst>
                  <a:ext uri="{FF2B5EF4-FFF2-40B4-BE49-F238E27FC236}">
                    <a16:creationId xmlns:a16="http://schemas.microsoft.com/office/drawing/2014/main" id="{EA3D933B-45FF-2BA8-0BEB-4E8D49FB62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864"/>
                <a:ext cx="0" cy="1392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25" name="Group 26">
              <a:extLst>
                <a:ext uri="{FF2B5EF4-FFF2-40B4-BE49-F238E27FC236}">
                  <a16:creationId xmlns:a16="http://schemas.microsoft.com/office/drawing/2014/main" id="{E56F5AFF-DA21-D31D-4C26-E0037658FE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528"/>
              <a:ext cx="960" cy="1392"/>
              <a:chOff x="3408" y="864"/>
              <a:chExt cx="960" cy="1392"/>
            </a:xfrm>
          </p:grpSpPr>
          <p:sp>
            <p:nvSpPr>
              <p:cNvPr id="26" name="Line 27">
                <a:extLst>
                  <a:ext uri="{FF2B5EF4-FFF2-40B4-BE49-F238E27FC236}">
                    <a16:creationId xmlns:a16="http://schemas.microsoft.com/office/drawing/2014/main" id="{92381CAC-CD2C-F2CC-18B0-7D6695CCE5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68" y="864"/>
                <a:ext cx="0" cy="1392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7" name="Line 28">
                <a:extLst>
                  <a:ext uri="{FF2B5EF4-FFF2-40B4-BE49-F238E27FC236}">
                    <a16:creationId xmlns:a16="http://schemas.microsoft.com/office/drawing/2014/main" id="{E8A26075-FDF3-5B2E-3504-19F1F9FD3B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08" y="864"/>
                <a:ext cx="0" cy="1392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32" name="Line 29">
            <a:extLst>
              <a:ext uri="{FF2B5EF4-FFF2-40B4-BE49-F238E27FC236}">
                <a16:creationId xmlns:a16="http://schemas.microsoft.com/office/drawing/2014/main" id="{6B8110A4-38D2-4195-1D4B-86CD93E393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74465" y="1360510"/>
            <a:ext cx="0" cy="106680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" name="Line 30">
            <a:extLst>
              <a:ext uri="{FF2B5EF4-FFF2-40B4-BE49-F238E27FC236}">
                <a16:creationId xmlns:a16="http://schemas.microsoft.com/office/drawing/2014/main" id="{43362481-2BFE-E60F-BA9A-1FA42C8160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55553" y="1360510"/>
            <a:ext cx="0" cy="106680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34" name="Group 31">
            <a:extLst>
              <a:ext uri="{FF2B5EF4-FFF2-40B4-BE49-F238E27FC236}">
                <a16:creationId xmlns:a16="http://schemas.microsoft.com/office/drawing/2014/main" id="{BF6D6008-5797-343F-2C3B-0574A29663BA}"/>
              </a:ext>
            </a:extLst>
          </p:cNvPr>
          <p:cNvGrpSpPr>
            <a:grpSpLocks/>
          </p:cNvGrpSpPr>
          <p:nvPr/>
        </p:nvGrpSpPr>
        <p:grpSpPr bwMode="auto">
          <a:xfrm>
            <a:off x="3890003" y="2427310"/>
            <a:ext cx="4208462" cy="3490913"/>
            <a:chOff x="1861" y="1200"/>
            <a:chExt cx="2651" cy="2199"/>
          </a:xfrm>
        </p:grpSpPr>
        <p:sp>
          <p:nvSpPr>
            <p:cNvPr id="35" name="Line 32">
              <a:extLst>
                <a:ext uri="{FF2B5EF4-FFF2-40B4-BE49-F238E27FC236}">
                  <a16:creationId xmlns:a16="http://schemas.microsoft.com/office/drawing/2014/main" id="{03D97DB5-F0E7-778F-A857-EE87816B803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200" y="888"/>
              <a:ext cx="0" cy="62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" name="Line 33">
              <a:extLst>
                <a:ext uri="{FF2B5EF4-FFF2-40B4-BE49-F238E27FC236}">
                  <a16:creationId xmlns:a16="http://schemas.microsoft.com/office/drawing/2014/main" id="{F1A5B0F6-D1CA-A936-9081-7D1939105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1" y="2775"/>
              <a:ext cx="0" cy="62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37" name="Group 34">
            <a:extLst>
              <a:ext uri="{FF2B5EF4-FFF2-40B4-BE49-F238E27FC236}">
                <a16:creationId xmlns:a16="http://schemas.microsoft.com/office/drawing/2014/main" id="{BFE53255-8AAC-69F3-DA49-4777B7A4929D}"/>
              </a:ext>
            </a:extLst>
          </p:cNvPr>
          <p:cNvGrpSpPr>
            <a:grpSpLocks/>
          </p:cNvGrpSpPr>
          <p:nvPr/>
        </p:nvGrpSpPr>
        <p:grpSpPr bwMode="auto">
          <a:xfrm>
            <a:off x="3729665" y="4279923"/>
            <a:ext cx="287338" cy="1317625"/>
            <a:chOff x="1210" y="2367"/>
            <a:chExt cx="181" cy="830"/>
          </a:xfrm>
        </p:grpSpPr>
        <p:sp>
          <p:nvSpPr>
            <p:cNvPr id="38" name="Text Box 35">
              <a:extLst>
                <a:ext uri="{FF2B5EF4-FFF2-40B4-BE49-F238E27FC236}">
                  <a16:creationId xmlns:a16="http://schemas.microsoft.com/office/drawing/2014/main" id="{050144CD-93F4-885E-50CD-204DCA523C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1" y="2367"/>
              <a:ext cx="180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800"/>
                <a:t>●</a:t>
              </a:r>
            </a:p>
          </p:txBody>
        </p:sp>
        <p:sp>
          <p:nvSpPr>
            <p:cNvPr id="39" name="Text Box 36">
              <a:extLst>
                <a:ext uri="{FF2B5EF4-FFF2-40B4-BE49-F238E27FC236}">
                  <a16:creationId xmlns:a16="http://schemas.microsoft.com/office/drawing/2014/main" id="{D71B7123-DBF3-6A2A-F382-DD34784E15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0" y="3062"/>
              <a:ext cx="180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800"/>
                <a:t>●</a:t>
              </a:r>
            </a:p>
          </p:txBody>
        </p:sp>
      </p:grpSp>
      <p:grpSp>
        <p:nvGrpSpPr>
          <p:cNvPr id="40" name="Group 37">
            <a:extLst>
              <a:ext uri="{FF2B5EF4-FFF2-40B4-BE49-F238E27FC236}">
                <a16:creationId xmlns:a16="http://schemas.microsoft.com/office/drawing/2014/main" id="{74D33864-76C8-3687-8DCE-B10B8DE7DDB9}"/>
              </a:ext>
            </a:extLst>
          </p:cNvPr>
          <p:cNvGrpSpPr>
            <a:grpSpLocks/>
          </p:cNvGrpSpPr>
          <p:nvPr/>
        </p:nvGrpSpPr>
        <p:grpSpPr bwMode="auto">
          <a:xfrm>
            <a:off x="3737603" y="3859235"/>
            <a:ext cx="285750" cy="2165350"/>
            <a:chOff x="1210" y="2102"/>
            <a:chExt cx="180" cy="1364"/>
          </a:xfrm>
        </p:grpSpPr>
        <p:sp>
          <p:nvSpPr>
            <p:cNvPr id="41" name="Text Box 38">
              <a:extLst>
                <a:ext uri="{FF2B5EF4-FFF2-40B4-BE49-F238E27FC236}">
                  <a16:creationId xmlns:a16="http://schemas.microsoft.com/office/drawing/2014/main" id="{013978D3-767E-A92D-3816-465548CFC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0" y="3331"/>
              <a:ext cx="180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800">
                  <a:solidFill>
                    <a:srgbClr val="FF0000"/>
                  </a:solidFill>
                </a:rPr>
                <a:t>●</a:t>
              </a:r>
            </a:p>
          </p:txBody>
        </p:sp>
        <p:sp>
          <p:nvSpPr>
            <p:cNvPr id="42" name="Text Box 39">
              <a:extLst>
                <a:ext uri="{FF2B5EF4-FFF2-40B4-BE49-F238E27FC236}">
                  <a16:creationId xmlns:a16="http://schemas.microsoft.com/office/drawing/2014/main" id="{E75797B4-D5C1-62B2-EA33-9FA28330FF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0" y="2102"/>
              <a:ext cx="180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800">
                  <a:solidFill>
                    <a:srgbClr val="FF0000"/>
                  </a:solidFill>
                </a:rPr>
                <a:t>●</a:t>
              </a:r>
            </a:p>
          </p:txBody>
        </p:sp>
      </p:grpSp>
      <p:sp>
        <p:nvSpPr>
          <p:cNvPr id="43" name="Line 40">
            <a:extLst>
              <a:ext uri="{FF2B5EF4-FFF2-40B4-BE49-F238E27FC236}">
                <a16:creationId xmlns:a16="http://schemas.microsoft.com/office/drawing/2014/main" id="{2BCA6C7E-9862-008B-616F-0B7A847F26C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2803" y="2428898"/>
            <a:ext cx="2286000" cy="0"/>
          </a:xfrm>
          <a:prstGeom prst="line">
            <a:avLst/>
          </a:prstGeom>
          <a:noFill/>
          <a:ln w="38100">
            <a:solidFill>
              <a:srgbClr val="99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44" name="Group 41">
            <a:extLst>
              <a:ext uri="{FF2B5EF4-FFF2-40B4-BE49-F238E27FC236}">
                <a16:creationId xmlns:a16="http://schemas.microsoft.com/office/drawing/2014/main" id="{D0A70AAC-941C-6F9C-87F1-7BAC03099DDF}"/>
              </a:ext>
            </a:extLst>
          </p:cNvPr>
          <p:cNvGrpSpPr>
            <a:grpSpLocks/>
          </p:cNvGrpSpPr>
          <p:nvPr/>
        </p:nvGrpSpPr>
        <p:grpSpPr bwMode="auto">
          <a:xfrm>
            <a:off x="5972803" y="1339873"/>
            <a:ext cx="2286000" cy="1069975"/>
            <a:chOff x="3173" y="526"/>
            <a:chExt cx="1440" cy="674"/>
          </a:xfrm>
        </p:grpSpPr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AF61586A-EEA4-4296-A542-3EF6F895E6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3" y="526"/>
              <a:ext cx="0" cy="67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6" name="Line 43">
              <a:extLst>
                <a:ext uri="{FF2B5EF4-FFF2-40B4-BE49-F238E27FC236}">
                  <a16:creationId xmlns:a16="http://schemas.microsoft.com/office/drawing/2014/main" id="{3B063D68-8762-424B-E46D-776E8ED1FE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3" y="528"/>
              <a:ext cx="0" cy="67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7" name="Line 44">
              <a:extLst>
                <a:ext uri="{FF2B5EF4-FFF2-40B4-BE49-F238E27FC236}">
                  <a16:creationId xmlns:a16="http://schemas.microsoft.com/office/drawing/2014/main" id="{6FA1C127-05AF-88EE-3585-6310BE0792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73" y="529"/>
              <a:ext cx="91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8" name="Line 45">
              <a:extLst>
                <a:ext uri="{FF2B5EF4-FFF2-40B4-BE49-F238E27FC236}">
                  <a16:creationId xmlns:a16="http://schemas.microsoft.com/office/drawing/2014/main" id="{ABAEC6B4-8951-824A-5533-A399909895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529"/>
              <a:ext cx="96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49" name="Group 46">
            <a:extLst>
              <a:ext uri="{FF2B5EF4-FFF2-40B4-BE49-F238E27FC236}">
                <a16:creationId xmlns:a16="http://schemas.microsoft.com/office/drawing/2014/main" id="{43DDF56B-A577-0CB9-86B1-7CC39ABCBA49}"/>
              </a:ext>
            </a:extLst>
          </p:cNvPr>
          <p:cNvGrpSpPr>
            <a:grpSpLocks/>
          </p:cNvGrpSpPr>
          <p:nvPr/>
        </p:nvGrpSpPr>
        <p:grpSpPr bwMode="auto">
          <a:xfrm>
            <a:off x="6345865" y="1360510"/>
            <a:ext cx="1524000" cy="1066800"/>
            <a:chOff x="3408" y="528"/>
            <a:chExt cx="960" cy="672"/>
          </a:xfrm>
        </p:grpSpPr>
        <p:sp>
          <p:nvSpPr>
            <p:cNvPr id="50" name="Line 47">
              <a:extLst>
                <a:ext uri="{FF2B5EF4-FFF2-40B4-BE49-F238E27FC236}">
                  <a16:creationId xmlns:a16="http://schemas.microsoft.com/office/drawing/2014/main" id="{7E23F694-4B15-2429-9036-88F4EF3F36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528"/>
              <a:ext cx="0" cy="67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636A3D5D-0180-135E-1175-D2A330D5FD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528"/>
              <a:ext cx="0" cy="67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2" name="Group 49">
            <a:extLst>
              <a:ext uri="{FF2B5EF4-FFF2-40B4-BE49-F238E27FC236}">
                <a16:creationId xmlns:a16="http://schemas.microsoft.com/office/drawing/2014/main" id="{201D8929-0DDF-2409-CDFE-00959DCB4A5A}"/>
              </a:ext>
            </a:extLst>
          </p:cNvPr>
          <p:cNvGrpSpPr>
            <a:grpSpLocks/>
          </p:cNvGrpSpPr>
          <p:nvPr/>
        </p:nvGrpSpPr>
        <p:grpSpPr bwMode="auto">
          <a:xfrm>
            <a:off x="3877303" y="2427310"/>
            <a:ext cx="3209925" cy="2514600"/>
            <a:chOff x="1866" y="1200"/>
            <a:chExt cx="2022" cy="1584"/>
          </a:xfrm>
        </p:grpSpPr>
        <p:sp>
          <p:nvSpPr>
            <p:cNvPr id="53" name="Line 50">
              <a:extLst>
                <a:ext uri="{FF2B5EF4-FFF2-40B4-BE49-F238E27FC236}">
                  <a16:creationId xmlns:a16="http://schemas.microsoft.com/office/drawing/2014/main" id="{8731A95C-75C8-1B21-53F7-135D4230FA3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576" y="888"/>
              <a:ext cx="0" cy="62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4" name="Line 51">
              <a:extLst>
                <a:ext uri="{FF2B5EF4-FFF2-40B4-BE49-F238E27FC236}">
                  <a16:creationId xmlns:a16="http://schemas.microsoft.com/office/drawing/2014/main" id="{14ABB05B-8A94-62A1-BF2A-223E494BDA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2160"/>
              <a:ext cx="0" cy="62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5" name="Freeform 52">
            <a:extLst>
              <a:ext uri="{FF2B5EF4-FFF2-40B4-BE49-F238E27FC236}">
                <a16:creationId xmlns:a16="http://schemas.microsoft.com/office/drawing/2014/main" id="{9B5D7EE5-317A-6970-13E2-6BAB95B6336C}"/>
              </a:ext>
            </a:extLst>
          </p:cNvPr>
          <p:cNvSpPr>
            <a:spLocks/>
          </p:cNvSpPr>
          <p:nvPr/>
        </p:nvSpPr>
        <p:spPr bwMode="auto">
          <a:xfrm>
            <a:off x="2304090" y="2427310"/>
            <a:ext cx="1600200" cy="1588"/>
          </a:xfrm>
          <a:custGeom>
            <a:avLst/>
            <a:gdLst>
              <a:gd name="T0" fmla="*/ 1008 w 1008"/>
              <a:gd name="T1" fmla="*/ 0 h 1"/>
              <a:gd name="T2" fmla="*/ 0 w 1008"/>
              <a:gd name="T3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08" h="1">
                <a:moveTo>
                  <a:pt x="1008" y="0"/>
                </a:moveTo>
                <a:lnTo>
                  <a:pt x="0" y="1"/>
                </a:lnTo>
              </a:path>
            </a:pathLst>
          </a:custGeom>
          <a:noFill/>
          <a:ln w="38100">
            <a:solidFill>
              <a:srgbClr val="99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" name="Freeform 53">
            <a:extLst>
              <a:ext uri="{FF2B5EF4-FFF2-40B4-BE49-F238E27FC236}">
                <a16:creationId xmlns:a16="http://schemas.microsoft.com/office/drawing/2014/main" id="{0E2E465F-29D0-37A5-EE2B-E0672230C33F}"/>
              </a:ext>
            </a:extLst>
          </p:cNvPr>
          <p:cNvSpPr>
            <a:spLocks/>
          </p:cNvSpPr>
          <p:nvPr/>
        </p:nvSpPr>
        <p:spPr bwMode="auto">
          <a:xfrm>
            <a:off x="2307265" y="3863998"/>
            <a:ext cx="1584325" cy="2146300"/>
          </a:xfrm>
          <a:custGeom>
            <a:avLst/>
            <a:gdLst>
              <a:gd name="T0" fmla="*/ 998 w 998"/>
              <a:gd name="T1" fmla="*/ 55 h 1352"/>
              <a:gd name="T2" fmla="*/ 903 w 998"/>
              <a:gd name="T3" fmla="*/ 26 h 1352"/>
              <a:gd name="T4" fmla="*/ 801 w 998"/>
              <a:gd name="T5" fmla="*/ 4 h 1352"/>
              <a:gd name="T6" fmla="*/ 714 w 998"/>
              <a:gd name="T7" fmla="*/ 4 h 1352"/>
              <a:gd name="T8" fmla="*/ 619 w 998"/>
              <a:gd name="T9" fmla="*/ 12 h 1352"/>
              <a:gd name="T10" fmla="*/ 518 w 998"/>
              <a:gd name="T11" fmla="*/ 33 h 1352"/>
              <a:gd name="T12" fmla="*/ 430 w 998"/>
              <a:gd name="T13" fmla="*/ 62 h 1352"/>
              <a:gd name="T14" fmla="*/ 329 w 998"/>
              <a:gd name="T15" fmla="*/ 113 h 1352"/>
              <a:gd name="T16" fmla="*/ 249 w 998"/>
              <a:gd name="T17" fmla="*/ 172 h 1352"/>
              <a:gd name="T18" fmla="*/ 183 w 998"/>
              <a:gd name="T19" fmla="*/ 237 h 1352"/>
              <a:gd name="T20" fmla="*/ 125 w 998"/>
              <a:gd name="T21" fmla="*/ 302 h 1352"/>
              <a:gd name="T22" fmla="*/ 81 w 998"/>
              <a:gd name="T23" fmla="*/ 368 h 1352"/>
              <a:gd name="T24" fmla="*/ 45 w 998"/>
              <a:gd name="T25" fmla="*/ 462 h 1352"/>
              <a:gd name="T26" fmla="*/ 16 w 998"/>
              <a:gd name="T27" fmla="*/ 564 h 1352"/>
              <a:gd name="T28" fmla="*/ 1 w 998"/>
              <a:gd name="T29" fmla="*/ 681 h 1352"/>
              <a:gd name="T30" fmla="*/ 9 w 998"/>
              <a:gd name="T31" fmla="*/ 782 h 1352"/>
              <a:gd name="T32" fmla="*/ 38 w 998"/>
              <a:gd name="T33" fmla="*/ 899 h 1352"/>
              <a:gd name="T34" fmla="*/ 74 w 998"/>
              <a:gd name="T35" fmla="*/ 972 h 1352"/>
              <a:gd name="T36" fmla="*/ 132 w 998"/>
              <a:gd name="T37" fmla="*/ 1066 h 1352"/>
              <a:gd name="T38" fmla="*/ 198 w 998"/>
              <a:gd name="T39" fmla="*/ 1139 h 1352"/>
              <a:gd name="T40" fmla="*/ 285 w 998"/>
              <a:gd name="T41" fmla="*/ 1219 h 1352"/>
              <a:gd name="T42" fmla="*/ 394 w 998"/>
              <a:gd name="T43" fmla="*/ 1277 h 1352"/>
              <a:gd name="T44" fmla="*/ 503 w 998"/>
              <a:gd name="T45" fmla="*/ 1321 h 1352"/>
              <a:gd name="T46" fmla="*/ 612 w 998"/>
              <a:gd name="T47" fmla="*/ 1343 h 1352"/>
              <a:gd name="T48" fmla="*/ 714 w 998"/>
              <a:gd name="T49" fmla="*/ 1350 h 1352"/>
              <a:gd name="T50" fmla="*/ 787 w 998"/>
              <a:gd name="T51" fmla="*/ 1350 h 1352"/>
              <a:gd name="T52" fmla="*/ 889 w 998"/>
              <a:gd name="T53" fmla="*/ 1335 h 1352"/>
              <a:gd name="T54" fmla="*/ 998 w 998"/>
              <a:gd name="T55" fmla="*/ 1299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998" h="1352">
                <a:moveTo>
                  <a:pt x="998" y="55"/>
                </a:moveTo>
                <a:cubicBezTo>
                  <a:pt x="967" y="44"/>
                  <a:pt x="936" y="34"/>
                  <a:pt x="903" y="26"/>
                </a:cubicBezTo>
                <a:cubicBezTo>
                  <a:pt x="870" y="18"/>
                  <a:pt x="832" y="8"/>
                  <a:pt x="801" y="4"/>
                </a:cubicBezTo>
                <a:cubicBezTo>
                  <a:pt x="770" y="0"/>
                  <a:pt x="744" y="3"/>
                  <a:pt x="714" y="4"/>
                </a:cubicBezTo>
                <a:cubicBezTo>
                  <a:pt x="684" y="5"/>
                  <a:pt x="652" y="7"/>
                  <a:pt x="619" y="12"/>
                </a:cubicBezTo>
                <a:cubicBezTo>
                  <a:pt x="586" y="17"/>
                  <a:pt x="549" y="25"/>
                  <a:pt x="518" y="33"/>
                </a:cubicBezTo>
                <a:cubicBezTo>
                  <a:pt x="487" y="41"/>
                  <a:pt x="461" y="49"/>
                  <a:pt x="430" y="62"/>
                </a:cubicBezTo>
                <a:cubicBezTo>
                  <a:pt x="399" y="75"/>
                  <a:pt x="359" y="95"/>
                  <a:pt x="329" y="113"/>
                </a:cubicBezTo>
                <a:cubicBezTo>
                  <a:pt x="299" y="131"/>
                  <a:pt x="273" y="151"/>
                  <a:pt x="249" y="172"/>
                </a:cubicBezTo>
                <a:cubicBezTo>
                  <a:pt x="225" y="193"/>
                  <a:pt x="203" y="216"/>
                  <a:pt x="183" y="237"/>
                </a:cubicBezTo>
                <a:cubicBezTo>
                  <a:pt x="163" y="258"/>
                  <a:pt x="142" y="280"/>
                  <a:pt x="125" y="302"/>
                </a:cubicBezTo>
                <a:cubicBezTo>
                  <a:pt x="108" y="324"/>
                  <a:pt x="94" y="341"/>
                  <a:pt x="81" y="368"/>
                </a:cubicBezTo>
                <a:cubicBezTo>
                  <a:pt x="68" y="395"/>
                  <a:pt x="56" y="429"/>
                  <a:pt x="45" y="462"/>
                </a:cubicBezTo>
                <a:cubicBezTo>
                  <a:pt x="34" y="495"/>
                  <a:pt x="23" y="528"/>
                  <a:pt x="16" y="564"/>
                </a:cubicBezTo>
                <a:cubicBezTo>
                  <a:pt x="9" y="600"/>
                  <a:pt x="2" y="645"/>
                  <a:pt x="1" y="681"/>
                </a:cubicBezTo>
                <a:cubicBezTo>
                  <a:pt x="0" y="717"/>
                  <a:pt x="3" y="746"/>
                  <a:pt x="9" y="782"/>
                </a:cubicBezTo>
                <a:cubicBezTo>
                  <a:pt x="15" y="818"/>
                  <a:pt x="27" y="867"/>
                  <a:pt x="38" y="899"/>
                </a:cubicBezTo>
                <a:cubicBezTo>
                  <a:pt x="49" y="931"/>
                  <a:pt x="58" y="944"/>
                  <a:pt x="74" y="972"/>
                </a:cubicBezTo>
                <a:cubicBezTo>
                  <a:pt x="90" y="1000"/>
                  <a:pt x="111" y="1038"/>
                  <a:pt x="132" y="1066"/>
                </a:cubicBezTo>
                <a:cubicBezTo>
                  <a:pt x="153" y="1094"/>
                  <a:pt x="173" y="1114"/>
                  <a:pt x="198" y="1139"/>
                </a:cubicBezTo>
                <a:cubicBezTo>
                  <a:pt x="223" y="1164"/>
                  <a:pt x="252" y="1196"/>
                  <a:pt x="285" y="1219"/>
                </a:cubicBezTo>
                <a:cubicBezTo>
                  <a:pt x="318" y="1242"/>
                  <a:pt x="358" y="1260"/>
                  <a:pt x="394" y="1277"/>
                </a:cubicBezTo>
                <a:cubicBezTo>
                  <a:pt x="430" y="1294"/>
                  <a:pt x="467" y="1310"/>
                  <a:pt x="503" y="1321"/>
                </a:cubicBezTo>
                <a:cubicBezTo>
                  <a:pt x="539" y="1332"/>
                  <a:pt x="577" y="1338"/>
                  <a:pt x="612" y="1343"/>
                </a:cubicBezTo>
                <a:cubicBezTo>
                  <a:pt x="647" y="1348"/>
                  <a:pt x="685" y="1349"/>
                  <a:pt x="714" y="1350"/>
                </a:cubicBezTo>
                <a:cubicBezTo>
                  <a:pt x="743" y="1351"/>
                  <a:pt x="758" y="1352"/>
                  <a:pt x="787" y="1350"/>
                </a:cubicBezTo>
                <a:cubicBezTo>
                  <a:pt x="816" y="1348"/>
                  <a:pt x="854" y="1343"/>
                  <a:pt x="889" y="1335"/>
                </a:cubicBezTo>
                <a:cubicBezTo>
                  <a:pt x="924" y="1327"/>
                  <a:pt x="975" y="1306"/>
                  <a:pt x="998" y="1299"/>
                </a:cubicBezTo>
              </a:path>
            </a:pathLst>
          </a:custGeom>
          <a:noFill/>
          <a:ln w="38100" cap="flat" cmpd="sng">
            <a:solidFill>
              <a:srgbClr val="9900CC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57" name="Group 54">
            <a:extLst>
              <a:ext uri="{FF2B5EF4-FFF2-40B4-BE49-F238E27FC236}">
                <a16:creationId xmlns:a16="http://schemas.microsoft.com/office/drawing/2014/main" id="{02EBFB4D-56CB-A94B-2B80-159F12A23070}"/>
              </a:ext>
            </a:extLst>
          </p:cNvPr>
          <p:cNvGrpSpPr>
            <a:grpSpLocks/>
          </p:cNvGrpSpPr>
          <p:nvPr/>
        </p:nvGrpSpPr>
        <p:grpSpPr bwMode="auto">
          <a:xfrm>
            <a:off x="3886828" y="2433660"/>
            <a:ext cx="3235325" cy="2508250"/>
            <a:chOff x="1859" y="1204"/>
            <a:chExt cx="2038" cy="1580"/>
          </a:xfrm>
        </p:grpSpPr>
        <p:sp>
          <p:nvSpPr>
            <p:cNvPr id="58" name="Line 55">
              <a:extLst>
                <a:ext uri="{FF2B5EF4-FFF2-40B4-BE49-F238E27FC236}">
                  <a16:creationId xmlns:a16="http://schemas.microsoft.com/office/drawing/2014/main" id="{329F3C90-CEF2-0420-34BF-3FB2365AC2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9" y="2439"/>
              <a:ext cx="0" cy="345"/>
            </a:xfrm>
            <a:prstGeom prst="line">
              <a:avLst/>
            </a:prstGeom>
            <a:noFill/>
            <a:ln w="38100">
              <a:solidFill>
                <a:srgbClr val="FF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9" name="Line 56">
              <a:extLst>
                <a:ext uri="{FF2B5EF4-FFF2-40B4-BE49-F238E27FC236}">
                  <a16:creationId xmlns:a16="http://schemas.microsoft.com/office/drawing/2014/main" id="{E7D97C20-4057-00E8-E519-58737AD0343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725" y="1031"/>
              <a:ext cx="0" cy="345"/>
            </a:xfrm>
            <a:prstGeom prst="line">
              <a:avLst/>
            </a:prstGeom>
            <a:noFill/>
            <a:ln w="38100">
              <a:solidFill>
                <a:srgbClr val="FF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0" name="Group 57">
            <a:extLst>
              <a:ext uri="{FF2B5EF4-FFF2-40B4-BE49-F238E27FC236}">
                <a16:creationId xmlns:a16="http://schemas.microsoft.com/office/drawing/2014/main" id="{6DF681F8-A62A-2B86-E5B8-10915BF8CC94}"/>
              </a:ext>
            </a:extLst>
          </p:cNvPr>
          <p:cNvGrpSpPr>
            <a:grpSpLocks/>
          </p:cNvGrpSpPr>
          <p:nvPr/>
        </p:nvGrpSpPr>
        <p:grpSpPr bwMode="auto">
          <a:xfrm>
            <a:off x="3886828" y="2433660"/>
            <a:ext cx="3768725" cy="3060700"/>
            <a:chOff x="1859" y="1204"/>
            <a:chExt cx="2374" cy="1928"/>
          </a:xfrm>
        </p:grpSpPr>
        <p:sp>
          <p:nvSpPr>
            <p:cNvPr id="61" name="Line 58">
              <a:extLst>
                <a:ext uri="{FF2B5EF4-FFF2-40B4-BE49-F238E27FC236}">
                  <a16:creationId xmlns:a16="http://schemas.microsoft.com/office/drawing/2014/main" id="{2D477979-6FDF-7119-C9F7-046D542293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9" y="2787"/>
              <a:ext cx="0" cy="345"/>
            </a:xfrm>
            <a:prstGeom prst="line">
              <a:avLst/>
            </a:prstGeom>
            <a:noFill/>
            <a:ln w="38100">
              <a:solidFill>
                <a:srgbClr val="FF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2" name="Line 59">
              <a:extLst>
                <a:ext uri="{FF2B5EF4-FFF2-40B4-BE49-F238E27FC236}">
                  <a16:creationId xmlns:a16="http://schemas.microsoft.com/office/drawing/2014/main" id="{6D3790D3-A1E3-38A8-792B-301D01AB239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061" y="1031"/>
              <a:ext cx="0" cy="345"/>
            </a:xfrm>
            <a:prstGeom prst="line">
              <a:avLst/>
            </a:prstGeom>
            <a:noFill/>
            <a:ln w="38100">
              <a:solidFill>
                <a:srgbClr val="FF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63" name="Line 60">
            <a:extLst>
              <a:ext uri="{FF2B5EF4-FFF2-40B4-BE49-F238E27FC236}">
                <a16:creationId xmlns:a16="http://schemas.microsoft.com/office/drawing/2014/main" id="{EA34DF92-3EA5-1156-5729-26E211CB93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0740" y="1316060"/>
            <a:ext cx="0" cy="4779963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64" name="Group 61">
            <a:extLst>
              <a:ext uri="{FF2B5EF4-FFF2-40B4-BE49-F238E27FC236}">
                <a16:creationId xmlns:a16="http://schemas.microsoft.com/office/drawing/2014/main" id="{BB38F2DE-A666-F333-CDD9-75FB9E038078}"/>
              </a:ext>
            </a:extLst>
          </p:cNvPr>
          <p:cNvGrpSpPr>
            <a:grpSpLocks/>
          </p:cNvGrpSpPr>
          <p:nvPr/>
        </p:nvGrpSpPr>
        <p:grpSpPr bwMode="auto">
          <a:xfrm>
            <a:off x="6537953" y="3965598"/>
            <a:ext cx="2019300" cy="2671762"/>
            <a:chOff x="1373" y="844"/>
            <a:chExt cx="1945" cy="2574"/>
          </a:xfrm>
        </p:grpSpPr>
        <p:sp>
          <p:nvSpPr>
            <p:cNvPr id="65" name="Freeform 62">
              <a:extLst>
                <a:ext uri="{FF2B5EF4-FFF2-40B4-BE49-F238E27FC236}">
                  <a16:creationId xmlns:a16="http://schemas.microsoft.com/office/drawing/2014/main" id="{6016D3C2-5AC6-0BEB-0DCA-0CE530B70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1473"/>
              <a:ext cx="1945" cy="1945"/>
            </a:xfrm>
            <a:custGeom>
              <a:avLst/>
              <a:gdLst>
                <a:gd name="T0" fmla="*/ 0 w 1945"/>
                <a:gd name="T1" fmla="*/ 536 h 1945"/>
                <a:gd name="T2" fmla="*/ 0 w 1945"/>
                <a:gd name="T3" fmla="*/ 1336 h 1945"/>
                <a:gd name="T4" fmla="*/ 27 w 1945"/>
                <a:gd name="T5" fmla="*/ 1454 h 1945"/>
                <a:gd name="T6" fmla="*/ 54 w 1945"/>
                <a:gd name="T7" fmla="*/ 1536 h 1945"/>
                <a:gd name="T8" fmla="*/ 118 w 1945"/>
                <a:gd name="T9" fmla="*/ 1609 h 1945"/>
                <a:gd name="T10" fmla="*/ 218 w 1945"/>
                <a:gd name="T11" fmla="*/ 1718 h 1945"/>
                <a:gd name="T12" fmla="*/ 345 w 1945"/>
                <a:gd name="T13" fmla="*/ 1791 h 1945"/>
                <a:gd name="T14" fmla="*/ 481 w 1945"/>
                <a:gd name="T15" fmla="*/ 1855 h 1945"/>
                <a:gd name="T16" fmla="*/ 690 w 1945"/>
                <a:gd name="T17" fmla="*/ 1918 h 1945"/>
                <a:gd name="T18" fmla="*/ 881 w 1945"/>
                <a:gd name="T19" fmla="*/ 1945 h 1945"/>
                <a:gd name="T20" fmla="*/ 1109 w 1945"/>
                <a:gd name="T21" fmla="*/ 1936 h 1945"/>
                <a:gd name="T22" fmla="*/ 1290 w 1945"/>
                <a:gd name="T23" fmla="*/ 1909 h 1945"/>
                <a:gd name="T24" fmla="*/ 1509 w 1945"/>
                <a:gd name="T25" fmla="*/ 1845 h 1945"/>
                <a:gd name="T26" fmla="*/ 1645 w 1945"/>
                <a:gd name="T27" fmla="*/ 1773 h 1945"/>
                <a:gd name="T28" fmla="*/ 1772 w 1945"/>
                <a:gd name="T29" fmla="*/ 1682 h 1945"/>
                <a:gd name="T30" fmla="*/ 1845 w 1945"/>
                <a:gd name="T31" fmla="*/ 1609 h 1945"/>
                <a:gd name="T32" fmla="*/ 1918 w 1945"/>
                <a:gd name="T33" fmla="*/ 1473 h 1945"/>
                <a:gd name="T34" fmla="*/ 1945 w 1945"/>
                <a:gd name="T35" fmla="*/ 1336 h 1945"/>
                <a:gd name="T36" fmla="*/ 1945 w 1945"/>
                <a:gd name="T37" fmla="*/ 0 h 1945"/>
                <a:gd name="T38" fmla="*/ 0 w 1945"/>
                <a:gd name="T39" fmla="*/ 536 h 19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45" h="1945">
                  <a:moveTo>
                    <a:pt x="0" y="536"/>
                  </a:moveTo>
                  <a:lnTo>
                    <a:pt x="0" y="1336"/>
                  </a:lnTo>
                  <a:lnTo>
                    <a:pt x="27" y="1454"/>
                  </a:lnTo>
                  <a:lnTo>
                    <a:pt x="54" y="1536"/>
                  </a:lnTo>
                  <a:lnTo>
                    <a:pt x="118" y="1609"/>
                  </a:lnTo>
                  <a:lnTo>
                    <a:pt x="218" y="1718"/>
                  </a:lnTo>
                  <a:lnTo>
                    <a:pt x="345" y="1791"/>
                  </a:lnTo>
                  <a:lnTo>
                    <a:pt x="481" y="1855"/>
                  </a:lnTo>
                  <a:lnTo>
                    <a:pt x="690" y="1918"/>
                  </a:lnTo>
                  <a:lnTo>
                    <a:pt x="881" y="1945"/>
                  </a:lnTo>
                  <a:lnTo>
                    <a:pt x="1109" y="1936"/>
                  </a:lnTo>
                  <a:lnTo>
                    <a:pt x="1290" y="1909"/>
                  </a:lnTo>
                  <a:lnTo>
                    <a:pt x="1509" y="1845"/>
                  </a:lnTo>
                  <a:lnTo>
                    <a:pt x="1645" y="1773"/>
                  </a:lnTo>
                  <a:lnTo>
                    <a:pt x="1772" y="1682"/>
                  </a:lnTo>
                  <a:lnTo>
                    <a:pt x="1845" y="1609"/>
                  </a:lnTo>
                  <a:lnTo>
                    <a:pt x="1918" y="1473"/>
                  </a:lnTo>
                  <a:lnTo>
                    <a:pt x="1945" y="1336"/>
                  </a:lnTo>
                  <a:lnTo>
                    <a:pt x="1945" y="0"/>
                  </a:lnTo>
                  <a:lnTo>
                    <a:pt x="0" y="536"/>
                  </a:lnTo>
                  <a:close/>
                </a:path>
              </a:pathLst>
            </a:custGeom>
            <a:gradFill rotWithShape="0">
              <a:gsLst>
                <a:gs pos="0">
                  <a:srgbClr val="FF0000">
                    <a:gamma/>
                    <a:shade val="46275"/>
                    <a:invGamma/>
                  </a:srgbClr>
                </a:gs>
                <a:gs pos="50000">
                  <a:srgbClr val="FF0000"/>
                </a:gs>
                <a:gs pos="100000">
                  <a:srgbClr val="FF00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Freeform 63">
              <a:extLst>
                <a:ext uri="{FF2B5EF4-FFF2-40B4-BE49-F238E27FC236}">
                  <a16:creationId xmlns:a16="http://schemas.microsoft.com/office/drawing/2014/main" id="{82FE7076-B65C-9B9B-FAB6-C839E3BF3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936"/>
              <a:ext cx="1373" cy="1582"/>
            </a:xfrm>
            <a:custGeom>
              <a:avLst/>
              <a:gdLst>
                <a:gd name="T0" fmla="*/ 500 w 1373"/>
                <a:gd name="T1" fmla="*/ 100 h 1582"/>
                <a:gd name="T2" fmla="*/ 500 w 1373"/>
                <a:gd name="T3" fmla="*/ 673 h 1582"/>
                <a:gd name="T4" fmla="*/ 128 w 1373"/>
                <a:gd name="T5" fmla="*/ 782 h 1582"/>
                <a:gd name="T6" fmla="*/ 0 w 1373"/>
                <a:gd name="T7" fmla="*/ 1155 h 1582"/>
                <a:gd name="T8" fmla="*/ 246 w 1373"/>
                <a:gd name="T9" fmla="*/ 1455 h 1582"/>
                <a:gd name="T10" fmla="*/ 709 w 1373"/>
                <a:gd name="T11" fmla="*/ 1582 h 1582"/>
                <a:gd name="T12" fmla="*/ 1155 w 1373"/>
                <a:gd name="T13" fmla="*/ 1519 h 1582"/>
                <a:gd name="T14" fmla="*/ 1373 w 1373"/>
                <a:gd name="T15" fmla="*/ 1210 h 1582"/>
                <a:gd name="T16" fmla="*/ 1364 w 1373"/>
                <a:gd name="T17" fmla="*/ 328 h 1582"/>
                <a:gd name="T18" fmla="*/ 1118 w 1373"/>
                <a:gd name="T19" fmla="*/ 100 h 1582"/>
                <a:gd name="T20" fmla="*/ 609 w 1373"/>
                <a:gd name="T21" fmla="*/ 0 h 1582"/>
                <a:gd name="T22" fmla="*/ 500 w 1373"/>
                <a:gd name="T23" fmla="*/ 100 h 1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73" h="1582">
                  <a:moveTo>
                    <a:pt x="500" y="100"/>
                  </a:moveTo>
                  <a:lnTo>
                    <a:pt x="500" y="673"/>
                  </a:lnTo>
                  <a:lnTo>
                    <a:pt x="128" y="782"/>
                  </a:lnTo>
                  <a:lnTo>
                    <a:pt x="0" y="1155"/>
                  </a:lnTo>
                  <a:lnTo>
                    <a:pt x="246" y="1455"/>
                  </a:lnTo>
                  <a:lnTo>
                    <a:pt x="709" y="1582"/>
                  </a:lnTo>
                  <a:lnTo>
                    <a:pt x="1155" y="1519"/>
                  </a:lnTo>
                  <a:lnTo>
                    <a:pt x="1373" y="1210"/>
                  </a:lnTo>
                  <a:lnTo>
                    <a:pt x="1364" y="328"/>
                  </a:lnTo>
                  <a:lnTo>
                    <a:pt x="1118" y="100"/>
                  </a:lnTo>
                  <a:lnTo>
                    <a:pt x="609" y="0"/>
                  </a:lnTo>
                  <a:lnTo>
                    <a:pt x="500" y="100"/>
                  </a:lnTo>
                  <a:close/>
                </a:path>
              </a:pathLst>
            </a:custGeom>
            <a:gradFill rotWithShape="0">
              <a:gsLst>
                <a:gs pos="0">
                  <a:srgbClr val="FFCC00"/>
                </a:gs>
                <a:gs pos="100000">
                  <a:srgbClr val="FFCC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Freeform 64">
              <a:extLst>
                <a:ext uri="{FF2B5EF4-FFF2-40B4-BE49-F238E27FC236}">
                  <a16:creationId xmlns:a16="http://schemas.microsoft.com/office/drawing/2014/main" id="{37001821-DC8C-E342-1B42-5B2F08B80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8" y="1489"/>
              <a:ext cx="1867" cy="1175"/>
            </a:xfrm>
            <a:custGeom>
              <a:avLst/>
              <a:gdLst>
                <a:gd name="T0" fmla="*/ 522 w 1867"/>
                <a:gd name="T1" fmla="*/ 0 h 1175"/>
                <a:gd name="T2" fmla="*/ 378 w 1867"/>
                <a:gd name="T3" fmla="*/ 55 h 1175"/>
                <a:gd name="T4" fmla="*/ 289 w 1867"/>
                <a:gd name="T5" fmla="*/ 111 h 1175"/>
                <a:gd name="T6" fmla="*/ 178 w 1867"/>
                <a:gd name="T7" fmla="*/ 189 h 1175"/>
                <a:gd name="T8" fmla="*/ 78 w 1867"/>
                <a:gd name="T9" fmla="*/ 311 h 1175"/>
                <a:gd name="T10" fmla="*/ 22 w 1867"/>
                <a:gd name="T11" fmla="*/ 411 h 1175"/>
                <a:gd name="T12" fmla="*/ 0 w 1867"/>
                <a:gd name="T13" fmla="*/ 544 h 1175"/>
                <a:gd name="T14" fmla="*/ 33 w 1867"/>
                <a:gd name="T15" fmla="*/ 689 h 1175"/>
                <a:gd name="T16" fmla="*/ 131 w 1867"/>
                <a:gd name="T17" fmla="*/ 848 h 1175"/>
                <a:gd name="T18" fmla="*/ 256 w 1867"/>
                <a:gd name="T19" fmla="*/ 955 h 1175"/>
                <a:gd name="T20" fmla="*/ 400 w 1867"/>
                <a:gd name="T21" fmla="*/ 1044 h 1175"/>
                <a:gd name="T22" fmla="*/ 611 w 1867"/>
                <a:gd name="T23" fmla="*/ 1122 h 1175"/>
                <a:gd name="T24" fmla="*/ 776 w 1867"/>
                <a:gd name="T25" fmla="*/ 1157 h 1175"/>
                <a:gd name="T26" fmla="*/ 913 w 1867"/>
                <a:gd name="T27" fmla="*/ 1175 h 1175"/>
                <a:gd name="T28" fmla="*/ 1089 w 1867"/>
                <a:gd name="T29" fmla="*/ 1166 h 1175"/>
                <a:gd name="T30" fmla="*/ 1300 w 1867"/>
                <a:gd name="T31" fmla="*/ 1133 h 1175"/>
                <a:gd name="T32" fmla="*/ 1445 w 1867"/>
                <a:gd name="T33" fmla="*/ 1089 h 1175"/>
                <a:gd name="T34" fmla="*/ 1567 w 1867"/>
                <a:gd name="T35" fmla="*/ 1048 h 1175"/>
                <a:gd name="T36" fmla="*/ 1685 w 1867"/>
                <a:gd name="T37" fmla="*/ 966 h 1175"/>
                <a:gd name="T38" fmla="*/ 1800 w 1867"/>
                <a:gd name="T39" fmla="*/ 877 h 1175"/>
                <a:gd name="T40" fmla="*/ 1867 w 1867"/>
                <a:gd name="T41" fmla="*/ 777 h 1175"/>
                <a:gd name="T42" fmla="*/ 1599 w 1867"/>
                <a:gd name="T43" fmla="*/ 622 h 1175"/>
                <a:gd name="T44" fmla="*/ 1556 w 1867"/>
                <a:gd name="T45" fmla="*/ 700 h 1175"/>
                <a:gd name="T46" fmla="*/ 1500 w 1867"/>
                <a:gd name="T47" fmla="*/ 777 h 1175"/>
                <a:gd name="T48" fmla="*/ 1400 w 1867"/>
                <a:gd name="T49" fmla="*/ 855 h 1175"/>
                <a:gd name="T50" fmla="*/ 1289 w 1867"/>
                <a:gd name="T51" fmla="*/ 889 h 1175"/>
                <a:gd name="T52" fmla="*/ 1189 w 1867"/>
                <a:gd name="T53" fmla="*/ 933 h 1175"/>
                <a:gd name="T54" fmla="*/ 1022 w 1867"/>
                <a:gd name="T55" fmla="*/ 955 h 1175"/>
                <a:gd name="T56" fmla="*/ 878 w 1867"/>
                <a:gd name="T57" fmla="*/ 944 h 1175"/>
                <a:gd name="T58" fmla="*/ 700 w 1867"/>
                <a:gd name="T59" fmla="*/ 911 h 1175"/>
                <a:gd name="T60" fmla="*/ 567 w 1867"/>
                <a:gd name="T61" fmla="*/ 844 h 1175"/>
                <a:gd name="T62" fmla="*/ 433 w 1867"/>
                <a:gd name="T63" fmla="*/ 755 h 1175"/>
                <a:gd name="T64" fmla="*/ 356 w 1867"/>
                <a:gd name="T65" fmla="*/ 666 h 1175"/>
                <a:gd name="T66" fmla="*/ 344 w 1867"/>
                <a:gd name="T67" fmla="*/ 544 h 1175"/>
                <a:gd name="T68" fmla="*/ 378 w 1867"/>
                <a:gd name="T69" fmla="*/ 433 h 1175"/>
                <a:gd name="T70" fmla="*/ 433 w 1867"/>
                <a:gd name="T71" fmla="*/ 333 h 1175"/>
                <a:gd name="T72" fmla="*/ 522 w 1867"/>
                <a:gd name="T73" fmla="*/ 255 h 1175"/>
                <a:gd name="T74" fmla="*/ 656 w 1867"/>
                <a:gd name="T75" fmla="*/ 189 h 1175"/>
                <a:gd name="T76" fmla="*/ 794 w 1867"/>
                <a:gd name="T77" fmla="*/ 157 h 1175"/>
                <a:gd name="T78" fmla="*/ 522 w 1867"/>
                <a:gd name="T79" fmla="*/ 0 h 1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867" h="1175">
                  <a:moveTo>
                    <a:pt x="522" y="0"/>
                  </a:moveTo>
                  <a:lnTo>
                    <a:pt x="378" y="55"/>
                  </a:lnTo>
                  <a:lnTo>
                    <a:pt x="289" y="111"/>
                  </a:lnTo>
                  <a:lnTo>
                    <a:pt x="178" y="189"/>
                  </a:lnTo>
                  <a:lnTo>
                    <a:pt x="78" y="311"/>
                  </a:lnTo>
                  <a:lnTo>
                    <a:pt x="22" y="411"/>
                  </a:lnTo>
                  <a:lnTo>
                    <a:pt x="0" y="544"/>
                  </a:lnTo>
                  <a:lnTo>
                    <a:pt x="33" y="689"/>
                  </a:lnTo>
                  <a:lnTo>
                    <a:pt x="131" y="848"/>
                  </a:lnTo>
                  <a:lnTo>
                    <a:pt x="256" y="955"/>
                  </a:lnTo>
                  <a:lnTo>
                    <a:pt x="400" y="1044"/>
                  </a:lnTo>
                  <a:lnTo>
                    <a:pt x="611" y="1122"/>
                  </a:lnTo>
                  <a:lnTo>
                    <a:pt x="776" y="1157"/>
                  </a:lnTo>
                  <a:lnTo>
                    <a:pt x="913" y="1175"/>
                  </a:lnTo>
                  <a:lnTo>
                    <a:pt x="1089" y="1166"/>
                  </a:lnTo>
                  <a:lnTo>
                    <a:pt x="1300" y="1133"/>
                  </a:lnTo>
                  <a:lnTo>
                    <a:pt x="1445" y="1089"/>
                  </a:lnTo>
                  <a:lnTo>
                    <a:pt x="1567" y="1048"/>
                  </a:lnTo>
                  <a:lnTo>
                    <a:pt x="1685" y="966"/>
                  </a:lnTo>
                  <a:lnTo>
                    <a:pt x="1800" y="877"/>
                  </a:lnTo>
                  <a:lnTo>
                    <a:pt x="1867" y="777"/>
                  </a:lnTo>
                  <a:lnTo>
                    <a:pt x="1599" y="622"/>
                  </a:lnTo>
                  <a:lnTo>
                    <a:pt x="1556" y="700"/>
                  </a:lnTo>
                  <a:lnTo>
                    <a:pt x="1500" y="777"/>
                  </a:lnTo>
                  <a:lnTo>
                    <a:pt x="1400" y="855"/>
                  </a:lnTo>
                  <a:lnTo>
                    <a:pt x="1289" y="889"/>
                  </a:lnTo>
                  <a:lnTo>
                    <a:pt x="1189" y="933"/>
                  </a:lnTo>
                  <a:lnTo>
                    <a:pt x="1022" y="955"/>
                  </a:lnTo>
                  <a:lnTo>
                    <a:pt x="878" y="944"/>
                  </a:lnTo>
                  <a:lnTo>
                    <a:pt x="700" y="911"/>
                  </a:lnTo>
                  <a:lnTo>
                    <a:pt x="567" y="844"/>
                  </a:lnTo>
                  <a:lnTo>
                    <a:pt x="433" y="755"/>
                  </a:lnTo>
                  <a:lnTo>
                    <a:pt x="356" y="666"/>
                  </a:lnTo>
                  <a:lnTo>
                    <a:pt x="344" y="544"/>
                  </a:lnTo>
                  <a:lnTo>
                    <a:pt x="378" y="433"/>
                  </a:lnTo>
                  <a:lnTo>
                    <a:pt x="433" y="333"/>
                  </a:lnTo>
                  <a:lnTo>
                    <a:pt x="522" y="255"/>
                  </a:lnTo>
                  <a:lnTo>
                    <a:pt x="656" y="189"/>
                  </a:lnTo>
                  <a:lnTo>
                    <a:pt x="794" y="157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Freeform 65">
              <a:extLst>
                <a:ext uri="{FF2B5EF4-FFF2-40B4-BE49-F238E27FC236}">
                  <a16:creationId xmlns:a16="http://schemas.microsoft.com/office/drawing/2014/main" id="{4C2FDBFF-2FF7-E7BA-C29A-11467C420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" y="844"/>
              <a:ext cx="1427" cy="856"/>
            </a:xfrm>
            <a:custGeom>
              <a:avLst/>
              <a:gdLst>
                <a:gd name="T0" fmla="*/ 0 w 1427"/>
                <a:gd name="T1" fmla="*/ 65 h 856"/>
                <a:gd name="T2" fmla="*/ 198 w 1427"/>
                <a:gd name="T3" fmla="*/ 11 h 856"/>
                <a:gd name="T4" fmla="*/ 343 w 1427"/>
                <a:gd name="T5" fmla="*/ 0 h 856"/>
                <a:gd name="T6" fmla="*/ 532 w 1427"/>
                <a:gd name="T7" fmla="*/ 0 h 856"/>
                <a:gd name="T8" fmla="*/ 698 w 1427"/>
                <a:gd name="T9" fmla="*/ 23 h 856"/>
                <a:gd name="T10" fmla="*/ 832 w 1427"/>
                <a:gd name="T11" fmla="*/ 56 h 856"/>
                <a:gd name="T12" fmla="*/ 991 w 1427"/>
                <a:gd name="T13" fmla="*/ 102 h 856"/>
                <a:gd name="T14" fmla="*/ 1163 w 1427"/>
                <a:gd name="T15" fmla="*/ 192 h 856"/>
                <a:gd name="T16" fmla="*/ 1281 w 1427"/>
                <a:gd name="T17" fmla="*/ 302 h 856"/>
                <a:gd name="T18" fmla="*/ 1381 w 1427"/>
                <a:gd name="T19" fmla="*/ 429 h 856"/>
                <a:gd name="T20" fmla="*/ 1418 w 1427"/>
                <a:gd name="T21" fmla="*/ 538 h 856"/>
                <a:gd name="T22" fmla="*/ 1427 w 1427"/>
                <a:gd name="T23" fmla="*/ 647 h 856"/>
                <a:gd name="T24" fmla="*/ 1418 w 1427"/>
                <a:gd name="T25" fmla="*/ 756 h 856"/>
                <a:gd name="T26" fmla="*/ 1343 w 1427"/>
                <a:gd name="T27" fmla="*/ 856 h 856"/>
                <a:gd name="T28" fmla="*/ 1091 w 1427"/>
                <a:gd name="T29" fmla="*/ 711 h 856"/>
                <a:gd name="T30" fmla="*/ 1098 w 1427"/>
                <a:gd name="T31" fmla="*/ 589 h 856"/>
                <a:gd name="T32" fmla="*/ 1043 w 1427"/>
                <a:gd name="T33" fmla="*/ 445 h 856"/>
                <a:gd name="T34" fmla="*/ 972 w 1427"/>
                <a:gd name="T35" fmla="*/ 383 h 856"/>
                <a:gd name="T36" fmla="*/ 876 w 1427"/>
                <a:gd name="T37" fmla="*/ 311 h 856"/>
                <a:gd name="T38" fmla="*/ 754 w 1427"/>
                <a:gd name="T39" fmla="*/ 267 h 856"/>
                <a:gd name="T40" fmla="*/ 645 w 1427"/>
                <a:gd name="T41" fmla="*/ 238 h 856"/>
                <a:gd name="T42" fmla="*/ 543 w 1427"/>
                <a:gd name="T43" fmla="*/ 223 h 856"/>
                <a:gd name="T44" fmla="*/ 418 w 1427"/>
                <a:gd name="T45" fmla="*/ 211 h 856"/>
                <a:gd name="T46" fmla="*/ 272 w 1427"/>
                <a:gd name="T47" fmla="*/ 238 h 856"/>
                <a:gd name="T48" fmla="*/ 0 w 1427"/>
                <a:gd name="T49" fmla="*/ 65 h 8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27" h="856">
                  <a:moveTo>
                    <a:pt x="0" y="65"/>
                  </a:moveTo>
                  <a:lnTo>
                    <a:pt x="198" y="11"/>
                  </a:lnTo>
                  <a:lnTo>
                    <a:pt x="343" y="0"/>
                  </a:lnTo>
                  <a:lnTo>
                    <a:pt x="532" y="0"/>
                  </a:lnTo>
                  <a:lnTo>
                    <a:pt x="698" y="23"/>
                  </a:lnTo>
                  <a:lnTo>
                    <a:pt x="832" y="56"/>
                  </a:lnTo>
                  <a:lnTo>
                    <a:pt x="991" y="102"/>
                  </a:lnTo>
                  <a:lnTo>
                    <a:pt x="1163" y="192"/>
                  </a:lnTo>
                  <a:lnTo>
                    <a:pt x="1281" y="302"/>
                  </a:lnTo>
                  <a:lnTo>
                    <a:pt x="1381" y="429"/>
                  </a:lnTo>
                  <a:lnTo>
                    <a:pt x="1418" y="538"/>
                  </a:lnTo>
                  <a:lnTo>
                    <a:pt x="1427" y="647"/>
                  </a:lnTo>
                  <a:lnTo>
                    <a:pt x="1418" y="756"/>
                  </a:lnTo>
                  <a:lnTo>
                    <a:pt x="1343" y="856"/>
                  </a:lnTo>
                  <a:lnTo>
                    <a:pt x="1091" y="711"/>
                  </a:lnTo>
                  <a:lnTo>
                    <a:pt x="1098" y="589"/>
                  </a:lnTo>
                  <a:lnTo>
                    <a:pt x="1043" y="445"/>
                  </a:lnTo>
                  <a:lnTo>
                    <a:pt x="972" y="383"/>
                  </a:lnTo>
                  <a:lnTo>
                    <a:pt x="876" y="311"/>
                  </a:lnTo>
                  <a:lnTo>
                    <a:pt x="754" y="267"/>
                  </a:lnTo>
                  <a:lnTo>
                    <a:pt x="645" y="238"/>
                  </a:lnTo>
                  <a:lnTo>
                    <a:pt x="543" y="223"/>
                  </a:lnTo>
                  <a:lnTo>
                    <a:pt x="418" y="211"/>
                  </a:lnTo>
                  <a:lnTo>
                    <a:pt x="272" y="238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Freeform 66">
              <a:extLst>
                <a:ext uri="{FF2B5EF4-FFF2-40B4-BE49-F238E27FC236}">
                  <a16:creationId xmlns:a16="http://schemas.microsoft.com/office/drawing/2014/main" id="{0B82B037-CC6E-7E73-AE66-98615BD20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" y="900"/>
              <a:ext cx="281" cy="755"/>
            </a:xfrm>
            <a:custGeom>
              <a:avLst/>
              <a:gdLst>
                <a:gd name="T0" fmla="*/ 0 w 281"/>
                <a:gd name="T1" fmla="*/ 0 h 755"/>
                <a:gd name="T2" fmla="*/ 281 w 281"/>
                <a:gd name="T3" fmla="*/ 162 h 755"/>
                <a:gd name="T4" fmla="*/ 281 w 281"/>
                <a:gd name="T5" fmla="*/ 755 h 755"/>
                <a:gd name="T6" fmla="*/ 0 w 281"/>
                <a:gd name="T7" fmla="*/ 593 h 755"/>
                <a:gd name="T8" fmla="*/ 0 w 281"/>
                <a:gd name="T9" fmla="*/ 0 h 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1" h="755">
                  <a:moveTo>
                    <a:pt x="0" y="0"/>
                  </a:moveTo>
                  <a:lnTo>
                    <a:pt x="281" y="162"/>
                  </a:lnTo>
                  <a:lnTo>
                    <a:pt x="281" y="755"/>
                  </a:lnTo>
                  <a:lnTo>
                    <a:pt x="0" y="5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Freeform 67">
              <a:extLst>
                <a:ext uri="{FF2B5EF4-FFF2-40B4-BE49-F238E27FC236}">
                  <a16:creationId xmlns:a16="http://schemas.microsoft.com/office/drawing/2014/main" id="{686BCB62-8AB5-2D4A-B229-C26FF4270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" y="1536"/>
              <a:ext cx="273" cy="737"/>
            </a:xfrm>
            <a:custGeom>
              <a:avLst/>
              <a:gdLst>
                <a:gd name="T0" fmla="*/ 0 w 273"/>
                <a:gd name="T1" fmla="*/ 0 h 737"/>
                <a:gd name="T2" fmla="*/ 273 w 273"/>
                <a:gd name="T3" fmla="*/ 137 h 737"/>
                <a:gd name="T4" fmla="*/ 273 w 273"/>
                <a:gd name="T5" fmla="*/ 737 h 737"/>
                <a:gd name="T6" fmla="*/ 0 w 273"/>
                <a:gd name="T7" fmla="*/ 582 h 737"/>
                <a:gd name="T8" fmla="*/ 0 w 273"/>
                <a:gd name="T9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3" h="737">
                  <a:moveTo>
                    <a:pt x="0" y="0"/>
                  </a:moveTo>
                  <a:lnTo>
                    <a:pt x="273" y="137"/>
                  </a:lnTo>
                  <a:lnTo>
                    <a:pt x="273" y="737"/>
                  </a:lnTo>
                  <a:lnTo>
                    <a:pt x="0" y="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6024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ADF85A-7C24-D72A-E4B9-2A36A06FA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8BC2C-2CE5-2645-9D07-3DB649EAF17F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AA2BB5-CD71-CD4D-929E-9CFB849D7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CBD3E-DC83-274B-FCFB-415F92681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34</a:t>
            </a:fld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519BF284-BF90-D4C6-82F5-9A18315D6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9119" y="654105"/>
            <a:ext cx="29851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800" dirty="0">
                <a:solidFill>
                  <a:srgbClr val="C00000"/>
                </a:solidFill>
                <a:latin typeface="+mn-ea"/>
              </a:rPr>
              <a:t>例</a:t>
            </a:r>
            <a:r>
              <a:rPr lang="en-US" altLang="zh-CN" sz="2800">
                <a:solidFill>
                  <a:srgbClr val="C00000"/>
                </a:solidFill>
                <a:latin typeface="+mn-ea"/>
              </a:rPr>
              <a:t>12.7</a:t>
            </a:r>
            <a:r>
              <a:rPr lang="zh-CN" altLang="en-US" sz="2800">
                <a:solidFill>
                  <a:srgbClr val="C00000"/>
                </a:solidFill>
                <a:latin typeface="+mn-ea"/>
              </a:rPr>
              <a:t>：求左视图</a:t>
            </a:r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C635BA5D-EF19-9296-F0C3-8D8A2B134806}"/>
              </a:ext>
            </a:extLst>
          </p:cNvPr>
          <p:cNvGrpSpPr>
            <a:grpSpLocks/>
          </p:cNvGrpSpPr>
          <p:nvPr/>
        </p:nvGrpSpPr>
        <p:grpSpPr bwMode="auto">
          <a:xfrm>
            <a:off x="2042447" y="1144315"/>
            <a:ext cx="6122988" cy="5006975"/>
            <a:chOff x="768" y="432"/>
            <a:chExt cx="3857" cy="3154"/>
          </a:xfrm>
        </p:grpSpPr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0C85261B-005F-895F-F87F-F9BC5B4935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432"/>
              <a:ext cx="0" cy="15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" name="Oval 5">
              <a:extLst>
                <a:ext uri="{FF2B5EF4-FFF2-40B4-BE49-F238E27FC236}">
                  <a16:creationId xmlns:a16="http://schemas.microsoft.com/office/drawing/2014/main" id="{69A875D6-7E50-68AB-FF03-10304D749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352"/>
              <a:ext cx="960" cy="864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" name="Oval 6">
              <a:extLst>
                <a:ext uri="{FF2B5EF4-FFF2-40B4-BE49-F238E27FC236}">
                  <a16:creationId xmlns:a16="http://schemas.microsoft.com/office/drawing/2014/main" id="{77D8F380-8F8B-37AE-8E36-0E403B65B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112"/>
              <a:ext cx="1440" cy="1344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7DFFB67C-028C-2F85-A2C4-A263E61C4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" y="1920"/>
              <a:ext cx="1460" cy="1"/>
            </a:xfrm>
            <a:custGeom>
              <a:avLst/>
              <a:gdLst>
                <a:gd name="T0" fmla="*/ 0 w 1460"/>
                <a:gd name="T1" fmla="*/ 0 h 1"/>
                <a:gd name="T2" fmla="*/ 1460 w 14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60" h="1">
                  <a:moveTo>
                    <a:pt x="0" y="0"/>
                  </a:moveTo>
                  <a:lnTo>
                    <a:pt x="1460" y="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5CA5EFC9-22FF-C556-1878-E334FCA24F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4" y="528"/>
              <a:ext cx="0" cy="140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3B8DC929-C57E-EE70-9B1C-073D92DBF5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528"/>
              <a:ext cx="0" cy="67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CDE31694-1C61-B320-6ADB-E4DEE735963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" y="1200"/>
              <a:ext cx="1019" cy="1"/>
            </a:xfrm>
            <a:custGeom>
              <a:avLst/>
              <a:gdLst>
                <a:gd name="T0" fmla="*/ 1019 w 1019"/>
                <a:gd name="T1" fmla="*/ 0 h 1"/>
                <a:gd name="T2" fmla="*/ 0 w 1019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19" h="1">
                  <a:moveTo>
                    <a:pt x="1019" y="0"/>
                  </a:moveTo>
                  <a:lnTo>
                    <a:pt x="0" y="1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24392878-F3F4-A7B4-0304-13444EFB62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00"/>
              <a:ext cx="0" cy="72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865DC88-7837-2293-9393-816C32DED2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3" y="528"/>
              <a:ext cx="451" cy="1"/>
            </a:xfrm>
            <a:custGeom>
              <a:avLst/>
              <a:gdLst>
                <a:gd name="T0" fmla="*/ 0 w 451"/>
                <a:gd name="T1" fmla="*/ 0 h 1"/>
                <a:gd name="T2" fmla="*/ 451 w 451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1" h="1">
                  <a:moveTo>
                    <a:pt x="0" y="0"/>
                  </a:moveTo>
                  <a:lnTo>
                    <a:pt x="451" y="1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41572268-9118-8D64-F3D7-DD7DC2F44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5" y="494"/>
              <a:ext cx="3" cy="3092"/>
            </a:xfrm>
            <a:custGeom>
              <a:avLst/>
              <a:gdLst>
                <a:gd name="T0" fmla="*/ 0 w 3"/>
                <a:gd name="T1" fmla="*/ 0 h 3092"/>
                <a:gd name="T2" fmla="*/ 3 w 3"/>
                <a:gd name="T3" fmla="*/ 3092 h 3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3092">
                  <a:moveTo>
                    <a:pt x="0" y="0"/>
                  </a:moveTo>
                  <a:lnTo>
                    <a:pt x="3" y="3092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815436CB-F92E-F7CF-F86C-E3C43859AD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784"/>
              <a:ext cx="168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18" name="Group 15">
              <a:extLst>
                <a:ext uri="{FF2B5EF4-FFF2-40B4-BE49-F238E27FC236}">
                  <a16:creationId xmlns:a16="http://schemas.microsoft.com/office/drawing/2014/main" id="{A21C542E-E156-34C7-7100-F617A57295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528"/>
              <a:ext cx="960" cy="1392"/>
              <a:chOff x="1104" y="864"/>
              <a:chExt cx="960" cy="1392"/>
            </a:xfrm>
          </p:grpSpPr>
          <p:sp>
            <p:nvSpPr>
              <p:cNvPr id="32" name="Line 16">
                <a:extLst>
                  <a:ext uri="{FF2B5EF4-FFF2-40B4-BE49-F238E27FC236}">
                    <a16:creationId xmlns:a16="http://schemas.microsoft.com/office/drawing/2014/main" id="{110984E2-6BB4-AD28-EE76-0B24EDBCCF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04" y="1536"/>
                <a:ext cx="0" cy="72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" name="Line 17">
                <a:extLst>
                  <a:ext uri="{FF2B5EF4-FFF2-40B4-BE49-F238E27FC236}">
                    <a16:creationId xmlns:a16="http://schemas.microsoft.com/office/drawing/2014/main" id="{64C1D444-BC30-B0F8-26F1-F2B072CAEE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64" y="864"/>
                <a:ext cx="0" cy="1392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CB471BB-D398-F6D5-AB7B-A78424F7F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1200"/>
              <a:ext cx="1462" cy="1"/>
            </a:xfrm>
            <a:custGeom>
              <a:avLst/>
              <a:gdLst>
                <a:gd name="T0" fmla="*/ 0 w 1462"/>
                <a:gd name="T1" fmla="*/ 0 h 1"/>
                <a:gd name="T2" fmla="*/ 1462 w 146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62" h="1">
                  <a:moveTo>
                    <a:pt x="0" y="0"/>
                  </a:moveTo>
                  <a:lnTo>
                    <a:pt x="1462" y="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0FD3509-CC0E-75AD-159F-9680194D3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1" y="1920"/>
              <a:ext cx="1464" cy="1"/>
            </a:xfrm>
            <a:custGeom>
              <a:avLst/>
              <a:gdLst>
                <a:gd name="T0" fmla="*/ 0 w 1464"/>
                <a:gd name="T1" fmla="*/ 0 h 1"/>
                <a:gd name="T2" fmla="*/ 1464 w 1464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64" h="1">
                  <a:moveTo>
                    <a:pt x="0" y="0"/>
                  </a:moveTo>
                  <a:lnTo>
                    <a:pt x="1464" y="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3A6D1DB-26BD-45CD-D65D-D899F7630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8" y="1200"/>
              <a:ext cx="1" cy="720"/>
            </a:xfrm>
            <a:custGeom>
              <a:avLst/>
              <a:gdLst>
                <a:gd name="T0" fmla="*/ 0 w 1"/>
                <a:gd name="T1" fmla="*/ 0 h 720"/>
                <a:gd name="T2" fmla="*/ 0 w 1"/>
                <a:gd name="T3" fmla="*/ 72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20">
                  <a:moveTo>
                    <a:pt x="0" y="0"/>
                  </a:moveTo>
                  <a:lnTo>
                    <a:pt x="0" y="72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20499B6-E22F-A414-023B-D986D744E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8" y="1200"/>
              <a:ext cx="1" cy="720"/>
            </a:xfrm>
            <a:custGeom>
              <a:avLst/>
              <a:gdLst>
                <a:gd name="T0" fmla="*/ 0 w 1"/>
                <a:gd name="T1" fmla="*/ 0 h 720"/>
                <a:gd name="T2" fmla="*/ 0 w 1"/>
                <a:gd name="T3" fmla="*/ 72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20">
                  <a:moveTo>
                    <a:pt x="0" y="0"/>
                  </a:moveTo>
                  <a:lnTo>
                    <a:pt x="0" y="72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CD54F6AF-BAE0-3675-E626-639368C38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528"/>
              <a:ext cx="1258" cy="2"/>
            </a:xfrm>
            <a:custGeom>
              <a:avLst/>
              <a:gdLst>
                <a:gd name="T0" fmla="*/ 0 w 1258"/>
                <a:gd name="T1" fmla="*/ 0 h 2"/>
                <a:gd name="T2" fmla="*/ 1258 w 1258"/>
                <a:gd name="T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58" h="2">
                  <a:moveTo>
                    <a:pt x="0" y="0"/>
                  </a:moveTo>
                  <a:lnTo>
                    <a:pt x="1258" y="2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662497CE-EA81-10C4-1686-E285BFA41F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528"/>
              <a:ext cx="1" cy="672"/>
            </a:xfrm>
            <a:custGeom>
              <a:avLst/>
              <a:gdLst>
                <a:gd name="T0" fmla="*/ 0 w 1"/>
                <a:gd name="T1" fmla="*/ 0 h 672"/>
                <a:gd name="T2" fmla="*/ 0 w 1"/>
                <a:gd name="T3" fmla="*/ 672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672">
                  <a:moveTo>
                    <a:pt x="0" y="0"/>
                  </a:moveTo>
                  <a:lnTo>
                    <a:pt x="0" y="672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D6077D7-6910-69BC-BB0D-2AB1E1B1E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2" y="528"/>
              <a:ext cx="2" cy="672"/>
            </a:xfrm>
            <a:custGeom>
              <a:avLst/>
              <a:gdLst>
                <a:gd name="T0" fmla="*/ 0 w 2"/>
                <a:gd name="T1" fmla="*/ 0 h 672"/>
                <a:gd name="T2" fmla="*/ 2 w 2"/>
                <a:gd name="T3" fmla="*/ 672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672">
                  <a:moveTo>
                    <a:pt x="0" y="0"/>
                  </a:moveTo>
                  <a:lnTo>
                    <a:pt x="2" y="672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046E12ED-0671-4516-A7CF-C6BE34F44B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528"/>
              <a:ext cx="0" cy="67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D643A06F-C180-83F1-A9C1-C2A9909E3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4" y="528"/>
              <a:ext cx="1" cy="672"/>
            </a:xfrm>
            <a:custGeom>
              <a:avLst/>
              <a:gdLst>
                <a:gd name="T0" fmla="*/ 0 w 1"/>
                <a:gd name="T1" fmla="*/ 0 h 672"/>
                <a:gd name="T2" fmla="*/ 0 w 1"/>
                <a:gd name="T3" fmla="*/ 672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672">
                  <a:moveTo>
                    <a:pt x="0" y="0"/>
                  </a:moveTo>
                  <a:lnTo>
                    <a:pt x="0" y="672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EE730333-9476-A9F9-EB4F-0C4AC01BC9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200"/>
              <a:ext cx="0" cy="72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A262F942-4238-657B-A1CC-0F5E54F8D2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200"/>
              <a:ext cx="0" cy="72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DF795EDC-08D9-B433-7BD0-8A2207498F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7" y="2155"/>
              <a:ext cx="0" cy="2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6BEBF679-5F69-00B6-77BA-7791F3540D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6" y="3133"/>
              <a:ext cx="0" cy="2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34" name="Group 31">
            <a:extLst>
              <a:ext uri="{FF2B5EF4-FFF2-40B4-BE49-F238E27FC236}">
                <a16:creationId xmlns:a16="http://schemas.microsoft.com/office/drawing/2014/main" id="{B0E9E7E0-1E5B-0BF0-919D-3C01FB291945}"/>
              </a:ext>
            </a:extLst>
          </p:cNvPr>
          <p:cNvGrpSpPr>
            <a:grpSpLocks/>
          </p:cNvGrpSpPr>
          <p:nvPr/>
        </p:nvGrpSpPr>
        <p:grpSpPr bwMode="auto">
          <a:xfrm>
            <a:off x="6654135" y="3919265"/>
            <a:ext cx="2019300" cy="2671763"/>
            <a:chOff x="1373" y="844"/>
            <a:chExt cx="1945" cy="2574"/>
          </a:xfrm>
        </p:grpSpPr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1A033D5A-1BD1-9141-F29C-4D034F4674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1473"/>
              <a:ext cx="1945" cy="1945"/>
            </a:xfrm>
            <a:custGeom>
              <a:avLst/>
              <a:gdLst>
                <a:gd name="T0" fmla="*/ 0 w 1945"/>
                <a:gd name="T1" fmla="*/ 536 h 1945"/>
                <a:gd name="T2" fmla="*/ 0 w 1945"/>
                <a:gd name="T3" fmla="*/ 1336 h 1945"/>
                <a:gd name="T4" fmla="*/ 27 w 1945"/>
                <a:gd name="T5" fmla="*/ 1454 h 1945"/>
                <a:gd name="T6" fmla="*/ 54 w 1945"/>
                <a:gd name="T7" fmla="*/ 1536 h 1945"/>
                <a:gd name="T8" fmla="*/ 118 w 1945"/>
                <a:gd name="T9" fmla="*/ 1609 h 1945"/>
                <a:gd name="T10" fmla="*/ 218 w 1945"/>
                <a:gd name="T11" fmla="*/ 1718 h 1945"/>
                <a:gd name="T12" fmla="*/ 345 w 1945"/>
                <a:gd name="T13" fmla="*/ 1791 h 1945"/>
                <a:gd name="T14" fmla="*/ 481 w 1945"/>
                <a:gd name="T15" fmla="*/ 1855 h 1945"/>
                <a:gd name="T16" fmla="*/ 690 w 1945"/>
                <a:gd name="T17" fmla="*/ 1918 h 1945"/>
                <a:gd name="T18" fmla="*/ 881 w 1945"/>
                <a:gd name="T19" fmla="*/ 1945 h 1945"/>
                <a:gd name="T20" fmla="*/ 1109 w 1945"/>
                <a:gd name="T21" fmla="*/ 1936 h 1945"/>
                <a:gd name="T22" fmla="*/ 1290 w 1945"/>
                <a:gd name="T23" fmla="*/ 1909 h 1945"/>
                <a:gd name="T24" fmla="*/ 1509 w 1945"/>
                <a:gd name="T25" fmla="*/ 1845 h 1945"/>
                <a:gd name="T26" fmla="*/ 1645 w 1945"/>
                <a:gd name="T27" fmla="*/ 1773 h 1945"/>
                <a:gd name="T28" fmla="*/ 1772 w 1945"/>
                <a:gd name="T29" fmla="*/ 1682 h 1945"/>
                <a:gd name="T30" fmla="*/ 1845 w 1945"/>
                <a:gd name="T31" fmla="*/ 1609 h 1945"/>
                <a:gd name="T32" fmla="*/ 1918 w 1945"/>
                <a:gd name="T33" fmla="*/ 1473 h 1945"/>
                <a:gd name="T34" fmla="*/ 1945 w 1945"/>
                <a:gd name="T35" fmla="*/ 1336 h 1945"/>
                <a:gd name="T36" fmla="*/ 1945 w 1945"/>
                <a:gd name="T37" fmla="*/ 0 h 1945"/>
                <a:gd name="T38" fmla="*/ 0 w 1945"/>
                <a:gd name="T39" fmla="*/ 536 h 19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45" h="1945">
                  <a:moveTo>
                    <a:pt x="0" y="536"/>
                  </a:moveTo>
                  <a:lnTo>
                    <a:pt x="0" y="1336"/>
                  </a:lnTo>
                  <a:lnTo>
                    <a:pt x="27" y="1454"/>
                  </a:lnTo>
                  <a:lnTo>
                    <a:pt x="54" y="1536"/>
                  </a:lnTo>
                  <a:lnTo>
                    <a:pt x="118" y="1609"/>
                  </a:lnTo>
                  <a:lnTo>
                    <a:pt x="218" y="1718"/>
                  </a:lnTo>
                  <a:lnTo>
                    <a:pt x="345" y="1791"/>
                  </a:lnTo>
                  <a:lnTo>
                    <a:pt x="481" y="1855"/>
                  </a:lnTo>
                  <a:lnTo>
                    <a:pt x="690" y="1918"/>
                  </a:lnTo>
                  <a:lnTo>
                    <a:pt x="881" y="1945"/>
                  </a:lnTo>
                  <a:lnTo>
                    <a:pt x="1109" y="1936"/>
                  </a:lnTo>
                  <a:lnTo>
                    <a:pt x="1290" y="1909"/>
                  </a:lnTo>
                  <a:lnTo>
                    <a:pt x="1509" y="1845"/>
                  </a:lnTo>
                  <a:lnTo>
                    <a:pt x="1645" y="1773"/>
                  </a:lnTo>
                  <a:lnTo>
                    <a:pt x="1772" y="1682"/>
                  </a:lnTo>
                  <a:lnTo>
                    <a:pt x="1845" y="1609"/>
                  </a:lnTo>
                  <a:lnTo>
                    <a:pt x="1918" y="1473"/>
                  </a:lnTo>
                  <a:lnTo>
                    <a:pt x="1945" y="1336"/>
                  </a:lnTo>
                  <a:lnTo>
                    <a:pt x="1945" y="0"/>
                  </a:lnTo>
                  <a:lnTo>
                    <a:pt x="0" y="536"/>
                  </a:lnTo>
                  <a:close/>
                </a:path>
              </a:pathLst>
            </a:custGeom>
            <a:gradFill rotWithShape="0">
              <a:gsLst>
                <a:gs pos="0">
                  <a:srgbClr val="FF0000">
                    <a:gamma/>
                    <a:shade val="46275"/>
                    <a:invGamma/>
                  </a:srgbClr>
                </a:gs>
                <a:gs pos="50000">
                  <a:srgbClr val="FF0000"/>
                </a:gs>
                <a:gs pos="100000">
                  <a:srgbClr val="FF00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CC5D3489-975A-DEA7-8012-E8D0E1F9F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936"/>
              <a:ext cx="1373" cy="1582"/>
            </a:xfrm>
            <a:custGeom>
              <a:avLst/>
              <a:gdLst>
                <a:gd name="T0" fmla="*/ 500 w 1373"/>
                <a:gd name="T1" fmla="*/ 100 h 1582"/>
                <a:gd name="T2" fmla="*/ 500 w 1373"/>
                <a:gd name="T3" fmla="*/ 673 h 1582"/>
                <a:gd name="T4" fmla="*/ 128 w 1373"/>
                <a:gd name="T5" fmla="*/ 782 h 1582"/>
                <a:gd name="T6" fmla="*/ 0 w 1373"/>
                <a:gd name="T7" fmla="*/ 1155 h 1582"/>
                <a:gd name="T8" fmla="*/ 246 w 1373"/>
                <a:gd name="T9" fmla="*/ 1455 h 1582"/>
                <a:gd name="T10" fmla="*/ 709 w 1373"/>
                <a:gd name="T11" fmla="*/ 1582 h 1582"/>
                <a:gd name="T12" fmla="*/ 1155 w 1373"/>
                <a:gd name="T13" fmla="*/ 1519 h 1582"/>
                <a:gd name="T14" fmla="*/ 1373 w 1373"/>
                <a:gd name="T15" fmla="*/ 1210 h 1582"/>
                <a:gd name="T16" fmla="*/ 1364 w 1373"/>
                <a:gd name="T17" fmla="*/ 328 h 1582"/>
                <a:gd name="T18" fmla="*/ 1118 w 1373"/>
                <a:gd name="T19" fmla="*/ 100 h 1582"/>
                <a:gd name="T20" fmla="*/ 609 w 1373"/>
                <a:gd name="T21" fmla="*/ 0 h 1582"/>
                <a:gd name="T22" fmla="*/ 500 w 1373"/>
                <a:gd name="T23" fmla="*/ 100 h 1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73" h="1582">
                  <a:moveTo>
                    <a:pt x="500" y="100"/>
                  </a:moveTo>
                  <a:lnTo>
                    <a:pt x="500" y="673"/>
                  </a:lnTo>
                  <a:lnTo>
                    <a:pt x="128" y="782"/>
                  </a:lnTo>
                  <a:lnTo>
                    <a:pt x="0" y="1155"/>
                  </a:lnTo>
                  <a:lnTo>
                    <a:pt x="246" y="1455"/>
                  </a:lnTo>
                  <a:lnTo>
                    <a:pt x="709" y="1582"/>
                  </a:lnTo>
                  <a:lnTo>
                    <a:pt x="1155" y="1519"/>
                  </a:lnTo>
                  <a:lnTo>
                    <a:pt x="1373" y="1210"/>
                  </a:lnTo>
                  <a:lnTo>
                    <a:pt x="1364" y="328"/>
                  </a:lnTo>
                  <a:lnTo>
                    <a:pt x="1118" y="100"/>
                  </a:lnTo>
                  <a:lnTo>
                    <a:pt x="609" y="0"/>
                  </a:lnTo>
                  <a:lnTo>
                    <a:pt x="500" y="100"/>
                  </a:lnTo>
                  <a:close/>
                </a:path>
              </a:pathLst>
            </a:custGeom>
            <a:gradFill rotWithShape="0">
              <a:gsLst>
                <a:gs pos="0">
                  <a:srgbClr val="FFCC00"/>
                </a:gs>
                <a:gs pos="100000">
                  <a:srgbClr val="FFCC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459B920A-06C3-752D-6FAB-CBDF40942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8" y="1489"/>
              <a:ext cx="1867" cy="1175"/>
            </a:xfrm>
            <a:custGeom>
              <a:avLst/>
              <a:gdLst>
                <a:gd name="T0" fmla="*/ 522 w 1867"/>
                <a:gd name="T1" fmla="*/ 0 h 1175"/>
                <a:gd name="T2" fmla="*/ 378 w 1867"/>
                <a:gd name="T3" fmla="*/ 55 h 1175"/>
                <a:gd name="T4" fmla="*/ 289 w 1867"/>
                <a:gd name="T5" fmla="*/ 111 h 1175"/>
                <a:gd name="T6" fmla="*/ 178 w 1867"/>
                <a:gd name="T7" fmla="*/ 189 h 1175"/>
                <a:gd name="T8" fmla="*/ 78 w 1867"/>
                <a:gd name="T9" fmla="*/ 311 h 1175"/>
                <a:gd name="T10" fmla="*/ 22 w 1867"/>
                <a:gd name="T11" fmla="*/ 411 h 1175"/>
                <a:gd name="T12" fmla="*/ 0 w 1867"/>
                <a:gd name="T13" fmla="*/ 544 h 1175"/>
                <a:gd name="T14" fmla="*/ 33 w 1867"/>
                <a:gd name="T15" fmla="*/ 689 h 1175"/>
                <a:gd name="T16" fmla="*/ 131 w 1867"/>
                <a:gd name="T17" fmla="*/ 848 h 1175"/>
                <a:gd name="T18" fmla="*/ 256 w 1867"/>
                <a:gd name="T19" fmla="*/ 955 h 1175"/>
                <a:gd name="T20" fmla="*/ 400 w 1867"/>
                <a:gd name="T21" fmla="*/ 1044 h 1175"/>
                <a:gd name="T22" fmla="*/ 611 w 1867"/>
                <a:gd name="T23" fmla="*/ 1122 h 1175"/>
                <a:gd name="T24" fmla="*/ 776 w 1867"/>
                <a:gd name="T25" fmla="*/ 1157 h 1175"/>
                <a:gd name="T26" fmla="*/ 913 w 1867"/>
                <a:gd name="T27" fmla="*/ 1175 h 1175"/>
                <a:gd name="T28" fmla="*/ 1089 w 1867"/>
                <a:gd name="T29" fmla="*/ 1166 h 1175"/>
                <a:gd name="T30" fmla="*/ 1300 w 1867"/>
                <a:gd name="T31" fmla="*/ 1133 h 1175"/>
                <a:gd name="T32" fmla="*/ 1445 w 1867"/>
                <a:gd name="T33" fmla="*/ 1089 h 1175"/>
                <a:gd name="T34" fmla="*/ 1567 w 1867"/>
                <a:gd name="T35" fmla="*/ 1048 h 1175"/>
                <a:gd name="T36" fmla="*/ 1685 w 1867"/>
                <a:gd name="T37" fmla="*/ 966 h 1175"/>
                <a:gd name="T38" fmla="*/ 1800 w 1867"/>
                <a:gd name="T39" fmla="*/ 877 h 1175"/>
                <a:gd name="T40" fmla="*/ 1867 w 1867"/>
                <a:gd name="T41" fmla="*/ 777 h 1175"/>
                <a:gd name="T42" fmla="*/ 1599 w 1867"/>
                <a:gd name="T43" fmla="*/ 622 h 1175"/>
                <a:gd name="T44" fmla="*/ 1556 w 1867"/>
                <a:gd name="T45" fmla="*/ 700 h 1175"/>
                <a:gd name="T46" fmla="*/ 1500 w 1867"/>
                <a:gd name="T47" fmla="*/ 777 h 1175"/>
                <a:gd name="T48" fmla="*/ 1400 w 1867"/>
                <a:gd name="T49" fmla="*/ 855 h 1175"/>
                <a:gd name="T50" fmla="*/ 1289 w 1867"/>
                <a:gd name="T51" fmla="*/ 889 h 1175"/>
                <a:gd name="T52" fmla="*/ 1189 w 1867"/>
                <a:gd name="T53" fmla="*/ 933 h 1175"/>
                <a:gd name="T54" fmla="*/ 1022 w 1867"/>
                <a:gd name="T55" fmla="*/ 955 h 1175"/>
                <a:gd name="T56" fmla="*/ 878 w 1867"/>
                <a:gd name="T57" fmla="*/ 944 h 1175"/>
                <a:gd name="T58" fmla="*/ 700 w 1867"/>
                <a:gd name="T59" fmla="*/ 911 h 1175"/>
                <a:gd name="T60" fmla="*/ 567 w 1867"/>
                <a:gd name="T61" fmla="*/ 844 h 1175"/>
                <a:gd name="T62" fmla="*/ 433 w 1867"/>
                <a:gd name="T63" fmla="*/ 755 h 1175"/>
                <a:gd name="T64" fmla="*/ 356 w 1867"/>
                <a:gd name="T65" fmla="*/ 666 h 1175"/>
                <a:gd name="T66" fmla="*/ 344 w 1867"/>
                <a:gd name="T67" fmla="*/ 544 h 1175"/>
                <a:gd name="T68" fmla="*/ 378 w 1867"/>
                <a:gd name="T69" fmla="*/ 433 h 1175"/>
                <a:gd name="T70" fmla="*/ 433 w 1867"/>
                <a:gd name="T71" fmla="*/ 333 h 1175"/>
                <a:gd name="T72" fmla="*/ 522 w 1867"/>
                <a:gd name="T73" fmla="*/ 255 h 1175"/>
                <a:gd name="T74" fmla="*/ 656 w 1867"/>
                <a:gd name="T75" fmla="*/ 189 h 1175"/>
                <a:gd name="T76" fmla="*/ 794 w 1867"/>
                <a:gd name="T77" fmla="*/ 157 h 1175"/>
                <a:gd name="T78" fmla="*/ 522 w 1867"/>
                <a:gd name="T79" fmla="*/ 0 h 1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867" h="1175">
                  <a:moveTo>
                    <a:pt x="522" y="0"/>
                  </a:moveTo>
                  <a:lnTo>
                    <a:pt x="378" y="55"/>
                  </a:lnTo>
                  <a:lnTo>
                    <a:pt x="289" y="111"/>
                  </a:lnTo>
                  <a:lnTo>
                    <a:pt x="178" y="189"/>
                  </a:lnTo>
                  <a:lnTo>
                    <a:pt x="78" y="311"/>
                  </a:lnTo>
                  <a:lnTo>
                    <a:pt x="22" y="411"/>
                  </a:lnTo>
                  <a:lnTo>
                    <a:pt x="0" y="544"/>
                  </a:lnTo>
                  <a:lnTo>
                    <a:pt x="33" y="689"/>
                  </a:lnTo>
                  <a:lnTo>
                    <a:pt x="131" y="848"/>
                  </a:lnTo>
                  <a:lnTo>
                    <a:pt x="256" y="955"/>
                  </a:lnTo>
                  <a:lnTo>
                    <a:pt x="400" y="1044"/>
                  </a:lnTo>
                  <a:lnTo>
                    <a:pt x="611" y="1122"/>
                  </a:lnTo>
                  <a:lnTo>
                    <a:pt x="776" y="1157"/>
                  </a:lnTo>
                  <a:lnTo>
                    <a:pt x="913" y="1175"/>
                  </a:lnTo>
                  <a:lnTo>
                    <a:pt x="1089" y="1166"/>
                  </a:lnTo>
                  <a:lnTo>
                    <a:pt x="1300" y="1133"/>
                  </a:lnTo>
                  <a:lnTo>
                    <a:pt x="1445" y="1089"/>
                  </a:lnTo>
                  <a:lnTo>
                    <a:pt x="1567" y="1048"/>
                  </a:lnTo>
                  <a:lnTo>
                    <a:pt x="1685" y="966"/>
                  </a:lnTo>
                  <a:lnTo>
                    <a:pt x="1800" y="877"/>
                  </a:lnTo>
                  <a:lnTo>
                    <a:pt x="1867" y="777"/>
                  </a:lnTo>
                  <a:lnTo>
                    <a:pt x="1599" y="622"/>
                  </a:lnTo>
                  <a:lnTo>
                    <a:pt x="1556" y="700"/>
                  </a:lnTo>
                  <a:lnTo>
                    <a:pt x="1500" y="777"/>
                  </a:lnTo>
                  <a:lnTo>
                    <a:pt x="1400" y="855"/>
                  </a:lnTo>
                  <a:lnTo>
                    <a:pt x="1289" y="889"/>
                  </a:lnTo>
                  <a:lnTo>
                    <a:pt x="1189" y="933"/>
                  </a:lnTo>
                  <a:lnTo>
                    <a:pt x="1022" y="955"/>
                  </a:lnTo>
                  <a:lnTo>
                    <a:pt x="878" y="944"/>
                  </a:lnTo>
                  <a:lnTo>
                    <a:pt x="700" y="911"/>
                  </a:lnTo>
                  <a:lnTo>
                    <a:pt x="567" y="844"/>
                  </a:lnTo>
                  <a:lnTo>
                    <a:pt x="433" y="755"/>
                  </a:lnTo>
                  <a:lnTo>
                    <a:pt x="356" y="666"/>
                  </a:lnTo>
                  <a:lnTo>
                    <a:pt x="344" y="544"/>
                  </a:lnTo>
                  <a:lnTo>
                    <a:pt x="378" y="433"/>
                  </a:lnTo>
                  <a:lnTo>
                    <a:pt x="433" y="333"/>
                  </a:lnTo>
                  <a:lnTo>
                    <a:pt x="522" y="255"/>
                  </a:lnTo>
                  <a:lnTo>
                    <a:pt x="656" y="189"/>
                  </a:lnTo>
                  <a:lnTo>
                    <a:pt x="794" y="157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56586ABE-5E63-FA5F-3596-CFB5AD7E7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" y="844"/>
              <a:ext cx="1427" cy="856"/>
            </a:xfrm>
            <a:custGeom>
              <a:avLst/>
              <a:gdLst>
                <a:gd name="T0" fmla="*/ 0 w 1427"/>
                <a:gd name="T1" fmla="*/ 65 h 856"/>
                <a:gd name="T2" fmla="*/ 198 w 1427"/>
                <a:gd name="T3" fmla="*/ 11 h 856"/>
                <a:gd name="T4" fmla="*/ 343 w 1427"/>
                <a:gd name="T5" fmla="*/ 0 h 856"/>
                <a:gd name="T6" fmla="*/ 532 w 1427"/>
                <a:gd name="T7" fmla="*/ 0 h 856"/>
                <a:gd name="T8" fmla="*/ 698 w 1427"/>
                <a:gd name="T9" fmla="*/ 23 h 856"/>
                <a:gd name="T10" fmla="*/ 832 w 1427"/>
                <a:gd name="T11" fmla="*/ 56 h 856"/>
                <a:gd name="T12" fmla="*/ 991 w 1427"/>
                <a:gd name="T13" fmla="*/ 102 h 856"/>
                <a:gd name="T14" fmla="*/ 1163 w 1427"/>
                <a:gd name="T15" fmla="*/ 192 h 856"/>
                <a:gd name="T16" fmla="*/ 1281 w 1427"/>
                <a:gd name="T17" fmla="*/ 302 h 856"/>
                <a:gd name="T18" fmla="*/ 1381 w 1427"/>
                <a:gd name="T19" fmla="*/ 429 h 856"/>
                <a:gd name="T20" fmla="*/ 1418 w 1427"/>
                <a:gd name="T21" fmla="*/ 538 h 856"/>
                <a:gd name="T22" fmla="*/ 1427 w 1427"/>
                <a:gd name="T23" fmla="*/ 647 h 856"/>
                <a:gd name="T24" fmla="*/ 1418 w 1427"/>
                <a:gd name="T25" fmla="*/ 756 h 856"/>
                <a:gd name="T26" fmla="*/ 1343 w 1427"/>
                <a:gd name="T27" fmla="*/ 856 h 856"/>
                <a:gd name="T28" fmla="*/ 1091 w 1427"/>
                <a:gd name="T29" fmla="*/ 711 h 856"/>
                <a:gd name="T30" fmla="*/ 1098 w 1427"/>
                <a:gd name="T31" fmla="*/ 589 h 856"/>
                <a:gd name="T32" fmla="*/ 1043 w 1427"/>
                <a:gd name="T33" fmla="*/ 445 h 856"/>
                <a:gd name="T34" fmla="*/ 972 w 1427"/>
                <a:gd name="T35" fmla="*/ 383 h 856"/>
                <a:gd name="T36" fmla="*/ 876 w 1427"/>
                <a:gd name="T37" fmla="*/ 311 h 856"/>
                <a:gd name="T38" fmla="*/ 754 w 1427"/>
                <a:gd name="T39" fmla="*/ 267 h 856"/>
                <a:gd name="T40" fmla="*/ 645 w 1427"/>
                <a:gd name="T41" fmla="*/ 238 h 856"/>
                <a:gd name="T42" fmla="*/ 543 w 1427"/>
                <a:gd name="T43" fmla="*/ 223 h 856"/>
                <a:gd name="T44" fmla="*/ 418 w 1427"/>
                <a:gd name="T45" fmla="*/ 211 h 856"/>
                <a:gd name="T46" fmla="*/ 272 w 1427"/>
                <a:gd name="T47" fmla="*/ 238 h 856"/>
                <a:gd name="T48" fmla="*/ 0 w 1427"/>
                <a:gd name="T49" fmla="*/ 65 h 8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27" h="856">
                  <a:moveTo>
                    <a:pt x="0" y="65"/>
                  </a:moveTo>
                  <a:lnTo>
                    <a:pt x="198" y="11"/>
                  </a:lnTo>
                  <a:lnTo>
                    <a:pt x="343" y="0"/>
                  </a:lnTo>
                  <a:lnTo>
                    <a:pt x="532" y="0"/>
                  </a:lnTo>
                  <a:lnTo>
                    <a:pt x="698" y="23"/>
                  </a:lnTo>
                  <a:lnTo>
                    <a:pt x="832" y="56"/>
                  </a:lnTo>
                  <a:lnTo>
                    <a:pt x="991" y="102"/>
                  </a:lnTo>
                  <a:lnTo>
                    <a:pt x="1163" y="192"/>
                  </a:lnTo>
                  <a:lnTo>
                    <a:pt x="1281" y="302"/>
                  </a:lnTo>
                  <a:lnTo>
                    <a:pt x="1381" y="429"/>
                  </a:lnTo>
                  <a:lnTo>
                    <a:pt x="1418" y="538"/>
                  </a:lnTo>
                  <a:lnTo>
                    <a:pt x="1427" y="647"/>
                  </a:lnTo>
                  <a:lnTo>
                    <a:pt x="1418" y="756"/>
                  </a:lnTo>
                  <a:lnTo>
                    <a:pt x="1343" y="856"/>
                  </a:lnTo>
                  <a:lnTo>
                    <a:pt x="1091" y="711"/>
                  </a:lnTo>
                  <a:lnTo>
                    <a:pt x="1098" y="589"/>
                  </a:lnTo>
                  <a:lnTo>
                    <a:pt x="1043" y="445"/>
                  </a:lnTo>
                  <a:lnTo>
                    <a:pt x="972" y="383"/>
                  </a:lnTo>
                  <a:lnTo>
                    <a:pt x="876" y="311"/>
                  </a:lnTo>
                  <a:lnTo>
                    <a:pt x="754" y="267"/>
                  </a:lnTo>
                  <a:lnTo>
                    <a:pt x="645" y="238"/>
                  </a:lnTo>
                  <a:lnTo>
                    <a:pt x="543" y="223"/>
                  </a:lnTo>
                  <a:lnTo>
                    <a:pt x="418" y="211"/>
                  </a:lnTo>
                  <a:lnTo>
                    <a:pt x="272" y="238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A18F29A9-B0A9-3067-A78B-D64945E61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" y="900"/>
              <a:ext cx="281" cy="755"/>
            </a:xfrm>
            <a:custGeom>
              <a:avLst/>
              <a:gdLst>
                <a:gd name="T0" fmla="*/ 0 w 281"/>
                <a:gd name="T1" fmla="*/ 0 h 755"/>
                <a:gd name="T2" fmla="*/ 281 w 281"/>
                <a:gd name="T3" fmla="*/ 162 h 755"/>
                <a:gd name="T4" fmla="*/ 281 w 281"/>
                <a:gd name="T5" fmla="*/ 755 h 755"/>
                <a:gd name="T6" fmla="*/ 0 w 281"/>
                <a:gd name="T7" fmla="*/ 593 h 755"/>
                <a:gd name="T8" fmla="*/ 0 w 281"/>
                <a:gd name="T9" fmla="*/ 0 h 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1" h="755">
                  <a:moveTo>
                    <a:pt x="0" y="0"/>
                  </a:moveTo>
                  <a:lnTo>
                    <a:pt x="281" y="162"/>
                  </a:lnTo>
                  <a:lnTo>
                    <a:pt x="281" y="755"/>
                  </a:lnTo>
                  <a:lnTo>
                    <a:pt x="0" y="5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F3A8DEF1-24F0-3A41-0059-578C32442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" y="1536"/>
              <a:ext cx="273" cy="737"/>
            </a:xfrm>
            <a:custGeom>
              <a:avLst/>
              <a:gdLst>
                <a:gd name="T0" fmla="*/ 0 w 273"/>
                <a:gd name="T1" fmla="*/ 0 h 737"/>
                <a:gd name="T2" fmla="*/ 273 w 273"/>
                <a:gd name="T3" fmla="*/ 137 h 737"/>
                <a:gd name="T4" fmla="*/ 273 w 273"/>
                <a:gd name="T5" fmla="*/ 737 h 737"/>
                <a:gd name="T6" fmla="*/ 0 w 273"/>
                <a:gd name="T7" fmla="*/ 582 h 737"/>
                <a:gd name="T8" fmla="*/ 0 w 273"/>
                <a:gd name="T9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3" h="737">
                  <a:moveTo>
                    <a:pt x="0" y="0"/>
                  </a:moveTo>
                  <a:lnTo>
                    <a:pt x="273" y="137"/>
                  </a:lnTo>
                  <a:lnTo>
                    <a:pt x="273" y="737"/>
                  </a:lnTo>
                  <a:lnTo>
                    <a:pt x="0" y="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73861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标题 77">
            <a:extLst>
              <a:ext uri="{FF2B5EF4-FFF2-40B4-BE49-F238E27FC236}">
                <a16:creationId xmlns:a16="http://schemas.microsoft.com/office/drawing/2014/main" id="{214C3136-EB99-DC26-8049-D4D3C5B2E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4.2.2 </a:t>
            </a:r>
            <a:r>
              <a:rPr lang="zh-CN" altLang="en-US"/>
              <a:t>平面与圆柱相交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D282AF-BE20-9823-6918-3FE1C8160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ACB9C-52E5-8548-9992-7D81E3D98E81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42D7D1-98E2-1DCA-6B5E-EE3F50902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12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53361-745F-4708-6726-81B23006F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35</a:t>
            </a:fld>
            <a:endParaRPr lang="en-US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C294BECF-C9D2-646C-57F9-1ADB92469775}"/>
              </a:ext>
            </a:extLst>
          </p:cNvPr>
          <p:cNvGrpSpPr>
            <a:grpSpLocks/>
          </p:cNvGrpSpPr>
          <p:nvPr/>
        </p:nvGrpSpPr>
        <p:grpSpPr bwMode="auto">
          <a:xfrm>
            <a:off x="2786242" y="893859"/>
            <a:ext cx="3116025" cy="3130550"/>
            <a:chOff x="830" y="202"/>
            <a:chExt cx="2086" cy="1972"/>
          </a:xfrm>
        </p:grpSpPr>
        <p:sp>
          <p:nvSpPr>
            <p:cNvPr id="6" name="Line 3">
              <a:extLst>
                <a:ext uri="{FF2B5EF4-FFF2-40B4-BE49-F238E27FC236}">
                  <a16:creationId xmlns:a16="http://schemas.microsoft.com/office/drawing/2014/main" id="{30A92ECE-7AFE-3E33-E9A7-3F12B30724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8" y="265"/>
              <a:ext cx="78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EEB9F89F-FFAE-374B-2423-EE6A2F6BA5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8" y="1027"/>
              <a:ext cx="78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7C4FF163-78C2-5C73-E209-9F7976BD82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8" y="270"/>
              <a:ext cx="0" cy="76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F9155CC2-4A60-FB5C-824A-ECDB7B9736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6" y="265"/>
              <a:ext cx="0" cy="76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1F66A994-331D-AD44-F160-18BB6FDF5F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9" y="204"/>
              <a:ext cx="0" cy="887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5C7D8335-B88C-999C-FC9D-2FA984C5B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" y="634"/>
              <a:ext cx="241" cy="1"/>
            </a:xfrm>
            <a:custGeom>
              <a:avLst/>
              <a:gdLst>
                <a:gd name="T0" fmla="*/ 441 w 441"/>
                <a:gd name="T1" fmla="*/ 0 h 1"/>
                <a:gd name="T2" fmla="*/ 0 w 441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1" h="1">
                  <a:moveTo>
                    <a:pt x="441" y="0"/>
                  </a:moveTo>
                  <a:lnTo>
                    <a:pt x="0" y="1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2" name="Oval 9">
              <a:extLst>
                <a:ext uri="{FF2B5EF4-FFF2-40B4-BE49-F238E27FC236}">
                  <a16:creationId xmlns:a16="http://schemas.microsoft.com/office/drawing/2014/main" id="{2F505DF6-0BDC-AA79-97ED-07D1D7CA71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" y="1321"/>
              <a:ext cx="787" cy="735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77EEE1FD-861B-3315-7F30-7282E15B03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9" y="1027"/>
              <a:ext cx="799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71D950B0-9D91-3E32-DD1C-D5C5E02486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0" y="266"/>
              <a:ext cx="0" cy="76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B3E5427C-AC5D-7623-4D6B-6020C458B2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9" y="266"/>
              <a:ext cx="0" cy="36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940F7CF0-E25F-32CF-7F3B-CF658E76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3" y="634"/>
              <a:ext cx="0" cy="393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8FBF23ED-FD77-0AF0-044F-F1CF63A2B2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9" y="266"/>
              <a:ext cx="551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7BFD4C03-3C11-BC26-D153-8CF3369E08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5" y="202"/>
              <a:ext cx="0" cy="91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E5A48F93-8057-F5CA-7EE9-3E77FB1B78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0" y="634"/>
              <a:ext cx="6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2B8311DC-8CF5-0C16-D779-4B33DDDCE1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80" y="266"/>
              <a:ext cx="0" cy="3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46D562D3-11D8-D179-3FBA-4DF2510F05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55" y="266"/>
              <a:ext cx="0" cy="3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90CA30D5-E246-CC8C-19BB-93C7F06E7B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30" y="266"/>
              <a:ext cx="0" cy="3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569C4464-371F-D217-8953-450CC4CD92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02" y="266"/>
              <a:ext cx="0" cy="3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2D7B5EB5-87D3-B82D-3B8D-1DC1E676DE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7" y="639"/>
              <a:ext cx="0" cy="3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00FA5D0B-EC2A-025C-A489-DF180D9654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41" y="271"/>
              <a:ext cx="0" cy="7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0188203E-7B7B-0EE9-25E8-8366AC9D6E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9" y="271"/>
              <a:ext cx="0" cy="7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56504FB3-082F-B012-68AB-30C3A62CAE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5" y="271"/>
              <a:ext cx="0" cy="7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" name="Oval 25">
              <a:extLst>
                <a:ext uri="{FF2B5EF4-FFF2-40B4-BE49-F238E27FC236}">
                  <a16:creationId xmlns:a16="http://schemas.microsoft.com/office/drawing/2014/main" id="{B685319D-5DF6-6168-4ABF-8C59276719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" y="1456"/>
              <a:ext cx="525" cy="47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BE7F62C5-B35E-8A6A-55DA-E23CCB361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0" y="1688"/>
              <a:ext cx="91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57807EA3-C696-8F28-31DB-BB223EE35A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5" y="1263"/>
              <a:ext cx="0" cy="911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5B12D54D-FA16-0CA1-35D2-0F421BD071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4" y="1352"/>
              <a:ext cx="3" cy="151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D05381FA-DE1B-17D2-FD3F-CF96512ED3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4" y="1878"/>
              <a:ext cx="0" cy="14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33" name="Group 30">
            <a:extLst>
              <a:ext uri="{FF2B5EF4-FFF2-40B4-BE49-F238E27FC236}">
                <a16:creationId xmlns:a16="http://schemas.microsoft.com/office/drawing/2014/main" id="{8A79ED66-6D6B-331F-206A-8E7446B61446}"/>
              </a:ext>
            </a:extLst>
          </p:cNvPr>
          <p:cNvGrpSpPr>
            <a:grpSpLocks/>
          </p:cNvGrpSpPr>
          <p:nvPr/>
        </p:nvGrpSpPr>
        <p:grpSpPr bwMode="auto">
          <a:xfrm>
            <a:off x="2786242" y="3960417"/>
            <a:ext cx="3116025" cy="2787650"/>
            <a:chOff x="768" y="432"/>
            <a:chExt cx="3857" cy="3154"/>
          </a:xfrm>
        </p:grpSpPr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FE9927E7-88BD-6866-3CDB-35B03E82F4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432"/>
              <a:ext cx="0" cy="15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5" name="Oval 32">
              <a:extLst>
                <a:ext uri="{FF2B5EF4-FFF2-40B4-BE49-F238E27FC236}">
                  <a16:creationId xmlns:a16="http://schemas.microsoft.com/office/drawing/2014/main" id="{079833F0-7C8E-1DB1-0E82-9DAC14369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352"/>
              <a:ext cx="960" cy="864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" name="Oval 33">
              <a:extLst>
                <a:ext uri="{FF2B5EF4-FFF2-40B4-BE49-F238E27FC236}">
                  <a16:creationId xmlns:a16="http://schemas.microsoft.com/office/drawing/2014/main" id="{37818E13-7F1B-654B-A0D2-03C79BE4E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112"/>
              <a:ext cx="1440" cy="1344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61244DFF-E0DC-8520-F493-C917AB53E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" y="1920"/>
              <a:ext cx="1460" cy="1"/>
            </a:xfrm>
            <a:custGeom>
              <a:avLst/>
              <a:gdLst>
                <a:gd name="T0" fmla="*/ 0 w 1460"/>
                <a:gd name="T1" fmla="*/ 0 h 1"/>
                <a:gd name="T2" fmla="*/ 1460 w 146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60" h="1">
                  <a:moveTo>
                    <a:pt x="0" y="0"/>
                  </a:moveTo>
                  <a:lnTo>
                    <a:pt x="1460" y="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FA264714-CF70-A3E7-B23D-08D0DF1086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4" y="528"/>
              <a:ext cx="0" cy="140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9" name="Line 36">
              <a:extLst>
                <a:ext uri="{FF2B5EF4-FFF2-40B4-BE49-F238E27FC236}">
                  <a16:creationId xmlns:a16="http://schemas.microsoft.com/office/drawing/2014/main" id="{9F5C8695-E12A-29AA-8C81-51D8A6B677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528"/>
              <a:ext cx="0" cy="67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C0CE996D-B145-EA6E-3C89-49EC4EBCD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" y="1200"/>
              <a:ext cx="1019" cy="1"/>
            </a:xfrm>
            <a:custGeom>
              <a:avLst/>
              <a:gdLst>
                <a:gd name="T0" fmla="*/ 1019 w 1019"/>
                <a:gd name="T1" fmla="*/ 0 h 1"/>
                <a:gd name="T2" fmla="*/ 0 w 1019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19" h="1">
                  <a:moveTo>
                    <a:pt x="1019" y="0"/>
                  </a:moveTo>
                  <a:lnTo>
                    <a:pt x="0" y="1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9A3143F1-1B77-8DA2-F203-BDF6B0B20E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00"/>
              <a:ext cx="0" cy="72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" name="Freeform 39">
              <a:extLst>
                <a:ext uri="{FF2B5EF4-FFF2-40B4-BE49-F238E27FC236}">
                  <a16:creationId xmlns:a16="http://schemas.microsoft.com/office/drawing/2014/main" id="{E025BF57-624E-7785-ABAD-E087392C8E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3" y="528"/>
              <a:ext cx="451" cy="1"/>
            </a:xfrm>
            <a:custGeom>
              <a:avLst/>
              <a:gdLst>
                <a:gd name="T0" fmla="*/ 0 w 451"/>
                <a:gd name="T1" fmla="*/ 0 h 1"/>
                <a:gd name="T2" fmla="*/ 451 w 451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1" h="1">
                  <a:moveTo>
                    <a:pt x="0" y="0"/>
                  </a:moveTo>
                  <a:lnTo>
                    <a:pt x="451" y="1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3" name="Freeform 40">
              <a:extLst>
                <a:ext uri="{FF2B5EF4-FFF2-40B4-BE49-F238E27FC236}">
                  <a16:creationId xmlns:a16="http://schemas.microsoft.com/office/drawing/2014/main" id="{889F2CF9-6AA2-AC7C-7653-28AA3D786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5" y="494"/>
              <a:ext cx="3" cy="3092"/>
            </a:xfrm>
            <a:custGeom>
              <a:avLst/>
              <a:gdLst>
                <a:gd name="T0" fmla="*/ 0 w 3"/>
                <a:gd name="T1" fmla="*/ 0 h 3092"/>
                <a:gd name="T2" fmla="*/ 3 w 3"/>
                <a:gd name="T3" fmla="*/ 3092 h 3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3092">
                  <a:moveTo>
                    <a:pt x="0" y="0"/>
                  </a:moveTo>
                  <a:lnTo>
                    <a:pt x="3" y="3092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4" name="Line 41">
              <a:extLst>
                <a:ext uri="{FF2B5EF4-FFF2-40B4-BE49-F238E27FC236}">
                  <a16:creationId xmlns:a16="http://schemas.microsoft.com/office/drawing/2014/main" id="{2057A733-8856-87B6-EBE6-E95DFFF1D3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784"/>
              <a:ext cx="168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45" name="Group 42">
              <a:extLst>
                <a:ext uri="{FF2B5EF4-FFF2-40B4-BE49-F238E27FC236}">
                  <a16:creationId xmlns:a16="http://schemas.microsoft.com/office/drawing/2014/main" id="{04AD9ED8-959E-03AE-37E8-752869EB68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528"/>
              <a:ext cx="960" cy="1392"/>
              <a:chOff x="1104" y="864"/>
              <a:chExt cx="960" cy="1392"/>
            </a:xfrm>
          </p:grpSpPr>
          <p:sp>
            <p:nvSpPr>
              <p:cNvPr id="59" name="Line 43">
                <a:extLst>
                  <a:ext uri="{FF2B5EF4-FFF2-40B4-BE49-F238E27FC236}">
                    <a16:creationId xmlns:a16="http://schemas.microsoft.com/office/drawing/2014/main" id="{F3C968F5-E784-B5BD-EB5E-D4091DD1BE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04" y="1536"/>
                <a:ext cx="0" cy="72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" name="Line 44">
                <a:extLst>
                  <a:ext uri="{FF2B5EF4-FFF2-40B4-BE49-F238E27FC236}">
                    <a16:creationId xmlns:a16="http://schemas.microsoft.com/office/drawing/2014/main" id="{319B1D55-10CC-FE96-37B3-A94A02859A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64" y="864"/>
                <a:ext cx="0" cy="1392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59F30D11-2FDD-E70B-B8B7-E6CF4DADD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1200"/>
              <a:ext cx="1462" cy="1"/>
            </a:xfrm>
            <a:custGeom>
              <a:avLst/>
              <a:gdLst>
                <a:gd name="T0" fmla="*/ 0 w 1462"/>
                <a:gd name="T1" fmla="*/ 0 h 1"/>
                <a:gd name="T2" fmla="*/ 1462 w 146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62" h="1">
                  <a:moveTo>
                    <a:pt x="0" y="0"/>
                  </a:moveTo>
                  <a:lnTo>
                    <a:pt x="1462" y="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B178896F-F950-0847-7C7F-EC4B64163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1" y="1920"/>
              <a:ext cx="1464" cy="1"/>
            </a:xfrm>
            <a:custGeom>
              <a:avLst/>
              <a:gdLst>
                <a:gd name="T0" fmla="*/ 0 w 1464"/>
                <a:gd name="T1" fmla="*/ 0 h 1"/>
                <a:gd name="T2" fmla="*/ 1464 w 1464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64" h="1">
                  <a:moveTo>
                    <a:pt x="0" y="0"/>
                  </a:moveTo>
                  <a:lnTo>
                    <a:pt x="1464" y="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7FCF83D6-9A24-08C1-AE65-6E0471500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8" y="1200"/>
              <a:ext cx="1" cy="720"/>
            </a:xfrm>
            <a:custGeom>
              <a:avLst/>
              <a:gdLst>
                <a:gd name="T0" fmla="*/ 0 w 1"/>
                <a:gd name="T1" fmla="*/ 0 h 720"/>
                <a:gd name="T2" fmla="*/ 0 w 1"/>
                <a:gd name="T3" fmla="*/ 72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20">
                  <a:moveTo>
                    <a:pt x="0" y="0"/>
                  </a:moveTo>
                  <a:lnTo>
                    <a:pt x="0" y="72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7D62BB5E-AAAA-293C-1F71-D825EB7771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8" y="1200"/>
              <a:ext cx="1" cy="720"/>
            </a:xfrm>
            <a:custGeom>
              <a:avLst/>
              <a:gdLst>
                <a:gd name="T0" fmla="*/ 0 w 1"/>
                <a:gd name="T1" fmla="*/ 0 h 720"/>
                <a:gd name="T2" fmla="*/ 0 w 1"/>
                <a:gd name="T3" fmla="*/ 72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20">
                  <a:moveTo>
                    <a:pt x="0" y="0"/>
                  </a:moveTo>
                  <a:lnTo>
                    <a:pt x="0" y="72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0A06FFC3-45FD-470F-086B-93E92367F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528"/>
              <a:ext cx="1258" cy="2"/>
            </a:xfrm>
            <a:custGeom>
              <a:avLst/>
              <a:gdLst>
                <a:gd name="T0" fmla="*/ 0 w 1258"/>
                <a:gd name="T1" fmla="*/ 0 h 2"/>
                <a:gd name="T2" fmla="*/ 1258 w 1258"/>
                <a:gd name="T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58" h="2">
                  <a:moveTo>
                    <a:pt x="0" y="0"/>
                  </a:moveTo>
                  <a:lnTo>
                    <a:pt x="1258" y="2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8D0B2057-2F1A-43BE-BCBD-60C63FA42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528"/>
              <a:ext cx="1" cy="672"/>
            </a:xfrm>
            <a:custGeom>
              <a:avLst/>
              <a:gdLst>
                <a:gd name="T0" fmla="*/ 0 w 1"/>
                <a:gd name="T1" fmla="*/ 0 h 672"/>
                <a:gd name="T2" fmla="*/ 0 w 1"/>
                <a:gd name="T3" fmla="*/ 672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672">
                  <a:moveTo>
                    <a:pt x="0" y="0"/>
                  </a:moveTo>
                  <a:lnTo>
                    <a:pt x="0" y="672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564E9AEA-C6F2-CA91-A5A1-81A4DB42A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2" y="528"/>
              <a:ext cx="2" cy="672"/>
            </a:xfrm>
            <a:custGeom>
              <a:avLst/>
              <a:gdLst>
                <a:gd name="T0" fmla="*/ 0 w 2"/>
                <a:gd name="T1" fmla="*/ 0 h 672"/>
                <a:gd name="T2" fmla="*/ 2 w 2"/>
                <a:gd name="T3" fmla="*/ 672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672">
                  <a:moveTo>
                    <a:pt x="0" y="0"/>
                  </a:moveTo>
                  <a:lnTo>
                    <a:pt x="2" y="672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3" name="Line 52">
              <a:extLst>
                <a:ext uri="{FF2B5EF4-FFF2-40B4-BE49-F238E27FC236}">
                  <a16:creationId xmlns:a16="http://schemas.microsoft.com/office/drawing/2014/main" id="{4F548D40-417E-9546-46BE-5CF0445916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528"/>
              <a:ext cx="0" cy="67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8DD9C030-2F67-5CAF-3BAE-028F4E563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4" y="528"/>
              <a:ext cx="1" cy="672"/>
            </a:xfrm>
            <a:custGeom>
              <a:avLst/>
              <a:gdLst>
                <a:gd name="T0" fmla="*/ 0 w 1"/>
                <a:gd name="T1" fmla="*/ 0 h 672"/>
                <a:gd name="T2" fmla="*/ 0 w 1"/>
                <a:gd name="T3" fmla="*/ 672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672">
                  <a:moveTo>
                    <a:pt x="0" y="0"/>
                  </a:moveTo>
                  <a:lnTo>
                    <a:pt x="0" y="672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5" name="Line 54">
              <a:extLst>
                <a:ext uri="{FF2B5EF4-FFF2-40B4-BE49-F238E27FC236}">
                  <a16:creationId xmlns:a16="http://schemas.microsoft.com/office/drawing/2014/main" id="{E28FB32D-98FC-11FD-462F-C7A98C29BC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200"/>
              <a:ext cx="0" cy="72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6" name="Line 55">
              <a:extLst>
                <a:ext uri="{FF2B5EF4-FFF2-40B4-BE49-F238E27FC236}">
                  <a16:creationId xmlns:a16="http://schemas.microsoft.com/office/drawing/2014/main" id="{B26E539F-9A04-9292-6031-E7067B9E94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200"/>
              <a:ext cx="0" cy="72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7" name="Line 56">
              <a:extLst>
                <a:ext uri="{FF2B5EF4-FFF2-40B4-BE49-F238E27FC236}">
                  <a16:creationId xmlns:a16="http://schemas.microsoft.com/office/drawing/2014/main" id="{F8D569B1-632F-A338-BA86-56D1266798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7" y="2155"/>
              <a:ext cx="0" cy="2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" name="Line 57">
              <a:extLst>
                <a:ext uri="{FF2B5EF4-FFF2-40B4-BE49-F238E27FC236}">
                  <a16:creationId xmlns:a16="http://schemas.microsoft.com/office/drawing/2014/main" id="{E368CE20-FCEE-7139-9EDB-D42089538D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6" y="3133"/>
              <a:ext cx="0" cy="2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" name="Group 58">
            <a:extLst>
              <a:ext uri="{FF2B5EF4-FFF2-40B4-BE49-F238E27FC236}">
                <a16:creationId xmlns:a16="http://schemas.microsoft.com/office/drawing/2014/main" id="{80975E94-6B77-AB1F-5B71-91884EEFE1C8}"/>
              </a:ext>
            </a:extLst>
          </p:cNvPr>
          <p:cNvGrpSpPr>
            <a:grpSpLocks/>
          </p:cNvGrpSpPr>
          <p:nvPr/>
        </p:nvGrpSpPr>
        <p:grpSpPr bwMode="auto">
          <a:xfrm>
            <a:off x="7723632" y="742496"/>
            <a:ext cx="1754187" cy="2339975"/>
            <a:chOff x="4025" y="380"/>
            <a:chExt cx="1105" cy="1474"/>
          </a:xfrm>
        </p:grpSpPr>
        <p:grpSp>
          <p:nvGrpSpPr>
            <p:cNvPr id="62" name="Group 59">
              <a:extLst>
                <a:ext uri="{FF2B5EF4-FFF2-40B4-BE49-F238E27FC236}">
                  <a16:creationId xmlns:a16="http://schemas.microsoft.com/office/drawing/2014/main" id="{43D373BE-3E2D-318E-1DCC-540380FE00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25" y="380"/>
              <a:ext cx="1105" cy="1474"/>
              <a:chOff x="2935" y="1844"/>
              <a:chExt cx="1105" cy="1474"/>
            </a:xfrm>
          </p:grpSpPr>
          <p:sp>
            <p:nvSpPr>
              <p:cNvPr id="64" name="Freeform 60">
                <a:extLst>
                  <a:ext uri="{FF2B5EF4-FFF2-40B4-BE49-F238E27FC236}">
                    <a16:creationId xmlns:a16="http://schemas.microsoft.com/office/drawing/2014/main" id="{6D8EDD19-723A-38D2-D00A-EE72FF8B25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3" y="1844"/>
                <a:ext cx="1077" cy="690"/>
              </a:xfrm>
              <a:custGeom>
                <a:avLst/>
                <a:gdLst>
                  <a:gd name="T0" fmla="*/ 0 w 1077"/>
                  <a:gd name="T1" fmla="*/ 243 h 690"/>
                  <a:gd name="T2" fmla="*/ 39 w 1077"/>
                  <a:gd name="T3" fmla="*/ 193 h 690"/>
                  <a:gd name="T4" fmla="*/ 94 w 1077"/>
                  <a:gd name="T5" fmla="*/ 138 h 690"/>
                  <a:gd name="T6" fmla="*/ 155 w 1077"/>
                  <a:gd name="T7" fmla="*/ 94 h 690"/>
                  <a:gd name="T8" fmla="*/ 249 w 1077"/>
                  <a:gd name="T9" fmla="*/ 55 h 690"/>
                  <a:gd name="T10" fmla="*/ 326 w 1077"/>
                  <a:gd name="T11" fmla="*/ 27 h 690"/>
                  <a:gd name="T12" fmla="*/ 403 w 1077"/>
                  <a:gd name="T13" fmla="*/ 11 h 690"/>
                  <a:gd name="T14" fmla="*/ 486 w 1077"/>
                  <a:gd name="T15" fmla="*/ 5 h 690"/>
                  <a:gd name="T16" fmla="*/ 563 w 1077"/>
                  <a:gd name="T17" fmla="*/ 0 h 690"/>
                  <a:gd name="T18" fmla="*/ 646 w 1077"/>
                  <a:gd name="T19" fmla="*/ 11 h 690"/>
                  <a:gd name="T20" fmla="*/ 735 w 1077"/>
                  <a:gd name="T21" fmla="*/ 27 h 690"/>
                  <a:gd name="T22" fmla="*/ 806 w 1077"/>
                  <a:gd name="T23" fmla="*/ 55 h 690"/>
                  <a:gd name="T24" fmla="*/ 895 w 1077"/>
                  <a:gd name="T25" fmla="*/ 94 h 690"/>
                  <a:gd name="T26" fmla="*/ 939 w 1077"/>
                  <a:gd name="T27" fmla="*/ 121 h 690"/>
                  <a:gd name="T28" fmla="*/ 989 w 1077"/>
                  <a:gd name="T29" fmla="*/ 160 h 690"/>
                  <a:gd name="T30" fmla="*/ 1033 w 1077"/>
                  <a:gd name="T31" fmla="*/ 215 h 690"/>
                  <a:gd name="T32" fmla="*/ 1066 w 1077"/>
                  <a:gd name="T33" fmla="*/ 276 h 690"/>
                  <a:gd name="T34" fmla="*/ 1077 w 1077"/>
                  <a:gd name="T35" fmla="*/ 325 h 690"/>
                  <a:gd name="T36" fmla="*/ 1077 w 1077"/>
                  <a:gd name="T37" fmla="*/ 375 h 690"/>
                  <a:gd name="T38" fmla="*/ 1049 w 1077"/>
                  <a:gd name="T39" fmla="*/ 502 h 690"/>
                  <a:gd name="T40" fmla="*/ 978 w 1077"/>
                  <a:gd name="T41" fmla="*/ 591 h 690"/>
                  <a:gd name="T42" fmla="*/ 906 w 1077"/>
                  <a:gd name="T43" fmla="*/ 635 h 690"/>
                  <a:gd name="T44" fmla="*/ 812 w 1077"/>
                  <a:gd name="T45" fmla="*/ 690 h 690"/>
                  <a:gd name="T46" fmla="*/ 756 w 1077"/>
                  <a:gd name="T47" fmla="*/ 673 h 690"/>
                  <a:gd name="T48" fmla="*/ 537 w 1077"/>
                  <a:gd name="T49" fmla="*/ 622 h 690"/>
                  <a:gd name="T50" fmla="*/ 0 w 1077"/>
                  <a:gd name="T51" fmla="*/ 243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077" h="690">
                    <a:moveTo>
                      <a:pt x="0" y="243"/>
                    </a:moveTo>
                    <a:lnTo>
                      <a:pt x="39" y="193"/>
                    </a:lnTo>
                    <a:lnTo>
                      <a:pt x="94" y="138"/>
                    </a:lnTo>
                    <a:lnTo>
                      <a:pt x="155" y="94"/>
                    </a:lnTo>
                    <a:lnTo>
                      <a:pt x="249" y="55"/>
                    </a:lnTo>
                    <a:lnTo>
                      <a:pt x="326" y="27"/>
                    </a:lnTo>
                    <a:lnTo>
                      <a:pt x="403" y="11"/>
                    </a:lnTo>
                    <a:lnTo>
                      <a:pt x="486" y="5"/>
                    </a:lnTo>
                    <a:lnTo>
                      <a:pt x="563" y="0"/>
                    </a:lnTo>
                    <a:lnTo>
                      <a:pt x="646" y="11"/>
                    </a:lnTo>
                    <a:lnTo>
                      <a:pt x="735" y="27"/>
                    </a:lnTo>
                    <a:lnTo>
                      <a:pt x="806" y="55"/>
                    </a:lnTo>
                    <a:lnTo>
                      <a:pt x="895" y="94"/>
                    </a:lnTo>
                    <a:lnTo>
                      <a:pt x="939" y="121"/>
                    </a:lnTo>
                    <a:lnTo>
                      <a:pt x="989" y="160"/>
                    </a:lnTo>
                    <a:lnTo>
                      <a:pt x="1033" y="215"/>
                    </a:lnTo>
                    <a:lnTo>
                      <a:pt x="1066" y="276"/>
                    </a:lnTo>
                    <a:lnTo>
                      <a:pt x="1077" y="325"/>
                    </a:lnTo>
                    <a:lnTo>
                      <a:pt x="1077" y="375"/>
                    </a:lnTo>
                    <a:lnTo>
                      <a:pt x="1049" y="502"/>
                    </a:lnTo>
                    <a:lnTo>
                      <a:pt x="978" y="591"/>
                    </a:lnTo>
                    <a:lnTo>
                      <a:pt x="906" y="635"/>
                    </a:lnTo>
                    <a:lnTo>
                      <a:pt x="812" y="690"/>
                    </a:lnTo>
                    <a:lnTo>
                      <a:pt x="756" y="673"/>
                    </a:lnTo>
                    <a:lnTo>
                      <a:pt x="537" y="622"/>
                    </a:lnTo>
                    <a:lnTo>
                      <a:pt x="0" y="243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" name="Freeform 61">
                <a:extLst>
                  <a:ext uri="{FF2B5EF4-FFF2-40B4-BE49-F238E27FC236}">
                    <a16:creationId xmlns:a16="http://schemas.microsoft.com/office/drawing/2014/main" id="{7F161C46-96C6-402B-BD33-57A8BEAC6F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5" y="2402"/>
                <a:ext cx="784" cy="497"/>
              </a:xfrm>
              <a:custGeom>
                <a:avLst/>
                <a:gdLst>
                  <a:gd name="T0" fmla="*/ 56 w 1578"/>
                  <a:gd name="T1" fmla="*/ 0 h 1000"/>
                  <a:gd name="T2" fmla="*/ 23 w 1578"/>
                  <a:gd name="T3" fmla="*/ 89 h 1000"/>
                  <a:gd name="T4" fmla="*/ 0 w 1578"/>
                  <a:gd name="T5" fmla="*/ 200 h 1000"/>
                  <a:gd name="T6" fmla="*/ 0 w 1578"/>
                  <a:gd name="T7" fmla="*/ 311 h 1000"/>
                  <a:gd name="T8" fmla="*/ 67 w 1578"/>
                  <a:gd name="T9" fmla="*/ 489 h 1000"/>
                  <a:gd name="T10" fmla="*/ 156 w 1578"/>
                  <a:gd name="T11" fmla="*/ 600 h 1000"/>
                  <a:gd name="T12" fmla="*/ 223 w 1578"/>
                  <a:gd name="T13" fmla="*/ 678 h 1000"/>
                  <a:gd name="T14" fmla="*/ 323 w 1578"/>
                  <a:gd name="T15" fmla="*/ 778 h 1000"/>
                  <a:gd name="T16" fmla="*/ 478 w 1578"/>
                  <a:gd name="T17" fmla="*/ 867 h 1000"/>
                  <a:gd name="T18" fmla="*/ 712 w 1578"/>
                  <a:gd name="T19" fmla="*/ 955 h 1000"/>
                  <a:gd name="T20" fmla="*/ 856 w 1578"/>
                  <a:gd name="T21" fmla="*/ 978 h 1000"/>
                  <a:gd name="T22" fmla="*/ 1101 w 1578"/>
                  <a:gd name="T23" fmla="*/ 1000 h 1000"/>
                  <a:gd name="T24" fmla="*/ 1290 w 1578"/>
                  <a:gd name="T25" fmla="*/ 989 h 1000"/>
                  <a:gd name="T26" fmla="*/ 1467 w 1578"/>
                  <a:gd name="T27" fmla="*/ 955 h 1000"/>
                  <a:gd name="T28" fmla="*/ 1578 w 1578"/>
                  <a:gd name="T29" fmla="*/ 889 h 1000"/>
                  <a:gd name="T30" fmla="*/ 1423 w 1578"/>
                  <a:gd name="T31" fmla="*/ 667 h 1000"/>
                  <a:gd name="T32" fmla="*/ 1256 w 1578"/>
                  <a:gd name="T33" fmla="*/ 633 h 1000"/>
                  <a:gd name="T34" fmla="*/ 1112 w 1578"/>
                  <a:gd name="T35" fmla="*/ 567 h 1000"/>
                  <a:gd name="T36" fmla="*/ 1201 w 1578"/>
                  <a:gd name="T37" fmla="*/ 478 h 1000"/>
                  <a:gd name="T38" fmla="*/ 1078 w 1578"/>
                  <a:gd name="T39" fmla="*/ 411 h 1000"/>
                  <a:gd name="T40" fmla="*/ 834 w 1578"/>
                  <a:gd name="T41" fmla="*/ 200 h 1000"/>
                  <a:gd name="T42" fmla="*/ 656 w 1578"/>
                  <a:gd name="T43" fmla="*/ 244 h 1000"/>
                  <a:gd name="T44" fmla="*/ 534 w 1578"/>
                  <a:gd name="T45" fmla="*/ 189 h 1000"/>
                  <a:gd name="T46" fmla="*/ 512 w 1578"/>
                  <a:gd name="T47" fmla="*/ 67 h 1000"/>
                  <a:gd name="T48" fmla="*/ 501 w 1578"/>
                  <a:gd name="T49" fmla="*/ 144 h 1000"/>
                  <a:gd name="T50" fmla="*/ 378 w 1578"/>
                  <a:gd name="T51" fmla="*/ 178 h 1000"/>
                  <a:gd name="T52" fmla="*/ 56 w 1578"/>
                  <a:gd name="T53" fmla="*/ 0 h 1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578" h="1000">
                    <a:moveTo>
                      <a:pt x="56" y="0"/>
                    </a:moveTo>
                    <a:lnTo>
                      <a:pt x="23" y="89"/>
                    </a:lnTo>
                    <a:lnTo>
                      <a:pt x="0" y="200"/>
                    </a:lnTo>
                    <a:lnTo>
                      <a:pt x="0" y="311"/>
                    </a:lnTo>
                    <a:lnTo>
                      <a:pt x="67" y="489"/>
                    </a:lnTo>
                    <a:lnTo>
                      <a:pt x="156" y="600"/>
                    </a:lnTo>
                    <a:lnTo>
                      <a:pt x="223" y="678"/>
                    </a:lnTo>
                    <a:lnTo>
                      <a:pt x="323" y="778"/>
                    </a:lnTo>
                    <a:lnTo>
                      <a:pt x="478" y="867"/>
                    </a:lnTo>
                    <a:lnTo>
                      <a:pt x="712" y="955"/>
                    </a:lnTo>
                    <a:lnTo>
                      <a:pt x="856" y="978"/>
                    </a:lnTo>
                    <a:lnTo>
                      <a:pt x="1101" y="1000"/>
                    </a:lnTo>
                    <a:lnTo>
                      <a:pt x="1290" y="989"/>
                    </a:lnTo>
                    <a:lnTo>
                      <a:pt x="1467" y="955"/>
                    </a:lnTo>
                    <a:lnTo>
                      <a:pt x="1578" y="889"/>
                    </a:lnTo>
                    <a:lnTo>
                      <a:pt x="1423" y="667"/>
                    </a:lnTo>
                    <a:lnTo>
                      <a:pt x="1256" y="633"/>
                    </a:lnTo>
                    <a:lnTo>
                      <a:pt x="1112" y="567"/>
                    </a:lnTo>
                    <a:lnTo>
                      <a:pt x="1201" y="478"/>
                    </a:lnTo>
                    <a:lnTo>
                      <a:pt x="1078" y="411"/>
                    </a:lnTo>
                    <a:lnTo>
                      <a:pt x="834" y="200"/>
                    </a:lnTo>
                    <a:lnTo>
                      <a:pt x="656" y="244"/>
                    </a:lnTo>
                    <a:lnTo>
                      <a:pt x="534" y="189"/>
                    </a:lnTo>
                    <a:lnTo>
                      <a:pt x="512" y="67"/>
                    </a:lnTo>
                    <a:lnTo>
                      <a:pt x="501" y="144"/>
                    </a:lnTo>
                    <a:lnTo>
                      <a:pt x="378" y="178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6" name="Freeform 62">
                <a:extLst>
                  <a:ext uri="{FF2B5EF4-FFF2-40B4-BE49-F238E27FC236}">
                    <a16:creationId xmlns:a16="http://schemas.microsoft.com/office/drawing/2014/main" id="{E653F2F7-5575-AA3C-62EE-62482D3E0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5" y="2214"/>
                <a:ext cx="1105" cy="1104"/>
              </a:xfrm>
              <a:custGeom>
                <a:avLst/>
                <a:gdLst>
                  <a:gd name="T0" fmla="*/ 0 w 2223"/>
                  <a:gd name="T1" fmla="*/ 656 h 2222"/>
                  <a:gd name="T2" fmla="*/ 0 w 2223"/>
                  <a:gd name="T3" fmla="*/ 1589 h 2222"/>
                  <a:gd name="T4" fmla="*/ 67 w 2223"/>
                  <a:gd name="T5" fmla="*/ 1778 h 2222"/>
                  <a:gd name="T6" fmla="*/ 134 w 2223"/>
                  <a:gd name="T7" fmla="*/ 1856 h 2222"/>
                  <a:gd name="T8" fmla="*/ 256 w 2223"/>
                  <a:gd name="T9" fmla="*/ 1978 h 2222"/>
                  <a:gd name="T10" fmla="*/ 423 w 2223"/>
                  <a:gd name="T11" fmla="*/ 2078 h 2222"/>
                  <a:gd name="T12" fmla="*/ 612 w 2223"/>
                  <a:gd name="T13" fmla="*/ 2156 h 2222"/>
                  <a:gd name="T14" fmla="*/ 812 w 2223"/>
                  <a:gd name="T15" fmla="*/ 2200 h 2222"/>
                  <a:gd name="T16" fmla="*/ 989 w 2223"/>
                  <a:gd name="T17" fmla="*/ 2222 h 2222"/>
                  <a:gd name="T18" fmla="*/ 1245 w 2223"/>
                  <a:gd name="T19" fmla="*/ 2222 h 2222"/>
                  <a:gd name="T20" fmla="*/ 1434 w 2223"/>
                  <a:gd name="T21" fmla="*/ 2200 h 2222"/>
                  <a:gd name="T22" fmla="*/ 1634 w 2223"/>
                  <a:gd name="T23" fmla="*/ 2144 h 2222"/>
                  <a:gd name="T24" fmla="*/ 1756 w 2223"/>
                  <a:gd name="T25" fmla="*/ 2100 h 2222"/>
                  <a:gd name="T26" fmla="*/ 1878 w 2223"/>
                  <a:gd name="T27" fmla="*/ 2033 h 2222"/>
                  <a:gd name="T28" fmla="*/ 1990 w 2223"/>
                  <a:gd name="T29" fmla="*/ 1967 h 2222"/>
                  <a:gd name="T30" fmla="*/ 2056 w 2223"/>
                  <a:gd name="T31" fmla="*/ 1900 h 2222"/>
                  <a:gd name="T32" fmla="*/ 2167 w 2223"/>
                  <a:gd name="T33" fmla="*/ 1789 h 2222"/>
                  <a:gd name="T34" fmla="*/ 2223 w 2223"/>
                  <a:gd name="T35" fmla="*/ 1633 h 2222"/>
                  <a:gd name="T36" fmla="*/ 2223 w 2223"/>
                  <a:gd name="T37" fmla="*/ 1489 h 2222"/>
                  <a:gd name="T38" fmla="*/ 2223 w 2223"/>
                  <a:gd name="T39" fmla="*/ 0 h 2222"/>
                  <a:gd name="T40" fmla="*/ 2190 w 2223"/>
                  <a:gd name="T41" fmla="*/ 156 h 2222"/>
                  <a:gd name="T42" fmla="*/ 2123 w 2223"/>
                  <a:gd name="T43" fmla="*/ 267 h 2222"/>
                  <a:gd name="T44" fmla="*/ 2034 w 2223"/>
                  <a:gd name="T45" fmla="*/ 378 h 2222"/>
                  <a:gd name="T46" fmla="*/ 1912 w 2223"/>
                  <a:gd name="T47" fmla="*/ 456 h 2222"/>
                  <a:gd name="T48" fmla="*/ 1790 w 2223"/>
                  <a:gd name="T49" fmla="*/ 534 h 2222"/>
                  <a:gd name="T50" fmla="*/ 1678 w 2223"/>
                  <a:gd name="T51" fmla="*/ 578 h 2222"/>
                  <a:gd name="T52" fmla="*/ 1567 w 2223"/>
                  <a:gd name="T53" fmla="*/ 611 h 2222"/>
                  <a:gd name="T54" fmla="*/ 1567 w 2223"/>
                  <a:gd name="T55" fmla="*/ 1267 h 2222"/>
                  <a:gd name="T56" fmla="*/ 1445 w 2223"/>
                  <a:gd name="T57" fmla="*/ 1300 h 2222"/>
                  <a:gd name="T58" fmla="*/ 1290 w 2223"/>
                  <a:gd name="T59" fmla="*/ 1322 h 2222"/>
                  <a:gd name="T60" fmla="*/ 1123 w 2223"/>
                  <a:gd name="T61" fmla="*/ 1333 h 2222"/>
                  <a:gd name="T62" fmla="*/ 878 w 2223"/>
                  <a:gd name="T63" fmla="*/ 1322 h 2222"/>
                  <a:gd name="T64" fmla="*/ 656 w 2223"/>
                  <a:gd name="T65" fmla="*/ 1267 h 2222"/>
                  <a:gd name="T66" fmla="*/ 456 w 2223"/>
                  <a:gd name="T67" fmla="*/ 1189 h 2222"/>
                  <a:gd name="T68" fmla="*/ 267 w 2223"/>
                  <a:gd name="T69" fmla="*/ 1078 h 2222"/>
                  <a:gd name="T70" fmla="*/ 156 w 2223"/>
                  <a:gd name="T71" fmla="*/ 978 h 2222"/>
                  <a:gd name="T72" fmla="*/ 78 w 2223"/>
                  <a:gd name="T73" fmla="*/ 845 h 2222"/>
                  <a:gd name="T74" fmla="*/ 34 w 2223"/>
                  <a:gd name="T75" fmla="*/ 733 h 2222"/>
                  <a:gd name="T76" fmla="*/ 0 w 2223"/>
                  <a:gd name="T77" fmla="*/ 656 h 2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223" h="2222">
                    <a:moveTo>
                      <a:pt x="0" y="656"/>
                    </a:moveTo>
                    <a:lnTo>
                      <a:pt x="0" y="1589"/>
                    </a:lnTo>
                    <a:lnTo>
                      <a:pt x="67" y="1778"/>
                    </a:lnTo>
                    <a:lnTo>
                      <a:pt x="134" y="1856"/>
                    </a:lnTo>
                    <a:lnTo>
                      <a:pt x="256" y="1978"/>
                    </a:lnTo>
                    <a:lnTo>
                      <a:pt x="423" y="2078"/>
                    </a:lnTo>
                    <a:lnTo>
                      <a:pt x="612" y="2156"/>
                    </a:lnTo>
                    <a:lnTo>
                      <a:pt x="812" y="2200"/>
                    </a:lnTo>
                    <a:lnTo>
                      <a:pt x="989" y="2222"/>
                    </a:lnTo>
                    <a:lnTo>
                      <a:pt x="1245" y="2222"/>
                    </a:lnTo>
                    <a:lnTo>
                      <a:pt x="1434" y="2200"/>
                    </a:lnTo>
                    <a:lnTo>
                      <a:pt x="1634" y="2144"/>
                    </a:lnTo>
                    <a:lnTo>
                      <a:pt x="1756" y="2100"/>
                    </a:lnTo>
                    <a:lnTo>
                      <a:pt x="1878" y="2033"/>
                    </a:lnTo>
                    <a:lnTo>
                      <a:pt x="1990" y="1967"/>
                    </a:lnTo>
                    <a:lnTo>
                      <a:pt x="2056" y="1900"/>
                    </a:lnTo>
                    <a:lnTo>
                      <a:pt x="2167" y="1789"/>
                    </a:lnTo>
                    <a:lnTo>
                      <a:pt x="2223" y="1633"/>
                    </a:lnTo>
                    <a:lnTo>
                      <a:pt x="2223" y="1489"/>
                    </a:lnTo>
                    <a:lnTo>
                      <a:pt x="2223" y="0"/>
                    </a:lnTo>
                    <a:lnTo>
                      <a:pt x="2190" y="156"/>
                    </a:lnTo>
                    <a:lnTo>
                      <a:pt x="2123" y="267"/>
                    </a:lnTo>
                    <a:lnTo>
                      <a:pt x="2034" y="378"/>
                    </a:lnTo>
                    <a:lnTo>
                      <a:pt x="1912" y="456"/>
                    </a:lnTo>
                    <a:lnTo>
                      <a:pt x="1790" y="534"/>
                    </a:lnTo>
                    <a:lnTo>
                      <a:pt x="1678" y="578"/>
                    </a:lnTo>
                    <a:lnTo>
                      <a:pt x="1567" y="611"/>
                    </a:lnTo>
                    <a:lnTo>
                      <a:pt x="1567" y="1267"/>
                    </a:lnTo>
                    <a:lnTo>
                      <a:pt x="1445" y="1300"/>
                    </a:lnTo>
                    <a:lnTo>
                      <a:pt x="1290" y="1322"/>
                    </a:lnTo>
                    <a:lnTo>
                      <a:pt x="1123" y="1333"/>
                    </a:lnTo>
                    <a:lnTo>
                      <a:pt x="878" y="1322"/>
                    </a:lnTo>
                    <a:lnTo>
                      <a:pt x="656" y="1267"/>
                    </a:lnTo>
                    <a:lnTo>
                      <a:pt x="456" y="1189"/>
                    </a:lnTo>
                    <a:lnTo>
                      <a:pt x="267" y="1078"/>
                    </a:lnTo>
                    <a:lnTo>
                      <a:pt x="156" y="978"/>
                    </a:lnTo>
                    <a:lnTo>
                      <a:pt x="78" y="845"/>
                    </a:lnTo>
                    <a:lnTo>
                      <a:pt x="34" y="733"/>
                    </a:lnTo>
                    <a:lnTo>
                      <a:pt x="0" y="65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C6600">
                      <a:gamma/>
                      <a:shade val="46275"/>
                      <a:invGamma/>
                    </a:srgbClr>
                  </a:gs>
                  <a:gs pos="50000">
                    <a:srgbClr val="CC6600"/>
                  </a:gs>
                  <a:gs pos="100000">
                    <a:srgbClr val="CC6600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" name="Freeform 63">
                <a:extLst>
                  <a:ext uri="{FF2B5EF4-FFF2-40B4-BE49-F238E27FC236}">
                    <a16:creationId xmlns:a16="http://schemas.microsoft.com/office/drawing/2014/main" id="{550FE644-5180-6EF8-548E-2B3D4657F0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7" y="2082"/>
                <a:ext cx="757" cy="767"/>
              </a:xfrm>
              <a:custGeom>
                <a:avLst/>
                <a:gdLst>
                  <a:gd name="T0" fmla="*/ 0 w 1522"/>
                  <a:gd name="T1" fmla="*/ 0 h 1544"/>
                  <a:gd name="T2" fmla="*/ 1522 w 1522"/>
                  <a:gd name="T3" fmla="*/ 866 h 1544"/>
                  <a:gd name="T4" fmla="*/ 1522 w 1522"/>
                  <a:gd name="T5" fmla="*/ 1544 h 1544"/>
                  <a:gd name="T6" fmla="*/ 0 w 1522"/>
                  <a:gd name="T7" fmla="*/ 655 h 1544"/>
                  <a:gd name="T8" fmla="*/ 0 w 1522"/>
                  <a:gd name="T9" fmla="*/ 0 h 15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22" h="1544">
                    <a:moveTo>
                      <a:pt x="0" y="0"/>
                    </a:moveTo>
                    <a:lnTo>
                      <a:pt x="1522" y="866"/>
                    </a:lnTo>
                    <a:lnTo>
                      <a:pt x="1522" y="1544"/>
                    </a:lnTo>
                    <a:lnTo>
                      <a:pt x="0" y="6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99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3" name="Freeform 64">
              <a:extLst>
                <a:ext uri="{FF2B5EF4-FFF2-40B4-BE49-F238E27FC236}">
                  <a16:creationId xmlns:a16="http://schemas.microsoft.com/office/drawing/2014/main" id="{501C57C2-A365-FB2F-00A4-984D2B157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" y="494"/>
              <a:ext cx="720" cy="807"/>
            </a:xfrm>
            <a:custGeom>
              <a:avLst/>
              <a:gdLst>
                <a:gd name="T0" fmla="*/ 0 w 1478"/>
                <a:gd name="T1" fmla="*/ 422 h 1622"/>
                <a:gd name="T2" fmla="*/ 0 w 1478"/>
                <a:gd name="T3" fmla="*/ 1078 h 1622"/>
                <a:gd name="T4" fmla="*/ 0 w 1478"/>
                <a:gd name="T5" fmla="*/ 1189 h 1622"/>
                <a:gd name="T6" fmla="*/ 45 w 1478"/>
                <a:gd name="T7" fmla="*/ 1333 h 1622"/>
                <a:gd name="T8" fmla="*/ 134 w 1478"/>
                <a:gd name="T9" fmla="*/ 1422 h 1622"/>
                <a:gd name="T10" fmla="*/ 267 w 1478"/>
                <a:gd name="T11" fmla="*/ 1511 h 1622"/>
                <a:gd name="T12" fmla="*/ 389 w 1478"/>
                <a:gd name="T13" fmla="*/ 1567 h 1622"/>
                <a:gd name="T14" fmla="*/ 556 w 1478"/>
                <a:gd name="T15" fmla="*/ 1600 h 1622"/>
                <a:gd name="T16" fmla="*/ 734 w 1478"/>
                <a:gd name="T17" fmla="*/ 1622 h 1622"/>
                <a:gd name="T18" fmla="*/ 878 w 1478"/>
                <a:gd name="T19" fmla="*/ 1600 h 1622"/>
                <a:gd name="T20" fmla="*/ 878 w 1478"/>
                <a:gd name="T21" fmla="*/ 945 h 1622"/>
                <a:gd name="T22" fmla="*/ 1000 w 1478"/>
                <a:gd name="T23" fmla="*/ 922 h 1622"/>
                <a:gd name="T24" fmla="*/ 1156 w 1478"/>
                <a:gd name="T25" fmla="*/ 878 h 1622"/>
                <a:gd name="T26" fmla="*/ 1245 w 1478"/>
                <a:gd name="T27" fmla="*/ 822 h 1622"/>
                <a:gd name="T28" fmla="*/ 1323 w 1478"/>
                <a:gd name="T29" fmla="*/ 778 h 1622"/>
                <a:gd name="T30" fmla="*/ 1412 w 1478"/>
                <a:gd name="T31" fmla="*/ 700 h 1622"/>
                <a:gd name="T32" fmla="*/ 1478 w 1478"/>
                <a:gd name="T33" fmla="*/ 567 h 1622"/>
                <a:gd name="T34" fmla="*/ 1478 w 1478"/>
                <a:gd name="T35" fmla="*/ 422 h 1622"/>
                <a:gd name="T36" fmla="*/ 1445 w 1478"/>
                <a:gd name="T37" fmla="*/ 333 h 1622"/>
                <a:gd name="T38" fmla="*/ 1378 w 1478"/>
                <a:gd name="T39" fmla="*/ 245 h 1622"/>
                <a:gd name="T40" fmla="*/ 1245 w 1478"/>
                <a:gd name="T41" fmla="*/ 145 h 1622"/>
                <a:gd name="T42" fmla="*/ 1078 w 1478"/>
                <a:gd name="T43" fmla="*/ 67 h 1622"/>
                <a:gd name="T44" fmla="*/ 900 w 1478"/>
                <a:gd name="T45" fmla="*/ 22 h 1622"/>
                <a:gd name="T46" fmla="*/ 689 w 1478"/>
                <a:gd name="T47" fmla="*/ 0 h 1622"/>
                <a:gd name="T48" fmla="*/ 500 w 1478"/>
                <a:gd name="T49" fmla="*/ 33 h 1622"/>
                <a:gd name="T50" fmla="*/ 367 w 1478"/>
                <a:gd name="T51" fmla="*/ 67 h 1622"/>
                <a:gd name="T52" fmla="*/ 245 w 1478"/>
                <a:gd name="T53" fmla="*/ 122 h 1622"/>
                <a:gd name="T54" fmla="*/ 134 w 1478"/>
                <a:gd name="T55" fmla="*/ 200 h 1622"/>
                <a:gd name="T56" fmla="*/ 56 w 1478"/>
                <a:gd name="T57" fmla="*/ 289 h 1622"/>
                <a:gd name="T58" fmla="*/ 0 w 1478"/>
                <a:gd name="T59" fmla="*/ 422 h 1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78" h="1622">
                  <a:moveTo>
                    <a:pt x="0" y="422"/>
                  </a:moveTo>
                  <a:lnTo>
                    <a:pt x="0" y="1078"/>
                  </a:lnTo>
                  <a:lnTo>
                    <a:pt x="0" y="1189"/>
                  </a:lnTo>
                  <a:lnTo>
                    <a:pt x="45" y="1333"/>
                  </a:lnTo>
                  <a:lnTo>
                    <a:pt x="134" y="1422"/>
                  </a:lnTo>
                  <a:lnTo>
                    <a:pt x="267" y="1511"/>
                  </a:lnTo>
                  <a:lnTo>
                    <a:pt x="389" y="1567"/>
                  </a:lnTo>
                  <a:lnTo>
                    <a:pt x="556" y="1600"/>
                  </a:lnTo>
                  <a:lnTo>
                    <a:pt x="734" y="1622"/>
                  </a:lnTo>
                  <a:lnTo>
                    <a:pt x="878" y="1600"/>
                  </a:lnTo>
                  <a:lnTo>
                    <a:pt x="878" y="945"/>
                  </a:lnTo>
                  <a:lnTo>
                    <a:pt x="1000" y="922"/>
                  </a:lnTo>
                  <a:lnTo>
                    <a:pt x="1156" y="878"/>
                  </a:lnTo>
                  <a:lnTo>
                    <a:pt x="1245" y="822"/>
                  </a:lnTo>
                  <a:lnTo>
                    <a:pt x="1323" y="778"/>
                  </a:lnTo>
                  <a:lnTo>
                    <a:pt x="1412" y="700"/>
                  </a:lnTo>
                  <a:lnTo>
                    <a:pt x="1478" y="567"/>
                  </a:lnTo>
                  <a:lnTo>
                    <a:pt x="1478" y="422"/>
                  </a:lnTo>
                  <a:lnTo>
                    <a:pt x="1445" y="333"/>
                  </a:lnTo>
                  <a:lnTo>
                    <a:pt x="1378" y="245"/>
                  </a:lnTo>
                  <a:lnTo>
                    <a:pt x="1245" y="145"/>
                  </a:lnTo>
                  <a:lnTo>
                    <a:pt x="1078" y="67"/>
                  </a:lnTo>
                  <a:lnTo>
                    <a:pt x="900" y="22"/>
                  </a:lnTo>
                  <a:lnTo>
                    <a:pt x="689" y="0"/>
                  </a:lnTo>
                  <a:lnTo>
                    <a:pt x="500" y="33"/>
                  </a:lnTo>
                  <a:lnTo>
                    <a:pt x="367" y="67"/>
                  </a:lnTo>
                  <a:lnTo>
                    <a:pt x="245" y="122"/>
                  </a:lnTo>
                  <a:lnTo>
                    <a:pt x="134" y="200"/>
                  </a:lnTo>
                  <a:lnTo>
                    <a:pt x="56" y="289"/>
                  </a:lnTo>
                  <a:lnTo>
                    <a:pt x="0" y="422"/>
                  </a:lnTo>
                  <a:close/>
                </a:path>
              </a:pathLst>
            </a:custGeom>
            <a:gradFill rotWithShape="0">
              <a:gsLst>
                <a:gs pos="0">
                  <a:srgbClr val="FFCC00"/>
                </a:gs>
                <a:gs pos="100000">
                  <a:srgbClr val="FFCC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8" name="Group 65">
            <a:extLst>
              <a:ext uri="{FF2B5EF4-FFF2-40B4-BE49-F238E27FC236}">
                <a16:creationId xmlns:a16="http://schemas.microsoft.com/office/drawing/2014/main" id="{93DE4F63-DBBD-E4B3-F5A1-5FDA3B5448E4}"/>
              </a:ext>
            </a:extLst>
          </p:cNvPr>
          <p:cNvGrpSpPr>
            <a:grpSpLocks/>
          </p:cNvGrpSpPr>
          <p:nvPr/>
        </p:nvGrpSpPr>
        <p:grpSpPr bwMode="auto">
          <a:xfrm>
            <a:off x="7717281" y="3806825"/>
            <a:ext cx="1766888" cy="2336800"/>
            <a:chOff x="1373" y="844"/>
            <a:chExt cx="1945" cy="2574"/>
          </a:xfrm>
        </p:grpSpPr>
        <p:sp>
          <p:nvSpPr>
            <p:cNvPr id="69" name="Freeform 66">
              <a:extLst>
                <a:ext uri="{FF2B5EF4-FFF2-40B4-BE49-F238E27FC236}">
                  <a16:creationId xmlns:a16="http://schemas.microsoft.com/office/drawing/2014/main" id="{BCC2BFF8-2F53-BF6D-9378-9C024A122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1473"/>
              <a:ext cx="1945" cy="1945"/>
            </a:xfrm>
            <a:custGeom>
              <a:avLst/>
              <a:gdLst>
                <a:gd name="T0" fmla="*/ 0 w 1945"/>
                <a:gd name="T1" fmla="*/ 536 h 1945"/>
                <a:gd name="T2" fmla="*/ 0 w 1945"/>
                <a:gd name="T3" fmla="*/ 1336 h 1945"/>
                <a:gd name="T4" fmla="*/ 27 w 1945"/>
                <a:gd name="T5" fmla="*/ 1454 h 1945"/>
                <a:gd name="T6" fmla="*/ 54 w 1945"/>
                <a:gd name="T7" fmla="*/ 1536 h 1945"/>
                <a:gd name="T8" fmla="*/ 118 w 1945"/>
                <a:gd name="T9" fmla="*/ 1609 h 1945"/>
                <a:gd name="T10" fmla="*/ 218 w 1945"/>
                <a:gd name="T11" fmla="*/ 1718 h 1945"/>
                <a:gd name="T12" fmla="*/ 345 w 1945"/>
                <a:gd name="T13" fmla="*/ 1791 h 1945"/>
                <a:gd name="T14" fmla="*/ 481 w 1945"/>
                <a:gd name="T15" fmla="*/ 1855 h 1945"/>
                <a:gd name="T16" fmla="*/ 690 w 1945"/>
                <a:gd name="T17" fmla="*/ 1918 h 1945"/>
                <a:gd name="T18" fmla="*/ 881 w 1945"/>
                <a:gd name="T19" fmla="*/ 1945 h 1945"/>
                <a:gd name="T20" fmla="*/ 1109 w 1945"/>
                <a:gd name="T21" fmla="*/ 1936 h 1945"/>
                <a:gd name="T22" fmla="*/ 1290 w 1945"/>
                <a:gd name="T23" fmla="*/ 1909 h 1945"/>
                <a:gd name="T24" fmla="*/ 1509 w 1945"/>
                <a:gd name="T25" fmla="*/ 1845 h 1945"/>
                <a:gd name="T26" fmla="*/ 1645 w 1945"/>
                <a:gd name="T27" fmla="*/ 1773 h 1945"/>
                <a:gd name="T28" fmla="*/ 1772 w 1945"/>
                <a:gd name="T29" fmla="*/ 1682 h 1945"/>
                <a:gd name="T30" fmla="*/ 1845 w 1945"/>
                <a:gd name="T31" fmla="*/ 1609 h 1945"/>
                <a:gd name="T32" fmla="*/ 1918 w 1945"/>
                <a:gd name="T33" fmla="*/ 1473 h 1945"/>
                <a:gd name="T34" fmla="*/ 1945 w 1945"/>
                <a:gd name="T35" fmla="*/ 1336 h 1945"/>
                <a:gd name="T36" fmla="*/ 1945 w 1945"/>
                <a:gd name="T37" fmla="*/ 0 h 1945"/>
                <a:gd name="T38" fmla="*/ 0 w 1945"/>
                <a:gd name="T39" fmla="*/ 536 h 19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45" h="1945">
                  <a:moveTo>
                    <a:pt x="0" y="536"/>
                  </a:moveTo>
                  <a:lnTo>
                    <a:pt x="0" y="1336"/>
                  </a:lnTo>
                  <a:lnTo>
                    <a:pt x="27" y="1454"/>
                  </a:lnTo>
                  <a:lnTo>
                    <a:pt x="54" y="1536"/>
                  </a:lnTo>
                  <a:lnTo>
                    <a:pt x="118" y="1609"/>
                  </a:lnTo>
                  <a:lnTo>
                    <a:pt x="218" y="1718"/>
                  </a:lnTo>
                  <a:lnTo>
                    <a:pt x="345" y="1791"/>
                  </a:lnTo>
                  <a:lnTo>
                    <a:pt x="481" y="1855"/>
                  </a:lnTo>
                  <a:lnTo>
                    <a:pt x="690" y="1918"/>
                  </a:lnTo>
                  <a:lnTo>
                    <a:pt x="881" y="1945"/>
                  </a:lnTo>
                  <a:lnTo>
                    <a:pt x="1109" y="1936"/>
                  </a:lnTo>
                  <a:lnTo>
                    <a:pt x="1290" y="1909"/>
                  </a:lnTo>
                  <a:lnTo>
                    <a:pt x="1509" y="1845"/>
                  </a:lnTo>
                  <a:lnTo>
                    <a:pt x="1645" y="1773"/>
                  </a:lnTo>
                  <a:lnTo>
                    <a:pt x="1772" y="1682"/>
                  </a:lnTo>
                  <a:lnTo>
                    <a:pt x="1845" y="1609"/>
                  </a:lnTo>
                  <a:lnTo>
                    <a:pt x="1918" y="1473"/>
                  </a:lnTo>
                  <a:lnTo>
                    <a:pt x="1945" y="1336"/>
                  </a:lnTo>
                  <a:lnTo>
                    <a:pt x="1945" y="0"/>
                  </a:lnTo>
                  <a:lnTo>
                    <a:pt x="0" y="536"/>
                  </a:lnTo>
                  <a:close/>
                </a:path>
              </a:pathLst>
            </a:custGeom>
            <a:gradFill rotWithShape="0">
              <a:gsLst>
                <a:gs pos="0">
                  <a:srgbClr val="FF0000">
                    <a:gamma/>
                    <a:shade val="46275"/>
                    <a:invGamma/>
                  </a:srgbClr>
                </a:gs>
                <a:gs pos="50000">
                  <a:srgbClr val="FF0000"/>
                </a:gs>
                <a:gs pos="100000">
                  <a:srgbClr val="FF00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Freeform 67">
              <a:extLst>
                <a:ext uri="{FF2B5EF4-FFF2-40B4-BE49-F238E27FC236}">
                  <a16:creationId xmlns:a16="http://schemas.microsoft.com/office/drawing/2014/main" id="{C6103BC8-E5B2-2EF9-5237-EC5E352DF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936"/>
              <a:ext cx="1373" cy="1582"/>
            </a:xfrm>
            <a:custGeom>
              <a:avLst/>
              <a:gdLst>
                <a:gd name="T0" fmla="*/ 500 w 1373"/>
                <a:gd name="T1" fmla="*/ 100 h 1582"/>
                <a:gd name="T2" fmla="*/ 500 w 1373"/>
                <a:gd name="T3" fmla="*/ 673 h 1582"/>
                <a:gd name="T4" fmla="*/ 128 w 1373"/>
                <a:gd name="T5" fmla="*/ 782 h 1582"/>
                <a:gd name="T6" fmla="*/ 0 w 1373"/>
                <a:gd name="T7" fmla="*/ 1155 h 1582"/>
                <a:gd name="T8" fmla="*/ 246 w 1373"/>
                <a:gd name="T9" fmla="*/ 1455 h 1582"/>
                <a:gd name="T10" fmla="*/ 709 w 1373"/>
                <a:gd name="T11" fmla="*/ 1582 h 1582"/>
                <a:gd name="T12" fmla="*/ 1155 w 1373"/>
                <a:gd name="T13" fmla="*/ 1519 h 1582"/>
                <a:gd name="T14" fmla="*/ 1373 w 1373"/>
                <a:gd name="T15" fmla="*/ 1210 h 1582"/>
                <a:gd name="T16" fmla="*/ 1364 w 1373"/>
                <a:gd name="T17" fmla="*/ 328 h 1582"/>
                <a:gd name="T18" fmla="*/ 1118 w 1373"/>
                <a:gd name="T19" fmla="*/ 100 h 1582"/>
                <a:gd name="T20" fmla="*/ 609 w 1373"/>
                <a:gd name="T21" fmla="*/ 0 h 1582"/>
                <a:gd name="T22" fmla="*/ 500 w 1373"/>
                <a:gd name="T23" fmla="*/ 100 h 1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73" h="1582">
                  <a:moveTo>
                    <a:pt x="500" y="100"/>
                  </a:moveTo>
                  <a:lnTo>
                    <a:pt x="500" y="673"/>
                  </a:lnTo>
                  <a:lnTo>
                    <a:pt x="128" y="782"/>
                  </a:lnTo>
                  <a:lnTo>
                    <a:pt x="0" y="1155"/>
                  </a:lnTo>
                  <a:lnTo>
                    <a:pt x="246" y="1455"/>
                  </a:lnTo>
                  <a:lnTo>
                    <a:pt x="709" y="1582"/>
                  </a:lnTo>
                  <a:lnTo>
                    <a:pt x="1155" y="1519"/>
                  </a:lnTo>
                  <a:lnTo>
                    <a:pt x="1373" y="1210"/>
                  </a:lnTo>
                  <a:lnTo>
                    <a:pt x="1364" y="328"/>
                  </a:lnTo>
                  <a:lnTo>
                    <a:pt x="1118" y="100"/>
                  </a:lnTo>
                  <a:lnTo>
                    <a:pt x="609" y="0"/>
                  </a:lnTo>
                  <a:lnTo>
                    <a:pt x="500" y="100"/>
                  </a:lnTo>
                  <a:close/>
                </a:path>
              </a:pathLst>
            </a:custGeom>
            <a:gradFill rotWithShape="0">
              <a:gsLst>
                <a:gs pos="0">
                  <a:srgbClr val="FFCC00"/>
                </a:gs>
                <a:gs pos="100000">
                  <a:srgbClr val="FFCC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Freeform 68">
              <a:extLst>
                <a:ext uri="{FF2B5EF4-FFF2-40B4-BE49-F238E27FC236}">
                  <a16:creationId xmlns:a16="http://schemas.microsoft.com/office/drawing/2014/main" id="{E40B4C92-D4AA-8066-8336-3DF06864E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8" y="1489"/>
              <a:ext cx="1867" cy="1175"/>
            </a:xfrm>
            <a:custGeom>
              <a:avLst/>
              <a:gdLst>
                <a:gd name="T0" fmla="*/ 522 w 1867"/>
                <a:gd name="T1" fmla="*/ 0 h 1175"/>
                <a:gd name="T2" fmla="*/ 378 w 1867"/>
                <a:gd name="T3" fmla="*/ 55 h 1175"/>
                <a:gd name="T4" fmla="*/ 289 w 1867"/>
                <a:gd name="T5" fmla="*/ 111 h 1175"/>
                <a:gd name="T6" fmla="*/ 178 w 1867"/>
                <a:gd name="T7" fmla="*/ 189 h 1175"/>
                <a:gd name="T8" fmla="*/ 78 w 1867"/>
                <a:gd name="T9" fmla="*/ 311 h 1175"/>
                <a:gd name="T10" fmla="*/ 22 w 1867"/>
                <a:gd name="T11" fmla="*/ 411 h 1175"/>
                <a:gd name="T12" fmla="*/ 0 w 1867"/>
                <a:gd name="T13" fmla="*/ 544 h 1175"/>
                <a:gd name="T14" fmla="*/ 33 w 1867"/>
                <a:gd name="T15" fmla="*/ 689 h 1175"/>
                <a:gd name="T16" fmla="*/ 131 w 1867"/>
                <a:gd name="T17" fmla="*/ 848 h 1175"/>
                <a:gd name="T18" fmla="*/ 256 w 1867"/>
                <a:gd name="T19" fmla="*/ 955 h 1175"/>
                <a:gd name="T20" fmla="*/ 400 w 1867"/>
                <a:gd name="T21" fmla="*/ 1044 h 1175"/>
                <a:gd name="T22" fmla="*/ 611 w 1867"/>
                <a:gd name="T23" fmla="*/ 1122 h 1175"/>
                <a:gd name="T24" fmla="*/ 776 w 1867"/>
                <a:gd name="T25" fmla="*/ 1157 h 1175"/>
                <a:gd name="T26" fmla="*/ 913 w 1867"/>
                <a:gd name="T27" fmla="*/ 1175 h 1175"/>
                <a:gd name="T28" fmla="*/ 1089 w 1867"/>
                <a:gd name="T29" fmla="*/ 1166 h 1175"/>
                <a:gd name="T30" fmla="*/ 1300 w 1867"/>
                <a:gd name="T31" fmla="*/ 1133 h 1175"/>
                <a:gd name="T32" fmla="*/ 1445 w 1867"/>
                <a:gd name="T33" fmla="*/ 1089 h 1175"/>
                <a:gd name="T34" fmla="*/ 1567 w 1867"/>
                <a:gd name="T35" fmla="*/ 1048 h 1175"/>
                <a:gd name="T36" fmla="*/ 1685 w 1867"/>
                <a:gd name="T37" fmla="*/ 966 h 1175"/>
                <a:gd name="T38" fmla="*/ 1800 w 1867"/>
                <a:gd name="T39" fmla="*/ 877 h 1175"/>
                <a:gd name="T40" fmla="*/ 1867 w 1867"/>
                <a:gd name="T41" fmla="*/ 777 h 1175"/>
                <a:gd name="T42" fmla="*/ 1599 w 1867"/>
                <a:gd name="T43" fmla="*/ 622 h 1175"/>
                <a:gd name="T44" fmla="*/ 1556 w 1867"/>
                <a:gd name="T45" fmla="*/ 700 h 1175"/>
                <a:gd name="T46" fmla="*/ 1500 w 1867"/>
                <a:gd name="T47" fmla="*/ 777 h 1175"/>
                <a:gd name="T48" fmla="*/ 1400 w 1867"/>
                <a:gd name="T49" fmla="*/ 855 h 1175"/>
                <a:gd name="T50" fmla="*/ 1289 w 1867"/>
                <a:gd name="T51" fmla="*/ 889 h 1175"/>
                <a:gd name="T52" fmla="*/ 1189 w 1867"/>
                <a:gd name="T53" fmla="*/ 933 h 1175"/>
                <a:gd name="T54" fmla="*/ 1022 w 1867"/>
                <a:gd name="T55" fmla="*/ 955 h 1175"/>
                <a:gd name="T56" fmla="*/ 878 w 1867"/>
                <a:gd name="T57" fmla="*/ 944 h 1175"/>
                <a:gd name="T58" fmla="*/ 700 w 1867"/>
                <a:gd name="T59" fmla="*/ 911 h 1175"/>
                <a:gd name="T60" fmla="*/ 567 w 1867"/>
                <a:gd name="T61" fmla="*/ 844 h 1175"/>
                <a:gd name="T62" fmla="*/ 433 w 1867"/>
                <a:gd name="T63" fmla="*/ 755 h 1175"/>
                <a:gd name="T64" fmla="*/ 356 w 1867"/>
                <a:gd name="T65" fmla="*/ 666 h 1175"/>
                <a:gd name="T66" fmla="*/ 344 w 1867"/>
                <a:gd name="T67" fmla="*/ 544 h 1175"/>
                <a:gd name="T68" fmla="*/ 378 w 1867"/>
                <a:gd name="T69" fmla="*/ 433 h 1175"/>
                <a:gd name="T70" fmla="*/ 433 w 1867"/>
                <a:gd name="T71" fmla="*/ 333 h 1175"/>
                <a:gd name="T72" fmla="*/ 522 w 1867"/>
                <a:gd name="T73" fmla="*/ 255 h 1175"/>
                <a:gd name="T74" fmla="*/ 656 w 1867"/>
                <a:gd name="T75" fmla="*/ 189 h 1175"/>
                <a:gd name="T76" fmla="*/ 794 w 1867"/>
                <a:gd name="T77" fmla="*/ 157 h 1175"/>
                <a:gd name="T78" fmla="*/ 522 w 1867"/>
                <a:gd name="T79" fmla="*/ 0 h 1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867" h="1175">
                  <a:moveTo>
                    <a:pt x="522" y="0"/>
                  </a:moveTo>
                  <a:lnTo>
                    <a:pt x="378" y="55"/>
                  </a:lnTo>
                  <a:lnTo>
                    <a:pt x="289" y="111"/>
                  </a:lnTo>
                  <a:lnTo>
                    <a:pt x="178" y="189"/>
                  </a:lnTo>
                  <a:lnTo>
                    <a:pt x="78" y="311"/>
                  </a:lnTo>
                  <a:lnTo>
                    <a:pt x="22" y="411"/>
                  </a:lnTo>
                  <a:lnTo>
                    <a:pt x="0" y="544"/>
                  </a:lnTo>
                  <a:lnTo>
                    <a:pt x="33" y="689"/>
                  </a:lnTo>
                  <a:lnTo>
                    <a:pt x="131" y="848"/>
                  </a:lnTo>
                  <a:lnTo>
                    <a:pt x="256" y="955"/>
                  </a:lnTo>
                  <a:lnTo>
                    <a:pt x="400" y="1044"/>
                  </a:lnTo>
                  <a:lnTo>
                    <a:pt x="611" y="1122"/>
                  </a:lnTo>
                  <a:lnTo>
                    <a:pt x="776" y="1157"/>
                  </a:lnTo>
                  <a:lnTo>
                    <a:pt x="913" y="1175"/>
                  </a:lnTo>
                  <a:lnTo>
                    <a:pt x="1089" y="1166"/>
                  </a:lnTo>
                  <a:lnTo>
                    <a:pt x="1300" y="1133"/>
                  </a:lnTo>
                  <a:lnTo>
                    <a:pt x="1445" y="1089"/>
                  </a:lnTo>
                  <a:lnTo>
                    <a:pt x="1567" y="1048"/>
                  </a:lnTo>
                  <a:lnTo>
                    <a:pt x="1685" y="966"/>
                  </a:lnTo>
                  <a:lnTo>
                    <a:pt x="1800" y="877"/>
                  </a:lnTo>
                  <a:lnTo>
                    <a:pt x="1867" y="777"/>
                  </a:lnTo>
                  <a:lnTo>
                    <a:pt x="1599" y="622"/>
                  </a:lnTo>
                  <a:lnTo>
                    <a:pt x="1556" y="700"/>
                  </a:lnTo>
                  <a:lnTo>
                    <a:pt x="1500" y="777"/>
                  </a:lnTo>
                  <a:lnTo>
                    <a:pt x="1400" y="855"/>
                  </a:lnTo>
                  <a:lnTo>
                    <a:pt x="1289" y="889"/>
                  </a:lnTo>
                  <a:lnTo>
                    <a:pt x="1189" y="933"/>
                  </a:lnTo>
                  <a:lnTo>
                    <a:pt x="1022" y="955"/>
                  </a:lnTo>
                  <a:lnTo>
                    <a:pt x="878" y="944"/>
                  </a:lnTo>
                  <a:lnTo>
                    <a:pt x="700" y="911"/>
                  </a:lnTo>
                  <a:lnTo>
                    <a:pt x="567" y="844"/>
                  </a:lnTo>
                  <a:lnTo>
                    <a:pt x="433" y="755"/>
                  </a:lnTo>
                  <a:lnTo>
                    <a:pt x="356" y="666"/>
                  </a:lnTo>
                  <a:lnTo>
                    <a:pt x="344" y="544"/>
                  </a:lnTo>
                  <a:lnTo>
                    <a:pt x="378" y="433"/>
                  </a:lnTo>
                  <a:lnTo>
                    <a:pt x="433" y="333"/>
                  </a:lnTo>
                  <a:lnTo>
                    <a:pt x="522" y="255"/>
                  </a:lnTo>
                  <a:lnTo>
                    <a:pt x="656" y="189"/>
                  </a:lnTo>
                  <a:lnTo>
                    <a:pt x="794" y="157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Freeform 69">
              <a:extLst>
                <a:ext uri="{FF2B5EF4-FFF2-40B4-BE49-F238E27FC236}">
                  <a16:creationId xmlns:a16="http://schemas.microsoft.com/office/drawing/2014/main" id="{38F45256-9164-3610-9C01-3F694C8B2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" y="844"/>
              <a:ext cx="1427" cy="856"/>
            </a:xfrm>
            <a:custGeom>
              <a:avLst/>
              <a:gdLst>
                <a:gd name="T0" fmla="*/ 0 w 1427"/>
                <a:gd name="T1" fmla="*/ 65 h 856"/>
                <a:gd name="T2" fmla="*/ 198 w 1427"/>
                <a:gd name="T3" fmla="*/ 11 h 856"/>
                <a:gd name="T4" fmla="*/ 343 w 1427"/>
                <a:gd name="T5" fmla="*/ 0 h 856"/>
                <a:gd name="T6" fmla="*/ 532 w 1427"/>
                <a:gd name="T7" fmla="*/ 0 h 856"/>
                <a:gd name="T8" fmla="*/ 698 w 1427"/>
                <a:gd name="T9" fmla="*/ 23 h 856"/>
                <a:gd name="T10" fmla="*/ 832 w 1427"/>
                <a:gd name="T11" fmla="*/ 56 h 856"/>
                <a:gd name="T12" fmla="*/ 991 w 1427"/>
                <a:gd name="T13" fmla="*/ 102 h 856"/>
                <a:gd name="T14" fmla="*/ 1163 w 1427"/>
                <a:gd name="T15" fmla="*/ 192 h 856"/>
                <a:gd name="T16" fmla="*/ 1281 w 1427"/>
                <a:gd name="T17" fmla="*/ 302 h 856"/>
                <a:gd name="T18" fmla="*/ 1381 w 1427"/>
                <a:gd name="T19" fmla="*/ 429 h 856"/>
                <a:gd name="T20" fmla="*/ 1418 w 1427"/>
                <a:gd name="T21" fmla="*/ 538 h 856"/>
                <a:gd name="T22" fmla="*/ 1427 w 1427"/>
                <a:gd name="T23" fmla="*/ 647 h 856"/>
                <a:gd name="T24" fmla="*/ 1418 w 1427"/>
                <a:gd name="T25" fmla="*/ 756 h 856"/>
                <a:gd name="T26" fmla="*/ 1343 w 1427"/>
                <a:gd name="T27" fmla="*/ 856 h 856"/>
                <a:gd name="T28" fmla="*/ 1091 w 1427"/>
                <a:gd name="T29" fmla="*/ 711 h 856"/>
                <a:gd name="T30" fmla="*/ 1098 w 1427"/>
                <a:gd name="T31" fmla="*/ 589 h 856"/>
                <a:gd name="T32" fmla="*/ 1043 w 1427"/>
                <a:gd name="T33" fmla="*/ 445 h 856"/>
                <a:gd name="T34" fmla="*/ 972 w 1427"/>
                <a:gd name="T35" fmla="*/ 383 h 856"/>
                <a:gd name="T36" fmla="*/ 876 w 1427"/>
                <a:gd name="T37" fmla="*/ 311 h 856"/>
                <a:gd name="T38" fmla="*/ 754 w 1427"/>
                <a:gd name="T39" fmla="*/ 267 h 856"/>
                <a:gd name="T40" fmla="*/ 645 w 1427"/>
                <a:gd name="T41" fmla="*/ 238 h 856"/>
                <a:gd name="T42" fmla="*/ 543 w 1427"/>
                <a:gd name="T43" fmla="*/ 223 h 856"/>
                <a:gd name="T44" fmla="*/ 418 w 1427"/>
                <a:gd name="T45" fmla="*/ 211 h 856"/>
                <a:gd name="T46" fmla="*/ 272 w 1427"/>
                <a:gd name="T47" fmla="*/ 238 h 856"/>
                <a:gd name="T48" fmla="*/ 0 w 1427"/>
                <a:gd name="T49" fmla="*/ 65 h 8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27" h="856">
                  <a:moveTo>
                    <a:pt x="0" y="65"/>
                  </a:moveTo>
                  <a:lnTo>
                    <a:pt x="198" y="11"/>
                  </a:lnTo>
                  <a:lnTo>
                    <a:pt x="343" y="0"/>
                  </a:lnTo>
                  <a:lnTo>
                    <a:pt x="532" y="0"/>
                  </a:lnTo>
                  <a:lnTo>
                    <a:pt x="698" y="23"/>
                  </a:lnTo>
                  <a:lnTo>
                    <a:pt x="832" y="56"/>
                  </a:lnTo>
                  <a:lnTo>
                    <a:pt x="991" y="102"/>
                  </a:lnTo>
                  <a:lnTo>
                    <a:pt x="1163" y="192"/>
                  </a:lnTo>
                  <a:lnTo>
                    <a:pt x="1281" y="302"/>
                  </a:lnTo>
                  <a:lnTo>
                    <a:pt x="1381" y="429"/>
                  </a:lnTo>
                  <a:lnTo>
                    <a:pt x="1418" y="538"/>
                  </a:lnTo>
                  <a:lnTo>
                    <a:pt x="1427" y="647"/>
                  </a:lnTo>
                  <a:lnTo>
                    <a:pt x="1418" y="756"/>
                  </a:lnTo>
                  <a:lnTo>
                    <a:pt x="1343" y="856"/>
                  </a:lnTo>
                  <a:lnTo>
                    <a:pt x="1091" y="711"/>
                  </a:lnTo>
                  <a:lnTo>
                    <a:pt x="1098" y="589"/>
                  </a:lnTo>
                  <a:lnTo>
                    <a:pt x="1043" y="445"/>
                  </a:lnTo>
                  <a:lnTo>
                    <a:pt x="972" y="383"/>
                  </a:lnTo>
                  <a:lnTo>
                    <a:pt x="876" y="311"/>
                  </a:lnTo>
                  <a:lnTo>
                    <a:pt x="754" y="267"/>
                  </a:lnTo>
                  <a:lnTo>
                    <a:pt x="645" y="238"/>
                  </a:lnTo>
                  <a:lnTo>
                    <a:pt x="543" y="223"/>
                  </a:lnTo>
                  <a:lnTo>
                    <a:pt x="418" y="211"/>
                  </a:lnTo>
                  <a:lnTo>
                    <a:pt x="272" y="238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Freeform 70">
              <a:extLst>
                <a:ext uri="{FF2B5EF4-FFF2-40B4-BE49-F238E27FC236}">
                  <a16:creationId xmlns:a16="http://schemas.microsoft.com/office/drawing/2014/main" id="{282E5949-2672-6EE3-4150-5765885A7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" y="900"/>
              <a:ext cx="281" cy="755"/>
            </a:xfrm>
            <a:custGeom>
              <a:avLst/>
              <a:gdLst>
                <a:gd name="T0" fmla="*/ 0 w 281"/>
                <a:gd name="T1" fmla="*/ 0 h 755"/>
                <a:gd name="T2" fmla="*/ 281 w 281"/>
                <a:gd name="T3" fmla="*/ 162 h 755"/>
                <a:gd name="T4" fmla="*/ 281 w 281"/>
                <a:gd name="T5" fmla="*/ 755 h 755"/>
                <a:gd name="T6" fmla="*/ 0 w 281"/>
                <a:gd name="T7" fmla="*/ 593 h 755"/>
                <a:gd name="T8" fmla="*/ 0 w 281"/>
                <a:gd name="T9" fmla="*/ 0 h 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1" h="755">
                  <a:moveTo>
                    <a:pt x="0" y="0"/>
                  </a:moveTo>
                  <a:lnTo>
                    <a:pt x="281" y="162"/>
                  </a:lnTo>
                  <a:lnTo>
                    <a:pt x="281" y="755"/>
                  </a:lnTo>
                  <a:lnTo>
                    <a:pt x="0" y="5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Freeform 71">
              <a:extLst>
                <a:ext uri="{FF2B5EF4-FFF2-40B4-BE49-F238E27FC236}">
                  <a16:creationId xmlns:a16="http://schemas.microsoft.com/office/drawing/2014/main" id="{448BC389-33D8-CDB3-234D-1508E6984F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" y="1536"/>
              <a:ext cx="273" cy="737"/>
            </a:xfrm>
            <a:custGeom>
              <a:avLst/>
              <a:gdLst>
                <a:gd name="T0" fmla="*/ 0 w 273"/>
                <a:gd name="T1" fmla="*/ 0 h 737"/>
                <a:gd name="T2" fmla="*/ 273 w 273"/>
                <a:gd name="T3" fmla="*/ 137 h 737"/>
                <a:gd name="T4" fmla="*/ 273 w 273"/>
                <a:gd name="T5" fmla="*/ 737 h 737"/>
                <a:gd name="T6" fmla="*/ 0 w 273"/>
                <a:gd name="T7" fmla="*/ 582 h 737"/>
                <a:gd name="T8" fmla="*/ 0 w 273"/>
                <a:gd name="T9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3" h="737">
                  <a:moveTo>
                    <a:pt x="0" y="0"/>
                  </a:moveTo>
                  <a:lnTo>
                    <a:pt x="273" y="137"/>
                  </a:lnTo>
                  <a:lnTo>
                    <a:pt x="273" y="737"/>
                  </a:lnTo>
                  <a:lnTo>
                    <a:pt x="0" y="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5" name="Text Box 72">
            <a:extLst>
              <a:ext uri="{FF2B5EF4-FFF2-40B4-BE49-F238E27FC236}">
                <a16:creationId xmlns:a16="http://schemas.microsoft.com/office/drawing/2014/main" id="{57D9E4B9-6EBB-A26C-EB79-ADBFC2FA0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0280" y="3021794"/>
            <a:ext cx="2492990" cy="646331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3600">
                <a:solidFill>
                  <a:srgbClr val="C00000"/>
                </a:solidFill>
              </a:rPr>
              <a:t>分析、比较</a:t>
            </a:r>
          </a:p>
        </p:txBody>
      </p:sp>
      <p:sp>
        <p:nvSpPr>
          <p:cNvPr id="76" name="AutoShape 73">
            <a:extLst>
              <a:ext uri="{FF2B5EF4-FFF2-40B4-BE49-F238E27FC236}">
                <a16:creationId xmlns:a16="http://schemas.microsoft.com/office/drawing/2014/main" id="{FA3799E5-529D-C52F-CB69-4D0825A51972}"/>
              </a:ext>
            </a:extLst>
          </p:cNvPr>
          <p:cNvSpPr>
            <a:spLocks noChangeArrowheads="1"/>
          </p:cNvSpPr>
          <p:nvPr/>
        </p:nvSpPr>
        <p:spPr bwMode="auto">
          <a:xfrm rot="2527906">
            <a:off x="6088242" y="1751109"/>
            <a:ext cx="565150" cy="109538"/>
          </a:xfrm>
          <a:prstGeom prst="leftArrow">
            <a:avLst>
              <a:gd name="adj1" fmla="val 50000"/>
              <a:gd name="adj2" fmla="val 128985"/>
            </a:avLst>
          </a:prstGeom>
          <a:solidFill>
            <a:srgbClr val="FF3300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" name="AutoShape 74">
            <a:extLst>
              <a:ext uri="{FF2B5EF4-FFF2-40B4-BE49-F238E27FC236}">
                <a16:creationId xmlns:a16="http://schemas.microsoft.com/office/drawing/2014/main" id="{3E230587-302F-B40C-5492-96B00E49F7D0}"/>
              </a:ext>
            </a:extLst>
          </p:cNvPr>
          <p:cNvSpPr>
            <a:spLocks noChangeArrowheads="1"/>
          </p:cNvSpPr>
          <p:nvPr/>
        </p:nvSpPr>
        <p:spPr bwMode="auto">
          <a:xfrm rot="2527906">
            <a:off x="6150155" y="4658917"/>
            <a:ext cx="565150" cy="109538"/>
          </a:xfrm>
          <a:prstGeom prst="leftArrow">
            <a:avLst>
              <a:gd name="adj1" fmla="val 50000"/>
              <a:gd name="adj2" fmla="val 128985"/>
            </a:avLst>
          </a:prstGeom>
          <a:solidFill>
            <a:srgbClr val="FF3300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01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标题 95">
            <a:extLst>
              <a:ext uri="{FF2B5EF4-FFF2-40B4-BE49-F238E27FC236}">
                <a16:creationId xmlns:a16="http://schemas.microsoft.com/office/drawing/2014/main" id="{79AA234B-3CA0-75CB-3834-069DFDCC5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4.2.2 </a:t>
            </a:r>
            <a:r>
              <a:rPr lang="zh-CN" altLang="en-US"/>
              <a:t>平面与圆柱相交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EC1E1E-378A-F76F-37DE-C44522D4F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A7EC9-F1D6-4FDC-90E0-4C9AE5F3C94E}" type="datetime1">
              <a:rPr lang="zh-CN" altLang="en-US" smtClean="0"/>
              <a:t>2025/11/6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67AB5-875F-AB23-99D7-EB0E94614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13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B2533-B140-20BA-DE74-F673E6184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36</a:t>
            </a:fld>
            <a:endParaRPr lang="en-US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886642B7-D91C-7904-1CF2-D415A1EEF3EB}"/>
              </a:ext>
            </a:extLst>
          </p:cNvPr>
          <p:cNvGrpSpPr>
            <a:grpSpLocks/>
          </p:cNvGrpSpPr>
          <p:nvPr/>
        </p:nvGrpSpPr>
        <p:grpSpPr bwMode="auto">
          <a:xfrm>
            <a:off x="3469328" y="3743382"/>
            <a:ext cx="3108585" cy="2497368"/>
            <a:chOff x="816" y="423"/>
            <a:chExt cx="4224" cy="3168"/>
          </a:xfrm>
        </p:grpSpPr>
        <p:grpSp>
          <p:nvGrpSpPr>
            <p:cNvPr id="6" name="Group 3">
              <a:extLst>
                <a:ext uri="{FF2B5EF4-FFF2-40B4-BE49-F238E27FC236}">
                  <a16:creationId xmlns:a16="http://schemas.microsoft.com/office/drawing/2014/main" id="{425901FA-BC9B-A739-6378-572DB64767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2247"/>
              <a:ext cx="0" cy="1296"/>
              <a:chOff x="1872" y="2640"/>
              <a:chExt cx="0" cy="1296"/>
            </a:xfrm>
          </p:grpSpPr>
          <p:sp>
            <p:nvSpPr>
              <p:cNvPr id="40" name="Line 4">
                <a:extLst>
                  <a:ext uri="{FF2B5EF4-FFF2-40B4-BE49-F238E27FC236}">
                    <a16:creationId xmlns:a16="http://schemas.microsoft.com/office/drawing/2014/main" id="{67D6261B-0045-480A-941F-79062C064E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640"/>
                <a:ext cx="0" cy="377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1" name="Line 5">
                <a:extLst>
                  <a:ext uri="{FF2B5EF4-FFF2-40B4-BE49-F238E27FC236}">
                    <a16:creationId xmlns:a16="http://schemas.microsoft.com/office/drawing/2014/main" id="{2BA97AFA-76DB-B578-67F3-59D418653B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3607"/>
                <a:ext cx="0" cy="329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95E745D-6093-F154-848A-BA73BFD69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" y="1242"/>
              <a:ext cx="2019" cy="1"/>
            </a:xfrm>
            <a:custGeom>
              <a:avLst/>
              <a:gdLst>
                <a:gd name="T0" fmla="*/ 0 w 2019"/>
                <a:gd name="T1" fmla="*/ 0 h 1"/>
                <a:gd name="T2" fmla="*/ 2019 w 2019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19" h="1">
                  <a:moveTo>
                    <a:pt x="0" y="0"/>
                  </a:moveTo>
                  <a:lnTo>
                    <a:pt x="2019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53276DE-0EFB-8BDC-C315-00F36EB35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807"/>
              <a:ext cx="960" cy="864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0C47EDD-23AC-36F2-B6D4-3FB874A1C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567"/>
              <a:ext cx="1440" cy="1344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AB46AF18-7DF1-44A8-5D23-20CDA18C2C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239"/>
              <a:ext cx="168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81552D3D-3B6A-F296-F34E-60F3A14C1B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423"/>
              <a:ext cx="0" cy="15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6641666F-74D2-E04E-AD07-7363CDDCDC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5" y="567"/>
              <a:ext cx="18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5C45DC1-01FE-1E72-121C-17B3B23FF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" y="1911"/>
              <a:ext cx="1844" cy="2"/>
            </a:xfrm>
            <a:custGeom>
              <a:avLst/>
              <a:gdLst>
                <a:gd name="T0" fmla="*/ 0 w 1844"/>
                <a:gd name="T1" fmla="*/ 0 h 2"/>
                <a:gd name="T2" fmla="*/ 1844 w 1844"/>
                <a:gd name="T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44" h="2">
                  <a:moveTo>
                    <a:pt x="0" y="0"/>
                  </a:moveTo>
                  <a:lnTo>
                    <a:pt x="1844" y="2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1DA9A715-DA01-3F4B-3CD7-CCBE80DBD9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567"/>
              <a:ext cx="0" cy="134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65A4B6EB-8DDD-C358-5C4B-73C422DFC2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05" y="903"/>
              <a:ext cx="97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12B7841-4782-DFDE-9050-D38BCA2C2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" y="1576"/>
              <a:ext cx="978" cy="2"/>
            </a:xfrm>
            <a:custGeom>
              <a:avLst/>
              <a:gdLst>
                <a:gd name="T0" fmla="*/ 978 w 978"/>
                <a:gd name="T1" fmla="*/ 2 h 2"/>
                <a:gd name="T2" fmla="*/ 0 w 978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8" h="2">
                  <a:moveTo>
                    <a:pt x="978" y="2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86BC6509-E87F-B842-05C2-F3D907B7DA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903"/>
              <a:ext cx="0" cy="67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D165F0AA-B929-D50F-ECED-D53803041F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75"/>
              <a:ext cx="0" cy="33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7DC53C1E-3C75-8BC2-5704-08DBE81AAD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2" y="567"/>
              <a:ext cx="0" cy="33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04DC0E8-EA96-F4EA-A44B-9A2AE35FB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1" y="908"/>
              <a:ext cx="296" cy="1"/>
            </a:xfrm>
            <a:custGeom>
              <a:avLst/>
              <a:gdLst>
                <a:gd name="T0" fmla="*/ 0 w 296"/>
                <a:gd name="T1" fmla="*/ 0 h 1"/>
                <a:gd name="T2" fmla="*/ 296 w 29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96" h="1">
                  <a:moveTo>
                    <a:pt x="0" y="0"/>
                  </a:moveTo>
                  <a:lnTo>
                    <a:pt x="296" y="0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28C1012-F48E-3609-3882-5F05C5597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1574"/>
              <a:ext cx="315" cy="1"/>
            </a:xfrm>
            <a:custGeom>
              <a:avLst/>
              <a:gdLst>
                <a:gd name="T0" fmla="*/ 0 w 315"/>
                <a:gd name="T1" fmla="*/ 0 h 1"/>
                <a:gd name="T2" fmla="*/ 315 w 315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15" h="1">
                  <a:moveTo>
                    <a:pt x="0" y="0"/>
                  </a:moveTo>
                  <a:lnTo>
                    <a:pt x="315" y="1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7E353FA-CA2B-EB09-6A30-4EEE44C54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900"/>
              <a:ext cx="318" cy="3"/>
            </a:xfrm>
            <a:custGeom>
              <a:avLst/>
              <a:gdLst>
                <a:gd name="T0" fmla="*/ 0 w 318"/>
                <a:gd name="T1" fmla="*/ 0 h 3"/>
                <a:gd name="T2" fmla="*/ 318 w 318"/>
                <a:gd name="T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18" h="3">
                  <a:moveTo>
                    <a:pt x="0" y="0"/>
                  </a:moveTo>
                  <a:lnTo>
                    <a:pt x="318" y="3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79DCA18D-1009-062E-DF99-06FB6705A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1574"/>
              <a:ext cx="333" cy="1"/>
            </a:xfrm>
            <a:custGeom>
              <a:avLst/>
              <a:gdLst>
                <a:gd name="T0" fmla="*/ 0 w 333"/>
                <a:gd name="T1" fmla="*/ 1 h 1"/>
                <a:gd name="T2" fmla="*/ 333 w 333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33" h="1">
                  <a:moveTo>
                    <a:pt x="0" y="1"/>
                  </a:moveTo>
                  <a:lnTo>
                    <a:pt x="333" y="0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A8F8E986-40AD-3ADF-906B-3A16326D84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807"/>
              <a:ext cx="182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CEC66EBC-4180-E3DE-8D9E-C5BC52878E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1671"/>
              <a:ext cx="182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D402A7C5-F428-AFED-A58F-226C20E07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" y="3541"/>
              <a:ext cx="988" cy="1"/>
            </a:xfrm>
            <a:custGeom>
              <a:avLst/>
              <a:gdLst>
                <a:gd name="T0" fmla="*/ 988 w 988"/>
                <a:gd name="T1" fmla="*/ 0 h 1"/>
                <a:gd name="T2" fmla="*/ 0 w 988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88" h="1">
                  <a:moveTo>
                    <a:pt x="988" y="0"/>
                  </a:moveTo>
                  <a:lnTo>
                    <a:pt x="0" y="1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00C47D87-DB79-16F5-28C0-B9571576F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" y="2296"/>
              <a:ext cx="980" cy="2"/>
            </a:xfrm>
            <a:custGeom>
              <a:avLst/>
              <a:gdLst>
                <a:gd name="T0" fmla="*/ 980 w 980"/>
                <a:gd name="T1" fmla="*/ 0 h 2"/>
                <a:gd name="T2" fmla="*/ 0 w 980"/>
                <a:gd name="T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80" h="2">
                  <a:moveTo>
                    <a:pt x="980" y="0"/>
                  </a:moveTo>
                  <a:lnTo>
                    <a:pt x="0" y="2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7F7D5C7A-82C1-F2FA-F520-B44FD66EC4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2624"/>
              <a:ext cx="963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011A15B8-FD67-A4C2-AD66-B8458F6B16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3207"/>
              <a:ext cx="963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095EB46C-A72D-58D7-1652-D379F29398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295"/>
              <a:ext cx="0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B7534C1F-81EB-1E61-28D8-53E7F63E94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" y="2247"/>
              <a:ext cx="87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8A41BEBF-46C7-73E6-CFA2-4D7ADFDD51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247"/>
              <a:ext cx="0" cy="134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FE11763E-E8C7-38DC-1FB0-3459F44A41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8" y="3591"/>
              <a:ext cx="88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23CCBD6-F88C-FB97-DA9F-458018CFF6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2247"/>
              <a:ext cx="3" cy="1344"/>
              <a:chOff x="1872" y="2640"/>
              <a:chExt cx="3" cy="1344"/>
            </a:xfrm>
          </p:grpSpPr>
          <p:sp>
            <p:nvSpPr>
              <p:cNvPr id="38" name="Line 34">
                <a:extLst>
                  <a:ext uri="{FF2B5EF4-FFF2-40B4-BE49-F238E27FC236}">
                    <a16:creationId xmlns:a16="http://schemas.microsoft.com/office/drawing/2014/main" id="{66C05FE3-B7CC-87FB-CAF3-923F819020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5" y="3936"/>
                <a:ext cx="0" cy="48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" name="Line 35">
                <a:extLst>
                  <a:ext uri="{FF2B5EF4-FFF2-40B4-BE49-F238E27FC236}">
                    <a16:creationId xmlns:a16="http://schemas.microsoft.com/office/drawing/2014/main" id="{8F9989F5-BD8E-82F3-8845-BEA3096F24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640"/>
                <a:ext cx="0" cy="48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35" name="Line 36">
              <a:extLst>
                <a:ext uri="{FF2B5EF4-FFF2-40B4-BE49-F238E27FC236}">
                  <a16:creationId xmlns:a16="http://schemas.microsoft.com/office/drawing/2014/main" id="{3CA6A860-BF78-A8B4-3A0D-B4C7B57FDD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919"/>
              <a:ext cx="201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" name="Line 37">
              <a:extLst>
                <a:ext uri="{FF2B5EF4-FFF2-40B4-BE49-F238E27FC236}">
                  <a16:creationId xmlns:a16="http://schemas.microsoft.com/office/drawing/2014/main" id="{36F1A9F7-E65E-7D9D-6E99-0AF009540C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5" y="2496"/>
              <a:ext cx="86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7" name="Line 38">
              <a:extLst>
                <a:ext uri="{FF2B5EF4-FFF2-40B4-BE49-F238E27FC236}">
                  <a16:creationId xmlns:a16="http://schemas.microsoft.com/office/drawing/2014/main" id="{1F288056-346B-6F58-7E30-43A17BE1E9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3312"/>
              <a:ext cx="86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42" name="Group 39">
            <a:extLst>
              <a:ext uri="{FF2B5EF4-FFF2-40B4-BE49-F238E27FC236}">
                <a16:creationId xmlns:a16="http://schemas.microsoft.com/office/drawing/2014/main" id="{5BED61DE-9693-1E2E-7FFC-E07DDA518517}"/>
              </a:ext>
            </a:extLst>
          </p:cNvPr>
          <p:cNvGrpSpPr>
            <a:grpSpLocks/>
          </p:cNvGrpSpPr>
          <p:nvPr/>
        </p:nvGrpSpPr>
        <p:grpSpPr bwMode="auto">
          <a:xfrm>
            <a:off x="7223385" y="3971501"/>
            <a:ext cx="2382838" cy="2111375"/>
            <a:chOff x="3336" y="2227"/>
            <a:chExt cx="1927" cy="1708"/>
          </a:xfrm>
        </p:grpSpPr>
        <p:sp>
          <p:nvSpPr>
            <p:cNvPr id="43" name="Freeform 40">
              <a:extLst>
                <a:ext uri="{FF2B5EF4-FFF2-40B4-BE49-F238E27FC236}">
                  <a16:creationId xmlns:a16="http://schemas.microsoft.com/office/drawing/2014/main" id="{9249DA7C-D8B6-8C2E-DAAE-882A6851C7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5" y="2227"/>
              <a:ext cx="1848" cy="1669"/>
            </a:xfrm>
            <a:custGeom>
              <a:avLst/>
              <a:gdLst>
                <a:gd name="T0" fmla="*/ 0 w 1848"/>
                <a:gd name="T1" fmla="*/ 647 h 1669"/>
                <a:gd name="T2" fmla="*/ 1085 w 1848"/>
                <a:gd name="T3" fmla="*/ 28 h 1669"/>
                <a:gd name="T4" fmla="*/ 1194 w 1848"/>
                <a:gd name="T5" fmla="*/ 0 h 1669"/>
                <a:gd name="T6" fmla="*/ 1257 w 1848"/>
                <a:gd name="T7" fmla="*/ 0 h 1669"/>
                <a:gd name="T8" fmla="*/ 1330 w 1848"/>
                <a:gd name="T9" fmla="*/ 10 h 1669"/>
                <a:gd name="T10" fmla="*/ 1403 w 1848"/>
                <a:gd name="T11" fmla="*/ 28 h 1669"/>
                <a:gd name="T12" fmla="*/ 1484 w 1848"/>
                <a:gd name="T13" fmla="*/ 55 h 1669"/>
                <a:gd name="T14" fmla="*/ 1557 w 1848"/>
                <a:gd name="T15" fmla="*/ 91 h 1669"/>
                <a:gd name="T16" fmla="*/ 1612 w 1848"/>
                <a:gd name="T17" fmla="*/ 137 h 1669"/>
                <a:gd name="T18" fmla="*/ 1675 w 1848"/>
                <a:gd name="T19" fmla="*/ 200 h 1669"/>
                <a:gd name="T20" fmla="*/ 1721 w 1848"/>
                <a:gd name="T21" fmla="*/ 264 h 1669"/>
                <a:gd name="T22" fmla="*/ 1775 w 1848"/>
                <a:gd name="T23" fmla="*/ 346 h 1669"/>
                <a:gd name="T24" fmla="*/ 1812 w 1848"/>
                <a:gd name="T25" fmla="*/ 428 h 1669"/>
                <a:gd name="T26" fmla="*/ 1830 w 1848"/>
                <a:gd name="T27" fmla="*/ 500 h 1669"/>
                <a:gd name="T28" fmla="*/ 1848 w 1848"/>
                <a:gd name="T29" fmla="*/ 582 h 1669"/>
                <a:gd name="T30" fmla="*/ 1848 w 1848"/>
                <a:gd name="T31" fmla="*/ 664 h 1669"/>
                <a:gd name="T32" fmla="*/ 1839 w 1848"/>
                <a:gd name="T33" fmla="*/ 755 h 1669"/>
                <a:gd name="T34" fmla="*/ 1830 w 1848"/>
                <a:gd name="T35" fmla="*/ 819 h 1669"/>
                <a:gd name="T36" fmla="*/ 1812 w 1848"/>
                <a:gd name="T37" fmla="*/ 891 h 1669"/>
                <a:gd name="T38" fmla="*/ 1784 w 1848"/>
                <a:gd name="T39" fmla="*/ 964 h 1669"/>
                <a:gd name="T40" fmla="*/ 1721 w 1848"/>
                <a:gd name="T41" fmla="*/ 1055 h 1669"/>
                <a:gd name="T42" fmla="*/ 647 w 1848"/>
                <a:gd name="T43" fmla="*/ 1669 h 1669"/>
                <a:gd name="T44" fmla="*/ 713 w 1848"/>
                <a:gd name="T45" fmla="*/ 1590 h 1669"/>
                <a:gd name="T46" fmla="*/ 1207 w 1848"/>
                <a:gd name="T47" fmla="*/ 1279 h 1669"/>
                <a:gd name="T48" fmla="*/ 1260 w 1848"/>
                <a:gd name="T49" fmla="*/ 1141 h 1669"/>
                <a:gd name="T50" fmla="*/ 1273 w 1848"/>
                <a:gd name="T51" fmla="*/ 1043 h 1669"/>
                <a:gd name="T52" fmla="*/ 1273 w 1848"/>
                <a:gd name="T53" fmla="*/ 943 h 1669"/>
                <a:gd name="T54" fmla="*/ 1233 w 1848"/>
                <a:gd name="T55" fmla="*/ 883 h 1669"/>
                <a:gd name="T56" fmla="*/ 732 w 1848"/>
                <a:gd name="T57" fmla="*/ 1194 h 1669"/>
                <a:gd name="T58" fmla="*/ 607 w 1848"/>
                <a:gd name="T59" fmla="*/ 950 h 1669"/>
                <a:gd name="T60" fmla="*/ 409 w 1848"/>
                <a:gd name="T61" fmla="*/ 765 h 1669"/>
                <a:gd name="T62" fmla="*/ 125 w 1848"/>
                <a:gd name="T63" fmla="*/ 659 h 1669"/>
                <a:gd name="T64" fmla="*/ 0 w 1848"/>
                <a:gd name="T65" fmla="*/ 647 h 1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848" h="1669">
                  <a:moveTo>
                    <a:pt x="0" y="647"/>
                  </a:moveTo>
                  <a:lnTo>
                    <a:pt x="1085" y="28"/>
                  </a:lnTo>
                  <a:lnTo>
                    <a:pt x="1194" y="0"/>
                  </a:lnTo>
                  <a:lnTo>
                    <a:pt x="1257" y="0"/>
                  </a:lnTo>
                  <a:lnTo>
                    <a:pt x="1330" y="10"/>
                  </a:lnTo>
                  <a:lnTo>
                    <a:pt x="1403" y="28"/>
                  </a:lnTo>
                  <a:lnTo>
                    <a:pt x="1484" y="55"/>
                  </a:lnTo>
                  <a:lnTo>
                    <a:pt x="1557" y="91"/>
                  </a:lnTo>
                  <a:lnTo>
                    <a:pt x="1612" y="137"/>
                  </a:lnTo>
                  <a:lnTo>
                    <a:pt x="1675" y="200"/>
                  </a:lnTo>
                  <a:lnTo>
                    <a:pt x="1721" y="264"/>
                  </a:lnTo>
                  <a:lnTo>
                    <a:pt x="1775" y="346"/>
                  </a:lnTo>
                  <a:lnTo>
                    <a:pt x="1812" y="428"/>
                  </a:lnTo>
                  <a:lnTo>
                    <a:pt x="1830" y="500"/>
                  </a:lnTo>
                  <a:lnTo>
                    <a:pt x="1848" y="582"/>
                  </a:lnTo>
                  <a:lnTo>
                    <a:pt x="1848" y="664"/>
                  </a:lnTo>
                  <a:lnTo>
                    <a:pt x="1839" y="755"/>
                  </a:lnTo>
                  <a:lnTo>
                    <a:pt x="1830" y="819"/>
                  </a:lnTo>
                  <a:lnTo>
                    <a:pt x="1812" y="891"/>
                  </a:lnTo>
                  <a:lnTo>
                    <a:pt x="1784" y="964"/>
                  </a:lnTo>
                  <a:lnTo>
                    <a:pt x="1721" y="1055"/>
                  </a:lnTo>
                  <a:lnTo>
                    <a:pt x="647" y="1669"/>
                  </a:lnTo>
                  <a:lnTo>
                    <a:pt x="713" y="1590"/>
                  </a:lnTo>
                  <a:lnTo>
                    <a:pt x="1207" y="1279"/>
                  </a:lnTo>
                  <a:lnTo>
                    <a:pt x="1260" y="1141"/>
                  </a:lnTo>
                  <a:lnTo>
                    <a:pt x="1273" y="1043"/>
                  </a:lnTo>
                  <a:lnTo>
                    <a:pt x="1273" y="943"/>
                  </a:lnTo>
                  <a:lnTo>
                    <a:pt x="1233" y="883"/>
                  </a:lnTo>
                  <a:lnTo>
                    <a:pt x="732" y="1194"/>
                  </a:lnTo>
                  <a:lnTo>
                    <a:pt x="607" y="950"/>
                  </a:lnTo>
                  <a:lnTo>
                    <a:pt x="409" y="765"/>
                  </a:lnTo>
                  <a:lnTo>
                    <a:pt x="125" y="659"/>
                  </a:lnTo>
                  <a:lnTo>
                    <a:pt x="0" y="647"/>
                  </a:lnTo>
                  <a:close/>
                </a:path>
              </a:pathLst>
            </a:custGeom>
            <a:gradFill rotWithShape="0">
              <a:gsLst>
                <a:gs pos="0">
                  <a:srgbClr val="339933">
                    <a:gamma/>
                    <a:shade val="46275"/>
                    <a:invGamma/>
                  </a:srgbClr>
                </a:gs>
                <a:gs pos="50000">
                  <a:srgbClr val="339933"/>
                </a:gs>
                <a:gs pos="100000">
                  <a:srgbClr val="339933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Freeform 41">
              <a:extLst>
                <a:ext uri="{FF2B5EF4-FFF2-40B4-BE49-F238E27FC236}">
                  <a16:creationId xmlns:a16="http://schemas.microsoft.com/office/drawing/2014/main" id="{8F39F7B8-4716-BE48-C2D8-BA0DFDCEA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6" y="3388"/>
              <a:ext cx="745" cy="468"/>
            </a:xfrm>
            <a:custGeom>
              <a:avLst/>
              <a:gdLst>
                <a:gd name="T0" fmla="*/ 936 w 1356"/>
                <a:gd name="T1" fmla="*/ 0 h 852"/>
                <a:gd name="T2" fmla="*/ 1356 w 1356"/>
                <a:gd name="T3" fmla="*/ 240 h 852"/>
                <a:gd name="T4" fmla="*/ 276 w 1356"/>
                <a:gd name="T5" fmla="*/ 852 h 852"/>
                <a:gd name="T6" fmla="*/ 12 w 1356"/>
                <a:gd name="T7" fmla="*/ 648 h 852"/>
                <a:gd name="T8" fmla="*/ 0 w 1356"/>
                <a:gd name="T9" fmla="*/ 528 h 852"/>
                <a:gd name="T10" fmla="*/ 936 w 1356"/>
                <a:gd name="T11" fmla="*/ 0 h 8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6" h="852">
                  <a:moveTo>
                    <a:pt x="936" y="0"/>
                  </a:moveTo>
                  <a:lnTo>
                    <a:pt x="1356" y="240"/>
                  </a:lnTo>
                  <a:lnTo>
                    <a:pt x="276" y="852"/>
                  </a:lnTo>
                  <a:lnTo>
                    <a:pt x="12" y="648"/>
                  </a:lnTo>
                  <a:lnTo>
                    <a:pt x="0" y="528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Freeform 42">
              <a:extLst>
                <a:ext uri="{FF2B5EF4-FFF2-40B4-BE49-F238E27FC236}">
                  <a16:creationId xmlns:a16="http://schemas.microsoft.com/office/drawing/2014/main" id="{D2F94DE1-CB63-2D18-0D14-AFD81ACE9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6" y="3071"/>
              <a:ext cx="633" cy="441"/>
            </a:xfrm>
            <a:custGeom>
              <a:avLst/>
              <a:gdLst>
                <a:gd name="T0" fmla="*/ 0 w 1152"/>
                <a:gd name="T1" fmla="*/ 516 h 804"/>
                <a:gd name="T2" fmla="*/ 900 w 1152"/>
                <a:gd name="T3" fmla="*/ 0 h 804"/>
                <a:gd name="T4" fmla="*/ 1128 w 1152"/>
                <a:gd name="T5" fmla="*/ 180 h 804"/>
                <a:gd name="T6" fmla="*/ 1152 w 1152"/>
                <a:gd name="T7" fmla="*/ 324 h 804"/>
                <a:gd name="T8" fmla="*/ 324 w 1152"/>
                <a:gd name="T9" fmla="*/ 804 h 804"/>
                <a:gd name="T10" fmla="*/ 0 w 1152"/>
                <a:gd name="T11" fmla="*/ 516 h 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52" h="804">
                  <a:moveTo>
                    <a:pt x="0" y="516"/>
                  </a:moveTo>
                  <a:lnTo>
                    <a:pt x="900" y="0"/>
                  </a:lnTo>
                  <a:lnTo>
                    <a:pt x="1128" y="180"/>
                  </a:lnTo>
                  <a:lnTo>
                    <a:pt x="1152" y="324"/>
                  </a:lnTo>
                  <a:lnTo>
                    <a:pt x="324" y="804"/>
                  </a:lnTo>
                  <a:lnTo>
                    <a:pt x="0" y="516"/>
                  </a:lnTo>
                  <a:close/>
                </a:path>
              </a:pathLst>
            </a:custGeom>
            <a:gradFill rotWithShape="0">
              <a:gsLst>
                <a:gs pos="0">
                  <a:srgbClr val="FF00FF">
                    <a:gamma/>
                    <a:shade val="72549"/>
                    <a:invGamma/>
                  </a:srgbClr>
                </a:gs>
                <a:gs pos="100000">
                  <a:srgbClr val="FF00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Freeform 43">
              <a:extLst>
                <a:ext uri="{FF2B5EF4-FFF2-40B4-BE49-F238E27FC236}">
                  <a16:creationId xmlns:a16="http://schemas.microsoft.com/office/drawing/2014/main" id="{3AF73DDE-9E3B-16DA-3F73-208674D7E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6" y="3348"/>
              <a:ext cx="798" cy="587"/>
            </a:xfrm>
            <a:custGeom>
              <a:avLst/>
              <a:gdLst>
                <a:gd name="T0" fmla="*/ 0 w 1452"/>
                <a:gd name="T1" fmla="*/ 0 h 1068"/>
                <a:gd name="T2" fmla="*/ 432 w 1452"/>
                <a:gd name="T3" fmla="*/ 264 h 1068"/>
                <a:gd name="T4" fmla="*/ 504 w 1452"/>
                <a:gd name="T5" fmla="*/ 372 h 1068"/>
                <a:gd name="T6" fmla="*/ 600 w 1452"/>
                <a:gd name="T7" fmla="*/ 468 h 1068"/>
                <a:gd name="T8" fmla="*/ 684 w 1452"/>
                <a:gd name="T9" fmla="*/ 540 h 1068"/>
                <a:gd name="T10" fmla="*/ 804 w 1452"/>
                <a:gd name="T11" fmla="*/ 600 h 1068"/>
                <a:gd name="T12" fmla="*/ 924 w 1452"/>
                <a:gd name="T13" fmla="*/ 624 h 1068"/>
                <a:gd name="T14" fmla="*/ 1068 w 1452"/>
                <a:gd name="T15" fmla="*/ 612 h 1068"/>
                <a:gd name="T16" fmla="*/ 1452 w 1452"/>
                <a:gd name="T17" fmla="*/ 852 h 1068"/>
                <a:gd name="T18" fmla="*/ 1356 w 1452"/>
                <a:gd name="T19" fmla="*/ 972 h 1068"/>
                <a:gd name="T20" fmla="*/ 1248 w 1452"/>
                <a:gd name="T21" fmla="*/ 1032 h 1068"/>
                <a:gd name="T22" fmla="*/ 1152 w 1452"/>
                <a:gd name="T23" fmla="*/ 1068 h 1068"/>
                <a:gd name="T24" fmla="*/ 1044 w 1452"/>
                <a:gd name="T25" fmla="*/ 1056 h 1068"/>
                <a:gd name="T26" fmla="*/ 900 w 1452"/>
                <a:gd name="T27" fmla="*/ 1032 h 1068"/>
                <a:gd name="T28" fmla="*/ 804 w 1452"/>
                <a:gd name="T29" fmla="*/ 996 h 1068"/>
                <a:gd name="T30" fmla="*/ 696 w 1452"/>
                <a:gd name="T31" fmla="*/ 948 h 1068"/>
                <a:gd name="T32" fmla="*/ 612 w 1452"/>
                <a:gd name="T33" fmla="*/ 900 h 1068"/>
                <a:gd name="T34" fmla="*/ 492 w 1452"/>
                <a:gd name="T35" fmla="*/ 816 h 1068"/>
                <a:gd name="T36" fmla="*/ 408 w 1452"/>
                <a:gd name="T37" fmla="*/ 744 h 1068"/>
                <a:gd name="T38" fmla="*/ 324 w 1452"/>
                <a:gd name="T39" fmla="*/ 660 h 1068"/>
                <a:gd name="T40" fmla="*/ 240 w 1452"/>
                <a:gd name="T41" fmla="*/ 564 h 1068"/>
                <a:gd name="T42" fmla="*/ 168 w 1452"/>
                <a:gd name="T43" fmla="*/ 444 h 1068"/>
                <a:gd name="T44" fmla="*/ 120 w 1452"/>
                <a:gd name="T45" fmla="*/ 336 h 1068"/>
                <a:gd name="T46" fmla="*/ 72 w 1452"/>
                <a:gd name="T47" fmla="*/ 228 h 1068"/>
                <a:gd name="T48" fmla="*/ 36 w 1452"/>
                <a:gd name="T49" fmla="*/ 132 h 1068"/>
                <a:gd name="T50" fmla="*/ 0 w 1452"/>
                <a:gd name="T51" fmla="*/ 0 h 10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52" h="1068">
                  <a:moveTo>
                    <a:pt x="0" y="0"/>
                  </a:moveTo>
                  <a:lnTo>
                    <a:pt x="432" y="264"/>
                  </a:lnTo>
                  <a:lnTo>
                    <a:pt x="504" y="372"/>
                  </a:lnTo>
                  <a:lnTo>
                    <a:pt x="600" y="468"/>
                  </a:lnTo>
                  <a:lnTo>
                    <a:pt x="684" y="540"/>
                  </a:lnTo>
                  <a:lnTo>
                    <a:pt x="804" y="600"/>
                  </a:lnTo>
                  <a:lnTo>
                    <a:pt x="924" y="624"/>
                  </a:lnTo>
                  <a:lnTo>
                    <a:pt x="1068" y="612"/>
                  </a:lnTo>
                  <a:lnTo>
                    <a:pt x="1452" y="852"/>
                  </a:lnTo>
                  <a:lnTo>
                    <a:pt x="1356" y="972"/>
                  </a:lnTo>
                  <a:lnTo>
                    <a:pt x="1248" y="1032"/>
                  </a:lnTo>
                  <a:lnTo>
                    <a:pt x="1152" y="1068"/>
                  </a:lnTo>
                  <a:lnTo>
                    <a:pt x="1044" y="1056"/>
                  </a:lnTo>
                  <a:lnTo>
                    <a:pt x="900" y="1032"/>
                  </a:lnTo>
                  <a:lnTo>
                    <a:pt x="804" y="996"/>
                  </a:lnTo>
                  <a:lnTo>
                    <a:pt x="696" y="948"/>
                  </a:lnTo>
                  <a:lnTo>
                    <a:pt x="612" y="900"/>
                  </a:lnTo>
                  <a:lnTo>
                    <a:pt x="492" y="816"/>
                  </a:lnTo>
                  <a:lnTo>
                    <a:pt x="408" y="744"/>
                  </a:lnTo>
                  <a:lnTo>
                    <a:pt x="324" y="660"/>
                  </a:lnTo>
                  <a:lnTo>
                    <a:pt x="240" y="564"/>
                  </a:lnTo>
                  <a:lnTo>
                    <a:pt x="168" y="444"/>
                  </a:lnTo>
                  <a:lnTo>
                    <a:pt x="120" y="336"/>
                  </a:lnTo>
                  <a:lnTo>
                    <a:pt x="72" y="228"/>
                  </a:lnTo>
                  <a:lnTo>
                    <a:pt x="36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Freeform 44">
              <a:extLst>
                <a:ext uri="{FF2B5EF4-FFF2-40B4-BE49-F238E27FC236}">
                  <a16:creationId xmlns:a16="http://schemas.microsoft.com/office/drawing/2014/main" id="{359D1628-235B-5889-F8D1-FCCA1D684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" y="2814"/>
              <a:ext cx="805" cy="574"/>
            </a:xfrm>
            <a:custGeom>
              <a:avLst/>
              <a:gdLst>
                <a:gd name="T0" fmla="*/ 0 w 1464"/>
                <a:gd name="T1" fmla="*/ 192 h 1044"/>
                <a:gd name="T2" fmla="*/ 432 w 1464"/>
                <a:gd name="T3" fmla="*/ 432 h 1044"/>
                <a:gd name="T4" fmla="*/ 528 w 1464"/>
                <a:gd name="T5" fmla="*/ 408 h 1044"/>
                <a:gd name="T6" fmla="*/ 636 w 1464"/>
                <a:gd name="T7" fmla="*/ 432 h 1044"/>
                <a:gd name="T8" fmla="*/ 732 w 1464"/>
                <a:gd name="T9" fmla="*/ 468 h 1044"/>
                <a:gd name="T10" fmla="*/ 888 w 1464"/>
                <a:gd name="T11" fmla="*/ 576 h 1044"/>
                <a:gd name="T12" fmla="*/ 984 w 1464"/>
                <a:gd name="T13" fmla="*/ 684 h 1044"/>
                <a:gd name="T14" fmla="*/ 1056 w 1464"/>
                <a:gd name="T15" fmla="*/ 804 h 1044"/>
                <a:gd name="T16" fmla="*/ 1464 w 1464"/>
                <a:gd name="T17" fmla="*/ 1044 h 1044"/>
                <a:gd name="T18" fmla="*/ 1440 w 1464"/>
                <a:gd name="T19" fmla="*/ 948 h 1044"/>
                <a:gd name="T20" fmla="*/ 1404 w 1464"/>
                <a:gd name="T21" fmla="*/ 864 h 1044"/>
                <a:gd name="T22" fmla="*/ 1368 w 1464"/>
                <a:gd name="T23" fmla="*/ 756 h 1044"/>
                <a:gd name="T24" fmla="*/ 1296 w 1464"/>
                <a:gd name="T25" fmla="*/ 648 h 1044"/>
                <a:gd name="T26" fmla="*/ 1248 w 1464"/>
                <a:gd name="T27" fmla="*/ 564 h 1044"/>
                <a:gd name="T28" fmla="*/ 1176 w 1464"/>
                <a:gd name="T29" fmla="*/ 456 h 1044"/>
                <a:gd name="T30" fmla="*/ 1092 w 1464"/>
                <a:gd name="T31" fmla="*/ 348 h 1044"/>
                <a:gd name="T32" fmla="*/ 996 w 1464"/>
                <a:gd name="T33" fmla="*/ 264 h 1044"/>
                <a:gd name="T34" fmla="*/ 888 w 1464"/>
                <a:gd name="T35" fmla="*/ 180 h 1044"/>
                <a:gd name="T36" fmla="*/ 804 w 1464"/>
                <a:gd name="T37" fmla="*/ 120 h 1044"/>
                <a:gd name="T38" fmla="*/ 684 w 1464"/>
                <a:gd name="T39" fmla="*/ 72 h 1044"/>
                <a:gd name="T40" fmla="*/ 576 w 1464"/>
                <a:gd name="T41" fmla="*/ 24 h 1044"/>
                <a:gd name="T42" fmla="*/ 468 w 1464"/>
                <a:gd name="T43" fmla="*/ 0 h 1044"/>
                <a:gd name="T44" fmla="*/ 360 w 1464"/>
                <a:gd name="T45" fmla="*/ 0 h 1044"/>
                <a:gd name="T46" fmla="*/ 288 w 1464"/>
                <a:gd name="T47" fmla="*/ 12 h 1044"/>
                <a:gd name="T48" fmla="*/ 144 w 1464"/>
                <a:gd name="T49" fmla="*/ 60 h 1044"/>
                <a:gd name="T50" fmla="*/ 60 w 1464"/>
                <a:gd name="T51" fmla="*/ 132 h 1044"/>
                <a:gd name="T52" fmla="*/ 0 w 1464"/>
                <a:gd name="T53" fmla="*/ 192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464" h="1044">
                  <a:moveTo>
                    <a:pt x="0" y="192"/>
                  </a:moveTo>
                  <a:lnTo>
                    <a:pt x="432" y="432"/>
                  </a:lnTo>
                  <a:lnTo>
                    <a:pt x="528" y="408"/>
                  </a:lnTo>
                  <a:lnTo>
                    <a:pt x="636" y="432"/>
                  </a:lnTo>
                  <a:lnTo>
                    <a:pt x="732" y="468"/>
                  </a:lnTo>
                  <a:lnTo>
                    <a:pt x="888" y="576"/>
                  </a:lnTo>
                  <a:lnTo>
                    <a:pt x="984" y="684"/>
                  </a:lnTo>
                  <a:lnTo>
                    <a:pt x="1056" y="804"/>
                  </a:lnTo>
                  <a:lnTo>
                    <a:pt x="1464" y="1044"/>
                  </a:lnTo>
                  <a:lnTo>
                    <a:pt x="1440" y="948"/>
                  </a:lnTo>
                  <a:lnTo>
                    <a:pt x="1404" y="864"/>
                  </a:lnTo>
                  <a:lnTo>
                    <a:pt x="1368" y="756"/>
                  </a:lnTo>
                  <a:lnTo>
                    <a:pt x="1296" y="648"/>
                  </a:lnTo>
                  <a:lnTo>
                    <a:pt x="1248" y="564"/>
                  </a:lnTo>
                  <a:lnTo>
                    <a:pt x="1176" y="456"/>
                  </a:lnTo>
                  <a:lnTo>
                    <a:pt x="1092" y="348"/>
                  </a:lnTo>
                  <a:lnTo>
                    <a:pt x="996" y="264"/>
                  </a:lnTo>
                  <a:lnTo>
                    <a:pt x="888" y="180"/>
                  </a:lnTo>
                  <a:lnTo>
                    <a:pt x="804" y="120"/>
                  </a:lnTo>
                  <a:lnTo>
                    <a:pt x="684" y="72"/>
                  </a:lnTo>
                  <a:lnTo>
                    <a:pt x="576" y="24"/>
                  </a:lnTo>
                  <a:lnTo>
                    <a:pt x="468" y="0"/>
                  </a:lnTo>
                  <a:lnTo>
                    <a:pt x="360" y="0"/>
                  </a:lnTo>
                  <a:lnTo>
                    <a:pt x="288" y="12"/>
                  </a:lnTo>
                  <a:lnTo>
                    <a:pt x="144" y="60"/>
                  </a:lnTo>
                  <a:lnTo>
                    <a:pt x="60" y="132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Freeform 45">
              <a:extLst>
                <a:ext uri="{FF2B5EF4-FFF2-40B4-BE49-F238E27FC236}">
                  <a16:creationId xmlns:a16="http://schemas.microsoft.com/office/drawing/2014/main" id="{D7996462-68B8-142F-7488-73C204C66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3071"/>
              <a:ext cx="284" cy="455"/>
            </a:xfrm>
            <a:custGeom>
              <a:avLst/>
              <a:gdLst>
                <a:gd name="T0" fmla="*/ 0 w 516"/>
                <a:gd name="T1" fmla="*/ 264 h 828"/>
                <a:gd name="T2" fmla="*/ 12 w 516"/>
                <a:gd name="T3" fmla="*/ 372 h 828"/>
                <a:gd name="T4" fmla="*/ 12 w 516"/>
                <a:gd name="T5" fmla="*/ 456 h 828"/>
                <a:gd name="T6" fmla="*/ 0 w 516"/>
                <a:gd name="T7" fmla="*/ 600 h 828"/>
                <a:gd name="T8" fmla="*/ 384 w 516"/>
                <a:gd name="T9" fmla="*/ 828 h 828"/>
                <a:gd name="T10" fmla="*/ 468 w 516"/>
                <a:gd name="T11" fmla="*/ 696 h 828"/>
                <a:gd name="T12" fmla="*/ 504 w 516"/>
                <a:gd name="T13" fmla="*/ 552 h 828"/>
                <a:gd name="T14" fmla="*/ 516 w 516"/>
                <a:gd name="T15" fmla="*/ 408 h 828"/>
                <a:gd name="T16" fmla="*/ 516 w 516"/>
                <a:gd name="T17" fmla="*/ 276 h 828"/>
                <a:gd name="T18" fmla="*/ 504 w 516"/>
                <a:gd name="T19" fmla="*/ 132 h 828"/>
                <a:gd name="T20" fmla="*/ 456 w 516"/>
                <a:gd name="T21" fmla="*/ 0 h 828"/>
                <a:gd name="T22" fmla="*/ 0 w 516"/>
                <a:gd name="T23" fmla="*/ 264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16" h="828">
                  <a:moveTo>
                    <a:pt x="0" y="264"/>
                  </a:moveTo>
                  <a:lnTo>
                    <a:pt x="12" y="372"/>
                  </a:lnTo>
                  <a:lnTo>
                    <a:pt x="12" y="456"/>
                  </a:lnTo>
                  <a:lnTo>
                    <a:pt x="0" y="600"/>
                  </a:lnTo>
                  <a:lnTo>
                    <a:pt x="384" y="828"/>
                  </a:lnTo>
                  <a:lnTo>
                    <a:pt x="468" y="696"/>
                  </a:lnTo>
                  <a:lnTo>
                    <a:pt x="504" y="552"/>
                  </a:lnTo>
                  <a:lnTo>
                    <a:pt x="516" y="408"/>
                  </a:lnTo>
                  <a:lnTo>
                    <a:pt x="516" y="276"/>
                  </a:lnTo>
                  <a:lnTo>
                    <a:pt x="504" y="132"/>
                  </a:lnTo>
                  <a:lnTo>
                    <a:pt x="456" y="0"/>
                  </a:lnTo>
                  <a:lnTo>
                    <a:pt x="0" y="264"/>
                  </a:lnTo>
                  <a:close/>
                </a:path>
              </a:pathLst>
            </a:custGeom>
            <a:gradFill rotWithShape="0">
              <a:gsLst>
                <a:gs pos="0">
                  <a:srgbClr val="3399FF">
                    <a:gamma/>
                    <a:shade val="60784"/>
                    <a:invGamma/>
                  </a:srgbClr>
                </a:gs>
                <a:gs pos="100000">
                  <a:srgbClr val="3399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Freeform 46">
              <a:extLst>
                <a:ext uri="{FF2B5EF4-FFF2-40B4-BE49-F238E27FC236}">
                  <a16:creationId xmlns:a16="http://schemas.microsoft.com/office/drawing/2014/main" id="{536F3586-39FC-E30E-8314-87C8B5B79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3222"/>
              <a:ext cx="891" cy="483"/>
            </a:xfrm>
            <a:custGeom>
              <a:avLst/>
              <a:gdLst>
                <a:gd name="T0" fmla="*/ 0 w 1620"/>
                <a:gd name="T1" fmla="*/ 480 h 876"/>
                <a:gd name="T2" fmla="*/ 720 w 1620"/>
                <a:gd name="T3" fmla="*/ 48 h 876"/>
                <a:gd name="T4" fmla="*/ 1104 w 1620"/>
                <a:gd name="T5" fmla="*/ 276 h 876"/>
                <a:gd name="T6" fmla="*/ 1608 w 1620"/>
                <a:gd name="T7" fmla="*/ 0 h 876"/>
                <a:gd name="T8" fmla="*/ 1620 w 1620"/>
                <a:gd name="T9" fmla="*/ 120 h 876"/>
                <a:gd name="T10" fmla="*/ 1608 w 1620"/>
                <a:gd name="T11" fmla="*/ 228 h 876"/>
                <a:gd name="T12" fmla="*/ 1596 w 1620"/>
                <a:gd name="T13" fmla="*/ 312 h 876"/>
                <a:gd name="T14" fmla="*/ 660 w 1620"/>
                <a:gd name="T15" fmla="*/ 852 h 876"/>
                <a:gd name="T16" fmla="*/ 552 w 1620"/>
                <a:gd name="T17" fmla="*/ 876 h 876"/>
                <a:gd name="T18" fmla="*/ 468 w 1620"/>
                <a:gd name="T19" fmla="*/ 864 h 876"/>
                <a:gd name="T20" fmla="*/ 384 w 1620"/>
                <a:gd name="T21" fmla="*/ 840 h 876"/>
                <a:gd name="T22" fmla="*/ 312 w 1620"/>
                <a:gd name="T23" fmla="*/ 804 h 876"/>
                <a:gd name="T24" fmla="*/ 228 w 1620"/>
                <a:gd name="T25" fmla="*/ 756 h 876"/>
                <a:gd name="T26" fmla="*/ 156 w 1620"/>
                <a:gd name="T27" fmla="*/ 696 h 876"/>
                <a:gd name="T28" fmla="*/ 96 w 1620"/>
                <a:gd name="T29" fmla="*/ 624 h 876"/>
                <a:gd name="T30" fmla="*/ 48 w 1620"/>
                <a:gd name="T31" fmla="*/ 564 h 876"/>
                <a:gd name="T32" fmla="*/ 0 w 1620"/>
                <a:gd name="T33" fmla="*/ 480 h 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20" h="876">
                  <a:moveTo>
                    <a:pt x="0" y="480"/>
                  </a:moveTo>
                  <a:lnTo>
                    <a:pt x="720" y="48"/>
                  </a:lnTo>
                  <a:lnTo>
                    <a:pt x="1104" y="276"/>
                  </a:lnTo>
                  <a:lnTo>
                    <a:pt x="1608" y="0"/>
                  </a:lnTo>
                  <a:lnTo>
                    <a:pt x="1620" y="120"/>
                  </a:lnTo>
                  <a:lnTo>
                    <a:pt x="1608" y="228"/>
                  </a:lnTo>
                  <a:lnTo>
                    <a:pt x="1596" y="312"/>
                  </a:lnTo>
                  <a:lnTo>
                    <a:pt x="660" y="852"/>
                  </a:lnTo>
                  <a:lnTo>
                    <a:pt x="552" y="876"/>
                  </a:lnTo>
                  <a:lnTo>
                    <a:pt x="468" y="864"/>
                  </a:lnTo>
                  <a:lnTo>
                    <a:pt x="384" y="840"/>
                  </a:lnTo>
                  <a:lnTo>
                    <a:pt x="312" y="804"/>
                  </a:lnTo>
                  <a:lnTo>
                    <a:pt x="228" y="756"/>
                  </a:lnTo>
                  <a:lnTo>
                    <a:pt x="156" y="696"/>
                  </a:lnTo>
                  <a:lnTo>
                    <a:pt x="96" y="624"/>
                  </a:lnTo>
                  <a:lnTo>
                    <a:pt x="48" y="564"/>
                  </a:lnTo>
                  <a:lnTo>
                    <a:pt x="0" y="480"/>
                  </a:lnTo>
                  <a:close/>
                </a:path>
              </a:pathLst>
            </a:custGeom>
            <a:gradFill rotWithShape="0">
              <a:gsLst>
                <a:gs pos="0">
                  <a:srgbClr val="FFCC00"/>
                </a:gs>
                <a:gs pos="100000">
                  <a:srgbClr val="FFCC00">
                    <a:gamma/>
                    <a:shade val="9804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0" name="Group 47">
            <a:extLst>
              <a:ext uri="{FF2B5EF4-FFF2-40B4-BE49-F238E27FC236}">
                <a16:creationId xmlns:a16="http://schemas.microsoft.com/office/drawing/2014/main" id="{37C0241C-9849-3749-888C-B76489A8653D}"/>
              </a:ext>
            </a:extLst>
          </p:cNvPr>
          <p:cNvGrpSpPr>
            <a:grpSpLocks/>
          </p:cNvGrpSpPr>
          <p:nvPr/>
        </p:nvGrpSpPr>
        <p:grpSpPr bwMode="auto">
          <a:xfrm>
            <a:off x="6938962" y="1295580"/>
            <a:ext cx="2428875" cy="2028825"/>
            <a:chOff x="497" y="2411"/>
            <a:chExt cx="1437" cy="1201"/>
          </a:xfrm>
        </p:grpSpPr>
        <p:sp>
          <p:nvSpPr>
            <p:cNvPr id="51" name="Freeform 48">
              <a:extLst>
                <a:ext uri="{FF2B5EF4-FFF2-40B4-BE49-F238E27FC236}">
                  <a16:creationId xmlns:a16="http://schemas.microsoft.com/office/drawing/2014/main" id="{EEB42E0F-E4E8-1124-9E71-9AE369A34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" y="3001"/>
              <a:ext cx="228" cy="376"/>
            </a:xfrm>
            <a:custGeom>
              <a:avLst/>
              <a:gdLst>
                <a:gd name="T0" fmla="*/ 134 w 605"/>
                <a:gd name="T1" fmla="*/ 0 h 998"/>
                <a:gd name="T2" fmla="*/ 605 w 605"/>
                <a:gd name="T3" fmla="*/ 172 h 998"/>
                <a:gd name="T4" fmla="*/ 547 w 605"/>
                <a:gd name="T5" fmla="*/ 230 h 998"/>
                <a:gd name="T6" fmla="*/ 470 w 605"/>
                <a:gd name="T7" fmla="*/ 364 h 998"/>
                <a:gd name="T8" fmla="*/ 432 w 605"/>
                <a:gd name="T9" fmla="*/ 508 h 998"/>
                <a:gd name="T10" fmla="*/ 451 w 605"/>
                <a:gd name="T11" fmla="*/ 652 h 998"/>
                <a:gd name="T12" fmla="*/ 451 w 605"/>
                <a:gd name="T13" fmla="*/ 816 h 998"/>
                <a:gd name="T14" fmla="*/ 480 w 605"/>
                <a:gd name="T15" fmla="*/ 998 h 998"/>
                <a:gd name="T16" fmla="*/ 67 w 605"/>
                <a:gd name="T17" fmla="*/ 777 h 998"/>
                <a:gd name="T18" fmla="*/ 9 w 605"/>
                <a:gd name="T19" fmla="*/ 576 h 998"/>
                <a:gd name="T20" fmla="*/ 0 w 605"/>
                <a:gd name="T21" fmla="*/ 432 h 998"/>
                <a:gd name="T22" fmla="*/ 9 w 605"/>
                <a:gd name="T23" fmla="*/ 288 h 998"/>
                <a:gd name="T24" fmla="*/ 38 w 605"/>
                <a:gd name="T25" fmla="*/ 163 h 998"/>
                <a:gd name="T26" fmla="*/ 86 w 605"/>
                <a:gd name="T27" fmla="*/ 9 h 998"/>
                <a:gd name="T28" fmla="*/ 134 w 605"/>
                <a:gd name="T29" fmla="*/ 0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05" h="998">
                  <a:moveTo>
                    <a:pt x="134" y="0"/>
                  </a:moveTo>
                  <a:lnTo>
                    <a:pt x="605" y="172"/>
                  </a:lnTo>
                  <a:lnTo>
                    <a:pt x="547" y="230"/>
                  </a:lnTo>
                  <a:lnTo>
                    <a:pt x="470" y="364"/>
                  </a:lnTo>
                  <a:lnTo>
                    <a:pt x="432" y="508"/>
                  </a:lnTo>
                  <a:lnTo>
                    <a:pt x="451" y="652"/>
                  </a:lnTo>
                  <a:lnTo>
                    <a:pt x="451" y="816"/>
                  </a:lnTo>
                  <a:lnTo>
                    <a:pt x="480" y="998"/>
                  </a:lnTo>
                  <a:lnTo>
                    <a:pt x="67" y="777"/>
                  </a:lnTo>
                  <a:lnTo>
                    <a:pt x="9" y="576"/>
                  </a:lnTo>
                  <a:lnTo>
                    <a:pt x="0" y="432"/>
                  </a:lnTo>
                  <a:lnTo>
                    <a:pt x="9" y="288"/>
                  </a:lnTo>
                  <a:lnTo>
                    <a:pt x="38" y="163"/>
                  </a:lnTo>
                  <a:lnTo>
                    <a:pt x="86" y="9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Freeform 49">
              <a:extLst>
                <a:ext uri="{FF2B5EF4-FFF2-40B4-BE49-F238E27FC236}">
                  <a16:creationId xmlns:a16="http://schemas.microsoft.com/office/drawing/2014/main" id="{B2728466-E917-32F8-BD0B-B29795652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" y="3240"/>
              <a:ext cx="231" cy="293"/>
            </a:xfrm>
            <a:custGeom>
              <a:avLst/>
              <a:gdLst>
                <a:gd name="T0" fmla="*/ 249 w 614"/>
                <a:gd name="T1" fmla="*/ 0 h 778"/>
                <a:gd name="T2" fmla="*/ 326 w 614"/>
                <a:gd name="T3" fmla="*/ 67 h 778"/>
                <a:gd name="T4" fmla="*/ 384 w 614"/>
                <a:gd name="T5" fmla="*/ 125 h 778"/>
                <a:gd name="T6" fmla="*/ 432 w 614"/>
                <a:gd name="T7" fmla="*/ 192 h 778"/>
                <a:gd name="T8" fmla="*/ 489 w 614"/>
                <a:gd name="T9" fmla="*/ 250 h 778"/>
                <a:gd name="T10" fmla="*/ 557 w 614"/>
                <a:gd name="T11" fmla="*/ 327 h 778"/>
                <a:gd name="T12" fmla="*/ 614 w 614"/>
                <a:gd name="T13" fmla="*/ 461 h 778"/>
                <a:gd name="T14" fmla="*/ 605 w 614"/>
                <a:gd name="T15" fmla="*/ 547 h 778"/>
                <a:gd name="T16" fmla="*/ 547 w 614"/>
                <a:gd name="T17" fmla="*/ 653 h 778"/>
                <a:gd name="T18" fmla="*/ 585 w 614"/>
                <a:gd name="T19" fmla="*/ 778 h 778"/>
                <a:gd name="T20" fmla="*/ 374 w 614"/>
                <a:gd name="T21" fmla="*/ 643 h 778"/>
                <a:gd name="T22" fmla="*/ 278 w 614"/>
                <a:gd name="T23" fmla="*/ 547 h 778"/>
                <a:gd name="T24" fmla="*/ 192 w 614"/>
                <a:gd name="T25" fmla="*/ 461 h 778"/>
                <a:gd name="T26" fmla="*/ 125 w 614"/>
                <a:gd name="T27" fmla="*/ 384 h 778"/>
                <a:gd name="T28" fmla="*/ 57 w 614"/>
                <a:gd name="T29" fmla="*/ 288 h 778"/>
                <a:gd name="T30" fmla="*/ 0 w 614"/>
                <a:gd name="T31" fmla="*/ 154 h 778"/>
                <a:gd name="T32" fmla="*/ 249 w 614"/>
                <a:gd name="T33" fmla="*/ 0 h 7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14" h="778">
                  <a:moveTo>
                    <a:pt x="249" y="0"/>
                  </a:moveTo>
                  <a:lnTo>
                    <a:pt x="326" y="67"/>
                  </a:lnTo>
                  <a:lnTo>
                    <a:pt x="384" y="125"/>
                  </a:lnTo>
                  <a:lnTo>
                    <a:pt x="432" y="192"/>
                  </a:lnTo>
                  <a:lnTo>
                    <a:pt x="489" y="250"/>
                  </a:lnTo>
                  <a:lnTo>
                    <a:pt x="557" y="327"/>
                  </a:lnTo>
                  <a:lnTo>
                    <a:pt x="614" y="461"/>
                  </a:lnTo>
                  <a:lnTo>
                    <a:pt x="605" y="547"/>
                  </a:lnTo>
                  <a:lnTo>
                    <a:pt x="547" y="653"/>
                  </a:lnTo>
                  <a:lnTo>
                    <a:pt x="585" y="778"/>
                  </a:lnTo>
                  <a:lnTo>
                    <a:pt x="374" y="643"/>
                  </a:lnTo>
                  <a:lnTo>
                    <a:pt x="278" y="547"/>
                  </a:lnTo>
                  <a:lnTo>
                    <a:pt x="192" y="461"/>
                  </a:lnTo>
                  <a:lnTo>
                    <a:pt x="125" y="384"/>
                  </a:lnTo>
                  <a:lnTo>
                    <a:pt x="57" y="288"/>
                  </a:lnTo>
                  <a:lnTo>
                    <a:pt x="0" y="154"/>
                  </a:lnTo>
                  <a:lnTo>
                    <a:pt x="249" y="0"/>
                  </a:lnTo>
                  <a:close/>
                </a:path>
              </a:pathLst>
            </a:custGeom>
            <a:gradFill rotWithShape="0">
              <a:gsLst>
                <a:gs pos="0">
                  <a:srgbClr val="FF0066">
                    <a:gamma/>
                    <a:shade val="46275"/>
                    <a:invGamma/>
                  </a:srgbClr>
                </a:gs>
                <a:gs pos="100000">
                  <a:srgbClr val="FF0066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Freeform 50">
              <a:extLst>
                <a:ext uri="{FF2B5EF4-FFF2-40B4-BE49-F238E27FC236}">
                  <a16:creationId xmlns:a16="http://schemas.microsoft.com/office/drawing/2014/main" id="{375DBC73-4320-6724-232E-1B33436FF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" y="2907"/>
              <a:ext cx="586" cy="477"/>
            </a:xfrm>
            <a:custGeom>
              <a:avLst/>
              <a:gdLst>
                <a:gd name="T0" fmla="*/ 182 w 1555"/>
                <a:gd name="T1" fmla="*/ 355 h 1267"/>
                <a:gd name="T2" fmla="*/ 806 w 1555"/>
                <a:gd name="T3" fmla="*/ 0 h 1267"/>
                <a:gd name="T4" fmla="*/ 912 w 1555"/>
                <a:gd name="T5" fmla="*/ 19 h 1267"/>
                <a:gd name="T6" fmla="*/ 998 w 1555"/>
                <a:gd name="T7" fmla="*/ 38 h 1267"/>
                <a:gd name="T8" fmla="*/ 1142 w 1555"/>
                <a:gd name="T9" fmla="*/ 115 h 1267"/>
                <a:gd name="T10" fmla="*/ 1267 w 1555"/>
                <a:gd name="T11" fmla="*/ 202 h 1267"/>
                <a:gd name="T12" fmla="*/ 1382 w 1555"/>
                <a:gd name="T13" fmla="*/ 336 h 1267"/>
                <a:gd name="T14" fmla="*/ 1555 w 1555"/>
                <a:gd name="T15" fmla="*/ 518 h 1267"/>
                <a:gd name="T16" fmla="*/ 988 w 1555"/>
                <a:gd name="T17" fmla="*/ 835 h 1267"/>
                <a:gd name="T18" fmla="*/ 969 w 1555"/>
                <a:gd name="T19" fmla="*/ 941 h 1267"/>
                <a:gd name="T20" fmla="*/ 979 w 1555"/>
                <a:gd name="T21" fmla="*/ 1066 h 1267"/>
                <a:gd name="T22" fmla="*/ 1036 w 1555"/>
                <a:gd name="T23" fmla="*/ 1181 h 1267"/>
                <a:gd name="T24" fmla="*/ 960 w 1555"/>
                <a:gd name="T25" fmla="*/ 1267 h 1267"/>
                <a:gd name="T26" fmla="*/ 854 w 1555"/>
                <a:gd name="T27" fmla="*/ 1171 h 1267"/>
                <a:gd name="T28" fmla="*/ 777 w 1555"/>
                <a:gd name="T29" fmla="*/ 1085 h 1267"/>
                <a:gd name="T30" fmla="*/ 691 w 1555"/>
                <a:gd name="T31" fmla="*/ 979 h 1267"/>
                <a:gd name="T32" fmla="*/ 643 w 1555"/>
                <a:gd name="T33" fmla="*/ 893 h 1267"/>
                <a:gd name="T34" fmla="*/ 124 w 1555"/>
                <a:gd name="T35" fmla="*/ 1238 h 1267"/>
                <a:gd name="T36" fmla="*/ 57 w 1555"/>
                <a:gd name="T37" fmla="*/ 1114 h 1267"/>
                <a:gd name="T38" fmla="*/ 19 w 1555"/>
                <a:gd name="T39" fmla="*/ 1018 h 1267"/>
                <a:gd name="T40" fmla="*/ 9 w 1555"/>
                <a:gd name="T41" fmla="*/ 931 h 1267"/>
                <a:gd name="T42" fmla="*/ 0 w 1555"/>
                <a:gd name="T43" fmla="*/ 835 h 1267"/>
                <a:gd name="T44" fmla="*/ 0 w 1555"/>
                <a:gd name="T45" fmla="*/ 730 h 1267"/>
                <a:gd name="T46" fmla="*/ 28 w 1555"/>
                <a:gd name="T47" fmla="*/ 624 h 1267"/>
                <a:gd name="T48" fmla="*/ 76 w 1555"/>
                <a:gd name="T49" fmla="*/ 538 h 1267"/>
                <a:gd name="T50" fmla="*/ 172 w 1555"/>
                <a:gd name="T51" fmla="*/ 442 h 1267"/>
                <a:gd name="T52" fmla="*/ 182 w 1555"/>
                <a:gd name="T53" fmla="*/ 355 h 1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55" h="1267">
                  <a:moveTo>
                    <a:pt x="182" y="355"/>
                  </a:moveTo>
                  <a:lnTo>
                    <a:pt x="806" y="0"/>
                  </a:lnTo>
                  <a:lnTo>
                    <a:pt x="912" y="19"/>
                  </a:lnTo>
                  <a:lnTo>
                    <a:pt x="998" y="38"/>
                  </a:lnTo>
                  <a:lnTo>
                    <a:pt x="1142" y="115"/>
                  </a:lnTo>
                  <a:lnTo>
                    <a:pt x="1267" y="202"/>
                  </a:lnTo>
                  <a:lnTo>
                    <a:pt x="1382" y="336"/>
                  </a:lnTo>
                  <a:lnTo>
                    <a:pt x="1555" y="518"/>
                  </a:lnTo>
                  <a:lnTo>
                    <a:pt x="988" y="835"/>
                  </a:lnTo>
                  <a:lnTo>
                    <a:pt x="969" y="941"/>
                  </a:lnTo>
                  <a:lnTo>
                    <a:pt x="979" y="1066"/>
                  </a:lnTo>
                  <a:lnTo>
                    <a:pt x="1036" y="1181"/>
                  </a:lnTo>
                  <a:lnTo>
                    <a:pt x="960" y="1267"/>
                  </a:lnTo>
                  <a:lnTo>
                    <a:pt x="854" y="1171"/>
                  </a:lnTo>
                  <a:lnTo>
                    <a:pt x="777" y="1085"/>
                  </a:lnTo>
                  <a:lnTo>
                    <a:pt x="691" y="979"/>
                  </a:lnTo>
                  <a:lnTo>
                    <a:pt x="643" y="893"/>
                  </a:lnTo>
                  <a:lnTo>
                    <a:pt x="124" y="1238"/>
                  </a:lnTo>
                  <a:lnTo>
                    <a:pt x="57" y="1114"/>
                  </a:lnTo>
                  <a:lnTo>
                    <a:pt x="19" y="1018"/>
                  </a:lnTo>
                  <a:lnTo>
                    <a:pt x="9" y="931"/>
                  </a:lnTo>
                  <a:lnTo>
                    <a:pt x="0" y="835"/>
                  </a:lnTo>
                  <a:lnTo>
                    <a:pt x="0" y="730"/>
                  </a:lnTo>
                  <a:lnTo>
                    <a:pt x="28" y="624"/>
                  </a:lnTo>
                  <a:lnTo>
                    <a:pt x="76" y="538"/>
                  </a:lnTo>
                  <a:lnTo>
                    <a:pt x="172" y="442"/>
                  </a:lnTo>
                  <a:lnTo>
                    <a:pt x="182" y="355"/>
                  </a:lnTo>
                  <a:close/>
                </a:path>
              </a:pathLst>
            </a:custGeom>
            <a:gradFill rotWithShape="0">
              <a:gsLst>
                <a:gs pos="0">
                  <a:srgbClr val="FF9900">
                    <a:gamma/>
                    <a:shade val="41176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1176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Freeform 51">
              <a:extLst>
                <a:ext uri="{FF2B5EF4-FFF2-40B4-BE49-F238E27FC236}">
                  <a16:creationId xmlns:a16="http://schemas.microsoft.com/office/drawing/2014/main" id="{33A0906A-5BA7-F3BD-9488-2B07BF8C4CD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" y="3221"/>
              <a:ext cx="210" cy="391"/>
            </a:xfrm>
            <a:custGeom>
              <a:avLst/>
              <a:gdLst>
                <a:gd name="T0" fmla="*/ 163 w 557"/>
                <a:gd name="T1" fmla="*/ 471 h 1037"/>
                <a:gd name="T2" fmla="*/ 144 w 557"/>
                <a:gd name="T3" fmla="*/ 605 h 1037"/>
                <a:gd name="T4" fmla="*/ 106 w 557"/>
                <a:gd name="T5" fmla="*/ 682 h 1037"/>
                <a:gd name="T6" fmla="*/ 67 w 557"/>
                <a:gd name="T7" fmla="*/ 768 h 1037"/>
                <a:gd name="T8" fmla="*/ 0 w 557"/>
                <a:gd name="T9" fmla="*/ 826 h 1037"/>
                <a:gd name="T10" fmla="*/ 384 w 557"/>
                <a:gd name="T11" fmla="*/ 1037 h 1037"/>
                <a:gd name="T12" fmla="*/ 470 w 557"/>
                <a:gd name="T13" fmla="*/ 912 h 1037"/>
                <a:gd name="T14" fmla="*/ 528 w 557"/>
                <a:gd name="T15" fmla="*/ 711 h 1037"/>
                <a:gd name="T16" fmla="*/ 557 w 557"/>
                <a:gd name="T17" fmla="*/ 432 h 1037"/>
                <a:gd name="T18" fmla="*/ 547 w 557"/>
                <a:gd name="T19" fmla="*/ 586 h 1037"/>
                <a:gd name="T20" fmla="*/ 528 w 557"/>
                <a:gd name="T21" fmla="*/ 231 h 1037"/>
                <a:gd name="T22" fmla="*/ 48 w 557"/>
                <a:gd name="T23" fmla="*/ 0 h 1037"/>
                <a:gd name="T24" fmla="*/ 125 w 557"/>
                <a:gd name="T25" fmla="*/ 173 h 1037"/>
                <a:gd name="T26" fmla="*/ 163 w 557"/>
                <a:gd name="T27" fmla="*/ 355 h 1037"/>
                <a:gd name="T28" fmla="*/ 163 w 557"/>
                <a:gd name="T29" fmla="*/ 471 h 10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57" h="1037">
                  <a:moveTo>
                    <a:pt x="163" y="471"/>
                  </a:moveTo>
                  <a:lnTo>
                    <a:pt x="144" y="605"/>
                  </a:lnTo>
                  <a:lnTo>
                    <a:pt x="106" y="682"/>
                  </a:lnTo>
                  <a:lnTo>
                    <a:pt x="67" y="768"/>
                  </a:lnTo>
                  <a:lnTo>
                    <a:pt x="0" y="826"/>
                  </a:lnTo>
                  <a:lnTo>
                    <a:pt x="384" y="1037"/>
                  </a:lnTo>
                  <a:lnTo>
                    <a:pt x="470" y="912"/>
                  </a:lnTo>
                  <a:lnTo>
                    <a:pt x="528" y="711"/>
                  </a:lnTo>
                  <a:lnTo>
                    <a:pt x="557" y="432"/>
                  </a:lnTo>
                  <a:lnTo>
                    <a:pt x="547" y="586"/>
                  </a:lnTo>
                  <a:lnTo>
                    <a:pt x="528" y="231"/>
                  </a:lnTo>
                  <a:lnTo>
                    <a:pt x="48" y="0"/>
                  </a:lnTo>
                  <a:lnTo>
                    <a:pt x="125" y="173"/>
                  </a:lnTo>
                  <a:lnTo>
                    <a:pt x="163" y="355"/>
                  </a:lnTo>
                  <a:lnTo>
                    <a:pt x="163" y="471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Freeform 52">
              <a:extLst>
                <a:ext uri="{FF2B5EF4-FFF2-40B4-BE49-F238E27FC236}">
                  <a16:creationId xmlns:a16="http://schemas.microsoft.com/office/drawing/2014/main" id="{2DAD8819-BCB5-9F90-F2C1-21305A8A2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0" y="3449"/>
              <a:ext cx="195" cy="127"/>
            </a:xfrm>
            <a:custGeom>
              <a:avLst/>
              <a:gdLst>
                <a:gd name="T0" fmla="*/ 0 w 518"/>
                <a:gd name="T1" fmla="*/ 336 h 336"/>
                <a:gd name="T2" fmla="*/ 518 w 518"/>
                <a:gd name="T3" fmla="*/ 0 h 336"/>
                <a:gd name="T4" fmla="*/ 441 w 518"/>
                <a:gd name="T5" fmla="*/ 139 h 336"/>
                <a:gd name="T6" fmla="*/ 396 w 518"/>
                <a:gd name="T7" fmla="*/ 208 h 336"/>
                <a:gd name="T8" fmla="*/ 297 w 518"/>
                <a:gd name="T9" fmla="*/ 266 h 336"/>
                <a:gd name="T10" fmla="*/ 201 w 518"/>
                <a:gd name="T11" fmla="*/ 317 h 336"/>
                <a:gd name="T12" fmla="*/ 105 w 518"/>
                <a:gd name="T13" fmla="*/ 336 h 336"/>
                <a:gd name="T14" fmla="*/ 0 w 518"/>
                <a:gd name="T15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8" h="336">
                  <a:moveTo>
                    <a:pt x="0" y="336"/>
                  </a:moveTo>
                  <a:lnTo>
                    <a:pt x="518" y="0"/>
                  </a:lnTo>
                  <a:lnTo>
                    <a:pt x="441" y="139"/>
                  </a:lnTo>
                  <a:lnTo>
                    <a:pt x="396" y="208"/>
                  </a:lnTo>
                  <a:lnTo>
                    <a:pt x="297" y="266"/>
                  </a:lnTo>
                  <a:lnTo>
                    <a:pt x="201" y="317"/>
                  </a:lnTo>
                  <a:lnTo>
                    <a:pt x="105" y="336"/>
                  </a:lnTo>
                  <a:lnTo>
                    <a:pt x="0" y="336"/>
                  </a:lnTo>
                  <a:close/>
                </a:path>
              </a:pathLst>
            </a:custGeom>
            <a:gradFill rotWithShape="0">
              <a:gsLst>
                <a:gs pos="0">
                  <a:srgbClr val="FF0066"/>
                </a:gs>
                <a:gs pos="100000">
                  <a:srgbClr val="FF0066">
                    <a:gamma/>
                    <a:shade val="35294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Freeform 53">
              <a:extLst>
                <a:ext uri="{FF2B5EF4-FFF2-40B4-BE49-F238E27FC236}">
                  <a16:creationId xmlns:a16="http://schemas.microsoft.com/office/drawing/2014/main" id="{A15F862E-93A9-4CB2-D8DB-2DEE5CA80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2411"/>
              <a:ext cx="1123" cy="1197"/>
            </a:xfrm>
            <a:custGeom>
              <a:avLst/>
              <a:gdLst>
                <a:gd name="T0" fmla="*/ 0 w 1123"/>
                <a:gd name="T1" fmla="*/ 391 h 1197"/>
                <a:gd name="T2" fmla="*/ 599 w 1123"/>
                <a:gd name="T3" fmla="*/ 33 h 1197"/>
                <a:gd name="T4" fmla="*/ 630 w 1123"/>
                <a:gd name="T5" fmla="*/ 15 h 1197"/>
                <a:gd name="T6" fmla="*/ 675 w 1123"/>
                <a:gd name="T7" fmla="*/ 0 h 1197"/>
                <a:gd name="T8" fmla="*/ 737 w 1123"/>
                <a:gd name="T9" fmla="*/ 0 h 1197"/>
                <a:gd name="T10" fmla="*/ 783 w 1123"/>
                <a:gd name="T11" fmla="*/ 6 h 1197"/>
                <a:gd name="T12" fmla="*/ 832 w 1123"/>
                <a:gd name="T13" fmla="*/ 33 h 1197"/>
                <a:gd name="T14" fmla="*/ 881 w 1123"/>
                <a:gd name="T15" fmla="*/ 61 h 1197"/>
                <a:gd name="T16" fmla="*/ 926 w 1123"/>
                <a:gd name="T17" fmla="*/ 99 h 1197"/>
                <a:gd name="T18" fmla="*/ 975 w 1123"/>
                <a:gd name="T19" fmla="*/ 151 h 1197"/>
                <a:gd name="T20" fmla="*/ 1029 w 1123"/>
                <a:gd name="T21" fmla="*/ 207 h 1197"/>
                <a:gd name="T22" fmla="*/ 1065 w 1123"/>
                <a:gd name="T23" fmla="*/ 280 h 1197"/>
                <a:gd name="T24" fmla="*/ 1087 w 1123"/>
                <a:gd name="T25" fmla="*/ 338 h 1197"/>
                <a:gd name="T26" fmla="*/ 1109 w 1123"/>
                <a:gd name="T27" fmla="*/ 404 h 1197"/>
                <a:gd name="T28" fmla="*/ 1123 w 1123"/>
                <a:gd name="T29" fmla="*/ 469 h 1197"/>
                <a:gd name="T30" fmla="*/ 1123 w 1123"/>
                <a:gd name="T31" fmla="*/ 556 h 1197"/>
                <a:gd name="T32" fmla="*/ 1114 w 1123"/>
                <a:gd name="T33" fmla="*/ 645 h 1197"/>
                <a:gd name="T34" fmla="*/ 1087 w 1123"/>
                <a:gd name="T35" fmla="*/ 702 h 1197"/>
                <a:gd name="T36" fmla="*/ 1065 w 1123"/>
                <a:gd name="T37" fmla="*/ 740 h 1197"/>
                <a:gd name="T38" fmla="*/ 1029 w 1123"/>
                <a:gd name="T39" fmla="*/ 778 h 1197"/>
                <a:gd name="T40" fmla="*/ 427 w 1123"/>
                <a:gd name="T41" fmla="*/ 1139 h 1197"/>
                <a:gd name="T42" fmla="*/ 466 w 1123"/>
                <a:gd name="T43" fmla="*/ 1096 h 1197"/>
                <a:gd name="T44" fmla="*/ 495 w 1123"/>
                <a:gd name="T45" fmla="*/ 1056 h 1197"/>
                <a:gd name="T46" fmla="*/ 275 w 1123"/>
                <a:gd name="T47" fmla="*/ 1197 h 1197"/>
                <a:gd name="T48" fmla="*/ 300 w 1123"/>
                <a:gd name="T49" fmla="*/ 1150 h 1197"/>
                <a:gd name="T50" fmla="*/ 314 w 1123"/>
                <a:gd name="T51" fmla="*/ 1110 h 1197"/>
                <a:gd name="T52" fmla="*/ 325 w 1123"/>
                <a:gd name="T53" fmla="*/ 1052 h 1197"/>
                <a:gd name="T54" fmla="*/ 329 w 1123"/>
                <a:gd name="T55" fmla="*/ 1002 h 1197"/>
                <a:gd name="T56" fmla="*/ 322 w 1123"/>
                <a:gd name="T57" fmla="*/ 948 h 1197"/>
                <a:gd name="T58" fmla="*/ 304 w 1123"/>
                <a:gd name="T59" fmla="*/ 901 h 1197"/>
                <a:gd name="T60" fmla="*/ 513 w 1123"/>
                <a:gd name="T61" fmla="*/ 756 h 1197"/>
                <a:gd name="T62" fmla="*/ 372 w 1123"/>
                <a:gd name="T63" fmla="*/ 500 h 1197"/>
                <a:gd name="T64" fmla="*/ 289 w 1123"/>
                <a:gd name="T65" fmla="*/ 427 h 1197"/>
                <a:gd name="T66" fmla="*/ 199 w 1123"/>
                <a:gd name="T67" fmla="*/ 380 h 1197"/>
                <a:gd name="T68" fmla="*/ 116 w 1123"/>
                <a:gd name="T69" fmla="*/ 369 h 1197"/>
                <a:gd name="T70" fmla="*/ 50 w 1123"/>
                <a:gd name="T71" fmla="*/ 373 h 1197"/>
                <a:gd name="T72" fmla="*/ 0 w 1123"/>
                <a:gd name="T73" fmla="*/ 391 h 1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23" h="1197">
                  <a:moveTo>
                    <a:pt x="0" y="391"/>
                  </a:moveTo>
                  <a:lnTo>
                    <a:pt x="599" y="33"/>
                  </a:lnTo>
                  <a:lnTo>
                    <a:pt x="630" y="15"/>
                  </a:lnTo>
                  <a:lnTo>
                    <a:pt x="675" y="0"/>
                  </a:lnTo>
                  <a:lnTo>
                    <a:pt x="737" y="0"/>
                  </a:lnTo>
                  <a:lnTo>
                    <a:pt x="783" y="6"/>
                  </a:lnTo>
                  <a:lnTo>
                    <a:pt x="832" y="33"/>
                  </a:lnTo>
                  <a:lnTo>
                    <a:pt x="881" y="61"/>
                  </a:lnTo>
                  <a:lnTo>
                    <a:pt x="926" y="99"/>
                  </a:lnTo>
                  <a:lnTo>
                    <a:pt x="975" y="151"/>
                  </a:lnTo>
                  <a:lnTo>
                    <a:pt x="1029" y="207"/>
                  </a:lnTo>
                  <a:lnTo>
                    <a:pt x="1065" y="280"/>
                  </a:lnTo>
                  <a:lnTo>
                    <a:pt x="1087" y="338"/>
                  </a:lnTo>
                  <a:lnTo>
                    <a:pt x="1109" y="404"/>
                  </a:lnTo>
                  <a:lnTo>
                    <a:pt x="1123" y="469"/>
                  </a:lnTo>
                  <a:lnTo>
                    <a:pt x="1123" y="556"/>
                  </a:lnTo>
                  <a:lnTo>
                    <a:pt x="1114" y="645"/>
                  </a:lnTo>
                  <a:lnTo>
                    <a:pt x="1087" y="702"/>
                  </a:lnTo>
                  <a:lnTo>
                    <a:pt x="1065" y="740"/>
                  </a:lnTo>
                  <a:lnTo>
                    <a:pt x="1029" y="778"/>
                  </a:lnTo>
                  <a:lnTo>
                    <a:pt x="427" y="1139"/>
                  </a:lnTo>
                  <a:lnTo>
                    <a:pt x="466" y="1096"/>
                  </a:lnTo>
                  <a:lnTo>
                    <a:pt x="495" y="1056"/>
                  </a:lnTo>
                  <a:lnTo>
                    <a:pt x="275" y="1197"/>
                  </a:lnTo>
                  <a:lnTo>
                    <a:pt x="300" y="1150"/>
                  </a:lnTo>
                  <a:lnTo>
                    <a:pt x="314" y="1110"/>
                  </a:lnTo>
                  <a:lnTo>
                    <a:pt x="325" y="1052"/>
                  </a:lnTo>
                  <a:lnTo>
                    <a:pt x="329" y="1002"/>
                  </a:lnTo>
                  <a:lnTo>
                    <a:pt x="322" y="948"/>
                  </a:lnTo>
                  <a:lnTo>
                    <a:pt x="304" y="901"/>
                  </a:lnTo>
                  <a:lnTo>
                    <a:pt x="513" y="756"/>
                  </a:lnTo>
                  <a:lnTo>
                    <a:pt x="372" y="500"/>
                  </a:lnTo>
                  <a:lnTo>
                    <a:pt x="289" y="427"/>
                  </a:lnTo>
                  <a:lnTo>
                    <a:pt x="199" y="380"/>
                  </a:lnTo>
                  <a:lnTo>
                    <a:pt x="116" y="369"/>
                  </a:lnTo>
                  <a:lnTo>
                    <a:pt x="50" y="373"/>
                  </a:lnTo>
                  <a:lnTo>
                    <a:pt x="0" y="391"/>
                  </a:lnTo>
                  <a:close/>
                </a:path>
              </a:pathLst>
            </a:custGeom>
            <a:gradFill rotWithShape="0">
              <a:gsLst>
                <a:gs pos="0">
                  <a:srgbClr val="339933">
                    <a:gamma/>
                    <a:shade val="46275"/>
                    <a:invGamma/>
                  </a:srgbClr>
                </a:gs>
                <a:gs pos="50000">
                  <a:srgbClr val="339933"/>
                </a:gs>
                <a:gs pos="100000">
                  <a:srgbClr val="339933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Freeform 54">
              <a:extLst>
                <a:ext uri="{FF2B5EF4-FFF2-40B4-BE49-F238E27FC236}">
                  <a16:creationId xmlns:a16="http://schemas.microsoft.com/office/drawing/2014/main" id="{56F484C8-2720-C866-0484-A4F140836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" y="2860"/>
              <a:ext cx="401" cy="213"/>
            </a:xfrm>
            <a:custGeom>
              <a:avLst/>
              <a:gdLst>
                <a:gd name="T0" fmla="*/ 0 w 1065"/>
                <a:gd name="T1" fmla="*/ 384 h 567"/>
                <a:gd name="T2" fmla="*/ 441 w 1065"/>
                <a:gd name="T3" fmla="*/ 567 h 567"/>
                <a:gd name="T4" fmla="*/ 1065 w 1065"/>
                <a:gd name="T5" fmla="*/ 221 h 567"/>
                <a:gd name="T6" fmla="*/ 672 w 1065"/>
                <a:gd name="T7" fmla="*/ 0 h 567"/>
                <a:gd name="T8" fmla="*/ 0 w 1065"/>
                <a:gd name="T9" fmla="*/ 384 h 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5" h="567">
                  <a:moveTo>
                    <a:pt x="0" y="384"/>
                  </a:moveTo>
                  <a:lnTo>
                    <a:pt x="441" y="567"/>
                  </a:lnTo>
                  <a:lnTo>
                    <a:pt x="1065" y="221"/>
                  </a:lnTo>
                  <a:lnTo>
                    <a:pt x="672" y="0"/>
                  </a:lnTo>
                  <a:lnTo>
                    <a:pt x="0" y="384"/>
                  </a:lnTo>
                  <a:close/>
                </a:path>
              </a:pathLst>
            </a:custGeom>
            <a:gradFill rotWithShape="0">
              <a:gsLst>
                <a:gs pos="0">
                  <a:srgbClr val="FF99FF">
                    <a:gamma/>
                    <a:shade val="80392"/>
                    <a:invGamma/>
                  </a:srgbClr>
                </a:gs>
                <a:gs pos="100000">
                  <a:srgbClr val="FF99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Freeform 55">
              <a:extLst>
                <a:ext uri="{FF2B5EF4-FFF2-40B4-BE49-F238E27FC236}">
                  <a16:creationId xmlns:a16="http://schemas.microsoft.com/office/drawing/2014/main" id="{85CB22D5-F5BC-1DA6-BEFD-2273E108A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3092"/>
              <a:ext cx="383" cy="223"/>
            </a:xfrm>
            <a:custGeom>
              <a:avLst/>
              <a:gdLst>
                <a:gd name="T0" fmla="*/ 0 w 1017"/>
                <a:gd name="T1" fmla="*/ 345 h 594"/>
                <a:gd name="T2" fmla="*/ 413 w 1017"/>
                <a:gd name="T3" fmla="*/ 594 h 594"/>
                <a:gd name="T4" fmla="*/ 1017 w 1017"/>
                <a:gd name="T5" fmla="*/ 259 h 594"/>
                <a:gd name="T6" fmla="*/ 624 w 1017"/>
                <a:gd name="T7" fmla="*/ 0 h 594"/>
                <a:gd name="T8" fmla="*/ 0 w 1017"/>
                <a:gd name="T9" fmla="*/ 345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7" h="594">
                  <a:moveTo>
                    <a:pt x="0" y="345"/>
                  </a:moveTo>
                  <a:lnTo>
                    <a:pt x="413" y="594"/>
                  </a:lnTo>
                  <a:lnTo>
                    <a:pt x="1017" y="259"/>
                  </a:lnTo>
                  <a:lnTo>
                    <a:pt x="624" y="0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Freeform 56">
              <a:extLst>
                <a:ext uri="{FF2B5EF4-FFF2-40B4-BE49-F238E27FC236}">
                  <a16:creationId xmlns:a16="http://schemas.microsoft.com/office/drawing/2014/main" id="{3A89D39E-2A38-D82B-993F-336F9DCD3E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" y="2773"/>
              <a:ext cx="560" cy="419"/>
            </a:xfrm>
            <a:custGeom>
              <a:avLst/>
              <a:gdLst>
                <a:gd name="T0" fmla="*/ 0 w 1488"/>
                <a:gd name="T1" fmla="*/ 240 h 1113"/>
                <a:gd name="T2" fmla="*/ 28 w 1488"/>
                <a:gd name="T3" fmla="*/ 144 h 1113"/>
                <a:gd name="T4" fmla="*/ 86 w 1488"/>
                <a:gd name="T5" fmla="*/ 77 h 1113"/>
                <a:gd name="T6" fmla="*/ 153 w 1488"/>
                <a:gd name="T7" fmla="*/ 48 h 1113"/>
                <a:gd name="T8" fmla="*/ 230 w 1488"/>
                <a:gd name="T9" fmla="*/ 19 h 1113"/>
                <a:gd name="T10" fmla="*/ 336 w 1488"/>
                <a:gd name="T11" fmla="*/ 0 h 1113"/>
                <a:gd name="T12" fmla="*/ 518 w 1488"/>
                <a:gd name="T13" fmla="*/ 19 h 1113"/>
                <a:gd name="T14" fmla="*/ 604 w 1488"/>
                <a:gd name="T15" fmla="*/ 38 h 1113"/>
                <a:gd name="T16" fmla="*/ 710 w 1488"/>
                <a:gd name="T17" fmla="*/ 86 h 1113"/>
                <a:gd name="T18" fmla="*/ 796 w 1488"/>
                <a:gd name="T19" fmla="*/ 134 h 1113"/>
                <a:gd name="T20" fmla="*/ 912 w 1488"/>
                <a:gd name="T21" fmla="*/ 201 h 1113"/>
                <a:gd name="T22" fmla="*/ 1008 w 1488"/>
                <a:gd name="T23" fmla="*/ 288 h 1113"/>
                <a:gd name="T24" fmla="*/ 1104 w 1488"/>
                <a:gd name="T25" fmla="*/ 384 h 1113"/>
                <a:gd name="T26" fmla="*/ 1209 w 1488"/>
                <a:gd name="T27" fmla="*/ 518 h 1113"/>
                <a:gd name="T28" fmla="*/ 1315 w 1488"/>
                <a:gd name="T29" fmla="*/ 672 h 1113"/>
                <a:gd name="T30" fmla="*/ 1392 w 1488"/>
                <a:gd name="T31" fmla="*/ 835 h 1113"/>
                <a:gd name="T32" fmla="*/ 1440 w 1488"/>
                <a:gd name="T33" fmla="*/ 969 h 1113"/>
                <a:gd name="T34" fmla="*/ 1488 w 1488"/>
                <a:gd name="T35" fmla="*/ 1113 h 1113"/>
                <a:gd name="T36" fmla="*/ 1075 w 1488"/>
                <a:gd name="T37" fmla="*/ 864 h 1113"/>
                <a:gd name="T38" fmla="*/ 1008 w 1488"/>
                <a:gd name="T39" fmla="*/ 758 h 1113"/>
                <a:gd name="T40" fmla="*/ 921 w 1488"/>
                <a:gd name="T41" fmla="*/ 643 h 1113"/>
                <a:gd name="T42" fmla="*/ 835 w 1488"/>
                <a:gd name="T43" fmla="*/ 557 h 1113"/>
                <a:gd name="T44" fmla="*/ 758 w 1488"/>
                <a:gd name="T45" fmla="*/ 509 h 1113"/>
                <a:gd name="T46" fmla="*/ 681 w 1488"/>
                <a:gd name="T47" fmla="*/ 470 h 1113"/>
                <a:gd name="T48" fmla="*/ 595 w 1488"/>
                <a:gd name="T49" fmla="*/ 441 h 1113"/>
                <a:gd name="T50" fmla="*/ 518 w 1488"/>
                <a:gd name="T51" fmla="*/ 432 h 1113"/>
                <a:gd name="T52" fmla="*/ 412 w 1488"/>
                <a:gd name="T53" fmla="*/ 461 h 1113"/>
                <a:gd name="T54" fmla="*/ 0 w 1488"/>
                <a:gd name="T55" fmla="*/ 240 h 1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488" h="1113">
                  <a:moveTo>
                    <a:pt x="0" y="240"/>
                  </a:moveTo>
                  <a:lnTo>
                    <a:pt x="28" y="144"/>
                  </a:lnTo>
                  <a:lnTo>
                    <a:pt x="86" y="77"/>
                  </a:lnTo>
                  <a:lnTo>
                    <a:pt x="153" y="48"/>
                  </a:lnTo>
                  <a:lnTo>
                    <a:pt x="230" y="19"/>
                  </a:lnTo>
                  <a:lnTo>
                    <a:pt x="336" y="0"/>
                  </a:lnTo>
                  <a:lnTo>
                    <a:pt x="518" y="19"/>
                  </a:lnTo>
                  <a:lnTo>
                    <a:pt x="604" y="38"/>
                  </a:lnTo>
                  <a:lnTo>
                    <a:pt x="710" y="86"/>
                  </a:lnTo>
                  <a:lnTo>
                    <a:pt x="796" y="134"/>
                  </a:lnTo>
                  <a:lnTo>
                    <a:pt x="912" y="201"/>
                  </a:lnTo>
                  <a:lnTo>
                    <a:pt x="1008" y="288"/>
                  </a:lnTo>
                  <a:lnTo>
                    <a:pt x="1104" y="384"/>
                  </a:lnTo>
                  <a:lnTo>
                    <a:pt x="1209" y="518"/>
                  </a:lnTo>
                  <a:lnTo>
                    <a:pt x="1315" y="672"/>
                  </a:lnTo>
                  <a:lnTo>
                    <a:pt x="1392" y="835"/>
                  </a:lnTo>
                  <a:lnTo>
                    <a:pt x="1440" y="969"/>
                  </a:lnTo>
                  <a:lnTo>
                    <a:pt x="1488" y="1113"/>
                  </a:lnTo>
                  <a:lnTo>
                    <a:pt x="1075" y="864"/>
                  </a:lnTo>
                  <a:lnTo>
                    <a:pt x="1008" y="758"/>
                  </a:lnTo>
                  <a:lnTo>
                    <a:pt x="921" y="643"/>
                  </a:lnTo>
                  <a:lnTo>
                    <a:pt x="835" y="557"/>
                  </a:lnTo>
                  <a:lnTo>
                    <a:pt x="758" y="509"/>
                  </a:lnTo>
                  <a:lnTo>
                    <a:pt x="681" y="470"/>
                  </a:lnTo>
                  <a:lnTo>
                    <a:pt x="595" y="441"/>
                  </a:lnTo>
                  <a:lnTo>
                    <a:pt x="518" y="432"/>
                  </a:lnTo>
                  <a:lnTo>
                    <a:pt x="412" y="461"/>
                  </a:lnTo>
                  <a:lnTo>
                    <a:pt x="0" y="240"/>
                  </a:lnTo>
                  <a:close/>
                </a:path>
              </a:pathLst>
            </a:custGeom>
            <a:gradFill rotWithShape="0">
              <a:gsLst>
                <a:gs pos="0">
                  <a:srgbClr val="FF0066">
                    <a:gamma/>
                    <a:shade val="58824"/>
                    <a:invGamma/>
                  </a:srgbClr>
                </a:gs>
                <a:gs pos="100000">
                  <a:srgbClr val="FF0066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0" name="Group 57">
            <a:extLst>
              <a:ext uri="{FF2B5EF4-FFF2-40B4-BE49-F238E27FC236}">
                <a16:creationId xmlns:a16="http://schemas.microsoft.com/office/drawing/2014/main" id="{22D0C995-7F36-A9E8-E3FC-F1942E7D2B9C}"/>
              </a:ext>
            </a:extLst>
          </p:cNvPr>
          <p:cNvGrpSpPr>
            <a:grpSpLocks/>
          </p:cNvGrpSpPr>
          <p:nvPr/>
        </p:nvGrpSpPr>
        <p:grpSpPr bwMode="auto">
          <a:xfrm>
            <a:off x="3458864" y="1056029"/>
            <a:ext cx="3054026" cy="2477372"/>
            <a:chOff x="652" y="195"/>
            <a:chExt cx="2376" cy="1811"/>
          </a:xfrm>
        </p:grpSpPr>
        <p:sp>
          <p:nvSpPr>
            <p:cNvPr id="61" name="Freeform 58">
              <a:extLst>
                <a:ext uri="{FF2B5EF4-FFF2-40B4-BE49-F238E27FC236}">
                  <a16:creationId xmlns:a16="http://schemas.microsoft.com/office/drawing/2014/main" id="{4D2F5161-EA2C-4D0E-8BAA-985EFD1B35A1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016" y="933"/>
              <a:ext cx="239" cy="1"/>
            </a:xfrm>
            <a:custGeom>
              <a:avLst/>
              <a:gdLst>
                <a:gd name="T0" fmla="*/ 441 w 441"/>
                <a:gd name="T1" fmla="*/ 0 h 1"/>
                <a:gd name="T2" fmla="*/ 0 w 441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1" h="1">
                  <a:moveTo>
                    <a:pt x="441" y="0"/>
                  </a:moveTo>
                  <a:lnTo>
                    <a:pt x="0" y="1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2" name="Oval 59">
              <a:extLst>
                <a:ext uri="{FF2B5EF4-FFF2-40B4-BE49-F238E27FC236}">
                  <a16:creationId xmlns:a16="http://schemas.microsoft.com/office/drawing/2014/main" id="{BEDC5004-9F32-C592-8E42-C5049CD0F31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162" y="251"/>
              <a:ext cx="782" cy="82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3" name="Freeform 60">
              <a:extLst>
                <a:ext uri="{FF2B5EF4-FFF2-40B4-BE49-F238E27FC236}">
                  <a16:creationId xmlns:a16="http://schemas.microsoft.com/office/drawing/2014/main" id="{CFFA59BD-5968-EDF2-7C60-D053FC2D0C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272"/>
              <a:ext cx="1" cy="785"/>
            </a:xfrm>
            <a:custGeom>
              <a:avLst/>
              <a:gdLst>
                <a:gd name="T0" fmla="*/ 2 w 2"/>
                <a:gd name="T1" fmla="*/ 1439 h 1439"/>
                <a:gd name="T2" fmla="*/ 0 w 2"/>
                <a:gd name="T3" fmla="*/ 0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1439">
                  <a:moveTo>
                    <a:pt x="2" y="1439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4" name="Line 61">
              <a:extLst>
                <a:ext uri="{FF2B5EF4-FFF2-40B4-BE49-F238E27FC236}">
                  <a16:creationId xmlns:a16="http://schemas.microsoft.com/office/drawing/2014/main" id="{738BCB53-ABB4-969F-2800-608342200AD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12" y="-11"/>
              <a:ext cx="0" cy="565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" name="Line 62">
              <a:extLst>
                <a:ext uri="{FF2B5EF4-FFF2-40B4-BE49-F238E27FC236}">
                  <a16:creationId xmlns:a16="http://schemas.microsoft.com/office/drawing/2014/main" id="{ABD77382-1C56-8FE7-4054-2DB8315E9BC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929" y="614"/>
              <a:ext cx="0" cy="41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6" name="Line 63">
              <a:extLst>
                <a:ext uri="{FF2B5EF4-FFF2-40B4-BE49-F238E27FC236}">
                  <a16:creationId xmlns:a16="http://schemas.microsoft.com/office/drawing/2014/main" id="{27FAC12C-8E9A-1742-ABA2-D82342CF11C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15" y="774"/>
              <a:ext cx="0" cy="55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7" name="Line 64">
              <a:extLst>
                <a:ext uri="{FF2B5EF4-FFF2-40B4-BE49-F238E27FC236}">
                  <a16:creationId xmlns:a16="http://schemas.microsoft.com/office/drawing/2014/main" id="{17B9A71F-EA5C-D7CF-E526-0AF0F7D95CA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564" y="666"/>
              <a:ext cx="31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8" name="Line 65">
              <a:extLst>
                <a:ext uri="{FF2B5EF4-FFF2-40B4-BE49-F238E27FC236}">
                  <a16:creationId xmlns:a16="http://schemas.microsoft.com/office/drawing/2014/main" id="{3C42C28C-745C-3A88-E959-23F9C1BAA57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160" y="157"/>
              <a:ext cx="0" cy="101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9" name="Line 66">
              <a:extLst>
                <a:ext uri="{FF2B5EF4-FFF2-40B4-BE49-F238E27FC236}">
                  <a16:creationId xmlns:a16="http://schemas.microsoft.com/office/drawing/2014/main" id="{5CDBFE22-66C6-B74D-54EB-66122B2182B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420" y="641"/>
              <a:ext cx="0" cy="5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0" name="Line 67">
              <a:extLst>
                <a:ext uri="{FF2B5EF4-FFF2-40B4-BE49-F238E27FC236}">
                  <a16:creationId xmlns:a16="http://schemas.microsoft.com/office/drawing/2014/main" id="{DC5594E3-A336-B812-FF05-6CFA027C80D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412" y="124"/>
              <a:ext cx="0" cy="5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1" name="Oval 68">
              <a:extLst>
                <a:ext uri="{FF2B5EF4-FFF2-40B4-BE49-F238E27FC236}">
                  <a16:creationId xmlns:a16="http://schemas.microsoft.com/office/drawing/2014/main" id="{844D65A7-8902-7102-8B44-C640EA7611A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295" y="397"/>
              <a:ext cx="522" cy="52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2" name="Line 69">
              <a:extLst>
                <a:ext uri="{FF2B5EF4-FFF2-40B4-BE49-F238E27FC236}">
                  <a16:creationId xmlns:a16="http://schemas.microsoft.com/office/drawing/2014/main" id="{09ACB701-CAEA-C26E-CBC4-9A82CAD6879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096" y="651"/>
              <a:ext cx="91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3" name="Line 70">
              <a:extLst>
                <a:ext uri="{FF2B5EF4-FFF2-40B4-BE49-F238E27FC236}">
                  <a16:creationId xmlns:a16="http://schemas.microsoft.com/office/drawing/2014/main" id="{10593070-D512-500D-E5A1-66B572CEF62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544" y="181"/>
              <a:ext cx="0" cy="96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4" name="Line 71">
              <a:extLst>
                <a:ext uri="{FF2B5EF4-FFF2-40B4-BE49-F238E27FC236}">
                  <a16:creationId xmlns:a16="http://schemas.microsoft.com/office/drawing/2014/main" id="{7CFCE297-BC87-5C1D-0DC4-CA25AA6D4E1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260" y="728"/>
              <a:ext cx="3" cy="16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5" name="Line 72">
              <a:extLst>
                <a:ext uri="{FF2B5EF4-FFF2-40B4-BE49-F238E27FC236}">
                  <a16:creationId xmlns:a16="http://schemas.microsoft.com/office/drawing/2014/main" id="{094CFF65-09CE-8CCF-84C3-6A8A5FA669B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844" y="735"/>
              <a:ext cx="0" cy="15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6" name="Freeform 73">
              <a:extLst>
                <a:ext uri="{FF2B5EF4-FFF2-40B4-BE49-F238E27FC236}">
                  <a16:creationId xmlns:a16="http://schemas.microsoft.com/office/drawing/2014/main" id="{A65D611F-DD3B-5620-1709-46C7E97E5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" y="272"/>
              <a:ext cx="1" cy="239"/>
            </a:xfrm>
            <a:custGeom>
              <a:avLst/>
              <a:gdLst>
                <a:gd name="T0" fmla="*/ 2 w 2"/>
                <a:gd name="T1" fmla="*/ 0 h 438"/>
                <a:gd name="T2" fmla="*/ 0 w 2"/>
                <a:gd name="T3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438">
                  <a:moveTo>
                    <a:pt x="2" y="0"/>
                  </a:moveTo>
                  <a:lnTo>
                    <a:pt x="0" y="438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7" name="Line 74">
              <a:extLst>
                <a:ext uri="{FF2B5EF4-FFF2-40B4-BE49-F238E27FC236}">
                  <a16:creationId xmlns:a16="http://schemas.microsoft.com/office/drawing/2014/main" id="{25BE4A1C-ED54-879A-86B6-C2B8C329C68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933" y="303"/>
              <a:ext cx="0" cy="41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8" name="Line 75">
              <a:extLst>
                <a:ext uri="{FF2B5EF4-FFF2-40B4-BE49-F238E27FC236}">
                  <a16:creationId xmlns:a16="http://schemas.microsoft.com/office/drawing/2014/main" id="{07922A32-1826-4410-625B-56015BD36D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3" y="503"/>
              <a:ext cx="163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9" name="Line 76">
              <a:extLst>
                <a:ext uri="{FF2B5EF4-FFF2-40B4-BE49-F238E27FC236}">
                  <a16:creationId xmlns:a16="http://schemas.microsoft.com/office/drawing/2014/main" id="{345744E0-0D41-D6BB-03D2-7ED0F55F65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75" y="509"/>
              <a:ext cx="17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0" name="Line 77">
              <a:extLst>
                <a:ext uri="{FF2B5EF4-FFF2-40B4-BE49-F238E27FC236}">
                  <a16:creationId xmlns:a16="http://schemas.microsoft.com/office/drawing/2014/main" id="{7D96BAD2-1667-4766-F847-CB25A7B8834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621" y="1905"/>
              <a:ext cx="20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1" name="Line 78">
              <a:extLst>
                <a:ext uri="{FF2B5EF4-FFF2-40B4-BE49-F238E27FC236}">
                  <a16:creationId xmlns:a16="http://schemas.microsoft.com/office/drawing/2014/main" id="{F2AA0859-1751-34A9-9148-04627DF8CEE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301" y="1615"/>
              <a:ext cx="783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2" name="Line 79">
              <a:extLst>
                <a:ext uri="{FF2B5EF4-FFF2-40B4-BE49-F238E27FC236}">
                  <a16:creationId xmlns:a16="http://schemas.microsoft.com/office/drawing/2014/main" id="{01C79226-DFD3-922D-70DA-EFEDD5D0872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208" y="1520"/>
              <a:ext cx="0" cy="971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3" name="Line 80">
              <a:extLst>
                <a:ext uri="{FF2B5EF4-FFF2-40B4-BE49-F238E27FC236}">
                  <a16:creationId xmlns:a16="http://schemas.microsoft.com/office/drawing/2014/main" id="{ACC0D3B1-F95D-4C54-5931-5E357AD181F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208" y="737"/>
              <a:ext cx="0" cy="97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4" name="Line 81">
              <a:extLst>
                <a:ext uri="{FF2B5EF4-FFF2-40B4-BE49-F238E27FC236}">
                  <a16:creationId xmlns:a16="http://schemas.microsoft.com/office/drawing/2014/main" id="{598CC74F-82B9-ADF9-0527-1F10DC52597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219" y="1052"/>
              <a:ext cx="0" cy="113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5" name="Line 82">
              <a:extLst>
                <a:ext uri="{FF2B5EF4-FFF2-40B4-BE49-F238E27FC236}">
                  <a16:creationId xmlns:a16="http://schemas.microsoft.com/office/drawing/2014/main" id="{9220FA67-B5F4-5B65-2520-329504A1E3D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796" y="1621"/>
              <a:ext cx="6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6" name="Line 83">
              <a:extLst>
                <a:ext uri="{FF2B5EF4-FFF2-40B4-BE49-F238E27FC236}">
                  <a16:creationId xmlns:a16="http://schemas.microsoft.com/office/drawing/2014/main" id="{50B59198-8917-F690-837A-812DE5C4490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929" y="1748"/>
              <a:ext cx="0" cy="4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7" name="Line 84">
              <a:extLst>
                <a:ext uri="{FF2B5EF4-FFF2-40B4-BE49-F238E27FC236}">
                  <a16:creationId xmlns:a16="http://schemas.microsoft.com/office/drawing/2014/main" id="{95C8B0D8-9848-E895-9818-385B0086D38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929" y="1077"/>
              <a:ext cx="0" cy="4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8" name="Line 85">
              <a:extLst>
                <a:ext uri="{FF2B5EF4-FFF2-40B4-BE49-F238E27FC236}">
                  <a16:creationId xmlns:a16="http://schemas.microsoft.com/office/drawing/2014/main" id="{3D5CFD18-AEE0-1FAE-5F91-9C58081B699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929" y="1599"/>
              <a:ext cx="0" cy="4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9" name="Line 86">
              <a:extLst>
                <a:ext uri="{FF2B5EF4-FFF2-40B4-BE49-F238E27FC236}">
                  <a16:creationId xmlns:a16="http://schemas.microsoft.com/office/drawing/2014/main" id="{88E9AA43-FB3E-79FB-BADF-342B036F946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929" y="1230"/>
              <a:ext cx="0" cy="4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0" name="Line 87">
              <a:extLst>
                <a:ext uri="{FF2B5EF4-FFF2-40B4-BE49-F238E27FC236}">
                  <a16:creationId xmlns:a16="http://schemas.microsoft.com/office/drawing/2014/main" id="{3BF8529D-4281-63D7-0806-E3391C1795D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212" y="876"/>
              <a:ext cx="0" cy="96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1" name="Line 88">
              <a:extLst>
                <a:ext uri="{FF2B5EF4-FFF2-40B4-BE49-F238E27FC236}">
                  <a16:creationId xmlns:a16="http://schemas.microsoft.com/office/drawing/2014/main" id="{4D4DB8CF-C5BD-F8C9-C746-D72E6ECFADC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206" y="1403"/>
              <a:ext cx="0" cy="9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2" name="Line 89">
              <a:extLst>
                <a:ext uri="{FF2B5EF4-FFF2-40B4-BE49-F238E27FC236}">
                  <a16:creationId xmlns:a16="http://schemas.microsoft.com/office/drawing/2014/main" id="{1D8B17FF-6DCC-08F4-71EF-2639F8676E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2" y="1217"/>
              <a:ext cx="0" cy="21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93" name="Text Box 90">
            <a:extLst>
              <a:ext uri="{FF2B5EF4-FFF2-40B4-BE49-F238E27FC236}">
                <a16:creationId xmlns:a16="http://schemas.microsoft.com/office/drawing/2014/main" id="{2ECF8154-6147-D6D8-AD72-0CFC4B241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941" y="1117945"/>
            <a:ext cx="1980029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</a:rPr>
              <a:t>分析、比较</a:t>
            </a:r>
          </a:p>
        </p:txBody>
      </p:sp>
      <p:sp>
        <p:nvSpPr>
          <p:cNvPr id="94" name="AutoShape 91">
            <a:extLst>
              <a:ext uri="{FF2B5EF4-FFF2-40B4-BE49-F238E27FC236}">
                <a16:creationId xmlns:a16="http://schemas.microsoft.com/office/drawing/2014/main" id="{6F4AC9E6-59C2-A3A1-828E-3EB2EC88CD60}"/>
              </a:ext>
            </a:extLst>
          </p:cNvPr>
          <p:cNvSpPr>
            <a:spLocks noChangeArrowheads="1"/>
          </p:cNvSpPr>
          <p:nvPr/>
        </p:nvSpPr>
        <p:spPr bwMode="auto">
          <a:xfrm rot="19072094" flipH="1">
            <a:off x="3007558" y="3689254"/>
            <a:ext cx="565150" cy="109538"/>
          </a:xfrm>
          <a:prstGeom prst="leftArrow">
            <a:avLst>
              <a:gd name="adj1" fmla="val 50000"/>
              <a:gd name="adj2" fmla="val 128985"/>
            </a:avLst>
          </a:prstGeom>
          <a:solidFill>
            <a:srgbClr val="FF3300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5" name="AutoShape 92">
            <a:extLst>
              <a:ext uri="{FF2B5EF4-FFF2-40B4-BE49-F238E27FC236}">
                <a16:creationId xmlns:a16="http://schemas.microsoft.com/office/drawing/2014/main" id="{2DDE34EF-2BBE-9C46-4647-CA271ED6D6A6}"/>
              </a:ext>
            </a:extLst>
          </p:cNvPr>
          <p:cNvSpPr>
            <a:spLocks noChangeArrowheads="1"/>
          </p:cNvSpPr>
          <p:nvPr/>
        </p:nvSpPr>
        <p:spPr bwMode="auto">
          <a:xfrm rot="19072094" flipH="1">
            <a:off x="3116947" y="6381772"/>
            <a:ext cx="565150" cy="109538"/>
          </a:xfrm>
          <a:prstGeom prst="leftArrow">
            <a:avLst>
              <a:gd name="adj1" fmla="val 50000"/>
              <a:gd name="adj2" fmla="val 128985"/>
            </a:avLst>
          </a:prstGeom>
          <a:solidFill>
            <a:srgbClr val="FF3300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74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1"/>
  <p:tag name="KSO_WM_TEMPLATE_COLOR_TYPE" val="0"/>
  <p:tag name="KSO_WM_TAG_VERSION" val="1.0"/>
  <p:tag name="KSO_WM_BEAUTIFY_FLAG" val="#wm#"/>
  <p:tag name="KSO_WM_TEMPLATE_CATEGORY" val="custom"/>
  <p:tag name="KSO_WM_TEMPLATE_INDEX" val="20230820"/>
  <p:tag name="KSO_WM_SPECIAL_SOURCE" val="bdnull"/>
  <p:tag name="KSO_WM_TEMPLATE_THUMBS_INDEX" val="1、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1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CONTENT_GROUP_TYPE" val="contentchip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1.0"/>
  <p:tag name="KSO_WM_BEAUTIFY_FLAG" val="#wm#"/>
  <p:tag name="KSO_WM_UNIT_CONTENT_GROUP_TYPE" val="contentch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1.0"/>
  <p:tag name="KSO_WM_BEAUTIFY_FLAG" val="#wm#"/>
  <p:tag name="KSO_WM_UNIT_CONTENT_GROUP_TYPE" val="contentch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PLACING_PICTURE_USER_VIEWPORT" val="{&quot;height&quot;:10411,&quot;width&quot;:12984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1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2"/>
  <p:tag name="KSO_WM_UNIT_ID" val="_3*i*2"/>
  <p:tag name="KSO_WM_UNIT_LAYERLEVEL" val="1"/>
  <p:tag name="KSO_WM_TAG_VERSION" val="1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3*e*1"/>
  <p:tag name="KSO_WM_UNIT_LAYERLEVEL" val="1"/>
  <p:tag name="KSO_WM_TAG_VERSION" val="1.0"/>
  <p:tag name="KSO_WM_BEAUTIFY_FLAG" val="#wm#"/>
  <p:tag name="KSO_WM_UNIT_CONTENT_GROUP_TYPE" val="contentchip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  <p:tag name="KSO_WM_UNIT_CONTENT_GROUP_TYPE" val="contentchip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1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4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4*f*2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1.0"/>
  <p:tag name="KSO_WM_BEAUTIFY_FLAG" val="#wm#"/>
  <p:tag name="KSO_WM_UNIT_CONTENT_GROUP_TYPE" val="titlesty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1.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2"/>
  <p:tag name="KSO_WM_UNIT_ID" val="_5*a*2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3"/>
  <p:tag name="KSO_WM_UNIT_ID" val="_5*a*3"/>
  <p:tag name="KSO_WM_UNIT_LAYERLEVEL" val="1"/>
  <p:tag name="KSO_WM_TAG_VERSION" val="1.0"/>
  <p:tag name="KSO_WM_BEAUTIFY_FLAG" val="#wm#"/>
  <p:tag name="KSO_WM_UNIT_CONTENT_GROUP_TYPE" val="titlesty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1.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0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1.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ANK YOU 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1.0"/>
  <p:tag name="KSO_WM_BEAUTIFY_FLAG" val="#wm#"/>
  <p:tag name="KSO_WM_UNIT_CONTENT_GROUP_TYPE" val="contentchip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CONTENT_GROUP_TYPE" val="contentchip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SLIDE_BACKGROUND_TYPE" val="genera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2*a*1"/>
  <p:tag name="KSO_WM_UNIT_LAYERLEVEL" val="1"/>
  <p:tag name="KSO_WM_TAG_VERSION" val="1.0"/>
  <p:tag name="KSO_WM_BEAUTIFY_FLAG" val="#wm#"/>
  <p:tag name="KSO_WM_UNIT_CONTENT_GROUP_TYPE" val="titlestyle"/>
  <p:tag name="KSO_WM_SLIDE_BACKGROUND_TYPE" val="genera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820_1"/>
  <p:tag name="KSO_WM_TEMPLATE_SUBCATEGORY" val="0"/>
  <p:tag name="KSO_WM_TEMPLATE_MASTER_TYPE" val="1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30820"/>
  <p:tag name="KSO_WM_SLIDE_TYPE" val="title"/>
  <p:tag name="KSO_WM_SLIDE_SUBTYPE" val="pureTxt"/>
  <p:tag name="KSO_WM_SLIDE_LAYOUT" val="a_b_f"/>
  <p:tag name="KSO_WM_SLIDE_LAYOUT_CNT" val="1_1_1"/>
  <p:tag name="KSO_WM_SPECIAL_SOURCE" val="bdnull"/>
  <p:tag name="KSO_WM_TEMPLATE_THUMBS_INDEX" val="1、9"/>
  <p:tag name="KSO_WM_SLIDE_CONTENT_AREA" val="{&quot;left&quot;:&quot;50.8&quot;,&quot;top&quot;:&quot;87.4&quot;,&quot;width&quot;:&quot;541.3&quot;,&quot;height&quot;:&quot;310.5&quot;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820_1*a*1"/>
  <p:tag name="KSO_WM_TEMPLATE_CATEGORY" val="custom"/>
  <p:tag name="KSO_WM_TEMPLATE_INDEX" val="20230820"/>
  <p:tag name="KSO_WM_UNIT_LAYERLEVEL" val="1"/>
  <p:tag name="KSO_WM_TAG_VERSION" val="1.0"/>
  <p:tag name="KSO_WM_BEAUTIFY_FLAG" val="#wm#"/>
  <p:tag name="KSO_WM_UNIT_CONTENT_GROUP_TYPE" val="contentchip"/>
  <p:tag name="KSO_WM_UNIT_TEXT_FILL_FORE_SCHEMECOLOR_INDEX_BRIGHTNESS" val="0.25"/>
  <p:tag name="KSO_WM_UNIT_TEXT_FILL_FORE_SCHEMECOLOR_INDEX" val="13"/>
  <p:tag name="KSO_WM_UNIT_TEXT_FILL_TYPE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820_1*b*1"/>
  <p:tag name="KSO_WM_TEMPLATE_CATEGORY" val="custom"/>
  <p:tag name="KSO_WM_TEMPLATE_INDEX" val="20230820"/>
  <p:tag name="KSO_WM_UNIT_LAYERLEVEL" val="1"/>
  <p:tag name="KSO_WM_TAG_VERSION" val="1.0"/>
  <p:tag name="KSO_WM_BEAUTIFY_FLAG" val="#wm#"/>
  <p:tag name="KSO_WM_UNIT_CONTENT_GROUP_TYPE" val="contentchip"/>
  <p:tag name="KSO_WM_UNIT_TEXT_FILL_FORE_SCHEMECOLOR_INDEX_1_BRIGHTNESS" val="0"/>
  <p:tag name="KSO_WM_UNIT_TEXT_FILL_FORE_SCHEMECOLOR_INDEX_1" val="5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41"/>
  <p:tag name="KSO_WM_UNIT_TEXT_FILL_GRADIENT_DIRECTION" val="-2"/>
  <p:tag name="KSO_WM_UNIT_TEXT_FILL_TYPE" val="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awing.potx" id="{77E09630-93FA-4073-96B7-E4A1C97AE4E9}" vid="{2BCD55EF-A901-4B71-8B57-2954839B2DF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Drawing</Template>
  <TotalTime>77</TotalTime>
  <Words>1949</Words>
  <Application>Microsoft Macintosh PowerPoint</Application>
  <PresentationFormat>Widescreen</PresentationFormat>
  <Paragraphs>409</Paragraphs>
  <Slides>36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8" baseType="lpstr">
      <vt:lpstr>Dutch801 Rm BT</vt:lpstr>
      <vt:lpstr>Microsoft YaHei</vt:lpstr>
      <vt:lpstr>Plotter</vt:lpstr>
      <vt:lpstr>黑体</vt:lpstr>
      <vt:lpstr>黑体</vt:lpstr>
      <vt:lpstr>Arial</vt:lpstr>
      <vt:lpstr>Calibri</vt:lpstr>
      <vt:lpstr>Calisto MT</vt:lpstr>
      <vt:lpstr>Times New Roman</vt:lpstr>
      <vt:lpstr>Wingdings</vt:lpstr>
      <vt:lpstr>Office Theme</vt:lpstr>
      <vt:lpstr>Image</vt:lpstr>
      <vt:lpstr>工程制图 第12讲</vt:lpstr>
      <vt:lpstr>教学参考书</vt:lpstr>
      <vt:lpstr>作业#7</vt:lpstr>
      <vt:lpstr>教材电子版</vt:lpstr>
      <vt:lpstr>PowerPoint Presentation</vt:lpstr>
      <vt:lpstr>毛坯切割法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4.2 回转体的截切(P120)</vt:lpstr>
      <vt:lpstr>4.2.1 平面与回转体相交的截交线投影及其作图方法</vt:lpstr>
      <vt:lpstr>1. 曲面立体截交线的性质</vt:lpstr>
      <vt:lpstr>2. 截交线的类型及形状</vt:lpstr>
      <vt:lpstr>3. 求作截交线的方法 </vt:lpstr>
      <vt:lpstr>回转体截交线的辅助线法</vt:lpstr>
      <vt:lpstr>4. 作图步骤</vt:lpstr>
      <vt:lpstr>4.2.2 平面与圆柱相交（P121）</vt:lpstr>
      <vt:lpstr>4.2.2 平面与圆柱相交</vt:lpstr>
      <vt:lpstr>4.2.2 平面与圆柱相交（P91）</vt:lpstr>
      <vt:lpstr>4.2.2 平面与圆柱相交</vt:lpstr>
      <vt:lpstr>4.2.2 平面与圆柱相交</vt:lpstr>
      <vt:lpstr>截平面垂直于圆柱轴线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4.2.2 平面与圆柱相交</vt:lpstr>
      <vt:lpstr>4.2.2 平面与圆柱相交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视觉与视图</dc:title>
  <dc:creator>Jun Chen</dc:creator>
  <cp:lastModifiedBy>陈军_工学院</cp:lastModifiedBy>
  <cp:revision>2</cp:revision>
  <dcterms:created xsi:type="dcterms:W3CDTF">2016-02-16T14:15:02Z</dcterms:created>
  <dcterms:modified xsi:type="dcterms:W3CDTF">2025-11-06T01:03:12Z</dcterms:modified>
</cp:coreProperties>
</file>