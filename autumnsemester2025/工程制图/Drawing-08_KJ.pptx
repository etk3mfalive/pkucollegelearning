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Lst>
  <p:notesMasterIdLst>
    <p:notesMasterId r:id="rId32"/>
  </p:notesMasterIdLst>
  <p:handoutMasterIdLst>
    <p:handoutMasterId r:id="rId33"/>
  </p:handoutMasterIdLst>
  <p:sldIdLst>
    <p:sldId id="262" r:id="rId2"/>
    <p:sldId id="819" r:id="rId3"/>
    <p:sldId id="880" r:id="rId4"/>
    <p:sldId id="954" r:id="rId5"/>
    <p:sldId id="1084" r:id="rId6"/>
    <p:sldId id="756" r:id="rId7"/>
    <p:sldId id="932" r:id="rId8"/>
    <p:sldId id="933" r:id="rId9"/>
    <p:sldId id="934" r:id="rId10"/>
    <p:sldId id="935" r:id="rId11"/>
    <p:sldId id="936" r:id="rId12"/>
    <p:sldId id="937" r:id="rId13"/>
    <p:sldId id="901" r:id="rId14"/>
    <p:sldId id="815" r:id="rId15"/>
    <p:sldId id="896" r:id="rId16"/>
    <p:sldId id="897" r:id="rId17"/>
    <p:sldId id="902" r:id="rId18"/>
    <p:sldId id="898" r:id="rId19"/>
    <p:sldId id="899" r:id="rId20"/>
    <p:sldId id="940" r:id="rId21"/>
    <p:sldId id="827" r:id="rId22"/>
    <p:sldId id="883" r:id="rId23"/>
    <p:sldId id="946" r:id="rId24"/>
    <p:sldId id="803" r:id="rId25"/>
    <p:sldId id="805" r:id="rId26"/>
    <p:sldId id="947" r:id="rId27"/>
    <p:sldId id="949" r:id="rId28"/>
    <p:sldId id="1118" r:id="rId29"/>
    <p:sldId id="1119" r:id="rId30"/>
    <p:sldId id="958"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陈军" initials="陈军" lastIdx="1" clrIdx="0">
    <p:extLst>
      <p:ext uri="{19B8F6BF-5375-455C-9EA6-DF929625EA0E}">
        <p15:presenceInfo xmlns:p15="http://schemas.microsoft.com/office/powerpoint/2012/main" userId="S-1-5-21-3571948258-4195890842-3876710089-10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67" autoAdjust="0"/>
    <p:restoredTop sz="93906" autoAdjust="0"/>
  </p:normalViewPr>
  <p:slideViewPr>
    <p:cSldViewPr snapToGrid="0">
      <p:cViewPr varScale="1">
        <p:scale>
          <a:sx n="118" d="100"/>
          <a:sy n="118" d="100"/>
        </p:scale>
        <p:origin x="1296" y="192"/>
      </p:cViewPr>
      <p:guideLst/>
    </p:cSldViewPr>
  </p:slideViewPr>
  <p:outlineViewPr>
    <p:cViewPr>
      <p:scale>
        <a:sx n="33" d="100"/>
        <a:sy n="33" d="100"/>
      </p:scale>
      <p:origin x="0" y="-972"/>
    </p:cViewPr>
  </p:outlineViewPr>
  <p:notesTextViewPr>
    <p:cViewPr>
      <p:scale>
        <a:sx n="3" d="2"/>
        <a:sy n="3" d="2"/>
      </p:scale>
      <p:origin x="0" y="0"/>
    </p:cViewPr>
  </p:notesTextViewPr>
  <p:sorterViewPr>
    <p:cViewPr varScale="1">
      <p:scale>
        <a:sx n="1" d="1"/>
        <a:sy n="1" d="1"/>
      </p:scale>
      <p:origin x="0" y="-16500"/>
    </p:cViewPr>
  </p:sorterViewPr>
  <p:notesViewPr>
    <p:cSldViewPr snapToGrid="0">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4A2A212-11AD-934F-81F1-B483125DF66D}" type="datetimeFigureOut">
              <a:rPr lang="en-US" smtClean="0"/>
              <a:t>10/14/25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250E1F-3977-4747-911E-733EB8B7BBFF}" type="slidenum">
              <a:rPr lang="en-US" smtClean="0"/>
              <a:t>‹#›</a:t>
            </a:fld>
            <a:endParaRPr lang="en-US"/>
          </a:p>
        </p:txBody>
      </p:sp>
    </p:spTree>
    <p:extLst>
      <p:ext uri="{BB962C8B-B14F-4D97-AF65-F5344CB8AC3E}">
        <p14:creationId xmlns:p14="http://schemas.microsoft.com/office/powerpoint/2010/main" val="3422591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2E6B5E-27DF-4747-96E9-E7A46D46608C}" type="datetimeFigureOut">
              <a:rPr lang="en-US" smtClean="0"/>
              <a:t>10/14/25</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12D0D5-ACED-4B29-ADCC-EF2B5D1FEF58}" type="slidenum">
              <a:rPr lang="en-US" smtClean="0"/>
              <a:t>‹#›</a:t>
            </a:fld>
            <a:endParaRPr lang="en-US"/>
          </a:p>
        </p:txBody>
      </p:sp>
    </p:spTree>
    <p:extLst>
      <p:ext uri="{BB962C8B-B14F-4D97-AF65-F5344CB8AC3E}">
        <p14:creationId xmlns:p14="http://schemas.microsoft.com/office/powerpoint/2010/main" val="41334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jpeg"/></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9" Type="http://schemas.openxmlformats.org/officeDocument/2006/relationships/image" Target="../media/image3.jpeg"/></Relationships>
</file>

<file path=ppt/slideLayouts/_rels/slideLayout17.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9" Type="http://schemas.openxmlformats.org/officeDocument/2006/relationships/image" Target="../media/image4.jpe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4.jpeg"/><Relationship Id="rId5" Type="http://schemas.openxmlformats.org/officeDocument/2006/relationships/tags" Target="../tags/tag27.xml"/><Relationship Id="rId10" Type="http://schemas.openxmlformats.org/officeDocument/2006/relationships/slideMaster" Target="../slideMasters/slideMaster1.xml"/><Relationship Id="rId4" Type="http://schemas.openxmlformats.org/officeDocument/2006/relationships/tags" Target="../tags/tag26.xml"/><Relationship Id="rId9" Type="http://schemas.openxmlformats.org/officeDocument/2006/relationships/tags" Target="../tags/tag31.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4.jpeg"/><Relationship Id="rId5" Type="http://schemas.openxmlformats.org/officeDocument/2006/relationships/slideMaster" Target="../slideMasters/slideMaster1.xml"/><Relationship Id="rId4" Type="http://schemas.openxmlformats.org/officeDocument/2006/relationships/tags" Target="../tags/tag35.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slideMaster" Target="../slideMasters/slideMaster1.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4.jpe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slideMaster" Target="../slideMasters/slideMaster1.xml"/><Relationship Id="rId5" Type="http://schemas.openxmlformats.org/officeDocument/2006/relationships/tags" Target="../tags/tag46.xml"/><Relationship Id="rId4" Type="http://schemas.openxmlformats.org/officeDocument/2006/relationships/tags" Target="../tags/tag45.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tags" Target="../tags/tag49.xml"/><Relationship Id="rId7" Type="http://schemas.openxmlformats.org/officeDocument/2006/relationships/slideMaster" Target="../slideMasters/slideMaster1.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55.xml"/><Relationship Id="rId7" Type="http://schemas.openxmlformats.org/officeDocument/2006/relationships/image" Target="../media/image4.jpe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slideMaster" Target="../slideMasters/slideMaster1.xml"/><Relationship Id="rId5" Type="http://schemas.openxmlformats.org/officeDocument/2006/relationships/tags" Target="../tags/tag57.xml"/><Relationship Id="rId4" Type="http://schemas.openxmlformats.org/officeDocument/2006/relationships/tags" Target="../tags/tag56.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s>
</file>

<file path=ppt/slideLayouts/_rels/slideLayout2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66.xml"/><Relationship Id="rId7" Type="http://schemas.openxmlformats.org/officeDocument/2006/relationships/tags" Target="../tags/tag70.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s>
</file>

<file path=ppt/slideLayouts/_rels/slideLayout2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73.xml"/><Relationship Id="rId7" Type="http://schemas.openxmlformats.org/officeDocument/2006/relationships/tags" Target="../tags/tag77.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s>
</file>

<file path=ppt/slideLayouts/_rels/slideLayout27.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0.xml"/><Relationship Id="rId7" Type="http://schemas.openxmlformats.org/officeDocument/2006/relationships/tags" Target="../tags/tag84.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92.xml"/><Relationship Id="rId3" Type="http://schemas.openxmlformats.org/officeDocument/2006/relationships/tags" Target="../tags/tag87.xml"/><Relationship Id="rId7" Type="http://schemas.openxmlformats.org/officeDocument/2006/relationships/tags" Target="../tags/tag91.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5" Type="http://schemas.openxmlformats.org/officeDocument/2006/relationships/tags" Target="../tags/tag89.xml"/><Relationship Id="rId10" Type="http://schemas.openxmlformats.org/officeDocument/2006/relationships/slideMaster" Target="../slideMasters/slideMaster1.xml"/><Relationship Id="rId4" Type="http://schemas.openxmlformats.org/officeDocument/2006/relationships/tags" Target="../tags/tag88.xml"/><Relationship Id="rId9" Type="http://schemas.openxmlformats.org/officeDocument/2006/relationships/tags" Target="../tags/tag93.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96.xml"/><Relationship Id="rId7" Type="http://schemas.openxmlformats.org/officeDocument/2006/relationships/slideMaster" Target="../slideMasters/slideMaster1.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29AC3-F389-46AB-AFA0-5AC2110A72F0}"/>
              </a:ext>
            </a:extLst>
          </p:cNvPr>
          <p:cNvSpPr>
            <a:spLocks noGrp="1"/>
          </p:cNvSpPr>
          <p:nvPr>
            <p:ph type="ctrTitle"/>
          </p:nvPr>
        </p:nvSpPr>
        <p:spPr>
          <a:xfrm>
            <a:off x="1524000" y="1946276"/>
            <a:ext cx="9144000" cy="1655762"/>
          </a:xfrm>
        </p:spPr>
        <p:txBody>
          <a:bodyPr anchor="ctr">
            <a:normAutofit/>
          </a:bodyPr>
          <a:lstStyle>
            <a:lvl1pPr marL="0" algn="ctr" fontAlgn="ctr">
              <a:defRPr sz="4800"/>
            </a:lvl1pPr>
          </a:lstStyle>
          <a:p>
            <a:r>
              <a:rPr lang="en-US" altLang="zh-CN"/>
              <a:t>Click to edit Master title style</a:t>
            </a:r>
            <a:endParaRPr lang="zh-CN" altLang="en-US" dirty="0"/>
          </a:p>
        </p:txBody>
      </p:sp>
      <p:sp>
        <p:nvSpPr>
          <p:cNvPr id="3" name="Subtitle 2">
            <a:extLst>
              <a:ext uri="{FF2B5EF4-FFF2-40B4-BE49-F238E27FC236}">
                <a16:creationId xmlns:a16="http://schemas.microsoft.com/office/drawing/2014/main" id="{B95CE61F-886C-4880-A95B-20ED4D3530B3}"/>
              </a:ext>
            </a:extLst>
          </p:cNvPr>
          <p:cNvSpPr>
            <a:spLocks noGrp="1"/>
          </p:cNvSpPr>
          <p:nvPr>
            <p:ph type="subTitle" idx="1"/>
          </p:nvPr>
        </p:nvSpPr>
        <p:spPr>
          <a:xfrm>
            <a:off x="1524000" y="4444682"/>
            <a:ext cx="9144000" cy="123444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dirty="0"/>
          </a:p>
        </p:txBody>
      </p:sp>
      <p:sp>
        <p:nvSpPr>
          <p:cNvPr id="4" name="Date Placeholder 3">
            <a:extLst>
              <a:ext uri="{FF2B5EF4-FFF2-40B4-BE49-F238E27FC236}">
                <a16:creationId xmlns:a16="http://schemas.microsoft.com/office/drawing/2014/main" id="{13C449BB-9DCC-4ED5-AD39-804DFD9F2A00}"/>
              </a:ext>
            </a:extLst>
          </p:cNvPr>
          <p:cNvSpPr>
            <a:spLocks noGrp="1"/>
          </p:cNvSpPr>
          <p:nvPr>
            <p:ph type="dt" sz="half" idx="10"/>
          </p:nvPr>
        </p:nvSpPr>
        <p:spPr/>
        <p:txBody>
          <a:bodyPr/>
          <a:lstStyle/>
          <a:p>
            <a:fld id="{9053DFD4-AF70-B043-9D4E-05A2C86A21A5}" type="datetime1">
              <a:rPr lang="en-US" smtClean="0"/>
              <a:t>10/14/25</a:t>
            </a:fld>
            <a:endParaRPr lang="en-US"/>
          </a:p>
        </p:txBody>
      </p:sp>
      <p:sp>
        <p:nvSpPr>
          <p:cNvPr id="5" name="Footer Placeholder 4">
            <a:extLst>
              <a:ext uri="{FF2B5EF4-FFF2-40B4-BE49-F238E27FC236}">
                <a16:creationId xmlns:a16="http://schemas.microsoft.com/office/drawing/2014/main" id="{D9C8EAEC-C9B7-4F7D-B809-067E35FB5F02}"/>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6" name="Slide Number Placeholder 5">
            <a:extLst>
              <a:ext uri="{FF2B5EF4-FFF2-40B4-BE49-F238E27FC236}">
                <a16:creationId xmlns:a16="http://schemas.microsoft.com/office/drawing/2014/main" id="{BF138B62-9141-4264-BCED-EF02C8279FB4}"/>
              </a:ext>
            </a:extLst>
          </p:cNvPr>
          <p:cNvSpPr>
            <a:spLocks noGrp="1"/>
          </p:cNvSpPr>
          <p:nvPr>
            <p:ph type="sldNum" sz="quarter" idx="12"/>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274738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181D2-87B3-414A-A0F9-4827765DFA09}"/>
              </a:ext>
            </a:extLst>
          </p:cNvPr>
          <p:cNvSpPr>
            <a:spLocks noGrp="1"/>
          </p:cNvSpPr>
          <p:nvPr>
            <p:ph type="title"/>
          </p:nvPr>
        </p:nvSpPr>
        <p:spPr>
          <a:xfrm>
            <a:off x="385785" y="191943"/>
            <a:ext cx="6003931" cy="625689"/>
          </a:xfrm>
          <a:solidFill>
            <a:schemeClr val="accent1">
              <a:lumMod val="75000"/>
            </a:schemeClr>
          </a:solidFill>
        </p:spPr>
        <p:txBody>
          <a:bodyPr/>
          <a:lstStyle>
            <a:lvl1pPr>
              <a:defRPr/>
            </a:lvl1pPr>
          </a:lstStyle>
          <a:p>
            <a:r>
              <a:rPr lang="en-US" altLang="zh-CN"/>
              <a:t>Click to edit Master title style</a:t>
            </a:r>
            <a:endParaRPr lang="zh-CN" altLang="en-US" dirty="0"/>
          </a:p>
        </p:txBody>
      </p:sp>
      <p:sp>
        <p:nvSpPr>
          <p:cNvPr id="3" name="Content Placeholder 2">
            <a:extLst>
              <a:ext uri="{FF2B5EF4-FFF2-40B4-BE49-F238E27FC236}">
                <a16:creationId xmlns:a16="http://schemas.microsoft.com/office/drawing/2014/main" id="{25DBD4E5-169C-4257-AF04-B7F4A7C53EC2}"/>
              </a:ext>
            </a:extLst>
          </p:cNvPr>
          <p:cNvSpPr>
            <a:spLocks noGrp="1"/>
          </p:cNvSpPr>
          <p:nvPr>
            <p:ph idx="1"/>
          </p:nvPr>
        </p:nvSpPr>
        <p:spPr/>
        <p:txBody>
          <a:bodyPr/>
          <a:lstStyle>
            <a:lvl1pPr>
              <a:lnSpc>
                <a:spcPct val="100000"/>
              </a:lnSpc>
              <a:spcBef>
                <a:spcPts val="600"/>
              </a:spcBef>
              <a:spcAft>
                <a:spcPts val="600"/>
              </a:spcAft>
              <a:defRPr b="1">
                <a:solidFill>
                  <a:schemeClr val="accent1">
                    <a:lumMod val="75000"/>
                  </a:schemeClr>
                </a:solidFill>
              </a:defRPr>
            </a:lvl1pPr>
            <a:lvl2pPr>
              <a:lnSpc>
                <a:spcPct val="100000"/>
              </a:lnSpc>
              <a:spcBef>
                <a:spcPts val="600"/>
              </a:spcBef>
              <a:spcAft>
                <a:spcPts val="600"/>
              </a:spcAft>
              <a:defRPr/>
            </a:lvl2pPr>
            <a:lvl3pPr>
              <a:lnSpc>
                <a:spcPct val="100000"/>
              </a:lnSpc>
              <a:spcBef>
                <a:spcPts val="600"/>
              </a:spcBef>
              <a:spcAft>
                <a:spcPts val="600"/>
              </a:spcAft>
              <a:defRPr/>
            </a:lvl3pPr>
            <a:lvl4pPr>
              <a:lnSpc>
                <a:spcPct val="100000"/>
              </a:lnSpc>
              <a:spcBef>
                <a:spcPts val="600"/>
              </a:spcBef>
              <a:spcAft>
                <a:spcPts val="600"/>
              </a:spcAft>
              <a:defRPr/>
            </a:lvl4pPr>
            <a:lvl5pPr>
              <a:lnSpc>
                <a:spcPct val="100000"/>
              </a:lnSpc>
              <a:spcBef>
                <a:spcPts val="600"/>
              </a:spcBef>
              <a:spcAft>
                <a:spcPts val="600"/>
              </a:spcAft>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4" name="Date Placeholder 3">
            <a:extLst>
              <a:ext uri="{FF2B5EF4-FFF2-40B4-BE49-F238E27FC236}">
                <a16:creationId xmlns:a16="http://schemas.microsoft.com/office/drawing/2014/main" id="{0E164327-24B6-4DE0-A117-1F67313E0BA4}"/>
              </a:ext>
            </a:extLst>
          </p:cNvPr>
          <p:cNvSpPr>
            <a:spLocks noGrp="1"/>
          </p:cNvSpPr>
          <p:nvPr>
            <p:ph type="dt" sz="half" idx="10"/>
          </p:nvPr>
        </p:nvSpPr>
        <p:spPr/>
        <p:txBody>
          <a:bodyPr/>
          <a:lstStyle/>
          <a:p>
            <a:fld id="{F11D8183-DE6B-B34C-86E3-0CBFFA7879F1}" type="datetime1">
              <a:rPr lang="en-US" smtClean="0"/>
              <a:t>10/14/25</a:t>
            </a:fld>
            <a:endParaRPr lang="en-US"/>
          </a:p>
        </p:txBody>
      </p:sp>
      <p:sp>
        <p:nvSpPr>
          <p:cNvPr id="5" name="Footer Placeholder 4">
            <a:extLst>
              <a:ext uri="{FF2B5EF4-FFF2-40B4-BE49-F238E27FC236}">
                <a16:creationId xmlns:a16="http://schemas.microsoft.com/office/drawing/2014/main" id="{89963873-6862-4247-B34B-EF788F309102}"/>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6" name="Slide Number Placeholder 5">
            <a:extLst>
              <a:ext uri="{FF2B5EF4-FFF2-40B4-BE49-F238E27FC236}">
                <a16:creationId xmlns:a16="http://schemas.microsoft.com/office/drawing/2014/main" id="{5B731B77-68A1-4F2E-B551-E8F4326F2E1D}"/>
              </a:ext>
            </a:extLst>
          </p:cNvPr>
          <p:cNvSpPr>
            <a:spLocks noGrp="1"/>
          </p:cNvSpPr>
          <p:nvPr>
            <p:ph type="sldNum" sz="quarter" idx="12"/>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1230939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181D2-87B3-414A-A0F9-4827765DFA09}"/>
              </a:ext>
            </a:extLst>
          </p:cNvPr>
          <p:cNvSpPr>
            <a:spLocks noGrp="1"/>
          </p:cNvSpPr>
          <p:nvPr>
            <p:ph type="title"/>
          </p:nvPr>
        </p:nvSpPr>
        <p:spPr>
          <a:xfrm>
            <a:off x="385785" y="191943"/>
            <a:ext cx="6003931" cy="625689"/>
          </a:xfrm>
          <a:solidFill>
            <a:schemeClr val="accent1">
              <a:lumMod val="75000"/>
            </a:schemeClr>
          </a:solidFill>
        </p:spPr>
        <p:txBody>
          <a:bodyPr>
            <a:normAutofit/>
          </a:bodyPr>
          <a:lstStyle>
            <a:lvl1pPr>
              <a:defRPr sz="2400"/>
            </a:lvl1pPr>
          </a:lstStyle>
          <a:p>
            <a:r>
              <a:rPr lang="en-US" altLang="zh-CN"/>
              <a:t>Click to edit Master title style</a:t>
            </a:r>
            <a:endParaRPr lang="zh-CN" altLang="en-US" dirty="0"/>
          </a:p>
        </p:txBody>
      </p:sp>
      <p:sp>
        <p:nvSpPr>
          <p:cNvPr id="3" name="Content Placeholder 2">
            <a:extLst>
              <a:ext uri="{FF2B5EF4-FFF2-40B4-BE49-F238E27FC236}">
                <a16:creationId xmlns:a16="http://schemas.microsoft.com/office/drawing/2014/main" id="{25DBD4E5-169C-4257-AF04-B7F4A7C53EC2}"/>
              </a:ext>
            </a:extLst>
          </p:cNvPr>
          <p:cNvSpPr>
            <a:spLocks noGrp="1"/>
          </p:cNvSpPr>
          <p:nvPr>
            <p:ph idx="1"/>
          </p:nvPr>
        </p:nvSpPr>
        <p:spPr>
          <a:xfrm>
            <a:off x="931026" y="1591733"/>
            <a:ext cx="10123516" cy="4671849"/>
          </a:xfrm>
        </p:spPr>
        <p:txBody>
          <a:bodyPr/>
          <a:lstStyle>
            <a:lvl1pPr>
              <a:lnSpc>
                <a:spcPct val="100000"/>
              </a:lnSpc>
              <a:spcBef>
                <a:spcPts val="600"/>
              </a:spcBef>
              <a:spcAft>
                <a:spcPts val="600"/>
              </a:spcAft>
              <a:defRPr b="1">
                <a:solidFill>
                  <a:schemeClr val="accent1">
                    <a:lumMod val="75000"/>
                  </a:schemeClr>
                </a:solidFill>
              </a:defRPr>
            </a:lvl1pPr>
            <a:lvl2pPr>
              <a:lnSpc>
                <a:spcPct val="100000"/>
              </a:lnSpc>
              <a:spcBef>
                <a:spcPts val="600"/>
              </a:spcBef>
              <a:spcAft>
                <a:spcPts val="600"/>
              </a:spcAft>
              <a:defRPr/>
            </a:lvl2pPr>
            <a:lvl3pPr>
              <a:lnSpc>
                <a:spcPct val="100000"/>
              </a:lnSpc>
              <a:spcBef>
                <a:spcPts val="600"/>
              </a:spcBef>
              <a:spcAft>
                <a:spcPts val="600"/>
              </a:spcAft>
              <a:defRPr/>
            </a:lvl3pPr>
            <a:lvl4pPr>
              <a:lnSpc>
                <a:spcPct val="100000"/>
              </a:lnSpc>
              <a:spcBef>
                <a:spcPts val="600"/>
              </a:spcBef>
              <a:spcAft>
                <a:spcPts val="600"/>
              </a:spcAft>
              <a:defRPr/>
            </a:lvl4pPr>
            <a:lvl5pPr>
              <a:lnSpc>
                <a:spcPct val="100000"/>
              </a:lnSpc>
              <a:spcBef>
                <a:spcPts val="600"/>
              </a:spcBef>
              <a:spcAft>
                <a:spcPts val="600"/>
              </a:spcAft>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4" name="Date Placeholder 3">
            <a:extLst>
              <a:ext uri="{FF2B5EF4-FFF2-40B4-BE49-F238E27FC236}">
                <a16:creationId xmlns:a16="http://schemas.microsoft.com/office/drawing/2014/main" id="{0E164327-24B6-4DE0-A117-1F67313E0BA4}"/>
              </a:ext>
            </a:extLst>
          </p:cNvPr>
          <p:cNvSpPr>
            <a:spLocks noGrp="1"/>
          </p:cNvSpPr>
          <p:nvPr>
            <p:ph type="dt" sz="half" idx="10"/>
          </p:nvPr>
        </p:nvSpPr>
        <p:spPr/>
        <p:txBody>
          <a:bodyPr/>
          <a:lstStyle/>
          <a:p>
            <a:fld id="{992A7A69-12A7-5B47-8F7D-E2F071575987}" type="datetime1">
              <a:rPr lang="en-US" smtClean="0"/>
              <a:t>10/14/25</a:t>
            </a:fld>
            <a:endParaRPr lang="en-US"/>
          </a:p>
        </p:txBody>
      </p:sp>
      <p:sp>
        <p:nvSpPr>
          <p:cNvPr id="5" name="Footer Placeholder 4">
            <a:extLst>
              <a:ext uri="{FF2B5EF4-FFF2-40B4-BE49-F238E27FC236}">
                <a16:creationId xmlns:a16="http://schemas.microsoft.com/office/drawing/2014/main" id="{89963873-6862-4247-B34B-EF788F309102}"/>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6" name="Slide Number Placeholder 5">
            <a:extLst>
              <a:ext uri="{FF2B5EF4-FFF2-40B4-BE49-F238E27FC236}">
                <a16:creationId xmlns:a16="http://schemas.microsoft.com/office/drawing/2014/main" id="{5B731B77-68A1-4F2E-B551-E8F4326F2E1D}"/>
              </a:ext>
            </a:extLst>
          </p:cNvPr>
          <p:cNvSpPr>
            <a:spLocks noGrp="1"/>
          </p:cNvSpPr>
          <p:nvPr>
            <p:ph type="sldNum" sz="quarter" idx="12"/>
          </p:nvPr>
        </p:nvSpPr>
        <p:spPr/>
        <p:txBody>
          <a:bodyPr/>
          <a:lstStyle/>
          <a:p>
            <a:fld id="{558F952B-8205-4A3F-8B8C-DB9DCBA03AAE}" type="slidenum">
              <a:rPr lang="en-US" smtClean="0"/>
              <a:pPr/>
              <a:t>‹#›</a:t>
            </a:fld>
            <a:endParaRPr lang="en-US"/>
          </a:p>
        </p:txBody>
      </p:sp>
      <p:sp>
        <p:nvSpPr>
          <p:cNvPr id="13" name="Text Placeholder 12">
            <a:extLst>
              <a:ext uri="{FF2B5EF4-FFF2-40B4-BE49-F238E27FC236}">
                <a16:creationId xmlns:a16="http://schemas.microsoft.com/office/drawing/2014/main" id="{59C3C248-5F5D-00C6-8D34-6FC56C82B0A6}"/>
              </a:ext>
            </a:extLst>
          </p:cNvPr>
          <p:cNvSpPr>
            <a:spLocks noGrp="1"/>
          </p:cNvSpPr>
          <p:nvPr>
            <p:ph type="body" sz="quarter" idx="13"/>
          </p:nvPr>
        </p:nvSpPr>
        <p:spPr>
          <a:xfrm>
            <a:off x="882279" y="910400"/>
            <a:ext cx="5507437" cy="528933"/>
          </a:xfrm>
        </p:spPr>
        <p:txBody>
          <a:bodyPr anchor="ctr">
            <a:noAutofit/>
          </a:bodyPr>
          <a:lstStyle>
            <a:lvl1pPr marL="0" indent="0">
              <a:buNone/>
              <a:defRPr sz="2800">
                <a:solidFill>
                  <a:schemeClr val="accent2">
                    <a:lumMod val="50000"/>
                  </a:schemeClr>
                </a:solidFill>
              </a:defRPr>
            </a:lvl1pPr>
            <a:lvl2pPr marL="457200" indent="0">
              <a:buNone/>
              <a:defRPr/>
            </a:lvl2pPr>
          </a:lstStyle>
          <a:p>
            <a:pPr lvl="0"/>
            <a:r>
              <a:rPr lang="en-US" altLang="zh-CN"/>
              <a:t>Click to edit Master text styles</a:t>
            </a:r>
          </a:p>
        </p:txBody>
      </p:sp>
    </p:spTree>
    <p:extLst>
      <p:ext uri="{BB962C8B-B14F-4D97-AF65-F5344CB8AC3E}">
        <p14:creationId xmlns:p14="http://schemas.microsoft.com/office/powerpoint/2010/main" val="3016896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15B8C-0D5D-4E1D-8BF4-D61F46FB3934}"/>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DB8DC1DC-2BC3-4C6A-8070-5601A2C67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63DE4DA0-2198-4827-BDDC-80F0A6D9E396}"/>
              </a:ext>
            </a:extLst>
          </p:cNvPr>
          <p:cNvSpPr>
            <a:spLocks noGrp="1"/>
          </p:cNvSpPr>
          <p:nvPr>
            <p:ph type="dt" sz="half" idx="10"/>
          </p:nvPr>
        </p:nvSpPr>
        <p:spPr/>
        <p:txBody>
          <a:bodyPr/>
          <a:lstStyle/>
          <a:p>
            <a:fld id="{62E73C74-7E11-644E-87FC-F99AC8899FAE}" type="datetime1">
              <a:rPr lang="en-US" smtClean="0"/>
              <a:t>10/14/25</a:t>
            </a:fld>
            <a:endParaRPr lang="en-US"/>
          </a:p>
        </p:txBody>
      </p:sp>
      <p:sp>
        <p:nvSpPr>
          <p:cNvPr id="5" name="Footer Placeholder 4">
            <a:extLst>
              <a:ext uri="{FF2B5EF4-FFF2-40B4-BE49-F238E27FC236}">
                <a16:creationId xmlns:a16="http://schemas.microsoft.com/office/drawing/2014/main" id="{CBE77C69-3623-4960-A9FA-1B0F8DB6591F}"/>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6" name="Slide Number Placeholder 5">
            <a:extLst>
              <a:ext uri="{FF2B5EF4-FFF2-40B4-BE49-F238E27FC236}">
                <a16:creationId xmlns:a16="http://schemas.microsoft.com/office/drawing/2014/main" id="{D3B557FB-2BC1-4FC4-8AE2-592B3BC46785}"/>
              </a:ext>
            </a:extLst>
          </p:cNvPr>
          <p:cNvSpPr>
            <a:spLocks noGrp="1"/>
          </p:cNvSpPr>
          <p:nvPr>
            <p:ph type="sldNum" sz="quarter" idx="12"/>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628015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6628E-4CB9-4054-BA93-C362841FADC0}"/>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45ED2D57-0AE5-48FD-B1B2-EFBDD2C70524}"/>
              </a:ext>
            </a:extLst>
          </p:cNvPr>
          <p:cNvSpPr>
            <a:spLocks noGrp="1"/>
          </p:cNvSpPr>
          <p:nvPr>
            <p:ph sz="half" idx="1"/>
          </p:nvPr>
        </p:nvSpPr>
        <p:spPr>
          <a:xfrm>
            <a:off x="838200" y="1141615"/>
            <a:ext cx="5181600" cy="503534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FAB59D76-97B2-4CEA-AC86-EB290E4841AF}"/>
              </a:ext>
            </a:extLst>
          </p:cNvPr>
          <p:cNvSpPr>
            <a:spLocks noGrp="1"/>
          </p:cNvSpPr>
          <p:nvPr>
            <p:ph sz="half" idx="2"/>
          </p:nvPr>
        </p:nvSpPr>
        <p:spPr>
          <a:xfrm>
            <a:off x="6172200" y="1141615"/>
            <a:ext cx="5181600" cy="503534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0CD83E77-6C75-4215-8AE0-0F54D8562D11}"/>
              </a:ext>
            </a:extLst>
          </p:cNvPr>
          <p:cNvSpPr>
            <a:spLocks noGrp="1"/>
          </p:cNvSpPr>
          <p:nvPr>
            <p:ph type="dt" sz="half" idx="10"/>
          </p:nvPr>
        </p:nvSpPr>
        <p:spPr/>
        <p:txBody>
          <a:bodyPr/>
          <a:lstStyle/>
          <a:p>
            <a:fld id="{6D03C609-9EA0-844B-84AF-A956A25B0239}" type="datetime1">
              <a:rPr lang="en-US" smtClean="0"/>
              <a:t>10/14/25</a:t>
            </a:fld>
            <a:endParaRPr lang="en-US"/>
          </a:p>
        </p:txBody>
      </p:sp>
      <p:sp>
        <p:nvSpPr>
          <p:cNvPr id="6" name="Footer Placeholder 5">
            <a:extLst>
              <a:ext uri="{FF2B5EF4-FFF2-40B4-BE49-F238E27FC236}">
                <a16:creationId xmlns:a16="http://schemas.microsoft.com/office/drawing/2014/main" id="{87111321-E414-460C-A1DE-21A746FDD881}"/>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7" name="Slide Number Placeholder 6">
            <a:extLst>
              <a:ext uri="{FF2B5EF4-FFF2-40B4-BE49-F238E27FC236}">
                <a16:creationId xmlns:a16="http://schemas.microsoft.com/office/drawing/2014/main" id="{C0F4F03E-5220-4EB0-B9BF-C607CE085CAF}"/>
              </a:ext>
            </a:extLst>
          </p:cNvPr>
          <p:cNvSpPr>
            <a:spLocks noGrp="1"/>
          </p:cNvSpPr>
          <p:nvPr>
            <p:ph type="sldNum" sz="quarter" idx="12"/>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2701216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5EF3B-CDCE-46FD-92EB-B68217B9A3C1}"/>
              </a:ext>
            </a:extLst>
          </p:cNvPr>
          <p:cNvSpPr>
            <a:spLocks noGrp="1"/>
          </p:cNvSpPr>
          <p:nvPr>
            <p:ph type="title"/>
          </p:nvPr>
        </p:nvSpPr>
        <p:spPr>
          <a:xfrm>
            <a:off x="119351" y="288405"/>
            <a:ext cx="6259281" cy="759864"/>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91D07811-3425-4B48-A99B-1F72A6A263CB}"/>
              </a:ext>
            </a:extLst>
          </p:cNvPr>
          <p:cNvSpPr>
            <a:spLocks noGrp="1"/>
          </p:cNvSpPr>
          <p:nvPr>
            <p:ph type="body" idx="1"/>
          </p:nvPr>
        </p:nvSpPr>
        <p:spPr>
          <a:xfrm>
            <a:off x="839788" y="1315403"/>
            <a:ext cx="5157787" cy="55219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31E9A445-9357-40B0-BED1-6B2A39767B27}"/>
              </a:ext>
            </a:extLst>
          </p:cNvPr>
          <p:cNvSpPr>
            <a:spLocks noGrp="1"/>
          </p:cNvSpPr>
          <p:nvPr>
            <p:ph sz="half" idx="2"/>
          </p:nvPr>
        </p:nvSpPr>
        <p:spPr>
          <a:xfrm>
            <a:off x="839788" y="1978429"/>
            <a:ext cx="5157787" cy="4211234"/>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CFB0F840-44BE-46FF-858C-0B0B78A05966}"/>
              </a:ext>
            </a:extLst>
          </p:cNvPr>
          <p:cNvSpPr>
            <a:spLocks noGrp="1"/>
          </p:cNvSpPr>
          <p:nvPr>
            <p:ph type="body" sz="quarter" idx="3"/>
          </p:nvPr>
        </p:nvSpPr>
        <p:spPr>
          <a:xfrm>
            <a:off x="6172200" y="1315403"/>
            <a:ext cx="5183188" cy="55219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862A1B63-95D0-4B45-8CE1-E41F5C686600}"/>
              </a:ext>
            </a:extLst>
          </p:cNvPr>
          <p:cNvSpPr>
            <a:spLocks noGrp="1"/>
          </p:cNvSpPr>
          <p:nvPr>
            <p:ph sz="quarter" idx="4"/>
          </p:nvPr>
        </p:nvSpPr>
        <p:spPr>
          <a:xfrm>
            <a:off x="6172200" y="1978429"/>
            <a:ext cx="5183188" cy="4211234"/>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8B56EE5C-366C-4A05-B24D-6E5E4B49FAE2}"/>
              </a:ext>
            </a:extLst>
          </p:cNvPr>
          <p:cNvSpPr>
            <a:spLocks noGrp="1"/>
          </p:cNvSpPr>
          <p:nvPr>
            <p:ph type="dt" sz="half" idx="10"/>
          </p:nvPr>
        </p:nvSpPr>
        <p:spPr/>
        <p:txBody>
          <a:bodyPr/>
          <a:lstStyle/>
          <a:p>
            <a:fld id="{BB959956-EC76-1A45-9060-A009108D03D4}" type="datetime1">
              <a:rPr lang="en-US" smtClean="0"/>
              <a:t>10/14/25</a:t>
            </a:fld>
            <a:endParaRPr lang="en-US"/>
          </a:p>
        </p:txBody>
      </p:sp>
      <p:sp>
        <p:nvSpPr>
          <p:cNvPr id="8" name="Footer Placeholder 7">
            <a:extLst>
              <a:ext uri="{FF2B5EF4-FFF2-40B4-BE49-F238E27FC236}">
                <a16:creationId xmlns:a16="http://schemas.microsoft.com/office/drawing/2014/main" id="{269B345C-BDB7-4F4C-8229-8545DEC4C429}"/>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9" name="Slide Number Placeholder 8">
            <a:extLst>
              <a:ext uri="{FF2B5EF4-FFF2-40B4-BE49-F238E27FC236}">
                <a16:creationId xmlns:a16="http://schemas.microsoft.com/office/drawing/2014/main" id="{0B67997F-13F2-4012-9D15-199F86CBB0A2}"/>
              </a:ext>
            </a:extLst>
          </p:cNvPr>
          <p:cNvSpPr>
            <a:spLocks noGrp="1"/>
          </p:cNvSpPr>
          <p:nvPr>
            <p:ph type="sldNum" sz="quarter" idx="12"/>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2745621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D94C8-E4CB-469D-8759-468A550E0913}"/>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60986076-F514-416F-9FD8-8B5411141B6F}"/>
              </a:ext>
            </a:extLst>
          </p:cNvPr>
          <p:cNvSpPr>
            <a:spLocks noGrp="1"/>
          </p:cNvSpPr>
          <p:nvPr>
            <p:ph type="dt" sz="half" idx="10"/>
          </p:nvPr>
        </p:nvSpPr>
        <p:spPr/>
        <p:txBody>
          <a:bodyPr/>
          <a:lstStyle/>
          <a:p>
            <a:fld id="{2B4A37E7-7619-D642-B481-EC9117D184FE}" type="datetime1">
              <a:rPr lang="en-US" smtClean="0"/>
              <a:t>10/14/25</a:t>
            </a:fld>
            <a:endParaRPr lang="en-US"/>
          </a:p>
        </p:txBody>
      </p:sp>
      <p:sp>
        <p:nvSpPr>
          <p:cNvPr id="4" name="Footer Placeholder 3">
            <a:extLst>
              <a:ext uri="{FF2B5EF4-FFF2-40B4-BE49-F238E27FC236}">
                <a16:creationId xmlns:a16="http://schemas.microsoft.com/office/drawing/2014/main" id="{CA1E3C99-EF16-4E13-9CB8-6C685D63BF5A}"/>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5" name="Slide Number Placeholder 4">
            <a:extLst>
              <a:ext uri="{FF2B5EF4-FFF2-40B4-BE49-F238E27FC236}">
                <a16:creationId xmlns:a16="http://schemas.microsoft.com/office/drawing/2014/main" id="{87F9E16B-7C71-4348-A213-7ABD913AFB78}"/>
              </a:ext>
            </a:extLst>
          </p:cNvPr>
          <p:cNvSpPr>
            <a:spLocks noGrp="1"/>
          </p:cNvSpPr>
          <p:nvPr>
            <p:ph type="sldNum" sz="quarter" idx="12"/>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4106407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D94C8-E4CB-469D-8759-468A550E0913}"/>
              </a:ext>
            </a:extLst>
          </p:cNvPr>
          <p:cNvSpPr>
            <a:spLocks noGrp="1"/>
          </p:cNvSpPr>
          <p:nvPr>
            <p:ph type="title"/>
          </p:nvPr>
        </p:nvSpPr>
        <p:spPr/>
        <p:txBody>
          <a:bodyPr>
            <a:normAutofit/>
          </a:bodyPr>
          <a:lstStyle>
            <a:lvl1pPr>
              <a:defRPr sz="2400"/>
            </a:lvl1pPr>
          </a:lstStyle>
          <a:p>
            <a:r>
              <a:rPr lang="en-US" altLang="zh-CN"/>
              <a:t>Click to edit Master title style</a:t>
            </a:r>
            <a:endParaRPr lang="zh-CN" altLang="en-US" dirty="0"/>
          </a:p>
        </p:txBody>
      </p:sp>
      <p:sp>
        <p:nvSpPr>
          <p:cNvPr id="3" name="Date Placeholder 2">
            <a:extLst>
              <a:ext uri="{FF2B5EF4-FFF2-40B4-BE49-F238E27FC236}">
                <a16:creationId xmlns:a16="http://schemas.microsoft.com/office/drawing/2014/main" id="{60986076-F514-416F-9FD8-8B5411141B6F}"/>
              </a:ext>
            </a:extLst>
          </p:cNvPr>
          <p:cNvSpPr>
            <a:spLocks noGrp="1"/>
          </p:cNvSpPr>
          <p:nvPr>
            <p:ph type="dt" sz="half" idx="10"/>
          </p:nvPr>
        </p:nvSpPr>
        <p:spPr/>
        <p:txBody>
          <a:bodyPr/>
          <a:lstStyle/>
          <a:p>
            <a:fld id="{EA2ADF43-BE20-8349-8E75-F2F4880FB21A}" type="datetime1">
              <a:rPr lang="en-US" smtClean="0"/>
              <a:t>10/14/25</a:t>
            </a:fld>
            <a:endParaRPr lang="en-US"/>
          </a:p>
        </p:txBody>
      </p:sp>
      <p:sp>
        <p:nvSpPr>
          <p:cNvPr id="4" name="Footer Placeholder 3">
            <a:extLst>
              <a:ext uri="{FF2B5EF4-FFF2-40B4-BE49-F238E27FC236}">
                <a16:creationId xmlns:a16="http://schemas.microsoft.com/office/drawing/2014/main" id="{CA1E3C99-EF16-4E13-9CB8-6C685D63BF5A}"/>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5" name="Slide Number Placeholder 4">
            <a:extLst>
              <a:ext uri="{FF2B5EF4-FFF2-40B4-BE49-F238E27FC236}">
                <a16:creationId xmlns:a16="http://schemas.microsoft.com/office/drawing/2014/main" id="{87F9E16B-7C71-4348-A213-7ABD913AFB78}"/>
              </a:ext>
            </a:extLst>
          </p:cNvPr>
          <p:cNvSpPr>
            <a:spLocks noGrp="1"/>
          </p:cNvSpPr>
          <p:nvPr>
            <p:ph type="sldNum" sz="quarter" idx="12"/>
          </p:nvPr>
        </p:nvSpPr>
        <p:spPr/>
        <p:txBody>
          <a:bodyPr/>
          <a:lstStyle/>
          <a:p>
            <a:fld id="{558F952B-8205-4A3F-8B8C-DB9DCBA03AAE}" type="slidenum">
              <a:rPr lang="en-US" smtClean="0"/>
              <a:pPr/>
              <a:t>‹#›</a:t>
            </a:fld>
            <a:endParaRPr lang="en-US"/>
          </a:p>
        </p:txBody>
      </p:sp>
      <p:sp>
        <p:nvSpPr>
          <p:cNvPr id="6" name="Text Placeholder 12">
            <a:extLst>
              <a:ext uri="{FF2B5EF4-FFF2-40B4-BE49-F238E27FC236}">
                <a16:creationId xmlns:a16="http://schemas.microsoft.com/office/drawing/2014/main" id="{B10DF379-40BA-CEA9-A617-CAA5651FFA1D}"/>
              </a:ext>
            </a:extLst>
          </p:cNvPr>
          <p:cNvSpPr>
            <a:spLocks noGrp="1"/>
          </p:cNvSpPr>
          <p:nvPr>
            <p:ph type="body" sz="quarter" idx="13"/>
          </p:nvPr>
        </p:nvSpPr>
        <p:spPr>
          <a:xfrm>
            <a:off x="882279" y="817632"/>
            <a:ext cx="5507437" cy="626352"/>
          </a:xfrm>
        </p:spPr>
        <p:txBody>
          <a:bodyPr numCol="1" anchor="ctr">
            <a:noAutofit/>
          </a:bodyPr>
          <a:lstStyle>
            <a:lvl1pPr marL="0" indent="0">
              <a:buNone/>
              <a:defRPr sz="2800">
                <a:solidFill>
                  <a:schemeClr val="accent2">
                    <a:lumMod val="50000"/>
                  </a:schemeClr>
                </a:solidFill>
              </a:defRPr>
            </a:lvl1pPr>
            <a:lvl2pPr marL="457200" indent="0">
              <a:buNone/>
              <a:defRPr/>
            </a:lvl2pPr>
          </a:lstStyle>
          <a:p>
            <a:pPr lvl="0"/>
            <a:r>
              <a:rPr lang="en-US" altLang="zh-CN"/>
              <a:t>Click to edit Master text styles</a:t>
            </a:r>
          </a:p>
        </p:txBody>
      </p:sp>
    </p:spTree>
    <p:extLst>
      <p:ext uri="{BB962C8B-B14F-4D97-AF65-F5344CB8AC3E}">
        <p14:creationId xmlns:p14="http://schemas.microsoft.com/office/powerpoint/2010/main" val="3484961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EAE017-BA54-4903-90BE-5E03D77E4638}"/>
              </a:ext>
            </a:extLst>
          </p:cNvPr>
          <p:cNvSpPr>
            <a:spLocks noGrp="1"/>
          </p:cNvSpPr>
          <p:nvPr>
            <p:ph type="dt" sz="half" idx="10"/>
          </p:nvPr>
        </p:nvSpPr>
        <p:spPr/>
        <p:txBody>
          <a:bodyPr/>
          <a:lstStyle/>
          <a:p>
            <a:fld id="{C71EE66B-9A2C-5F4D-93DD-8CCED3CDB7B3}" type="datetime1">
              <a:rPr lang="en-US" smtClean="0"/>
              <a:t>10/14/25</a:t>
            </a:fld>
            <a:endParaRPr lang="en-US"/>
          </a:p>
        </p:txBody>
      </p:sp>
      <p:sp>
        <p:nvSpPr>
          <p:cNvPr id="3" name="Footer Placeholder 2">
            <a:extLst>
              <a:ext uri="{FF2B5EF4-FFF2-40B4-BE49-F238E27FC236}">
                <a16:creationId xmlns:a16="http://schemas.microsoft.com/office/drawing/2014/main" id="{7E6F8058-50F2-4491-82C1-B80DA2B4AB0C}"/>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4" name="Slide Number Placeholder 3">
            <a:extLst>
              <a:ext uri="{FF2B5EF4-FFF2-40B4-BE49-F238E27FC236}">
                <a16:creationId xmlns:a16="http://schemas.microsoft.com/office/drawing/2014/main" id="{5B893026-A32F-485B-931E-8B5B11C5E8CE}"/>
              </a:ext>
            </a:extLst>
          </p:cNvPr>
          <p:cNvSpPr>
            <a:spLocks noGrp="1"/>
          </p:cNvSpPr>
          <p:nvPr>
            <p:ph type="sldNum" sz="quarter" idx="12"/>
          </p:nvPr>
        </p:nvSpPr>
        <p:spPr/>
        <p:txBody>
          <a:bodyPr/>
          <a:lstStyle/>
          <a:p>
            <a:fld id="{558F952B-8205-4A3F-8B8C-DB9DCBA03AAE}" type="slidenum">
              <a:rPr lang="en-US" smtClean="0"/>
              <a:pPr/>
              <a:t>‹#›</a:t>
            </a:fld>
            <a:endParaRPr lang="en-US"/>
          </a:p>
        </p:txBody>
      </p:sp>
      <p:sp>
        <p:nvSpPr>
          <p:cNvPr id="6" name="Text Placeholder 4">
            <a:extLst>
              <a:ext uri="{FF2B5EF4-FFF2-40B4-BE49-F238E27FC236}">
                <a16:creationId xmlns:a16="http://schemas.microsoft.com/office/drawing/2014/main" id="{AB29B452-BDB2-4201-AE17-E702847E20B9}"/>
              </a:ext>
            </a:extLst>
          </p:cNvPr>
          <p:cNvSpPr>
            <a:spLocks noGrp="1"/>
          </p:cNvSpPr>
          <p:nvPr>
            <p:ph type="body" sz="quarter" idx="3"/>
          </p:nvPr>
        </p:nvSpPr>
        <p:spPr>
          <a:xfrm>
            <a:off x="838200" y="487680"/>
            <a:ext cx="10363403" cy="770313"/>
          </a:xfrm>
        </p:spPr>
        <p:txBody>
          <a:bodyPr anchor="b">
            <a:noAutofit/>
          </a:bodyPr>
          <a:lstStyle>
            <a:lvl1pPr marL="0" indent="0" algn="ctr">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7" name="Content Placeholder 5">
            <a:extLst>
              <a:ext uri="{FF2B5EF4-FFF2-40B4-BE49-F238E27FC236}">
                <a16:creationId xmlns:a16="http://schemas.microsoft.com/office/drawing/2014/main" id="{06D6614D-F0E2-410C-83EC-843926F9CE9D}"/>
              </a:ext>
            </a:extLst>
          </p:cNvPr>
          <p:cNvSpPr>
            <a:spLocks noGrp="1"/>
          </p:cNvSpPr>
          <p:nvPr>
            <p:ph sz="quarter" idx="4"/>
          </p:nvPr>
        </p:nvSpPr>
        <p:spPr>
          <a:xfrm>
            <a:off x="1938352" y="1460211"/>
            <a:ext cx="8163098" cy="4693920"/>
          </a:xfrm>
        </p:spPr>
        <p:txBody>
          <a:bodyPr>
            <a:normAutofit/>
          </a:bodyPr>
          <a:lstStyle>
            <a:lvl1pPr>
              <a:spcBef>
                <a:spcPts val="600"/>
              </a:spcBef>
              <a:spcAft>
                <a:spcPts val="600"/>
              </a:spcAft>
              <a:defRPr sz="3200"/>
            </a:lvl1pPr>
            <a:lvl2pPr>
              <a:spcBef>
                <a:spcPts val="600"/>
              </a:spcBef>
              <a:spcAft>
                <a:spcPts val="600"/>
              </a:spcAft>
              <a:defRPr sz="3200"/>
            </a:lvl2pPr>
            <a:lvl3pPr>
              <a:spcBef>
                <a:spcPts val="600"/>
              </a:spcBef>
              <a:spcAft>
                <a:spcPts val="600"/>
              </a:spcAft>
              <a:defRPr sz="2800"/>
            </a:lvl3pPr>
            <a:lvl4pPr>
              <a:spcBef>
                <a:spcPts val="600"/>
              </a:spcBef>
              <a:spcAft>
                <a:spcPts val="600"/>
              </a:spcAft>
              <a:defRPr sz="2400"/>
            </a:lvl4pPr>
            <a:lvl5pPr>
              <a:spcBef>
                <a:spcPts val="600"/>
              </a:spcBef>
              <a:spcAft>
                <a:spcPts val="600"/>
              </a:spcAft>
              <a:defRPr sz="24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Tree>
    <p:extLst>
      <p:ext uri="{BB962C8B-B14F-4D97-AF65-F5344CB8AC3E}">
        <p14:creationId xmlns:p14="http://schemas.microsoft.com/office/powerpoint/2010/main" val="195617273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E7C01-812F-4893-9A0C-92A5D2958883}"/>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55DF0BFB-74E3-4B20-9BBD-AF221DE15A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2946F0D4-7478-4A79-8103-D634F67217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5D974364-04AB-4E55-AC1A-F2B4127FA51B}"/>
              </a:ext>
            </a:extLst>
          </p:cNvPr>
          <p:cNvSpPr>
            <a:spLocks noGrp="1"/>
          </p:cNvSpPr>
          <p:nvPr>
            <p:ph type="dt" sz="half" idx="10"/>
          </p:nvPr>
        </p:nvSpPr>
        <p:spPr/>
        <p:txBody>
          <a:bodyPr/>
          <a:lstStyle/>
          <a:p>
            <a:fld id="{42F1ED7B-9891-EB42-8363-0861D3E62D57}" type="datetime1">
              <a:rPr lang="en-US" smtClean="0"/>
              <a:t>10/14/25</a:t>
            </a:fld>
            <a:endParaRPr lang="en-US"/>
          </a:p>
        </p:txBody>
      </p:sp>
      <p:sp>
        <p:nvSpPr>
          <p:cNvPr id="6" name="Footer Placeholder 5">
            <a:extLst>
              <a:ext uri="{FF2B5EF4-FFF2-40B4-BE49-F238E27FC236}">
                <a16:creationId xmlns:a16="http://schemas.microsoft.com/office/drawing/2014/main" id="{58A198EE-5344-4348-8E71-5A87B6DC520E}"/>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7" name="Slide Number Placeholder 6">
            <a:extLst>
              <a:ext uri="{FF2B5EF4-FFF2-40B4-BE49-F238E27FC236}">
                <a16:creationId xmlns:a16="http://schemas.microsoft.com/office/drawing/2014/main" id="{5DD3E4C5-A969-4885-A0BE-2A760C7488C3}"/>
              </a:ext>
            </a:extLst>
          </p:cNvPr>
          <p:cNvSpPr>
            <a:spLocks noGrp="1"/>
          </p:cNvSpPr>
          <p:nvPr>
            <p:ph type="sldNum" sz="quarter" idx="12"/>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3922290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E5B18-6F1E-42D0-8FED-31E3999A451C}"/>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DF3D196E-5D9C-459B-B14C-90F666FF9C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zh-CN" altLang="en-US"/>
          </a:p>
        </p:txBody>
      </p:sp>
      <p:sp>
        <p:nvSpPr>
          <p:cNvPr id="4" name="Text Placeholder 3">
            <a:extLst>
              <a:ext uri="{FF2B5EF4-FFF2-40B4-BE49-F238E27FC236}">
                <a16:creationId xmlns:a16="http://schemas.microsoft.com/office/drawing/2014/main" id="{BD1D1EF5-A4C9-4E66-A9EA-9B5CA5F53B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9C986928-A2BF-4B5F-9D93-879B18BBD14F}"/>
              </a:ext>
            </a:extLst>
          </p:cNvPr>
          <p:cNvSpPr>
            <a:spLocks noGrp="1"/>
          </p:cNvSpPr>
          <p:nvPr>
            <p:ph type="dt" sz="half" idx="10"/>
          </p:nvPr>
        </p:nvSpPr>
        <p:spPr/>
        <p:txBody>
          <a:bodyPr/>
          <a:lstStyle/>
          <a:p>
            <a:fld id="{23DE2B09-DDCE-7343-9A56-01881ADE103A}" type="datetime1">
              <a:rPr lang="en-US" smtClean="0"/>
              <a:t>10/14/25</a:t>
            </a:fld>
            <a:endParaRPr lang="en-US"/>
          </a:p>
        </p:txBody>
      </p:sp>
      <p:sp>
        <p:nvSpPr>
          <p:cNvPr id="6" name="Footer Placeholder 5">
            <a:extLst>
              <a:ext uri="{FF2B5EF4-FFF2-40B4-BE49-F238E27FC236}">
                <a16:creationId xmlns:a16="http://schemas.microsoft.com/office/drawing/2014/main" id="{D7176131-49F2-4B3E-AD09-EDADE8CD65DF}"/>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7" name="Slide Number Placeholder 6">
            <a:extLst>
              <a:ext uri="{FF2B5EF4-FFF2-40B4-BE49-F238E27FC236}">
                <a16:creationId xmlns:a16="http://schemas.microsoft.com/office/drawing/2014/main" id="{DB5DC662-A2DB-429F-A30E-2132412A3A8E}"/>
              </a:ext>
            </a:extLst>
          </p:cNvPr>
          <p:cNvSpPr>
            <a:spLocks noGrp="1"/>
          </p:cNvSpPr>
          <p:nvPr>
            <p:ph type="sldNum" sz="quarter" idx="12"/>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2462565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08926-5B6E-4CE3-978D-BEBFA2406580}"/>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F29B8062-5C83-4067-B283-F55F0238FA7E}"/>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BA26D8A3-3E49-434E-890B-E08ED9C6FC93}"/>
              </a:ext>
            </a:extLst>
          </p:cNvPr>
          <p:cNvSpPr>
            <a:spLocks noGrp="1"/>
          </p:cNvSpPr>
          <p:nvPr>
            <p:ph type="dt" sz="half" idx="10"/>
          </p:nvPr>
        </p:nvSpPr>
        <p:spPr/>
        <p:txBody>
          <a:bodyPr/>
          <a:lstStyle/>
          <a:p>
            <a:fld id="{4D87E9BF-2026-F74A-9A5F-430422060162}" type="datetime1">
              <a:rPr lang="en-US" smtClean="0"/>
              <a:t>10/14/25</a:t>
            </a:fld>
            <a:endParaRPr lang="en-US"/>
          </a:p>
        </p:txBody>
      </p:sp>
      <p:sp>
        <p:nvSpPr>
          <p:cNvPr id="5" name="Footer Placeholder 4">
            <a:extLst>
              <a:ext uri="{FF2B5EF4-FFF2-40B4-BE49-F238E27FC236}">
                <a16:creationId xmlns:a16="http://schemas.microsoft.com/office/drawing/2014/main" id="{A7C313AC-44E6-416A-A578-A7EF1D103D40}"/>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6" name="Slide Number Placeholder 5">
            <a:extLst>
              <a:ext uri="{FF2B5EF4-FFF2-40B4-BE49-F238E27FC236}">
                <a16:creationId xmlns:a16="http://schemas.microsoft.com/office/drawing/2014/main" id="{16F631F8-5845-43A3-84C5-610D75AF703C}"/>
              </a:ext>
            </a:extLst>
          </p:cNvPr>
          <p:cNvSpPr>
            <a:spLocks noGrp="1"/>
          </p:cNvSpPr>
          <p:nvPr>
            <p:ph type="sldNum" sz="quarter" idx="12"/>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3483496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7A46F6-727A-40AF-9987-FCA799ADE971}"/>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8403C102-28C3-448C-964D-C1025F5DECE9}"/>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71C6BFBA-56B0-47E9-A049-82F577237B13}"/>
              </a:ext>
            </a:extLst>
          </p:cNvPr>
          <p:cNvSpPr>
            <a:spLocks noGrp="1"/>
          </p:cNvSpPr>
          <p:nvPr>
            <p:ph type="dt" sz="half" idx="10"/>
          </p:nvPr>
        </p:nvSpPr>
        <p:spPr/>
        <p:txBody>
          <a:bodyPr/>
          <a:lstStyle/>
          <a:p>
            <a:fld id="{D18B50CA-DB56-B043-81CA-A3E5DF89105E}" type="datetime1">
              <a:rPr lang="en-US" smtClean="0"/>
              <a:t>10/14/25</a:t>
            </a:fld>
            <a:endParaRPr lang="en-US"/>
          </a:p>
        </p:txBody>
      </p:sp>
      <p:sp>
        <p:nvSpPr>
          <p:cNvPr id="5" name="Footer Placeholder 4">
            <a:extLst>
              <a:ext uri="{FF2B5EF4-FFF2-40B4-BE49-F238E27FC236}">
                <a16:creationId xmlns:a16="http://schemas.microsoft.com/office/drawing/2014/main" id="{049D6BE8-555C-431D-AEE9-48CF2893DB1F}"/>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6" name="Slide Number Placeholder 5">
            <a:extLst>
              <a:ext uri="{FF2B5EF4-FFF2-40B4-BE49-F238E27FC236}">
                <a16:creationId xmlns:a16="http://schemas.microsoft.com/office/drawing/2014/main" id="{F04AC4DC-E662-433F-BF78-423BED1F1459}"/>
              </a:ext>
            </a:extLst>
          </p:cNvPr>
          <p:cNvSpPr>
            <a:spLocks noGrp="1"/>
          </p:cNvSpPr>
          <p:nvPr>
            <p:ph type="sldNum" sz="quarter" idx="12"/>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23414980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en-US" altLang="zh-CN"/>
              <a:t>Click to edit Master title style</a:t>
            </a:r>
            <a:endParaRPr lang="zh-CN" altLang="en-US"/>
          </a:p>
        </p:txBody>
      </p:sp>
      <p:sp>
        <p:nvSpPr>
          <p:cNvPr id="3" name="文本占位符 2"/>
          <p:cNvSpPr>
            <a:spLocks noGrp="1"/>
          </p:cNvSpPr>
          <p:nvPr>
            <p:ph type="body" sz="half" idx="1"/>
          </p:nvPr>
        </p:nvSpPr>
        <p:spPr>
          <a:xfrm>
            <a:off x="609600" y="1981200"/>
            <a:ext cx="5384800" cy="3886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6197600" y="1981200"/>
            <a:ext cx="5384800" cy="3886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2"/>
          <p:cNvSpPr>
            <a:spLocks noGrp="1" noChangeArrowheads="1"/>
          </p:cNvSpPr>
          <p:nvPr>
            <p:ph type="ftr" sz="quarter" idx="10"/>
          </p:nvPr>
        </p:nvSpPr>
        <p:spPr/>
        <p:txBody>
          <a:bodyPr/>
          <a:lstStyle>
            <a:lvl1pPr>
              <a:defRPr/>
            </a:lvl1pPr>
          </a:lstStyle>
          <a:p>
            <a:r>
              <a:rPr lang="zh-CN" altLang="en-US"/>
              <a:t>工程制图第</a:t>
            </a:r>
            <a:r>
              <a:rPr lang="en-US" altLang="zh-CN"/>
              <a:t>8</a:t>
            </a:r>
            <a:r>
              <a:rPr lang="zh-CN" altLang="en-US"/>
              <a:t>讲</a:t>
            </a:r>
            <a:endParaRPr lang="en-US"/>
          </a:p>
        </p:txBody>
      </p:sp>
      <p:sp>
        <p:nvSpPr>
          <p:cNvPr id="6" name="Rectangle 3"/>
          <p:cNvSpPr>
            <a:spLocks noGrp="1" noChangeArrowheads="1"/>
          </p:cNvSpPr>
          <p:nvPr>
            <p:ph type="sldNum" sz="quarter" idx="11"/>
          </p:nvPr>
        </p:nvSpPr>
        <p:spPr/>
        <p:txBody>
          <a:bodyPr/>
          <a:lstStyle>
            <a:lvl1pPr>
              <a:defRPr/>
            </a:lvl1pPr>
          </a:lstStyle>
          <a:p>
            <a:fld id="{558F952B-8205-4A3F-8B8C-DB9DCBA03AAE}" type="slidenum">
              <a:rPr lang="en-US" smtClean="0"/>
              <a:pPr/>
              <a:t>‹#›</a:t>
            </a:fld>
            <a:endParaRPr lang="en-US"/>
          </a:p>
        </p:txBody>
      </p:sp>
      <p:sp>
        <p:nvSpPr>
          <p:cNvPr id="7" name="Rectangle 16"/>
          <p:cNvSpPr>
            <a:spLocks noGrp="1" noChangeArrowheads="1"/>
          </p:cNvSpPr>
          <p:nvPr>
            <p:ph type="dt" sz="half" idx="12"/>
          </p:nvPr>
        </p:nvSpPr>
        <p:spPr/>
        <p:txBody>
          <a:bodyPr/>
          <a:lstStyle>
            <a:lvl1pPr>
              <a:defRPr/>
            </a:lvl1pPr>
          </a:lstStyle>
          <a:p>
            <a:fld id="{0494B827-070F-AA4E-890C-37B6E163CCE3}" type="datetime1">
              <a:rPr lang="en-US" smtClean="0"/>
              <a:t>10/14/25</a:t>
            </a:fld>
            <a:endParaRPr lang="en-US"/>
          </a:p>
        </p:txBody>
      </p:sp>
    </p:spTree>
    <p:extLst>
      <p:ext uri="{BB962C8B-B14F-4D97-AF65-F5344CB8AC3E}">
        <p14:creationId xmlns:p14="http://schemas.microsoft.com/office/powerpoint/2010/main" val="1743785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16" name="图片 15" descr="热个体户-01"/>
          <p:cNvPicPr>
            <a:picLocks noChangeAspect="1"/>
          </p:cNvPicPr>
          <p:nvPr>
            <p:custDataLst>
              <p:tags r:id="rId1"/>
            </p:custDataLst>
          </p:nvPr>
        </p:nvPicPr>
        <p:blipFill>
          <a:blip r:embed="rId9"/>
          <a:srcRect/>
          <a:stretch>
            <a:fillRect/>
          </a:stretch>
        </p:blipFill>
        <p:spPr>
          <a:xfrm flipV="1">
            <a:off x="-635" y="0"/>
            <a:ext cx="12192000" cy="6857365"/>
          </a:xfrm>
          <a:prstGeom prst="rect">
            <a:avLst/>
          </a:prstGeom>
        </p:spPr>
      </p:pic>
      <p:sp>
        <p:nvSpPr>
          <p:cNvPr id="8" name="署名"/>
          <p:cNvSpPr txBox="1">
            <a:spLocks noGrp="1"/>
          </p:cNvSpPr>
          <p:nvPr>
            <p:ph type="body" idx="3" hasCustomPrompt="1"/>
            <p:custDataLst>
              <p:tags r:id="rId2"/>
            </p:custDataLst>
          </p:nvPr>
        </p:nvSpPr>
        <p:spPr>
          <a:xfrm>
            <a:off x="1098550" y="4037965"/>
            <a:ext cx="1943100" cy="436880"/>
          </a:xfrm>
          <a:prstGeom prst="roundRect">
            <a:avLst>
              <a:gd name="adj" fmla="val 50000"/>
            </a:avLst>
          </a:prstGeom>
          <a:gradFill>
            <a:gsLst>
              <a:gs pos="0">
                <a:schemeClr val="accent1"/>
              </a:gs>
              <a:gs pos="100000">
                <a:schemeClr val="accent2"/>
              </a:gs>
            </a:gsLst>
            <a:lin ang="0" scaled="0"/>
          </a:gradFill>
        </p:spPr>
        <p:txBody>
          <a:bodyPr wrap="square" lIns="91440" tIns="45720" rIns="91440" bIns="45720" rtlCol="0" anchor="ctr" anchorCtr="0">
            <a:normAutofit/>
          </a:bodyPr>
          <a:lstStyle>
            <a:lvl1pPr marL="0" marR="0" lvl="0" algn="ctr" defTabSz="914400" rtl="0" eaLnBrk="1" fontAlgn="auto" latinLnBrk="0" hangingPunct="1">
              <a:lnSpc>
                <a:spcPct val="100000"/>
              </a:lnSpc>
              <a:buClrTx/>
              <a:buSzTx/>
              <a:buFontTx/>
              <a:buNone/>
              <a:defRPr kumimoji="0" lang="zh-CN" altLang="en-US" sz="1400" b="1" i="0" u="none" strike="noStrike" kern="1200" cap="none" spc="0" normalizeH="0" baseline="0" noProof="1" dirty="0">
                <a:solidFill>
                  <a:schemeClr val="lt1"/>
                </a:solidFill>
                <a:latin typeface="+mj-lt"/>
                <a:ea typeface="+mj-lt"/>
                <a:cs typeface="Microsoft YaHei" panose="020B0503020204020204" charset="-122"/>
                <a:sym typeface="+mn-ea"/>
              </a:defRPr>
            </a:lvl1pPr>
          </a:lstStyle>
          <a:p>
            <a:pPr lvl="0" algn="ctr">
              <a:lnSpc>
                <a:spcPct val="100000"/>
              </a:lnSpc>
              <a:buClrTx/>
              <a:buSzTx/>
              <a:buFontTx/>
            </a:pPr>
            <a:r>
              <a:rPr>
                <a:sym typeface="+mn-ea"/>
              </a:rPr>
              <a:t>单击此处编辑文本</a:t>
            </a:r>
          </a:p>
        </p:txBody>
      </p:sp>
      <p:sp>
        <p:nvSpPr>
          <p:cNvPr id="7" name="副标题"/>
          <p:cNvSpPr txBox="1">
            <a:spLocks noGrp="1"/>
          </p:cNvSpPr>
          <p:nvPr>
            <p:ph type="body" idx="2" hasCustomPrompt="1"/>
            <p:custDataLst>
              <p:tags r:id="rId3"/>
            </p:custDataLst>
          </p:nvPr>
        </p:nvSpPr>
        <p:spPr>
          <a:xfrm>
            <a:off x="1007110" y="2699385"/>
            <a:ext cx="6332855" cy="1051560"/>
          </a:xfrm>
          <a:prstGeom prst="rect">
            <a:avLst/>
          </a:prstGeom>
          <a:noFill/>
        </p:spPr>
        <p:txBody>
          <a:bodyPr wrap="square" lIns="91440" tIns="45720" rIns="91440" bIns="45720" rtlCol="0" anchor="t" anchorCtr="0">
            <a:normAutofit/>
          </a:bodyPr>
          <a:lstStyle>
            <a:lvl1pPr marL="0" marR="0" lvl="0" algn="l" defTabSz="914400" rtl="0" eaLnBrk="1" fontAlgn="auto" latinLnBrk="0" hangingPunct="1">
              <a:lnSpc>
                <a:spcPct val="130000"/>
              </a:lnSpc>
              <a:buClrTx/>
              <a:buSzTx/>
              <a:buFontTx/>
              <a:buNone/>
              <a:defRPr kumimoji="0" lang="zh-CN" altLang="en-US" sz="4000" b="1" i="0" u="none" strike="noStrike" kern="1200" cap="none" spc="0" normalizeH="0" baseline="0" noProof="1" dirty="0">
                <a:gradFill>
                  <a:gsLst>
                    <a:gs pos="0">
                      <a:schemeClr val="accent1"/>
                    </a:gs>
                    <a:gs pos="100000">
                      <a:schemeClr val="accent2"/>
                    </a:gs>
                  </a:gsLst>
                  <a:lin ang="2460000" scaled="0"/>
                </a:gradFill>
                <a:latin typeface="+mj-lt"/>
                <a:ea typeface="+mj-lt"/>
                <a:cs typeface="Microsoft YaHei" panose="020B0503020204020204" charset="-122"/>
                <a:sym typeface="+mn-ea"/>
              </a:defRPr>
            </a:lvl1pPr>
          </a:lstStyle>
          <a:p>
            <a:pPr lvl="0" algn="l">
              <a:lnSpc>
                <a:spcPct val="130000"/>
              </a:lnSpc>
              <a:buClrTx/>
              <a:buSzTx/>
              <a:buFontTx/>
            </a:pPr>
            <a:r>
              <a:rPr>
                <a:sym typeface="+mn-ea"/>
              </a:rPr>
              <a:t>单击此处编辑副标题</a:t>
            </a:r>
          </a:p>
        </p:txBody>
      </p:sp>
      <p:sp>
        <p:nvSpPr>
          <p:cNvPr id="6" name="标题"/>
          <p:cNvSpPr txBox="1">
            <a:spLocks noGrp="1"/>
          </p:cNvSpPr>
          <p:nvPr>
            <p:ph type="title" idx="1" hasCustomPrompt="1"/>
            <p:custDataLst>
              <p:tags r:id="rId4"/>
            </p:custDataLst>
          </p:nvPr>
        </p:nvSpPr>
        <p:spPr>
          <a:xfrm>
            <a:off x="1007110" y="1318895"/>
            <a:ext cx="6333490" cy="1560830"/>
          </a:xfrm>
          <a:prstGeom prst="rect">
            <a:avLst/>
          </a:prstGeom>
          <a:noFill/>
        </p:spPr>
        <p:txBody>
          <a:bodyPr wrap="square" lIns="91440" tIns="45720" rIns="91440" bIns="45720" rtlCol="0" anchor="b" anchorCtr="0">
            <a:normAutofit/>
          </a:bodyPr>
          <a:lstStyle>
            <a:lvl1pPr marL="0" marR="0" lvl="0" algn="l" defTabSz="914400" rtl="0" eaLnBrk="1" fontAlgn="auto" latinLnBrk="0" hangingPunct="1">
              <a:lnSpc>
                <a:spcPct val="110000"/>
              </a:lnSpc>
              <a:buClrTx/>
              <a:buSzTx/>
              <a:buFontTx/>
              <a:buNone/>
              <a:defRPr kumimoji="0" lang="zh-CN" altLang="en-US" sz="5600" b="1" i="0" u="none" strike="noStrike" kern="1200" cap="none" spc="0" normalizeH="0" baseline="0" noProof="1" dirty="0">
                <a:solidFill>
                  <a:schemeClr val="tx1">
                    <a:lumMod val="75000"/>
                    <a:lumOff val="25000"/>
                  </a:schemeClr>
                </a:solidFill>
                <a:latin typeface="+mj-ea"/>
                <a:ea typeface="+mj-ea"/>
                <a:cs typeface="Microsoft YaHei" panose="020B0503020204020204" charset="-122"/>
                <a:sym typeface="+mn-ea"/>
              </a:defRPr>
            </a:lvl1pPr>
          </a:lstStyle>
          <a:p>
            <a:pPr lvl="0" algn="l">
              <a:lnSpc>
                <a:spcPct val="110000"/>
              </a:lnSpc>
              <a:buClrTx/>
              <a:buSzTx/>
              <a:buFontTx/>
            </a:pPr>
            <a:r>
              <a:rPr>
                <a:sym typeface="+mn-ea"/>
              </a:rPr>
              <a:t>单击此处编辑标题</a:t>
            </a:r>
          </a:p>
        </p:txBody>
      </p:sp>
      <p:sp>
        <p:nvSpPr>
          <p:cNvPr id="3" name="日期占位符 2"/>
          <p:cNvSpPr>
            <a:spLocks noGrp="1"/>
          </p:cNvSpPr>
          <p:nvPr>
            <p:ph type="dt" sz="half" idx="10"/>
            <p:custDataLst>
              <p:tags r:id="rId5"/>
            </p:custDataLst>
          </p:nvPr>
        </p:nvSpPr>
        <p:spPr>
          <a:xfrm>
            <a:off x="838200" y="6356350"/>
            <a:ext cx="2743200" cy="365125"/>
          </a:xfrm>
        </p:spPr>
        <p:txBody>
          <a:bodyPr/>
          <a:lstStyle/>
          <a:p>
            <a:fld id="{6B0AE9BA-CFF4-9944-BB48-1BA9CC742320}" type="datetime1">
              <a:rPr lang="en-US" smtClean="0"/>
              <a:t>10/14/25</a:t>
            </a:fld>
            <a:endParaRPr lang="en-US"/>
          </a:p>
        </p:txBody>
      </p:sp>
      <p:sp>
        <p:nvSpPr>
          <p:cNvPr id="4" name="页脚占位符 3"/>
          <p:cNvSpPr>
            <a:spLocks noGrp="1"/>
          </p:cNvSpPr>
          <p:nvPr>
            <p:ph type="ftr" sz="quarter" idx="11"/>
            <p:custDataLst>
              <p:tags r:id="rId6"/>
            </p:custDataLst>
          </p:nvPr>
        </p:nvSpPr>
        <p:spPr>
          <a:xfrm>
            <a:off x="4038600" y="6356350"/>
            <a:ext cx="4114800" cy="365125"/>
          </a:xfrm>
        </p:spPr>
        <p:txBody>
          <a:bodyPr/>
          <a:lstStyle/>
          <a:p>
            <a:r>
              <a:rPr lang="zh-CN" altLang="en-US"/>
              <a:t>工程制图第</a:t>
            </a:r>
            <a:r>
              <a:rPr lang="en-US" altLang="zh-CN"/>
              <a:t>8</a:t>
            </a:r>
            <a:r>
              <a:rPr lang="zh-CN" altLang="en-US"/>
              <a:t>讲</a:t>
            </a:r>
            <a:endParaRPr lang="en-US"/>
          </a:p>
        </p:txBody>
      </p:sp>
      <p:sp>
        <p:nvSpPr>
          <p:cNvPr id="5" name="灯片编号占位符 4"/>
          <p:cNvSpPr>
            <a:spLocks noGrp="1"/>
          </p:cNvSpPr>
          <p:nvPr>
            <p:ph type="sldNum" sz="quarter" idx="12"/>
            <p:custDataLst>
              <p:tags r:id="rId7"/>
            </p:custDataLst>
          </p:nvPr>
        </p:nvSpPr>
        <p:spPr>
          <a:xfrm>
            <a:off x="8610600" y="6356350"/>
            <a:ext cx="2743200" cy="365125"/>
          </a:xfrm>
        </p:spPr>
        <p:txBody>
          <a:bodyPr/>
          <a:lstStyle>
            <a:lvl1pPr algn="r">
              <a:defRPr/>
            </a:lvl1pPr>
          </a:lstStyle>
          <a:p>
            <a:fld id="{558F952B-8205-4A3F-8B8C-DB9DCBA03AAE}" type="slidenum">
              <a:rPr lang="en-US" smtClean="0"/>
              <a:pPr/>
              <a:t>‹#›</a:t>
            </a:fld>
            <a:endParaRPr lang="en-US"/>
          </a:p>
        </p:txBody>
      </p:sp>
    </p:spTree>
    <p:extLst>
      <p:ext uri="{BB962C8B-B14F-4D97-AF65-F5344CB8AC3E}">
        <p14:creationId xmlns:p14="http://schemas.microsoft.com/office/powerpoint/2010/main" val="12612062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节标题">
    <p:bg>
      <p:bgPr>
        <a:solidFill>
          <a:schemeClr val="bg1"/>
        </a:solidFill>
        <a:effectLst/>
      </p:bgPr>
    </p:bg>
    <p:spTree>
      <p:nvGrpSpPr>
        <p:cNvPr id="1" name=""/>
        <p:cNvGrpSpPr/>
        <p:nvPr/>
      </p:nvGrpSpPr>
      <p:grpSpPr>
        <a:xfrm>
          <a:off x="0" y="0"/>
          <a:ext cx="0" cy="0"/>
          <a:chOff x="0" y="0"/>
          <a:chExt cx="0" cy="0"/>
        </a:xfrm>
      </p:grpSpPr>
      <p:pic>
        <p:nvPicPr>
          <p:cNvPr id="50" name="图片 49" descr="二万个通过-01"/>
          <p:cNvPicPr>
            <a:picLocks noChangeAspect="1"/>
          </p:cNvPicPr>
          <p:nvPr>
            <p:custDataLst>
              <p:tags r:id="rId1"/>
            </p:custDataLst>
          </p:nvPr>
        </p:nvPicPr>
        <p:blipFill>
          <a:blip r:embed="rId9"/>
          <a:srcRect/>
          <a:stretch>
            <a:fillRect/>
          </a:stretch>
        </p:blipFill>
        <p:spPr>
          <a:xfrm>
            <a:off x="-635" y="0"/>
            <a:ext cx="12192635" cy="6857365"/>
          </a:xfrm>
          <a:prstGeom prst="rect">
            <a:avLst/>
          </a:prstGeom>
        </p:spPr>
      </p:pic>
      <p:sp>
        <p:nvSpPr>
          <p:cNvPr id="33" name="圆角矩形 32"/>
          <p:cNvSpPr/>
          <p:nvPr>
            <p:custDataLst>
              <p:tags r:id="rId2"/>
            </p:custDataLst>
          </p:nvPr>
        </p:nvSpPr>
        <p:spPr>
          <a:xfrm>
            <a:off x="10532110" y="4648200"/>
            <a:ext cx="572770" cy="75565"/>
          </a:xfrm>
          <a:prstGeom prst="roundRect">
            <a:avLst>
              <a:gd name="adj" fmla="val 50000"/>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icrosoft YaHei" panose="020B0503020204020204" charset="-122"/>
            </a:endParaRPr>
          </a:p>
        </p:txBody>
      </p:sp>
      <p:sp>
        <p:nvSpPr>
          <p:cNvPr id="7" name="节编号"/>
          <p:cNvSpPr txBox="1">
            <a:spLocks noGrp="1"/>
          </p:cNvSpPr>
          <p:nvPr>
            <p:ph type="body" idx="2" hasCustomPrompt="1"/>
            <p:custDataLst>
              <p:tags r:id="rId3"/>
            </p:custDataLst>
          </p:nvPr>
        </p:nvSpPr>
        <p:spPr>
          <a:xfrm>
            <a:off x="8674735" y="1183641"/>
            <a:ext cx="2516505" cy="1977389"/>
          </a:xfrm>
          <a:prstGeom prst="rect">
            <a:avLst/>
          </a:prstGeom>
          <a:noFill/>
        </p:spPr>
        <p:txBody>
          <a:bodyPr wrap="square" lIns="0" tIns="0" rIns="0" bIns="0" rtlCol="0" anchor="b" anchorCtr="0">
            <a:normAutofit/>
          </a:bodyPr>
          <a:lstStyle>
            <a:lvl1pPr marL="0" marR="0" lvl="0" algn="r" defTabSz="914400" rtl="0" eaLnBrk="1" fontAlgn="auto" latinLnBrk="0" hangingPunct="1">
              <a:lnSpc>
                <a:spcPct val="110000"/>
              </a:lnSpc>
              <a:buClrTx/>
              <a:buSzTx/>
              <a:buFontTx/>
              <a:buNone/>
              <a:defRPr kumimoji="0" lang="en-US" altLang="zh-CN" sz="11500" b="1" i="0" u="none" strike="noStrike" kern="1200" cap="none" spc="0" normalizeH="0" baseline="0" noProof="1" dirty="0">
                <a:gradFill>
                  <a:gsLst>
                    <a:gs pos="0">
                      <a:schemeClr val="accent1">
                        <a:alpha val="20000"/>
                      </a:schemeClr>
                    </a:gs>
                    <a:gs pos="100000">
                      <a:schemeClr val="accent2">
                        <a:alpha val="20000"/>
                      </a:schemeClr>
                    </a:gs>
                  </a:gsLst>
                  <a:lin ang="10920000" scaled="0"/>
                </a:gradFill>
                <a:latin typeface="+mj-lt"/>
                <a:ea typeface="+mj-lt"/>
                <a:cs typeface="Microsoft YaHei" panose="020B0503020204020204" charset="-122"/>
                <a:sym typeface="+mn-ea"/>
              </a:defRPr>
            </a:lvl1pPr>
          </a:lstStyle>
          <a:p>
            <a:pPr lvl="0" algn="r">
              <a:lnSpc>
                <a:spcPct val="110000"/>
              </a:lnSpc>
              <a:buClrTx/>
              <a:buSzTx/>
              <a:buFontTx/>
            </a:pPr>
            <a:r>
              <a:rPr>
                <a:sym typeface="+mn-ea"/>
              </a:rPr>
              <a:t>编号</a:t>
            </a:r>
          </a:p>
        </p:txBody>
      </p:sp>
      <p:sp>
        <p:nvSpPr>
          <p:cNvPr id="6" name="标题"/>
          <p:cNvSpPr txBox="1">
            <a:spLocks noGrp="1"/>
          </p:cNvSpPr>
          <p:nvPr>
            <p:ph type="title" idx="1" hasCustomPrompt="1"/>
            <p:custDataLst>
              <p:tags r:id="rId4"/>
            </p:custDataLst>
          </p:nvPr>
        </p:nvSpPr>
        <p:spPr>
          <a:xfrm>
            <a:off x="5302885" y="3161030"/>
            <a:ext cx="5888355" cy="1352550"/>
          </a:xfrm>
          <a:prstGeom prst="rect">
            <a:avLst/>
          </a:prstGeom>
          <a:noFill/>
        </p:spPr>
        <p:txBody>
          <a:bodyPr wrap="square" lIns="91440" tIns="45720" rIns="91440" bIns="45720" rtlCol="0" anchor="t">
            <a:normAutofit/>
          </a:bodyPr>
          <a:lstStyle>
            <a:lvl1pPr marL="0" marR="0" lvl="0" algn="r" defTabSz="914400" rtl="0" eaLnBrk="1" fontAlgn="auto" latinLnBrk="0" hangingPunct="1">
              <a:lnSpc>
                <a:spcPct val="120000"/>
              </a:lnSpc>
              <a:buClrTx/>
              <a:buSzTx/>
              <a:buFontTx/>
              <a:buNone/>
              <a:defRPr kumimoji="0" lang="zh-CN" altLang="en-US" sz="4400" b="1" i="0" u="none" strike="noStrike" kern="1200" cap="none" spc="0" normalizeH="0" baseline="0" noProof="1" dirty="0">
                <a:solidFill>
                  <a:schemeClr val="tx1">
                    <a:lumMod val="75000"/>
                    <a:lumOff val="25000"/>
                  </a:schemeClr>
                </a:solidFill>
                <a:latin typeface="+mj-lt"/>
                <a:ea typeface="+mj-lt"/>
                <a:cs typeface="Microsoft YaHei" panose="020B0503020204020204" charset="-122"/>
                <a:sym typeface="+mn-ea"/>
              </a:defRPr>
            </a:lvl1pPr>
          </a:lstStyle>
          <a:p>
            <a:pPr lvl="0" algn="r">
              <a:lnSpc>
                <a:spcPct val="120000"/>
              </a:lnSpc>
              <a:buClrTx/>
              <a:buSzTx/>
              <a:buFontTx/>
            </a:pPr>
            <a:r>
              <a:rPr>
                <a:sym typeface="+mn-ea"/>
              </a:rPr>
              <a:t>单击此处编辑标题</a:t>
            </a:r>
          </a:p>
        </p:txBody>
      </p:sp>
      <p:sp>
        <p:nvSpPr>
          <p:cNvPr id="3" name="日期占位符 2"/>
          <p:cNvSpPr>
            <a:spLocks noGrp="1"/>
          </p:cNvSpPr>
          <p:nvPr>
            <p:ph type="dt" sz="half" idx="10"/>
            <p:custDataLst>
              <p:tags r:id="rId5"/>
            </p:custDataLst>
          </p:nvPr>
        </p:nvSpPr>
        <p:spPr>
          <a:xfrm>
            <a:off x="838200" y="6356350"/>
            <a:ext cx="2743200" cy="365125"/>
          </a:xfrm>
        </p:spPr>
        <p:txBody>
          <a:bodyPr/>
          <a:lstStyle/>
          <a:p>
            <a:fld id="{71A0A94D-4DED-9E46-9D41-FAB34CEE509D}" type="datetime1">
              <a:rPr lang="en-US" smtClean="0"/>
              <a:t>10/14/25</a:t>
            </a:fld>
            <a:endParaRPr lang="en-US"/>
          </a:p>
        </p:txBody>
      </p:sp>
      <p:sp>
        <p:nvSpPr>
          <p:cNvPr id="4" name="页脚占位符 3"/>
          <p:cNvSpPr>
            <a:spLocks noGrp="1"/>
          </p:cNvSpPr>
          <p:nvPr>
            <p:ph type="ftr" sz="quarter" idx="11"/>
            <p:custDataLst>
              <p:tags r:id="rId6"/>
            </p:custDataLst>
          </p:nvPr>
        </p:nvSpPr>
        <p:spPr>
          <a:xfrm>
            <a:off x="4038600" y="6356350"/>
            <a:ext cx="4114800" cy="365125"/>
          </a:xfrm>
        </p:spPr>
        <p:txBody>
          <a:bodyPr/>
          <a:lstStyle/>
          <a:p>
            <a:r>
              <a:rPr lang="zh-CN" altLang="en-US"/>
              <a:t>工程制图第</a:t>
            </a:r>
            <a:r>
              <a:rPr lang="en-US" altLang="zh-CN"/>
              <a:t>8</a:t>
            </a:r>
            <a:r>
              <a:rPr lang="zh-CN" altLang="en-US"/>
              <a:t>讲</a:t>
            </a:r>
            <a:endParaRPr lang="en-US"/>
          </a:p>
        </p:txBody>
      </p:sp>
      <p:sp>
        <p:nvSpPr>
          <p:cNvPr id="5" name="灯片编号占位符 4"/>
          <p:cNvSpPr>
            <a:spLocks noGrp="1"/>
          </p:cNvSpPr>
          <p:nvPr>
            <p:ph type="sldNum" sz="quarter" idx="12"/>
            <p:custDataLst>
              <p:tags r:id="rId7"/>
            </p:custDataLst>
          </p:nvPr>
        </p:nvSpPr>
        <p:spPr>
          <a:xfrm>
            <a:off x="8610600" y="6356350"/>
            <a:ext cx="2743200" cy="365125"/>
          </a:xfrm>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30334969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两栏内容">
    <p:bg>
      <p:bgPr>
        <a:solidFill>
          <a:schemeClr val="bg1"/>
        </a:solidFill>
        <a:effectLst/>
      </p:bgPr>
    </p:bg>
    <p:spTree>
      <p:nvGrpSpPr>
        <p:cNvPr id="1" name=""/>
        <p:cNvGrpSpPr/>
        <p:nvPr/>
      </p:nvGrpSpPr>
      <p:grpSpPr>
        <a:xfrm>
          <a:off x="0" y="0"/>
          <a:ext cx="0" cy="0"/>
          <a:chOff x="0" y="0"/>
          <a:chExt cx="0" cy="0"/>
        </a:xfrm>
      </p:grpSpPr>
      <p:pic>
        <p:nvPicPr>
          <p:cNvPr id="9" name="图片 8" descr="regtgtrgr-01"/>
          <p:cNvPicPr>
            <a:picLocks noChangeAspect="1"/>
          </p:cNvPicPr>
          <p:nvPr>
            <p:custDataLst>
              <p:tags r:id="rId1"/>
            </p:custDataLst>
          </p:nvPr>
        </p:nvPicPr>
        <p:blipFill>
          <a:blip r:embed="rId9">
            <a:alphaModFix amt="57000"/>
          </a:blip>
          <a:srcRect l="6109" t="47811" r="313"/>
          <a:stretch>
            <a:fillRect/>
          </a:stretch>
        </p:blipFill>
        <p:spPr>
          <a:xfrm flipH="1" flipV="1">
            <a:off x="0" y="0"/>
            <a:ext cx="12191365" cy="6858000"/>
          </a:xfrm>
          <a:prstGeom prst="rect">
            <a:avLst/>
          </a:prstGeom>
        </p:spPr>
      </p:pic>
      <p:sp>
        <p:nvSpPr>
          <p:cNvPr id="8" name="正文"/>
          <p:cNvSpPr txBox="1">
            <a:spLocks noGrp="1"/>
          </p:cNvSpPr>
          <p:nvPr>
            <p:ph idx="3"/>
            <p:custDataLst>
              <p:tags r:id="rId2"/>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lt"/>
                <a:ea typeface="+mn-lt"/>
                <a:cs typeface="Microsoft YaHei" panose="020B0503020204020204"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altLang="zh-CN">
                <a:ln>
                  <a:noFill/>
                  <a:prstDash val="sysDot"/>
                </a:ln>
                <a:solidFill>
                  <a:schemeClr val="tx1">
                    <a:lumMod val="75000"/>
                    <a:lumOff val="25000"/>
                  </a:schemeClr>
                </a:solidFill>
                <a:latin typeface="+mn-lt"/>
                <a:ea typeface="+mn-lt"/>
                <a:sym typeface="+mn-ea"/>
              </a:rPr>
              <a:t>Click to edit Master text styles</a:t>
            </a:r>
          </a:p>
          <a:p>
            <a:pPr lvl="1"/>
            <a:r>
              <a:rPr lang="en-US" altLang="zh-CN">
                <a:ln>
                  <a:noFill/>
                  <a:prstDash val="sysDot"/>
                </a:ln>
                <a:solidFill>
                  <a:schemeClr val="tx1">
                    <a:lumMod val="75000"/>
                    <a:lumOff val="25000"/>
                  </a:schemeClr>
                </a:solidFill>
                <a:latin typeface="+mn-lt"/>
                <a:ea typeface="+mn-lt"/>
                <a:sym typeface="+mn-ea"/>
              </a:rPr>
              <a:t>Second level</a:t>
            </a:r>
          </a:p>
          <a:p>
            <a:pPr lvl="2"/>
            <a:r>
              <a:rPr lang="en-US" altLang="zh-CN">
                <a:ln>
                  <a:noFill/>
                  <a:prstDash val="sysDot"/>
                </a:ln>
                <a:solidFill>
                  <a:schemeClr val="tx1">
                    <a:lumMod val="75000"/>
                    <a:lumOff val="25000"/>
                  </a:schemeClr>
                </a:solidFill>
                <a:latin typeface="+mn-lt"/>
                <a:ea typeface="+mn-lt"/>
                <a:sym typeface="+mn-ea"/>
              </a:rPr>
              <a:t>Third level</a:t>
            </a:r>
          </a:p>
          <a:p>
            <a:pPr lvl="3"/>
            <a:r>
              <a:rPr lang="en-US" altLang="zh-CN">
                <a:ln>
                  <a:noFill/>
                  <a:prstDash val="sysDot"/>
                </a:ln>
                <a:solidFill>
                  <a:schemeClr val="tx1">
                    <a:lumMod val="75000"/>
                    <a:lumOff val="25000"/>
                  </a:schemeClr>
                </a:solidFill>
                <a:latin typeface="+mn-lt"/>
                <a:ea typeface="+mn-lt"/>
                <a:sym typeface="+mn-ea"/>
              </a:rPr>
              <a:t>Fourth level</a:t>
            </a:r>
          </a:p>
          <a:p>
            <a:pPr lvl="4"/>
            <a:r>
              <a:rPr lang="en-US" altLang="zh-CN">
                <a:ln>
                  <a:noFill/>
                  <a:prstDash val="sysDot"/>
                </a:ln>
                <a:solidFill>
                  <a:schemeClr val="tx1">
                    <a:lumMod val="75000"/>
                    <a:lumOff val="25000"/>
                  </a:schemeClr>
                </a:solidFill>
                <a:latin typeface="+mn-lt"/>
                <a:ea typeface="+mn-lt"/>
                <a:sym typeface="+mn-ea"/>
              </a:rPr>
              <a:t>Fifth level</a:t>
            </a:r>
            <a:endParaRPr lang="zh-CN" altLang="en-US" dirty="0">
              <a:ln>
                <a:noFill/>
                <a:prstDash val="sysDot"/>
              </a:ln>
              <a:solidFill>
                <a:schemeClr val="tx1">
                  <a:lumMod val="75000"/>
                  <a:lumOff val="25000"/>
                </a:schemeClr>
              </a:solidFill>
              <a:latin typeface="+mn-lt"/>
              <a:ea typeface="+mn-lt"/>
              <a:cs typeface="MiSans" panose="00000500000000000000" pitchFamily="2" charset="-122"/>
              <a:sym typeface="+mn-ea"/>
            </a:endParaRPr>
          </a:p>
        </p:txBody>
      </p:sp>
      <p:sp>
        <p:nvSpPr>
          <p:cNvPr id="7" name="正文"/>
          <p:cNvSpPr txBox="1">
            <a:spLocks noGrp="1"/>
          </p:cNvSpPr>
          <p:nvPr>
            <p:ph idx="2"/>
            <p:custDataLst>
              <p:tags r:id="rId3"/>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lt"/>
                <a:ea typeface="+mn-lt"/>
                <a:cs typeface="Microsoft YaHei" panose="020B0503020204020204"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altLang="zh-CN">
                <a:ln>
                  <a:noFill/>
                  <a:prstDash val="sysDot"/>
                </a:ln>
                <a:solidFill>
                  <a:schemeClr val="tx1">
                    <a:lumMod val="75000"/>
                    <a:lumOff val="25000"/>
                  </a:schemeClr>
                </a:solidFill>
                <a:latin typeface="+mn-lt"/>
                <a:ea typeface="+mn-lt"/>
                <a:sym typeface="+mn-ea"/>
              </a:rPr>
              <a:t>Click to edit Master text styles</a:t>
            </a:r>
          </a:p>
          <a:p>
            <a:pPr lvl="1"/>
            <a:r>
              <a:rPr lang="en-US" altLang="zh-CN">
                <a:ln>
                  <a:noFill/>
                  <a:prstDash val="sysDot"/>
                </a:ln>
                <a:solidFill>
                  <a:schemeClr val="tx1">
                    <a:lumMod val="75000"/>
                    <a:lumOff val="25000"/>
                  </a:schemeClr>
                </a:solidFill>
                <a:latin typeface="+mn-lt"/>
                <a:ea typeface="+mn-lt"/>
                <a:sym typeface="+mn-ea"/>
              </a:rPr>
              <a:t>Second level</a:t>
            </a:r>
          </a:p>
          <a:p>
            <a:pPr lvl="2"/>
            <a:r>
              <a:rPr lang="en-US" altLang="zh-CN">
                <a:ln>
                  <a:noFill/>
                  <a:prstDash val="sysDot"/>
                </a:ln>
                <a:solidFill>
                  <a:schemeClr val="tx1">
                    <a:lumMod val="75000"/>
                    <a:lumOff val="25000"/>
                  </a:schemeClr>
                </a:solidFill>
                <a:latin typeface="+mn-lt"/>
                <a:ea typeface="+mn-lt"/>
                <a:sym typeface="+mn-ea"/>
              </a:rPr>
              <a:t>Third level</a:t>
            </a:r>
          </a:p>
          <a:p>
            <a:pPr lvl="3"/>
            <a:r>
              <a:rPr lang="en-US" altLang="zh-CN">
                <a:ln>
                  <a:noFill/>
                  <a:prstDash val="sysDot"/>
                </a:ln>
                <a:solidFill>
                  <a:schemeClr val="tx1">
                    <a:lumMod val="75000"/>
                    <a:lumOff val="25000"/>
                  </a:schemeClr>
                </a:solidFill>
                <a:latin typeface="+mn-lt"/>
                <a:ea typeface="+mn-lt"/>
                <a:sym typeface="+mn-ea"/>
              </a:rPr>
              <a:t>Fourth level</a:t>
            </a:r>
          </a:p>
          <a:p>
            <a:pPr lvl="4"/>
            <a:r>
              <a:rPr lang="en-US" altLang="zh-CN">
                <a:ln>
                  <a:noFill/>
                  <a:prstDash val="sysDot"/>
                </a:ln>
                <a:solidFill>
                  <a:schemeClr val="tx1">
                    <a:lumMod val="75000"/>
                    <a:lumOff val="25000"/>
                  </a:schemeClr>
                </a:solidFill>
                <a:latin typeface="+mn-lt"/>
                <a:ea typeface="+mn-lt"/>
                <a:sym typeface="+mn-ea"/>
              </a:rPr>
              <a:t>Fifth level</a:t>
            </a:r>
            <a:endParaRPr lang="zh-CN" altLang="en-US" dirty="0">
              <a:ln>
                <a:noFill/>
                <a:prstDash val="sysDot"/>
              </a:ln>
              <a:solidFill>
                <a:schemeClr val="tx1">
                  <a:lumMod val="75000"/>
                  <a:lumOff val="25000"/>
                </a:schemeClr>
              </a:solidFill>
              <a:latin typeface="+mn-lt"/>
              <a:ea typeface="+mn-lt"/>
              <a:cs typeface="MiSans" panose="00000500000000000000" pitchFamily="2" charset="-122"/>
              <a:sym typeface="+mn-ea"/>
            </a:endParaRPr>
          </a:p>
        </p:txBody>
      </p:sp>
      <p:sp>
        <p:nvSpPr>
          <p:cNvPr id="6" name="标题"/>
          <p:cNvSpPr txBox="1">
            <a:spLocks noGrp="1"/>
          </p:cNvSpPr>
          <p:nvPr>
            <p:ph type="title" idx="1"/>
            <p:custDataLst>
              <p:tags r:id="rId4"/>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1" i="0" u="none" strike="noStrike" kern="1200" cap="none" spc="300" normalizeH="0" baseline="0" noProof="1" dirty="0">
                <a:ln>
                  <a:noFill/>
                  <a:prstDash val="sysDot"/>
                </a:ln>
                <a:solidFill>
                  <a:schemeClr val="tx1">
                    <a:lumMod val="85000"/>
                    <a:lumOff val="15000"/>
                  </a:schemeClr>
                </a:solidFill>
                <a:latin typeface="+mj-lt"/>
                <a:ea typeface="+mj-lt"/>
                <a:cs typeface="+mj-lt"/>
              </a:defRPr>
            </a:lvl1pPr>
          </a:lstStyle>
          <a:p>
            <a:pPr lvl="0"/>
            <a:r>
              <a:rPr lang="en-US" altLang="zh-CN">
                <a:sym typeface="+mn-ea"/>
              </a:rPr>
              <a:t>Click to edit Master title style</a:t>
            </a:r>
            <a:endParaRPr>
              <a:sym typeface="+mn-ea"/>
            </a:endParaRPr>
          </a:p>
        </p:txBody>
      </p:sp>
      <p:sp>
        <p:nvSpPr>
          <p:cNvPr id="3" name="日期占位符 2"/>
          <p:cNvSpPr>
            <a:spLocks noGrp="1"/>
          </p:cNvSpPr>
          <p:nvPr>
            <p:ph type="dt" sz="half" idx="10"/>
            <p:custDataLst>
              <p:tags r:id="rId5"/>
            </p:custDataLst>
          </p:nvPr>
        </p:nvSpPr>
        <p:spPr>
          <a:xfrm>
            <a:off x="838200" y="6356350"/>
            <a:ext cx="2743200" cy="365125"/>
          </a:xfrm>
        </p:spPr>
        <p:txBody>
          <a:bodyPr/>
          <a:lstStyle/>
          <a:p>
            <a:fld id="{11278361-51AB-074E-A677-2F9AFD0134DD}" type="datetime1">
              <a:rPr lang="en-US" smtClean="0"/>
              <a:t>10/14/25</a:t>
            </a:fld>
            <a:endParaRPr lang="en-US"/>
          </a:p>
        </p:txBody>
      </p:sp>
      <p:sp>
        <p:nvSpPr>
          <p:cNvPr id="4" name="页脚占位符 3"/>
          <p:cNvSpPr>
            <a:spLocks noGrp="1"/>
          </p:cNvSpPr>
          <p:nvPr>
            <p:ph type="ftr" sz="quarter" idx="11"/>
            <p:custDataLst>
              <p:tags r:id="rId6"/>
            </p:custDataLst>
          </p:nvPr>
        </p:nvSpPr>
        <p:spPr>
          <a:xfrm>
            <a:off x="4038600" y="6356350"/>
            <a:ext cx="4114800" cy="365125"/>
          </a:xfrm>
        </p:spPr>
        <p:txBody>
          <a:bodyPr/>
          <a:lstStyle/>
          <a:p>
            <a:r>
              <a:rPr lang="zh-CN" altLang="en-US"/>
              <a:t>工程制图第</a:t>
            </a:r>
            <a:r>
              <a:rPr lang="en-US" altLang="zh-CN"/>
              <a:t>8</a:t>
            </a:r>
            <a:r>
              <a:rPr lang="zh-CN" altLang="en-US"/>
              <a:t>讲</a:t>
            </a:r>
            <a:endParaRPr lang="en-US"/>
          </a:p>
        </p:txBody>
      </p:sp>
      <p:sp>
        <p:nvSpPr>
          <p:cNvPr id="5" name="灯片编号占位符 4"/>
          <p:cNvSpPr>
            <a:spLocks noGrp="1"/>
          </p:cNvSpPr>
          <p:nvPr>
            <p:ph type="sldNum" sz="quarter" idx="12"/>
            <p:custDataLst>
              <p:tags r:id="rId7"/>
            </p:custDataLst>
          </p:nvPr>
        </p:nvSpPr>
        <p:spPr>
          <a:xfrm>
            <a:off x="8610600" y="6356350"/>
            <a:ext cx="2743200" cy="365125"/>
          </a:xfrm>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12598760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比较">
    <p:bg>
      <p:bgPr>
        <a:solidFill>
          <a:schemeClr val="bg1"/>
        </a:solidFill>
        <a:effectLst/>
      </p:bgPr>
    </p:bg>
    <p:spTree>
      <p:nvGrpSpPr>
        <p:cNvPr id="1" name=""/>
        <p:cNvGrpSpPr/>
        <p:nvPr/>
      </p:nvGrpSpPr>
      <p:grpSpPr>
        <a:xfrm>
          <a:off x="0" y="0"/>
          <a:ext cx="0" cy="0"/>
          <a:chOff x="0" y="0"/>
          <a:chExt cx="0" cy="0"/>
        </a:xfrm>
      </p:grpSpPr>
      <p:pic>
        <p:nvPicPr>
          <p:cNvPr id="11" name="图片 10" descr="regtgtrgr-01"/>
          <p:cNvPicPr>
            <a:picLocks noChangeAspect="1"/>
          </p:cNvPicPr>
          <p:nvPr>
            <p:custDataLst>
              <p:tags r:id="rId1"/>
            </p:custDataLst>
          </p:nvPr>
        </p:nvPicPr>
        <p:blipFill>
          <a:blip r:embed="rId11">
            <a:alphaModFix amt="57000"/>
          </a:blip>
          <a:srcRect l="6109" t="47811" r="313"/>
          <a:stretch>
            <a:fillRect/>
          </a:stretch>
        </p:blipFill>
        <p:spPr>
          <a:xfrm flipH="1" flipV="1">
            <a:off x="0" y="0"/>
            <a:ext cx="12191365" cy="6858000"/>
          </a:xfrm>
          <a:prstGeom prst="rect">
            <a:avLst/>
          </a:prstGeom>
        </p:spPr>
      </p:pic>
      <p:sp>
        <p:nvSpPr>
          <p:cNvPr id="10" name="正文"/>
          <p:cNvSpPr txBox="1">
            <a:spLocks noGrp="1"/>
          </p:cNvSpPr>
          <p:nvPr>
            <p:ph idx="5"/>
            <p:custDataLst>
              <p:tags r:id="rId2"/>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lt"/>
                <a:ea typeface="+mn-lt"/>
                <a:cs typeface="Microsoft YaHei" panose="020B0503020204020204"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altLang="zh-CN">
                <a:ln>
                  <a:noFill/>
                  <a:prstDash val="sysDot"/>
                </a:ln>
                <a:solidFill>
                  <a:schemeClr val="tx1">
                    <a:lumMod val="75000"/>
                    <a:lumOff val="25000"/>
                  </a:schemeClr>
                </a:solidFill>
                <a:latin typeface="+mn-lt"/>
                <a:ea typeface="+mn-lt"/>
                <a:sym typeface="+mn-ea"/>
              </a:rPr>
              <a:t>Click to edit Master text styles</a:t>
            </a:r>
          </a:p>
          <a:p>
            <a:pPr lvl="1"/>
            <a:r>
              <a:rPr lang="en-US" altLang="zh-CN">
                <a:ln>
                  <a:noFill/>
                  <a:prstDash val="sysDot"/>
                </a:ln>
                <a:solidFill>
                  <a:schemeClr val="tx1">
                    <a:lumMod val="75000"/>
                    <a:lumOff val="25000"/>
                  </a:schemeClr>
                </a:solidFill>
                <a:latin typeface="+mn-lt"/>
                <a:ea typeface="+mn-lt"/>
                <a:sym typeface="+mn-ea"/>
              </a:rPr>
              <a:t>Second level</a:t>
            </a:r>
          </a:p>
          <a:p>
            <a:pPr lvl="2"/>
            <a:r>
              <a:rPr lang="en-US" altLang="zh-CN">
                <a:ln>
                  <a:noFill/>
                  <a:prstDash val="sysDot"/>
                </a:ln>
                <a:solidFill>
                  <a:schemeClr val="tx1">
                    <a:lumMod val="75000"/>
                    <a:lumOff val="25000"/>
                  </a:schemeClr>
                </a:solidFill>
                <a:latin typeface="+mn-lt"/>
                <a:ea typeface="+mn-lt"/>
                <a:sym typeface="+mn-ea"/>
              </a:rPr>
              <a:t>Third level</a:t>
            </a:r>
          </a:p>
          <a:p>
            <a:pPr lvl="3"/>
            <a:r>
              <a:rPr lang="en-US" altLang="zh-CN">
                <a:ln>
                  <a:noFill/>
                  <a:prstDash val="sysDot"/>
                </a:ln>
                <a:solidFill>
                  <a:schemeClr val="tx1">
                    <a:lumMod val="75000"/>
                    <a:lumOff val="25000"/>
                  </a:schemeClr>
                </a:solidFill>
                <a:latin typeface="+mn-lt"/>
                <a:ea typeface="+mn-lt"/>
                <a:sym typeface="+mn-ea"/>
              </a:rPr>
              <a:t>Fourth level</a:t>
            </a:r>
          </a:p>
          <a:p>
            <a:pPr lvl="4"/>
            <a:r>
              <a:rPr lang="en-US" altLang="zh-CN">
                <a:ln>
                  <a:noFill/>
                  <a:prstDash val="sysDot"/>
                </a:ln>
                <a:solidFill>
                  <a:schemeClr val="tx1">
                    <a:lumMod val="75000"/>
                    <a:lumOff val="25000"/>
                  </a:schemeClr>
                </a:solidFill>
                <a:latin typeface="+mn-lt"/>
                <a:ea typeface="+mn-lt"/>
                <a:sym typeface="+mn-ea"/>
              </a:rPr>
              <a:t>Fifth level</a:t>
            </a:r>
            <a:endParaRPr lang="zh-CN" altLang="en-US" dirty="0">
              <a:ln>
                <a:noFill/>
                <a:prstDash val="sysDot"/>
              </a:ln>
              <a:solidFill>
                <a:schemeClr val="tx1">
                  <a:lumMod val="75000"/>
                  <a:lumOff val="25000"/>
                </a:schemeClr>
              </a:solidFill>
              <a:latin typeface="+mn-lt"/>
              <a:ea typeface="+mn-lt"/>
              <a:cs typeface="MiSans" panose="00000500000000000000" pitchFamily="2" charset="-122"/>
              <a:sym typeface="+mn-ea"/>
            </a:endParaRPr>
          </a:p>
        </p:txBody>
      </p:sp>
      <p:sp>
        <p:nvSpPr>
          <p:cNvPr id="9" name="标题"/>
          <p:cNvSpPr txBox="1">
            <a:spLocks noGrp="1"/>
          </p:cNvSpPr>
          <p:nvPr>
            <p:ph type="title" idx="4"/>
            <p:custDataLst>
              <p:tags r:id="rId3"/>
            </p:custDataLst>
          </p:nvPr>
        </p:nvSpPr>
        <p:spPr>
          <a:xfrm>
            <a:off x="6235200" y="1429200"/>
            <a:ext cx="5342400" cy="3987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0" normalizeH="0" baseline="0" noProof="1" dirty="0">
                <a:solidFill>
                  <a:schemeClr val="tx1">
                    <a:lumMod val="85000"/>
                    <a:lumOff val="15000"/>
                  </a:schemeClr>
                </a:solidFill>
                <a:latin typeface="+mj-lt"/>
                <a:ea typeface="+mj-lt"/>
                <a:cs typeface="Microsoft YaHei" panose="020B0503020204020204" charset="-122"/>
              </a:defRPr>
            </a:lvl1pPr>
          </a:lstStyle>
          <a:p>
            <a:pPr lvl="0"/>
            <a:r>
              <a:rPr lang="en-US" altLang="zh-CN">
                <a:sym typeface="+mn-ea"/>
              </a:rPr>
              <a:t>Click to edit Master title style</a:t>
            </a:r>
            <a:endParaRPr>
              <a:sym typeface="+mn-ea"/>
            </a:endParaRPr>
          </a:p>
        </p:txBody>
      </p:sp>
      <p:sp>
        <p:nvSpPr>
          <p:cNvPr id="8" name="正文"/>
          <p:cNvSpPr txBox="1">
            <a:spLocks noGrp="1"/>
          </p:cNvSpPr>
          <p:nvPr>
            <p:ph idx="3"/>
            <p:custDataLst>
              <p:tags r:id="rId4"/>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lt"/>
                <a:ea typeface="+mn-lt"/>
                <a:cs typeface="Microsoft YaHei" panose="020B0503020204020204"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altLang="zh-CN">
                <a:ln>
                  <a:noFill/>
                  <a:prstDash val="sysDot"/>
                </a:ln>
                <a:solidFill>
                  <a:schemeClr val="tx1">
                    <a:lumMod val="75000"/>
                    <a:lumOff val="25000"/>
                  </a:schemeClr>
                </a:solidFill>
                <a:latin typeface="+mn-lt"/>
                <a:ea typeface="+mn-lt"/>
                <a:sym typeface="+mn-ea"/>
              </a:rPr>
              <a:t>Click to edit Master text styles</a:t>
            </a:r>
          </a:p>
          <a:p>
            <a:pPr lvl="1"/>
            <a:r>
              <a:rPr lang="en-US" altLang="zh-CN">
                <a:ln>
                  <a:noFill/>
                  <a:prstDash val="sysDot"/>
                </a:ln>
                <a:solidFill>
                  <a:schemeClr val="tx1">
                    <a:lumMod val="75000"/>
                    <a:lumOff val="25000"/>
                  </a:schemeClr>
                </a:solidFill>
                <a:latin typeface="+mn-lt"/>
                <a:ea typeface="+mn-lt"/>
                <a:sym typeface="+mn-ea"/>
              </a:rPr>
              <a:t>Second level</a:t>
            </a:r>
          </a:p>
          <a:p>
            <a:pPr lvl="2"/>
            <a:r>
              <a:rPr lang="en-US" altLang="zh-CN">
                <a:ln>
                  <a:noFill/>
                  <a:prstDash val="sysDot"/>
                </a:ln>
                <a:solidFill>
                  <a:schemeClr val="tx1">
                    <a:lumMod val="75000"/>
                    <a:lumOff val="25000"/>
                  </a:schemeClr>
                </a:solidFill>
                <a:latin typeface="+mn-lt"/>
                <a:ea typeface="+mn-lt"/>
                <a:sym typeface="+mn-ea"/>
              </a:rPr>
              <a:t>Third level</a:t>
            </a:r>
          </a:p>
          <a:p>
            <a:pPr lvl="3"/>
            <a:r>
              <a:rPr lang="en-US" altLang="zh-CN">
                <a:ln>
                  <a:noFill/>
                  <a:prstDash val="sysDot"/>
                </a:ln>
                <a:solidFill>
                  <a:schemeClr val="tx1">
                    <a:lumMod val="75000"/>
                    <a:lumOff val="25000"/>
                  </a:schemeClr>
                </a:solidFill>
                <a:latin typeface="+mn-lt"/>
                <a:ea typeface="+mn-lt"/>
                <a:sym typeface="+mn-ea"/>
              </a:rPr>
              <a:t>Fourth level</a:t>
            </a:r>
          </a:p>
          <a:p>
            <a:pPr lvl="4"/>
            <a:r>
              <a:rPr lang="en-US" altLang="zh-CN">
                <a:ln>
                  <a:noFill/>
                  <a:prstDash val="sysDot"/>
                </a:ln>
                <a:solidFill>
                  <a:schemeClr val="tx1">
                    <a:lumMod val="75000"/>
                    <a:lumOff val="25000"/>
                  </a:schemeClr>
                </a:solidFill>
                <a:latin typeface="+mn-lt"/>
                <a:ea typeface="+mn-lt"/>
                <a:sym typeface="+mn-ea"/>
              </a:rPr>
              <a:t>Fifth level</a:t>
            </a:r>
            <a:endParaRPr lang="zh-CN" altLang="en-US" dirty="0">
              <a:ln>
                <a:noFill/>
                <a:prstDash val="sysDot"/>
              </a:ln>
              <a:solidFill>
                <a:schemeClr val="tx1">
                  <a:lumMod val="75000"/>
                  <a:lumOff val="25000"/>
                </a:schemeClr>
              </a:solidFill>
              <a:latin typeface="+mn-lt"/>
              <a:ea typeface="+mn-lt"/>
              <a:cs typeface="MiSans" panose="00000500000000000000" pitchFamily="2" charset="-122"/>
              <a:sym typeface="+mn-ea"/>
            </a:endParaRPr>
          </a:p>
        </p:txBody>
      </p:sp>
      <p:sp>
        <p:nvSpPr>
          <p:cNvPr id="7" name="标题"/>
          <p:cNvSpPr txBox="1">
            <a:spLocks noGrp="1"/>
          </p:cNvSpPr>
          <p:nvPr>
            <p:ph type="title" idx="2"/>
            <p:custDataLst>
              <p:tags r:id="rId5"/>
            </p:custDataLst>
          </p:nvPr>
        </p:nvSpPr>
        <p:spPr>
          <a:xfrm>
            <a:off x="608400" y="1429200"/>
            <a:ext cx="5342400" cy="3987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0" normalizeH="0" baseline="0" noProof="1" dirty="0">
                <a:solidFill>
                  <a:schemeClr val="tx1">
                    <a:lumMod val="85000"/>
                    <a:lumOff val="15000"/>
                  </a:schemeClr>
                </a:solidFill>
                <a:latin typeface="+mj-lt"/>
                <a:ea typeface="+mj-lt"/>
                <a:cs typeface="Microsoft YaHei" panose="020B0503020204020204" charset="-122"/>
              </a:defRPr>
            </a:lvl1pPr>
          </a:lstStyle>
          <a:p>
            <a:pPr lvl="0"/>
            <a:r>
              <a:rPr lang="en-US" altLang="zh-CN">
                <a:sym typeface="+mn-ea"/>
              </a:rPr>
              <a:t>Click to edit Master title style</a:t>
            </a:r>
            <a:endParaRPr>
              <a:sym typeface="+mn-ea"/>
            </a:endParaRPr>
          </a:p>
        </p:txBody>
      </p:sp>
      <p:sp>
        <p:nvSpPr>
          <p:cNvPr id="6" name="标题"/>
          <p:cNvSpPr txBox="1">
            <a:spLocks noGrp="1"/>
          </p:cNvSpPr>
          <p:nvPr>
            <p:ph type="title" idx="1"/>
            <p:custDataLst>
              <p:tags r:id="rId6"/>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1" i="0" u="none" strike="noStrike" kern="1200" cap="none" spc="300" normalizeH="0" baseline="0" noProof="1" dirty="0">
                <a:ln>
                  <a:noFill/>
                  <a:prstDash val="sysDot"/>
                </a:ln>
                <a:solidFill>
                  <a:schemeClr val="tx1">
                    <a:lumMod val="85000"/>
                    <a:lumOff val="15000"/>
                  </a:schemeClr>
                </a:solidFill>
                <a:latin typeface="+mj-lt"/>
                <a:ea typeface="+mj-lt"/>
                <a:cs typeface="+mj-lt"/>
              </a:defRPr>
            </a:lvl1pPr>
          </a:lstStyle>
          <a:p>
            <a:pPr lvl="0"/>
            <a:r>
              <a:rPr lang="en-US" altLang="zh-CN">
                <a:sym typeface="+mn-ea"/>
              </a:rPr>
              <a:t>Click to edit Master title style</a:t>
            </a:r>
            <a:endParaRPr>
              <a:sym typeface="+mn-ea"/>
            </a:endParaRPr>
          </a:p>
        </p:txBody>
      </p:sp>
      <p:sp>
        <p:nvSpPr>
          <p:cNvPr id="3" name="日期占位符 2"/>
          <p:cNvSpPr>
            <a:spLocks noGrp="1"/>
          </p:cNvSpPr>
          <p:nvPr>
            <p:ph type="dt" sz="half" idx="10"/>
            <p:custDataLst>
              <p:tags r:id="rId7"/>
            </p:custDataLst>
          </p:nvPr>
        </p:nvSpPr>
        <p:spPr>
          <a:xfrm>
            <a:off x="838200" y="6356350"/>
            <a:ext cx="2743200" cy="365125"/>
          </a:xfrm>
        </p:spPr>
        <p:txBody>
          <a:bodyPr/>
          <a:lstStyle/>
          <a:p>
            <a:fld id="{D4F148CE-86C7-434E-B1E6-FF81AE8039E3}" type="datetime1">
              <a:rPr lang="en-US" smtClean="0"/>
              <a:t>10/14/25</a:t>
            </a:fld>
            <a:endParaRPr lang="en-US"/>
          </a:p>
        </p:txBody>
      </p:sp>
      <p:sp>
        <p:nvSpPr>
          <p:cNvPr id="4" name="页脚占位符 3"/>
          <p:cNvSpPr>
            <a:spLocks noGrp="1"/>
          </p:cNvSpPr>
          <p:nvPr>
            <p:ph type="ftr" sz="quarter" idx="11"/>
            <p:custDataLst>
              <p:tags r:id="rId8"/>
            </p:custDataLst>
          </p:nvPr>
        </p:nvSpPr>
        <p:spPr>
          <a:xfrm>
            <a:off x="4038600" y="6356350"/>
            <a:ext cx="4114800" cy="365125"/>
          </a:xfrm>
        </p:spPr>
        <p:txBody>
          <a:bodyPr/>
          <a:lstStyle/>
          <a:p>
            <a:r>
              <a:rPr lang="zh-CN" altLang="en-US"/>
              <a:t>工程制图第</a:t>
            </a:r>
            <a:r>
              <a:rPr lang="en-US" altLang="zh-CN"/>
              <a:t>8</a:t>
            </a:r>
            <a:r>
              <a:rPr lang="zh-CN" altLang="en-US"/>
              <a:t>讲</a:t>
            </a:r>
            <a:endParaRPr lang="en-US"/>
          </a:p>
        </p:txBody>
      </p:sp>
      <p:sp>
        <p:nvSpPr>
          <p:cNvPr id="5" name="灯片编号占位符 4"/>
          <p:cNvSpPr>
            <a:spLocks noGrp="1"/>
          </p:cNvSpPr>
          <p:nvPr>
            <p:ph type="sldNum" sz="quarter" idx="12"/>
            <p:custDataLst>
              <p:tags r:id="rId9"/>
            </p:custDataLst>
          </p:nvPr>
        </p:nvSpPr>
        <p:spPr>
          <a:xfrm>
            <a:off x="8610600" y="6356350"/>
            <a:ext cx="2743200" cy="365125"/>
          </a:xfrm>
        </p:spPr>
        <p:txBody>
          <a:bodyPr/>
          <a:lstStyle>
            <a:lvl1pPr algn="r">
              <a:defRPr/>
            </a:lvl1pPr>
          </a:lstStyle>
          <a:p>
            <a:fld id="{558F952B-8205-4A3F-8B8C-DB9DCBA03AAE}" type="slidenum">
              <a:rPr lang="en-US" smtClean="0"/>
              <a:pPr/>
              <a:t>‹#›</a:t>
            </a:fld>
            <a:endParaRPr lang="en-US"/>
          </a:p>
        </p:txBody>
      </p:sp>
    </p:spTree>
    <p:extLst>
      <p:ext uri="{BB962C8B-B14F-4D97-AF65-F5344CB8AC3E}">
        <p14:creationId xmlns:p14="http://schemas.microsoft.com/office/powerpoint/2010/main" val="30899295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1_空白">
    <p:bg>
      <p:bgPr>
        <a:solidFill>
          <a:schemeClr val="bg1"/>
        </a:solidFill>
        <a:effectLst/>
      </p:bgPr>
    </p:bg>
    <p:spTree>
      <p:nvGrpSpPr>
        <p:cNvPr id="1" name=""/>
        <p:cNvGrpSpPr/>
        <p:nvPr/>
      </p:nvGrpSpPr>
      <p:grpSpPr>
        <a:xfrm>
          <a:off x="0" y="0"/>
          <a:ext cx="0" cy="0"/>
          <a:chOff x="0" y="0"/>
          <a:chExt cx="0" cy="0"/>
        </a:xfrm>
      </p:grpSpPr>
      <p:pic>
        <p:nvPicPr>
          <p:cNvPr id="7" name="图片 6" descr="regtgtrgr-01"/>
          <p:cNvPicPr>
            <a:picLocks noChangeAspect="1"/>
          </p:cNvPicPr>
          <p:nvPr>
            <p:custDataLst>
              <p:tags r:id="rId1"/>
            </p:custDataLst>
          </p:nvPr>
        </p:nvPicPr>
        <p:blipFill>
          <a:blip r:embed="rId6">
            <a:alphaModFix amt="57000"/>
          </a:blip>
          <a:srcRect l="6109" t="47811" r="313"/>
          <a:stretch>
            <a:fillRect/>
          </a:stretch>
        </p:blipFill>
        <p:spPr>
          <a:xfrm flipH="1" flipV="1">
            <a:off x="0" y="0"/>
            <a:ext cx="12191365" cy="6858000"/>
          </a:xfrm>
          <a:prstGeom prst="rect">
            <a:avLst/>
          </a:prstGeom>
        </p:spPr>
      </p:pic>
      <p:sp>
        <p:nvSpPr>
          <p:cNvPr id="3" name="日期占位符 2"/>
          <p:cNvSpPr>
            <a:spLocks noGrp="1"/>
          </p:cNvSpPr>
          <p:nvPr>
            <p:ph type="dt" sz="half" idx="10"/>
            <p:custDataLst>
              <p:tags r:id="rId2"/>
            </p:custDataLst>
          </p:nvPr>
        </p:nvSpPr>
        <p:spPr/>
        <p:txBody>
          <a:bodyPr/>
          <a:lstStyle/>
          <a:p>
            <a:fld id="{52089117-C190-C041-AEE8-600C50F56542}" type="datetime1">
              <a:rPr lang="en-US" smtClean="0"/>
              <a:t>10/14/25</a:t>
            </a:fld>
            <a:endParaRPr lang="en-US"/>
          </a:p>
        </p:txBody>
      </p:sp>
      <p:sp>
        <p:nvSpPr>
          <p:cNvPr id="4" name="页脚占位符 3"/>
          <p:cNvSpPr>
            <a:spLocks noGrp="1"/>
          </p:cNvSpPr>
          <p:nvPr>
            <p:ph type="ftr" sz="quarter" idx="11"/>
            <p:custDataLst>
              <p:tags r:id="rId3"/>
            </p:custDataLst>
          </p:nvPr>
        </p:nvSpPr>
        <p:spPr/>
        <p:txBody>
          <a:bodyPr/>
          <a:lstStyle/>
          <a:p>
            <a:r>
              <a:rPr lang="zh-CN" altLang="en-US"/>
              <a:t>工程制图第</a:t>
            </a:r>
            <a:r>
              <a:rPr lang="en-US" altLang="zh-CN"/>
              <a:t>8</a:t>
            </a:r>
            <a:r>
              <a:rPr lang="zh-CN" altLang="en-US"/>
              <a:t>讲</a:t>
            </a:r>
            <a:endParaRPr lang="en-US"/>
          </a:p>
        </p:txBody>
      </p:sp>
      <p:sp>
        <p:nvSpPr>
          <p:cNvPr id="5" name="灯片编号占位符 4"/>
          <p:cNvSpPr>
            <a:spLocks noGrp="1"/>
          </p:cNvSpPr>
          <p:nvPr>
            <p:ph type="sldNum" sz="quarter" idx="12"/>
            <p:custDataLst>
              <p:tags r:id="rId4"/>
            </p:custDataLst>
          </p:nvPr>
        </p:nvSpPr>
        <p:spPr/>
        <p:txBody>
          <a:bodyPr/>
          <a:lstStyle>
            <a:lvl1pPr algn="r">
              <a:defRPr/>
            </a:lvl1pPr>
          </a:lstStyle>
          <a:p>
            <a:fld id="{558F952B-8205-4A3F-8B8C-DB9DCBA03AAE}" type="slidenum">
              <a:rPr lang="en-US" smtClean="0"/>
              <a:pPr/>
              <a:t>‹#›</a:t>
            </a:fld>
            <a:endParaRPr lang="en-US"/>
          </a:p>
        </p:txBody>
      </p:sp>
    </p:spTree>
    <p:extLst>
      <p:ext uri="{BB962C8B-B14F-4D97-AF65-F5344CB8AC3E}">
        <p14:creationId xmlns:p14="http://schemas.microsoft.com/office/powerpoint/2010/main" val="3063333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Microsoft YaHei" panose="020B0503020204020204" charset="-122"/>
                <a:ea typeface="Microsoft YaHei" panose="020B0503020204020204" charset="-122"/>
                <a:cs typeface="Microsoft YaHei" panose="020B0503020204020204" charset="-122"/>
                <a:sym typeface="+mn-ea"/>
              </a:defRPr>
            </a:lvl1pPr>
          </a:lstStyle>
          <a:p>
            <a:pPr lvl="0"/>
            <a:r>
              <a:rPr lang="en-US" altLang="zh-CN">
                <a:sym typeface="+mn-ea"/>
              </a:rPr>
              <a:t>Click to edit Master title style</a:t>
            </a:r>
            <a:endParaRPr dirty="0">
              <a:sym typeface="+mn-ea"/>
            </a:endParaRP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Microsoft YaHei" panose="020B0503020204020204" charset="-122"/>
                <a:ea typeface="Microsoft YaHei"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r>
              <a:rPr lang="en-US" altLang="zh-CN">
                <a:sym typeface="+mn-ea"/>
              </a:rPr>
              <a:t>Click icon to add picture</a:t>
            </a:r>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icrosoft YaHei" panose="020B0503020204020204" charset="-122"/>
                <a:ea typeface="Microsoft YaHei" panose="020B0503020204020204" charset="-122"/>
                <a:cs typeface="Microsoft YaHei" panose="020B0503020204020204" charset="-122"/>
                <a:sym typeface="+mn-ea"/>
              </a:defRPr>
            </a:lvl1pPr>
          </a:lstStyle>
          <a:p>
            <a:pPr lvl="0"/>
            <a:r>
              <a:rPr lang="en-US" altLang="zh-CN">
                <a:sym typeface="+mn-ea"/>
              </a:rPr>
              <a:t>Click to edit Master text styles</a:t>
            </a:r>
          </a:p>
        </p:txBody>
      </p:sp>
      <p:sp>
        <p:nvSpPr>
          <p:cNvPr id="8" name="日期占位符 7"/>
          <p:cNvSpPr>
            <a:spLocks noGrp="1"/>
          </p:cNvSpPr>
          <p:nvPr>
            <p:ph type="dt" sz="half" idx="10"/>
            <p:custDataLst>
              <p:tags r:id="rId4"/>
            </p:custDataLst>
          </p:nvPr>
        </p:nvSpPr>
        <p:spPr/>
        <p:txBody>
          <a:bodyPr/>
          <a:lstStyle/>
          <a:p>
            <a:fld id="{130B7621-1A39-364E-8C8F-A0038D1FA3FF}" type="datetime1">
              <a:rPr lang="en-US" smtClean="0"/>
              <a:t>10/14/25</a:t>
            </a:fld>
            <a:endParaRPr lang="en-US"/>
          </a:p>
        </p:txBody>
      </p:sp>
      <p:sp>
        <p:nvSpPr>
          <p:cNvPr id="9" name="页脚占位符 8"/>
          <p:cNvSpPr>
            <a:spLocks noGrp="1"/>
          </p:cNvSpPr>
          <p:nvPr>
            <p:ph type="ftr" sz="quarter" idx="11"/>
            <p:custDataLst>
              <p:tags r:id="rId5"/>
            </p:custDataLst>
          </p:nvPr>
        </p:nvSpPr>
        <p:spPr/>
        <p:txBody>
          <a:bodyPr/>
          <a:lstStyle/>
          <a:p>
            <a:r>
              <a:rPr lang="zh-CN" altLang="en-US"/>
              <a:t>工程制图第</a:t>
            </a:r>
            <a:r>
              <a:rPr lang="en-US" altLang="zh-CN"/>
              <a:t>8</a:t>
            </a:r>
            <a:r>
              <a:rPr lang="zh-CN" altLang="en-US"/>
              <a:t>讲</a:t>
            </a:r>
            <a:endParaRPr lang="en-US"/>
          </a:p>
        </p:txBody>
      </p:sp>
      <p:sp>
        <p:nvSpPr>
          <p:cNvPr id="10" name="灯片编号占位符 9"/>
          <p:cNvSpPr>
            <a:spLocks noGrp="1"/>
          </p:cNvSpPr>
          <p:nvPr>
            <p:ph type="sldNum" sz="quarter" idx="12"/>
            <p:custDataLst>
              <p:tags r:id="rId6"/>
            </p:custDataLst>
          </p:nvPr>
        </p:nvSpPr>
        <p:spPr/>
        <p:txBody>
          <a:bodyPr/>
          <a:lstStyle/>
          <a:p>
            <a:fld id="{558F952B-8205-4A3F-8B8C-DB9DCBA03AAE}" type="slidenum">
              <a:rPr lang="en-US" smtClean="0"/>
              <a:t>‹#›</a:t>
            </a:fld>
            <a:endParaRPr lang="en-US"/>
          </a:p>
        </p:txBody>
      </p:sp>
    </p:spTree>
    <p:extLst>
      <p:ext uri="{BB962C8B-B14F-4D97-AF65-F5344CB8AC3E}">
        <p14:creationId xmlns:p14="http://schemas.microsoft.com/office/powerpoint/2010/main" val="21005082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内容">
    <p:bg>
      <p:bgPr>
        <a:solidFill>
          <a:schemeClr val="bg1"/>
        </a:solidFill>
        <a:effectLst/>
      </p:bgPr>
    </p:bg>
    <p:spTree>
      <p:nvGrpSpPr>
        <p:cNvPr id="1" name=""/>
        <p:cNvGrpSpPr/>
        <p:nvPr/>
      </p:nvGrpSpPr>
      <p:grpSpPr>
        <a:xfrm>
          <a:off x="0" y="0"/>
          <a:ext cx="0" cy="0"/>
          <a:chOff x="0" y="0"/>
          <a:chExt cx="0" cy="0"/>
        </a:xfrm>
      </p:grpSpPr>
      <p:pic>
        <p:nvPicPr>
          <p:cNvPr id="7" name="图片 6" descr="regtgtrgr-01"/>
          <p:cNvPicPr>
            <a:picLocks noChangeAspect="1"/>
          </p:cNvPicPr>
          <p:nvPr>
            <p:custDataLst>
              <p:tags r:id="rId1"/>
            </p:custDataLst>
          </p:nvPr>
        </p:nvPicPr>
        <p:blipFill>
          <a:blip r:embed="rId7">
            <a:alphaModFix amt="57000"/>
          </a:blip>
          <a:srcRect l="6109" t="47811" r="313"/>
          <a:stretch>
            <a:fillRect/>
          </a:stretch>
        </p:blipFill>
        <p:spPr>
          <a:xfrm flipH="1" flipV="1">
            <a:off x="0" y="0"/>
            <a:ext cx="12191365" cy="6858000"/>
          </a:xfrm>
          <a:prstGeom prst="rect">
            <a:avLst/>
          </a:prstGeom>
        </p:spPr>
      </p:pic>
      <p:sp>
        <p:nvSpPr>
          <p:cNvPr id="6" name="正文"/>
          <p:cNvSpPr txBox="1">
            <a:spLocks noGrp="1"/>
          </p:cNvSpPr>
          <p:nvPr>
            <p:ph idx="1"/>
            <p:custDataLst>
              <p:tags r:id="rId2"/>
            </p:custDataLst>
          </p:nvPr>
        </p:nvSpPr>
        <p:spPr>
          <a:xfrm>
            <a:off x="608330" y="608330"/>
            <a:ext cx="10968990" cy="564832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lt"/>
                <a:ea typeface="+mn-lt"/>
                <a:cs typeface="Microsoft YaHei" panose="020B0503020204020204"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Microsoft YaHei" panose="020B0503020204020204" charset="-122"/>
                <a:cs typeface="Microsoft YaHei"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altLang="zh-CN">
                <a:ln>
                  <a:noFill/>
                  <a:prstDash val="sysDot"/>
                </a:ln>
                <a:solidFill>
                  <a:schemeClr val="tx1">
                    <a:lumMod val="75000"/>
                    <a:lumOff val="25000"/>
                  </a:schemeClr>
                </a:solidFill>
                <a:latin typeface="+mn-lt"/>
                <a:ea typeface="+mn-lt"/>
                <a:sym typeface="+mn-ea"/>
              </a:rPr>
              <a:t>Click to edit Master text styles</a:t>
            </a:r>
          </a:p>
          <a:p>
            <a:pPr lvl="1"/>
            <a:r>
              <a:rPr lang="en-US" altLang="zh-CN">
                <a:ln>
                  <a:noFill/>
                  <a:prstDash val="sysDot"/>
                </a:ln>
                <a:solidFill>
                  <a:schemeClr val="tx1">
                    <a:lumMod val="75000"/>
                    <a:lumOff val="25000"/>
                  </a:schemeClr>
                </a:solidFill>
                <a:latin typeface="+mn-lt"/>
                <a:ea typeface="+mn-lt"/>
                <a:sym typeface="+mn-ea"/>
              </a:rPr>
              <a:t>Second level</a:t>
            </a:r>
          </a:p>
          <a:p>
            <a:pPr lvl="2"/>
            <a:r>
              <a:rPr lang="en-US" altLang="zh-CN">
                <a:ln>
                  <a:noFill/>
                  <a:prstDash val="sysDot"/>
                </a:ln>
                <a:solidFill>
                  <a:schemeClr val="tx1">
                    <a:lumMod val="75000"/>
                    <a:lumOff val="25000"/>
                  </a:schemeClr>
                </a:solidFill>
                <a:latin typeface="+mn-lt"/>
                <a:ea typeface="+mn-lt"/>
                <a:sym typeface="+mn-ea"/>
              </a:rPr>
              <a:t>Third level</a:t>
            </a:r>
          </a:p>
          <a:p>
            <a:pPr lvl="3"/>
            <a:r>
              <a:rPr lang="en-US" altLang="zh-CN">
                <a:ln>
                  <a:noFill/>
                  <a:prstDash val="sysDot"/>
                </a:ln>
                <a:solidFill>
                  <a:schemeClr val="tx1">
                    <a:lumMod val="75000"/>
                    <a:lumOff val="25000"/>
                  </a:schemeClr>
                </a:solidFill>
                <a:latin typeface="+mn-lt"/>
                <a:ea typeface="+mn-lt"/>
                <a:sym typeface="+mn-ea"/>
              </a:rPr>
              <a:t>Fourth level</a:t>
            </a:r>
          </a:p>
          <a:p>
            <a:pPr lvl="4"/>
            <a:r>
              <a:rPr lang="en-US" altLang="zh-CN">
                <a:ln>
                  <a:noFill/>
                  <a:prstDash val="sysDot"/>
                </a:ln>
                <a:solidFill>
                  <a:schemeClr val="tx1">
                    <a:lumMod val="75000"/>
                    <a:lumOff val="25000"/>
                  </a:schemeClr>
                </a:solidFill>
                <a:latin typeface="+mn-lt"/>
                <a:ea typeface="+mn-lt"/>
                <a:sym typeface="+mn-ea"/>
              </a:rPr>
              <a:t>Fifth level</a:t>
            </a:r>
            <a:endParaRPr lang="zh-CN" altLang="en-US" dirty="0">
              <a:ln>
                <a:noFill/>
                <a:prstDash val="sysDot"/>
              </a:ln>
              <a:solidFill>
                <a:schemeClr val="tx1">
                  <a:lumMod val="75000"/>
                  <a:lumOff val="25000"/>
                </a:schemeClr>
              </a:solidFill>
              <a:latin typeface="+mn-lt"/>
              <a:ea typeface="+mn-lt"/>
              <a:cs typeface="MiSans" panose="00000500000000000000" pitchFamily="2" charset="-122"/>
              <a:sym typeface="+mn-ea"/>
            </a:endParaRPr>
          </a:p>
        </p:txBody>
      </p:sp>
      <p:sp>
        <p:nvSpPr>
          <p:cNvPr id="3" name="日期占位符 2"/>
          <p:cNvSpPr>
            <a:spLocks noGrp="1"/>
          </p:cNvSpPr>
          <p:nvPr>
            <p:ph type="dt" sz="half" idx="10"/>
            <p:custDataLst>
              <p:tags r:id="rId3"/>
            </p:custDataLst>
          </p:nvPr>
        </p:nvSpPr>
        <p:spPr>
          <a:xfrm>
            <a:off x="838200" y="6356350"/>
            <a:ext cx="2743200" cy="365125"/>
          </a:xfrm>
        </p:spPr>
        <p:txBody>
          <a:bodyPr/>
          <a:lstStyle/>
          <a:p>
            <a:fld id="{26909042-CCBA-CB42-AE23-3723D7AB2E91}" type="datetime1">
              <a:rPr lang="en-US" smtClean="0"/>
              <a:t>10/14/25</a:t>
            </a:fld>
            <a:endParaRPr 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r>
              <a:rPr lang="zh-CN" altLang="en-US"/>
              <a:t>工程制图第</a:t>
            </a:r>
            <a:r>
              <a:rPr lang="en-US" altLang="zh-CN"/>
              <a:t>8</a:t>
            </a:r>
            <a:r>
              <a:rPr lang="zh-CN" altLang="en-US"/>
              <a:t>讲</a:t>
            </a:r>
            <a:endParaRPr lang="en-US"/>
          </a:p>
        </p:txBody>
      </p:sp>
      <p:sp>
        <p:nvSpPr>
          <p:cNvPr id="5" name="灯片编号占位符 4"/>
          <p:cNvSpPr>
            <a:spLocks noGrp="1"/>
          </p:cNvSpPr>
          <p:nvPr>
            <p:ph type="sldNum" sz="quarter" idx="12"/>
            <p:custDataLst>
              <p:tags r:id="rId5"/>
            </p:custDataLst>
          </p:nvPr>
        </p:nvSpPr>
        <p:spPr>
          <a:xfrm>
            <a:off x="8610600" y="6356350"/>
            <a:ext cx="2743200" cy="365125"/>
          </a:xfrm>
        </p:spPr>
        <p:txBody>
          <a:bodyPr/>
          <a:lstStyle>
            <a:lvl1pPr algn="r">
              <a:defRPr/>
            </a:lvl1pPr>
          </a:lstStyle>
          <a:p>
            <a:fld id="{558F952B-8205-4A3F-8B8C-DB9DCBA03AAE}" type="slidenum">
              <a:rPr lang="en-US" smtClean="0"/>
              <a:pPr/>
              <a:t>‹#›</a:t>
            </a:fld>
            <a:endParaRPr lang="en-US"/>
          </a:p>
        </p:txBody>
      </p:sp>
    </p:spTree>
    <p:extLst>
      <p:ext uri="{BB962C8B-B14F-4D97-AF65-F5344CB8AC3E}">
        <p14:creationId xmlns:p14="http://schemas.microsoft.com/office/powerpoint/2010/main" val="19939492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末尾幻灯片">
    <p:bg>
      <p:bgPr>
        <a:solidFill>
          <a:schemeClr val="bg1"/>
        </a:solidFill>
        <a:effectLst/>
      </p:bgPr>
    </p:bg>
    <p:spTree>
      <p:nvGrpSpPr>
        <p:cNvPr id="1" name=""/>
        <p:cNvGrpSpPr/>
        <p:nvPr/>
      </p:nvGrpSpPr>
      <p:grpSpPr>
        <a:xfrm>
          <a:off x="0" y="0"/>
          <a:ext cx="0" cy="0"/>
          <a:chOff x="0" y="0"/>
          <a:chExt cx="0" cy="0"/>
        </a:xfrm>
      </p:grpSpPr>
      <p:pic>
        <p:nvPicPr>
          <p:cNvPr id="8" name="图片 7" descr="热个体户-01"/>
          <p:cNvPicPr>
            <a:picLocks noChangeAspect="1"/>
          </p:cNvPicPr>
          <p:nvPr>
            <p:custDataLst>
              <p:tags r:id="rId1"/>
            </p:custDataLst>
          </p:nvPr>
        </p:nvPicPr>
        <p:blipFill>
          <a:blip r:embed="rId8"/>
          <a:srcRect t="12314" r="7229"/>
          <a:stretch>
            <a:fillRect/>
          </a:stretch>
        </p:blipFill>
        <p:spPr>
          <a:xfrm flipV="1">
            <a:off x="-635" y="0"/>
            <a:ext cx="12192000" cy="6857365"/>
          </a:xfrm>
          <a:prstGeom prst="rect">
            <a:avLst/>
          </a:prstGeom>
        </p:spPr>
      </p:pic>
      <p:sp>
        <p:nvSpPr>
          <p:cNvPr id="7" name="标题"/>
          <p:cNvSpPr txBox="1">
            <a:spLocks noGrp="1"/>
          </p:cNvSpPr>
          <p:nvPr>
            <p:ph type="title" idx="2" hasCustomPrompt="1"/>
            <p:custDataLst>
              <p:tags r:id="rId2"/>
            </p:custDataLst>
          </p:nvPr>
        </p:nvSpPr>
        <p:spPr>
          <a:xfrm>
            <a:off x="1013460" y="1395730"/>
            <a:ext cx="6620510" cy="2147570"/>
          </a:xfrm>
          <a:prstGeom prst="rect">
            <a:avLst/>
          </a:prstGeom>
          <a:noFill/>
        </p:spPr>
        <p:txBody>
          <a:bodyPr wrap="square" lIns="0" tIns="0" rIns="0" bIns="0" rtlCol="0" anchor="ctr" anchorCtr="0">
            <a:normAutofit/>
          </a:bodyPr>
          <a:lstStyle>
            <a:lvl1pPr marL="0" marR="0" lvl="0" algn="l" defTabSz="914400" rtl="0" eaLnBrk="1" fontAlgn="auto" latinLnBrk="0" hangingPunct="1">
              <a:lnSpc>
                <a:spcPct val="130000"/>
              </a:lnSpc>
              <a:buClrTx/>
              <a:buSzTx/>
              <a:buFontTx/>
              <a:buNone/>
              <a:defRPr kumimoji="0" lang="en-US" altLang="zh-CN" sz="6000" b="1" i="0" u="none" strike="noStrike" kern="1200" cap="none" spc="0" normalizeH="0" baseline="0" noProof="1" dirty="0">
                <a:gradFill>
                  <a:gsLst>
                    <a:gs pos="0">
                      <a:schemeClr val="accent1"/>
                    </a:gs>
                    <a:gs pos="100000">
                      <a:schemeClr val="accent2"/>
                    </a:gs>
                  </a:gsLst>
                  <a:lin ang="2460000" scaled="0"/>
                </a:gradFill>
                <a:latin typeface="+mj-lt"/>
                <a:ea typeface="+mj-lt"/>
                <a:cs typeface="Microsoft YaHei" panose="020B0503020204020204" charset="-122"/>
                <a:sym typeface="+mn-ea"/>
              </a:defRPr>
            </a:lvl1pPr>
          </a:lstStyle>
          <a:p>
            <a:pPr lvl="0" algn="l">
              <a:lnSpc>
                <a:spcPct val="130000"/>
              </a:lnSpc>
              <a:buClrTx/>
              <a:buSzTx/>
              <a:buFontTx/>
            </a:pPr>
            <a:r>
              <a:rPr>
                <a:sym typeface="+mn-ea"/>
              </a:rPr>
              <a:t>单击此处编辑标题</a:t>
            </a:r>
          </a:p>
        </p:txBody>
      </p:sp>
      <p:sp>
        <p:nvSpPr>
          <p:cNvPr id="6" name="署名"/>
          <p:cNvSpPr txBox="1">
            <a:spLocks noGrp="1"/>
          </p:cNvSpPr>
          <p:nvPr>
            <p:ph type="body" idx="1" hasCustomPrompt="1"/>
            <p:custDataLst>
              <p:tags r:id="rId3"/>
            </p:custDataLst>
          </p:nvPr>
        </p:nvSpPr>
        <p:spPr>
          <a:xfrm>
            <a:off x="1013460" y="4037965"/>
            <a:ext cx="1943100" cy="436880"/>
          </a:xfrm>
          <a:prstGeom prst="roundRect">
            <a:avLst>
              <a:gd name="adj" fmla="val 50000"/>
            </a:avLst>
          </a:prstGeom>
          <a:gradFill>
            <a:gsLst>
              <a:gs pos="0">
                <a:schemeClr val="accent1"/>
              </a:gs>
              <a:gs pos="100000">
                <a:schemeClr val="accent2"/>
              </a:gs>
            </a:gsLst>
            <a:lin ang="0" scaled="0"/>
          </a:gradFill>
        </p:spPr>
        <p:txBody>
          <a:bodyPr wrap="square" lIns="91440" tIns="45720" rIns="91440" bIns="45720" rtlCol="0" anchor="ctr" anchorCtr="0">
            <a:noAutofit/>
          </a:bodyPr>
          <a:lstStyle>
            <a:lvl1pPr marL="0" marR="0" lvl="0" algn="ctr" defTabSz="914400" rtl="0" eaLnBrk="1" fontAlgn="auto" latinLnBrk="0" hangingPunct="1">
              <a:lnSpc>
                <a:spcPct val="100000"/>
              </a:lnSpc>
              <a:buClrTx/>
              <a:buSzTx/>
              <a:buFontTx/>
              <a:buNone/>
              <a:defRPr kumimoji="0" lang="zh-CN" altLang="en-US" sz="1400" b="1" i="0" u="none" strike="noStrike" kern="1200" cap="none" spc="0" normalizeH="0" baseline="0" noProof="1" dirty="0">
                <a:solidFill>
                  <a:schemeClr val="lt1"/>
                </a:solidFill>
                <a:latin typeface="+mj-lt"/>
                <a:ea typeface="+mj-lt"/>
                <a:cs typeface="Microsoft YaHei" panose="020B0503020204020204" charset="-122"/>
                <a:sym typeface="+mn-ea"/>
              </a:defRPr>
            </a:lvl1pPr>
          </a:lstStyle>
          <a:p>
            <a:pPr lvl="0" algn="ctr">
              <a:lnSpc>
                <a:spcPct val="100000"/>
              </a:lnSpc>
              <a:buClrTx/>
              <a:buSzTx/>
              <a:buFontTx/>
            </a:pPr>
            <a:r>
              <a:rPr>
                <a:sym typeface="+mn-ea"/>
              </a:rPr>
              <a:t>单击此处编辑文本</a:t>
            </a:r>
          </a:p>
        </p:txBody>
      </p:sp>
      <p:sp>
        <p:nvSpPr>
          <p:cNvPr id="3" name="日期占位符 2"/>
          <p:cNvSpPr>
            <a:spLocks noGrp="1"/>
          </p:cNvSpPr>
          <p:nvPr>
            <p:ph type="dt" sz="half" idx="10"/>
            <p:custDataLst>
              <p:tags r:id="rId4"/>
            </p:custDataLst>
          </p:nvPr>
        </p:nvSpPr>
        <p:spPr>
          <a:xfrm>
            <a:off x="838200" y="6356350"/>
            <a:ext cx="2743200" cy="365125"/>
          </a:xfrm>
        </p:spPr>
        <p:txBody>
          <a:bodyPr/>
          <a:lstStyle/>
          <a:p>
            <a:fld id="{FE669254-51BC-FB49-9117-1AE23B6F737A}" type="datetime1">
              <a:rPr lang="en-US" smtClean="0"/>
              <a:t>10/14/25</a:t>
            </a:fld>
            <a:endParaRPr lang="en-US"/>
          </a:p>
        </p:txBody>
      </p:sp>
      <p:sp>
        <p:nvSpPr>
          <p:cNvPr id="4" name="页脚占位符 3"/>
          <p:cNvSpPr>
            <a:spLocks noGrp="1"/>
          </p:cNvSpPr>
          <p:nvPr>
            <p:ph type="ftr" sz="quarter" idx="11"/>
            <p:custDataLst>
              <p:tags r:id="rId5"/>
            </p:custDataLst>
          </p:nvPr>
        </p:nvSpPr>
        <p:spPr>
          <a:xfrm>
            <a:off x="4038600" y="6356350"/>
            <a:ext cx="4114800" cy="365125"/>
          </a:xfrm>
        </p:spPr>
        <p:txBody>
          <a:bodyPr/>
          <a:lstStyle/>
          <a:p>
            <a:r>
              <a:rPr lang="zh-CN" altLang="en-US"/>
              <a:t>工程制图第</a:t>
            </a:r>
            <a:r>
              <a:rPr lang="en-US" altLang="zh-CN"/>
              <a:t>8</a:t>
            </a:r>
            <a:r>
              <a:rPr lang="zh-CN" altLang="en-US"/>
              <a:t>讲</a:t>
            </a:r>
            <a:endParaRPr lang="en-US"/>
          </a:p>
        </p:txBody>
      </p:sp>
      <p:sp>
        <p:nvSpPr>
          <p:cNvPr id="5" name="灯片编号占位符 4"/>
          <p:cNvSpPr>
            <a:spLocks noGrp="1"/>
          </p:cNvSpPr>
          <p:nvPr>
            <p:ph type="sldNum" sz="quarter" idx="12"/>
            <p:custDataLst>
              <p:tags r:id="rId6"/>
            </p:custDataLst>
          </p:nvPr>
        </p:nvSpPr>
        <p:spPr>
          <a:xfrm>
            <a:off x="8610600" y="6356350"/>
            <a:ext cx="2743200" cy="365125"/>
          </a:xfrm>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2913007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通用">
    <p:bg>
      <p:bgPr>
        <a:solidFill>
          <a:schemeClr val="bg1"/>
        </a:solidFill>
        <a:effectLst/>
      </p:bgPr>
    </p:bg>
    <p:spTree>
      <p:nvGrpSpPr>
        <p:cNvPr id="1" name=""/>
        <p:cNvGrpSpPr/>
        <p:nvPr/>
      </p:nvGrpSpPr>
      <p:grpSpPr>
        <a:xfrm>
          <a:off x="0" y="0"/>
          <a:ext cx="0" cy="0"/>
          <a:chOff x="0" y="0"/>
          <a:chExt cx="0" cy="0"/>
        </a:xfrm>
      </p:grpSpPr>
      <p:pic>
        <p:nvPicPr>
          <p:cNvPr id="7" name="图片 6" descr="regtgtrgr-01"/>
          <p:cNvPicPr>
            <a:picLocks noChangeAspect="1"/>
          </p:cNvPicPr>
          <p:nvPr>
            <p:custDataLst>
              <p:tags r:id="rId1"/>
            </p:custDataLst>
          </p:nvPr>
        </p:nvPicPr>
        <p:blipFill>
          <a:blip r:embed="rId7">
            <a:alphaModFix amt="57000"/>
          </a:blip>
          <a:srcRect l="6109" t="47811" r="313"/>
          <a:stretch>
            <a:fillRect/>
          </a:stretch>
        </p:blipFill>
        <p:spPr>
          <a:xfrm flipH="1" flipV="1">
            <a:off x="0" y="0"/>
            <a:ext cx="12191365" cy="6858000"/>
          </a:xfrm>
          <a:prstGeom prst="rect">
            <a:avLst/>
          </a:prstGeom>
        </p:spPr>
      </p:pic>
      <p:sp>
        <p:nvSpPr>
          <p:cNvPr id="6" name="标题"/>
          <p:cNvSpPr txBox="1">
            <a:spLocks noGrp="1"/>
          </p:cNvSpPr>
          <p:nvPr>
            <p:ph type="title" idx="1"/>
            <p:custDataLst>
              <p:tags r:id="rId2"/>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1" i="0" u="none" strike="noStrike" kern="1200" cap="none" spc="300" normalizeH="0" baseline="0" noProof="1" dirty="0">
                <a:ln>
                  <a:noFill/>
                  <a:prstDash val="sysDot"/>
                </a:ln>
                <a:solidFill>
                  <a:schemeClr val="tx1">
                    <a:lumMod val="85000"/>
                    <a:lumOff val="15000"/>
                  </a:schemeClr>
                </a:solidFill>
                <a:latin typeface="+mj-lt"/>
                <a:ea typeface="+mj-lt"/>
                <a:cs typeface="+mj-lt"/>
              </a:defRPr>
            </a:lvl1pPr>
          </a:lstStyle>
          <a:p>
            <a:pPr lvl="0"/>
            <a:r>
              <a:rPr lang="en-US" altLang="zh-CN">
                <a:sym typeface="+mn-ea"/>
              </a:rPr>
              <a:t>Click to edit Master title style</a:t>
            </a:r>
            <a:endParaRPr>
              <a:sym typeface="+mn-ea"/>
            </a:endParaRPr>
          </a:p>
        </p:txBody>
      </p:sp>
      <p:sp>
        <p:nvSpPr>
          <p:cNvPr id="3" name="日期占位符 2"/>
          <p:cNvSpPr>
            <a:spLocks noGrp="1"/>
          </p:cNvSpPr>
          <p:nvPr>
            <p:ph type="dt" sz="half" idx="10"/>
            <p:custDataLst>
              <p:tags r:id="rId3"/>
            </p:custDataLst>
          </p:nvPr>
        </p:nvSpPr>
        <p:spPr>
          <a:xfrm>
            <a:off x="838200" y="6356350"/>
            <a:ext cx="2743200" cy="365125"/>
          </a:xfrm>
        </p:spPr>
        <p:txBody>
          <a:bodyPr/>
          <a:lstStyle/>
          <a:p>
            <a:fld id="{B30A4B55-270F-4A40-B984-F38A14FAC88C}" type="datetime1">
              <a:rPr lang="en-US" smtClean="0"/>
              <a:t>10/14/25</a:t>
            </a:fld>
            <a:endParaRPr 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r>
              <a:rPr lang="zh-CN" altLang="en-US"/>
              <a:t>工程制图第</a:t>
            </a:r>
            <a:r>
              <a:rPr lang="en-US" altLang="zh-CN"/>
              <a:t>8</a:t>
            </a:r>
            <a:r>
              <a:rPr lang="zh-CN" altLang="en-US"/>
              <a:t>讲</a:t>
            </a:r>
            <a:endParaRPr lang="en-US"/>
          </a:p>
        </p:txBody>
      </p:sp>
      <p:sp>
        <p:nvSpPr>
          <p:cNvPr id="5" name="灯片编号占位符 4"/>
          <p:cNvSpPr>
            <a:spLocks noGrp="1"/>
          </p:cNvSpPr>
          <p:nvPr>
            <p:ph type="sldNum" sz="quarter" idx="12"/>
            <p:custDataLst>
              <p:tags r:id="rId5"/>
            </p:custDataLst>
          </p:nvPr>
        </p:nvSpPr>
        <p:spPr>
          <a:xfrm>
            <a:off x="8610600" y="6356350"/>
            <a:ext cx="2743200" cy="365125"/>
          </a:xfrm>
        </p:spPr>
        <p:txBody>
          <a:bodyPr/>
          <a:lstStyle>
            <a:lvl1pPr algn="r">
              <a:defRPr/>
            </a:lvl1pPr>
          </a:lstStyle>
          <a:p>
            <a:fld id="{558F952B-8205-4A3F-8B8C-DB9DCBA03AAE}" type="slidenum">
              <a:rPr lang="en-US" smtClean="0"/>
              <a:pPr/>
              <a:t>‹#›</a:t>
            </a:fld>
            <a:endParaRPr lang="en-US"/>
          </a:p>
        </p:txBody>
      </p:sp>
    </p:spTree>
    <p:extLst>
      <p:ext uri="{BB962C8B-B14F-4D97-AF65-F5344CB8AC3E}">
        <p14:creationId xmlns:p14="http://schemas.microsoft.com/office/powerpoint/2010/main" val="33622691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crosoft YaHei" panose="020B0503020204020204" charset="-122"/>
            </a:endParaRPr>
          </a:p>
        </p:txBody>
      </p:sp>
      <p:sp>
        <p:nvSpPr>
          <p:cNvPr id="2" name="标题 1"/>
          <p:cNvSpPr>
            <a:spLocks noGrp="1"/>
          </p:cNvSpPr>
          <p:nvPr>
            <p:ph type="title" hasCustomPrompt="1"/>
            <p:custDataLst>
              <p:tags r:id="rId2"/>
            </p:custDataLst>
          </p:nvPr>
        </p:nvSpPr>
        <p:spPr>
          <a:xfrm>
            <a:off x="1281600" y="1249200"/>
            <a:ext cx="9626400" cy="723600"/>
          </a:xfrm>
        </p:spPr>
        <p:txBody>
          <a:bodyPr anchor="ctr"/>
          <a:lstStyle>
            <a:lvl1pPr>
              <a:defRPr sz="3200" b="1" baseline="0">
                <a:solidFill>
                  <a:schemeClr val="tx1"/>
                </a:solidFill>
                <a:latin typeface="Microsoft YaHei" panose="020B0503020204020204" charset="-122"/>
                <a:ea typeface="Microsoft YaHei"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3"/>
            </p:custDataLst>
          </p:nvPr>
        </p:nvSpPr>
        <p:spPr>
          <a:xfrm>
            <a:off x="1281113" y="2163600"/>
            <a:ext cx="9626600" cy="3445200"/>
          </a:xfrm>
        </p:spPr>
        <p:txBody>
          <a:bodyPr/>
          <a:lstStyle>
            <a:lvl1pPr>
              <a:defRPr baseline="0">
                <a:solidFill>
                  <a:schemeClr val="tx1"/>
                </a:solidFill>
                <a:latin typeface="Microsoft YaHei" panose="020B0503020204020204" charset="-122"/>
                <a:ea typeface="Microsoft YaHei" panose="020B0503020204020204" charset="-122"/>
                <a:cs typeface="Microsoft YaHei" panose="020B0503020204020204" charset="-122"/>
              </a:defRPr>
            </a:lvl1pPr>
            <a:lvl2pPr>
              <a:defRPr baseline="0">
                <a:solidFill>
                  <a:schemeClr val="tx1"/>
                </a:solidFill>
                <a:latin typeface="Microsoft YaHei" panose="020B0503020204020204" charset="-122"/>
                <a:ea typeface="Microsoft YaHei" panose="020B0503020204020204" charset="-122"/>
                <a:cs typeface="Microsoft YaHei" panose="020B0503020204020204" charset="-122"/>
              </a:defRPr>
            </a:lvl2pPr>
            <a:lvl3pPr>
              <a:defRPr baseline="0">
                <a:solidFill>
                  <a:schemeClr val="tx1"/>
                </a:solidFill>
                <a:latin typeface="Microsoft YaHei" panose="020B0503020204020204" charset="-122"/>
                <a:ea typeface="Microsoft YaHei" panose="020B0503020204020204" charset="-122"/>
                <a:cs typeface="Microsoft YaHei" panose="020B0503020204020204" charset="-122"/>
              </a:defRPr>
            </a:lvl3pPr>
            <a:lvl4pPr>
              <a:defRPr baseline="0">
                <a:solidFill>
                  <a:schemeClr val="tx1"/>
                </a:solidFill>
                <a:latin typeface="Microsoft YaHei" panose="020B0503020204020204" charset="-122"/>
                <a:ea typeface="Microsoft YaHei" panose="020B0503020204020204" charset="-122"/>
                <a:cs typeface="Microsoft YaHei" panose="020B0503020204020204" charset="-122"/>
              </a:defRPr>
            </a:lvl4pPr>
            <a:lvl5pPr>
              <a:defRPr baseline="0">
                <a:solidFill>
                  <a:schemeClr val="tx1"/>
                </a:solidFill>
                <a:latin typeface="Microsoft YaHei" panose="020B0503020204020204" charset="-122"/>
                <a:ea typeface="Microsoft YaHei" panose="020B0503020204020204" charset="-122"/>
                <a:cs typeface="Microsoft YaHei" panose="020B0503020204020204" charset="-122"/>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6" name="日期占位符 5"/>
          <p:cNvSpPr>
            <a:spLocks noGrp="1"/>
          </p:cNvSpPr>
          <p:nvPr>
            <p:ph type="dt" sz="half" idx="14"/>
            <p:custDataLst>
              <p:tags r:id="rId4"/>
            </p:custDataLst>
          </p:nvPr>
        </p:nvSpPr>
        <p:spPr/>
        <p:txBody>
          <a:bodyPr/>
          <a:lstStyle/>
          <a:p>
            <a:fld id="{4A89D27C-8CC7-4E4E-92FE-C5B44B63758E}" type="datetime1">
              <a:rPr lang="en-US" smtClean="0"/>
              <a:t>10/14/25</a:t>
            </a:fld>
            <a:endParaRPr lang="en-US"/>
          </a:p>
        </p:txBody>
      </p:sp>
      <p:sp>
        <p:nvSpPr>
          <p:cNvPr id="9" name="页脚占位符 8"/>
          <p:cNvSpPr>
            <a:spLocks noGrp="1"/>
          </p:cNvSpPr>
          <p:nvPr>
            <p:ph type="ftr" sz="quarter" idx="15"/>
            <p:custDataLst>
              <p:tags r:id="rId5"/>
            </p:custDataLst>
          </p:nvPr>
        </p:nvSpPr>
        <p:spPr/>
        <p:txBody>
          <a:bodyPr/>
          <a:lstStyle/>
          <a:p>
            <a:r>
              <a:rPr lang="zh-CN" altLang="en-US"/>
              <a:t>工程制图第</a:t>
            </a:r>
            <a:r>
              <a:rPr lang="en-US" altLang="zh-CN"/>
              <a:t>8</a:t>
            </a:r>
            <a:r>
              <a:rPr lang="zh-CN" altLang="en-US"/>
              <a:t>讲</a:t>
            </a:r>
            <a:endParaRPr lang="en-US"/>
          </a:p>
        </p:txBody>
      </p:sp>
      <p:sp>
        <p:nvSpPr>
          <p:cNvPr id="10" name="灯片编号占位符 9"/>
          <p:cNvSpPr>
            <a:spLocks noGrp="1"/>
          </p:cNvSpPr>
          <p:nvPr>
            <p:ph type="sldNum" sz="quarter" idx="16"/>
            <p:custDataLst>
              <p:tags r:id="rId6"/>
            </p:custDataLst>
          </p:nvPr>
        </p:nvSpPr>
        <p:spPr/>
        <p:txBody>
          <a:bodyPr/>
          <a:lstStyle>
            <a:lvl1pPr algn="r">
              <a:defRPr/>
            </a:lvl1pPr>
          </a:lstStyle>
          <a:p>
            <a:fld id="{558F952B-8205-4A3F-8B8C-DB9DCBA03AAE}" type="slidenum">
              <a:rPr lang="en-US" smtClean="0"/>
              <a:pPr/>
              <a:t>‹#›</a:t>
            </a:fld>
            <a:endParaRPr lang="en-US"/>
          </a:p>
        </p:txBody>
      </p:sp>
    </p:spTree>
    <p:extLst>
      <p:ext uri="{BB962C8B-B14F-4D97-AF65-F5344CB8AC3E}">
        <p14:creationId xmlns:p14="http://schemas.microsoft.com/office/powerpoint/2010/main" val="26370577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8" name="矩形 7"/>
          <p:cNvSpPr/>
          <p:nvPr>
            <p:custDataLst>
              <p:tags r:id="rId1"/>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cs typeface="Microsoft YaHei" panose="020B0503020204020204" charset="-122"/>
              <a:sym typeface="+mn-ea"/>
            </a:endParaRPr>
          </a:p>
        </p:txBody>
      </p:sp>
      <p:sp>
        <p:nvSpPr>
          <p:cNvPr id="2" name="标题 1"/>
          <p:cNvSpPr>
            <a:spLocks noGrp="1"/>
          </p:cNvSpPr>
          <p:nvPr>
            <p:ph type="title" hasCustomPrompt="1"/>
            <p:custDataLst>
              <p:tags r:id="rId2"/>
            </p:custDataLst>
          </p:nvPr>
        </p:nvSpPr>
        <p:spPr>
          <a:xfrm>
            <a:off x="583200" y="770400"/>
            <a:ext cx="3960000" cy="882000"/>
          </a:xfrm>
        </p:spPr>
        <p:txBody>
          <a:bodyPr anchor="ctr"/>
          <a:lstStyle>
            <a:lvl1pPr>
              <a:defRPr sz="3600" b="1" baseline="0">
                <a:solidFill>
                  <a:schemeClr val="tx1"/>
                </a:solidFill>
                <a:latin typeface="Microsoft YaHei" panose="020B0503020204020204" charset="-122"/>
                <a:ea typeface="Microsoft YaHei" panose="020B0503020204020204" charset="-122"/>
              </a:defRPr>
            </a:lvl1pPr>
          </a:lstStyle>
          <a:p>
            <a:r>
              <a:rPr lang="zh-CN" altLang="en-US" dirty="0"/>
              <a:t>单击编辑标题</a:t>
            </a:r>
          </a:p>
        </p:txBody>
      </p:sp>
      <p:sp>
        <p:nvSpPr>
          <p:cNvPr id="7" name="文本占位符 6"/>
          <p:cNvSpPr>
            <a:spLocks noGrp="1"/>
          </p:cNvSpPr>
          <p:nvPr>
            <p:ph type="body" sz="quarter" idx="13"/>
            <p:custDataLst>
              <p:tags r:id="rId3"/>
            </p:custDataLst>
          </p:nvPr>
        </p:nvSpPr>
        <p:spPr>
          <a:xfrm>
            <a:off x="586800" y="1764000"/>
            <a:ext cx="3956400" cy="4093200"/>
          </a:xfrm>
        </p:spPr>
        <p:txBody>
          <a:bodyPr/>
          <a:lstStyle>
            <a:lvl1pPr>
              <a:defRPr baseline="0">
                <a:solidFill>
                  <a:schemeClr val="tx1"/>
                </a:solidFill>
                <a:latin typeface="Microsoft YaHei" panose="020B0503020204020204" charset="-122"/>
                <a:ea typeface="Microsoft YaHei" panose="020B0503020204020204" charset="-122"/>
                <a:cs typeface="Microsoft YaHei" panose="020B0503020204020204" charset="-122"/>
              </a:defRPr>
            </a:lvl1pPr>
            <a:lvl2pPr>
              <a:defRPr baseline="0">
                <a:solidFill>
                  <a:schemeClr val="tx1"/>
                </a:solidFill>
                <a:latin typeface="Microsoft YaHei" panose="020B0503020204020204" charset="-122"/>
                <a:ea typeface="Microsoft YaHei" panose="020B0503020204020204" charset="-122"/>
                <a:cs typeface="Microsoft YaHei" panose="020B0503020204020204" charset="-122"/>
              </a:defRPr>
            </a:lvl2pPr>
            <a:lvl3pPr>
              <a:defRPr baseline="0">
                <a:solidFill>
                  <a:schemeClr val="tx1"/>
                </a:solidFill>
                <a:latin typeface="Microsoft YaHei" panose="020B0503020204020204" charset="-122"/>
                <a:ea typeface="Microsoft YaHei" panose="020B0503020204020204" charset="-122"/>
                <a:cs typeface="Microsoft YaHei" panose="020B0503020204020204" charset="-122"/>
              </a:defRPr>
            </a:lvl3pPr>
            <a:lvl4pPr>
              <a:defRPr baseline="0">
                <a:solidFill>
                  <a:schemeClr val="tx1"/>
                </a:solidFill>
                <a:latin typeface="Microsoft YaHei" panose="020B0503020204020204" charset="-122"/>
                <a:ea typeface="Microsoft YaHei" panose="020B0503020204020204" charset="-122"/>
                <a:cs typeface="Microsoft YaHei" panose="020B0503020204020204" charset="-122"/>
              </a:defRPr>
            </a:lvl4pPr>
            <a:lvl5pPr>
              <a:defRPr baseline="0">
                <a:solidFill>
                  <a:schemeClr val="tx1"/>
                </a:solidFill>
                <a:latin typeface="Microsoft YaHei" panose="020B0503020204020204" charset="-122"/>
                <a:ea typeface="Microsoft YaHei" panose="020B0503020204020204" charset="-122"/>
                <a:cs typeface="Microsoft YaHei" panose="020B0503020204020204" charset="-122"/>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9" name="内容占位符 8"/>
          <p:cNvSpPr>
            <a:spLocks noGrp="1"/>
          </p:cNvSpPr>
          <p:nvPr>
            <p:ph sz="quarter" idx="14"/>
            <p:custDataLst>
              <p:tags r:id="rId4"/>
            </p:custDataLst>
          </p:nvPr>
        </p:nvSpPr>
        <p:spPr>
          <a:xfrm>
            <a:off x="5101200" y="769938"/>
            <a:ext cx="6480000" cy="5087937"/>
          </a:xfrm>
        </p:spPr>
        <p:txBody>
          <a:bodyPr/>
          <a:lstStyle>
            <a:lvl1pPr>
              <a:defRPr baseline="0">
                <a:solidFill>
                  <a:schemeClr val="tx1"/>
                </a:solidFill>
                <a:latin typeface="Microsoft YaHei" panose="020B0503020204020204" charset="-122"/>
                <a:ea typeface="Microsoft YaHei" panose="020B0503020204020204" charset="-122"/>
                <a:cs typeface="Microsoft YaHei" panose="020B0503020204020204" charset="-122"/>
              </a:defRPr>
            </a:lvl1pPr>
            <a:lvl2pPr>
              <a:defRPr baseline="0">
                <a:solidFill>
                  <a:schemeClr val="tx1"/>
                </a:solidFill>
                <a:latin typeface="Microsoft YaHei" panose="020B0503020204020204" charset="-122"/>
                <a:ea typeface="Microsoft YaHei" panose="020B0503020204020204" charset="-122"/>
                <a:cs typeface="Microsoft YaHei" panose="020B0503020204020204" charset="-122"/>
              </a:defRPr>
            </a:lvl2pPr>
            <a:lvl3pPr>
              <a:defRPr baseline="0">
                <a:solidFill>
                  <a:schemeClr val="tx1"/>
                </a:solidFill>
                <a:latin typeface="Microsoft YaHei" panose="020B0503020204020204" charset="-122"/>
                <a:ea typeface="Microsoft YaHei" panose="020B0503020204020204" charset="-122"/>
                <a:cs typeface="Microsoft YaHei" panose="020B0503020204020204" charset="-122"/>
              </a:defRPr>
            </a:lvl3pPr>
            <a:lvl4pPr>
              <a:defRPr baseline="0">
                <a:solidFill>
                  <a:schemeClr val="tx1"/>
                </a:solidFill>
                <a:latin typeface="Microsoft YaHei" panose="020B0503020204020204" charset="-122"/>
                <a:ea typeface="Microsoft YaHei" panose="020B0503020204020204" charset="-122"/>
                <a:cs typeface="Microsoft YaHei" panose="020B0503020204020204" charset="-122"/>
              </a:defRPr>
            </a:lvl4pPr>
            <a:lvl5pPr>
              <a:defRPr baseline="0">
                <a:solidFill>
                  <a:schemeClr val="tx1"/>
                </a:solidFill>
                <a:latin typeface="Microsoft YaHei" panose="020B0503020204020204" charset="-122"/>
                <a:ea typeface="Microsoft YaHei" panose="020B0503020204020204" charset="-122"/>
                <a:cs typeface="Microsoft YaHei" panose="020B0503020204020204" charset="-122"/>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6" name="日期占位符 5"/>
          <p:cNvSpPr>
            <a:spLocks noGrp="1"/>
          </p:cNvSpPr>
          <p:nvPr>
            <p:ph type="dt" sz="half" idx="15"/>
            <p:custDataLst>
              <p:tags r:id="rId5"/>
            </p:custDataLst>
          </p:nvPr>
        </p:nvSpPr>
        <p:spPr/>
        <p:txBody>
          <a:bodyPr/>
          <a:lstStyle/>
          <a:p>
            <a:fld id="{3C813A44-4E95-7547-AA72-AD54637942C9}" type="datetime1">
              <a:rPr lang="en-US" smtClean="0"/>
              <a:t>10/14/25</a:t>
            </a:fld>
            <a:endParaRPr lang="en-US"/>
          </a:p>
        </p:txBody>
      </p:sp>
      <p:sp>
        <p:nvSpPr>
          <p:cNvPr id="10" name="页脚占位符 9"/>
          <p:cNvSpPr>
            <a:spLocks noGrp="1"/>
          </p:cNvSpPr>
          <p:nvPr>
            <p:ph type="ftr" sz="quarter" idx="16"/>
            <p:custDataLst>
              <p:tags r:id="rId6"/>
            </p:custDataLst>
          </p:nvPr>
        </p:nvSpPr>
        <p:spPr/>
        <p:txBody>
          <a:bodyPr/>
          <a:lstStyle/>
          <a:p>
            <a:r>
              <a:rPr lang="zh-CN" altLang="en-US"/>
              <a:t>工程制图第</a:t>
            </a:r>
            <a:r>
              <a:rPr lang="en-US" altLang="zh-CN"/>
              <a:t>8</a:t>
            </a:r>
            <a:r>
              <a:rPr lang="zh-CN" altLang="en-US"/>
              <a:t>讲</a:t>
            </a:r>
            <a:endParaRPr lang="en-US"/>
          </a:p>
        </p:txBody>
      </p:sp>
      <p:sp>
        <p:nvSpPr>
          <p:cNvPr id="11" name="灯片编号占位符 10"/>
          <p:cNvSpPr>
            <a:spLocks noGrp="1"/>
          </p:cNvSpPr>
          <p:nvPr>
            <p:ph type="sldNum" sz="quarter" idx="17"/>
            <p:custDataLst>
              <p:tags r:id="rId7"/>
            </p:custDataLst>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41786883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 name="矩形 9"/>
          <p:cNvSpPr/>
          <p:nvPr>
            <p:custDataLst>
              <p:tags r:id="rId1"/>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cs typeface="Microsoft YaHei" panose="020B0503020204020204" charset="-122"/>
              <a:sym typeface="+mn-ea"/>
            </a:endParaRPr>
          </a:p>
        </p:txBody>
      </p:sp>
      <p:sp>
        <p:nvSpPr>
          <p:cNvPr id="2" name="标题 1"/>
          <p:cNvSpPr>
            <a:spLocks noGrp="1"/>
          </p:cNvSpPr>
          <p:nvPr>
            <p:ph type="title"/>
            <p:custDataLst>
              <p:tags r:id="rId2"/>
            </p:custDataLst>
          </p:nvPr>
        </p:nvSpPr>
        <p:spPr>
          <a:xfrm>
            <a:off x="612000" y="781200"/>
            <a:ext cx="10976400" cy="626400"/>
          </a:xfrm>
        </p:spPr>
        <p:txBody>
          <a:bodyPr anchor="ctr"/>
          <a:lstStyle>
            <a:lvl1pPr algn="ctr">
              <a:defRPr sz="3600" b="1" baseline="0">
                <a:solidFill>
                  <a:schemeClr val="tx1"/>
                </a:solidFill>
                <a:latin typeface="Microsoft YaHei" panose="020B0503020204020204" charset="-122"/>
                <a:ea typeface="Microsoft YaHei" panose="020B0503020204020204" charset="-122"/>
              </a:defRPr>
            </a:lvl1pPr>
          </a:lstStyle>
          <a:p>
            <a:r>
              <a:rPr lang="en-US" altLang="zh-CN"/>
              <a:t>Click to edit Master title style</a:t>
            </a:r>
            <a:endParaRPr lang="zh-CN" altLang="en-US"/>
          </a:p>
        </p:txBody>
      </p:sp>
      <p:sp>
        <p:nvSpPr>
          <p:cNvPr id="7" name="文本占位符 6"/>
          <p:cNvSpPr>
            <a:spLocks noGrp="1"/>
          </p:cNvSpPr>
          <p:nvPr>
            <p:ph type="body" sz="quarter" idx="13"/>
            <p:custDataLst>
              <p:tags r:id="rId3"/>
            </p:custDataLst>
          </p:nvPr>
        </p:nvSpPr>
        <p:spPr>
          <a:xfrm>
            <a:off x="612000" y="1659600"/>
            <a:ext cx="10975975" cy="828000"/>
          </a:xfrm>
        </p:spPr>
        <p:txBody>
          <a:bodyPr/>
          <a:lstStyle>
            <a:lvl1pPr algn="ctr">
              <a:defRPr baseline="0">
                <a:solidFill>
                  <a:schemeClr val="tx1"/>
                </a:solidFill>
                <a:latin typeface="Microsoft YaHei" panose="020B0503020204020204" charset="-122"/>
                <a:ea typeface="Microsoft YaHei" panose="020B0503020204020204" charset="-122"/>
                <a:cs typeface="Microsoft YaHei" panose="020B0503020204020204" charset="-122"/>
              </a:defRPr>
            </a:lvl1pPr>
          </a:lstStyle>
          <a:p>
            <a:pPr lvl="0"/>
            <a:r>
              <a:rPr lang="en-US" altLang="zh-CN"/>
              <a:t>Click to edit Master text styles</a:t>
            </a:r>
          </a:p>
        </p:txBody>
      </p:sp>
      <p:sp>
        <p:nvSpPr>
          <p:cNvPr id="9" name="内容占位符 8"/>
          <p:cNvSpPr>
            <a:spLocks noGrp="1"/>
          </p:cNvSpPr>
          <p:nvPr>
            <p:ph sz="quarter" idx="14"/>
            <p:custDataLst>
              <p:tags r:id="rId4"/>
            </p:custDataLst>
          </p:nvPr>
        </p:nvSpPr>
        <p:spPr>
          <a:xfrm>
            <a:off x="612775" y="2808000"/>
            <a:ext cx="10965600" cy="3430800"/>
          </a:xfrm>
        </p:spPr>
        <p:txBody>
          <a:bodyPr/>
          <a:lstStyle>
            <a:lvl1pPr>
              <a:defRPr baseline="0">
                <a:solidFill>
                  <a:schemeClr val="tx1"/>
                </a:solidFill>
                <a:latin typeface="Microsoft YaHei" panose="020B0503020204020204" charset="-122"/>
                <a:ea typeface="Microsoft YaHei" panose="020B0503020204020204" charset="-122"/>
                <a:cs typeface="Microsoft YaHei" panose="020B0503020204020204" charset="-122"/>
              </a:defRPr>
            </a:lvl1pPr>
            <a:lvl2pPr>
              <a:defRPr baseline="0">
                <a:solidFill>
                  <a:schemeClr val="tx1"/>
                </a:solidFill>
                <a:latin typeface="Microsoft YaHei" panose="020B0503020204020204" charset="-122"/>
                <a:ea typeface="Microsoft YaHei" panose="020B0503020204020204" charset="-122"/>
                <a:cs typeface="Microsoft YaHei" panose="020B0503020204020204" charset="-122"/>
              </a:defRPr>
            </a:lvl2pPr>
            <a:lvl3pPr>
              <a:defRPr baseline="0">
                <a:solidFill>
                  <a:schemeClr val="tx1"/>
                </a:solidFill>
                <a:latin typeface="Microsoft YaHei" panose="020B0503020204020204" charset="-122"/>
                <a:ea typeface="Microsoft YaHei" panose="020B0503020204020204" charset="-122"/>
                <a:cs typeface="Microsoft YaHei" panose="020B0503020204020204" charset="-122"/>
              </a:defRPr>
            </a:lvl3pPr>
            <a:lvl4pPr>
              <a:defRPr baseline="0">
                <a:solidFill>
                  <a:schemeClr val="tx1"/>
                </a:solidFill>
                <a:latin typeface="Microsoft YaHei" panose="020B0503020204020204" charset="-122"/>
                <a:ea typeface="Microsoft YaHei" panose="020B0503020204020204" charset="-122"/>
                <a:cs typeface="Microsoft YaHei" panose="020B0503020204020204" charset="-122"/>
              </a:defRPr>
            </a:lvl4pPr>
            <a:lvl5pPr>
              <a:defRPr baseline="0">
                <a:solidFill>
                  <a:schemeClr val="tx1"/>
                </a:solidFill>
                <a:latin typeface="Microsoft YaHei" panose="020B0503020204020204" charset="-122"/>
                <a:ea typeface="Microsoft YaHei" panose="020B0503020204020204" charset="-122"/>
                <a:cs typeface="Microsoft YaHei" panose="020B0503020204020204" charset="-122"/>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6" name="日期占位符 5"/>
          <p:cNvSpPr>
            <a:spLocks noGrp="1"/>
          </p:cNvSpPr>
          <p:nvPr>
            <p:ph type="dt" sz="half" idx="15"/>
            <p:custDataLst>
              <p:tags r:id="rId5"/>
            </p:custDataLst>
          </p:nvPr>
        </p:nvSpPr>
        <p:spPr/>
        <p:txBody>
          <a:bodyPr/>
          <a:lstStyle/>
          <a:p>
            <a:fld id="{4B8FD213-12C3-224E-BABA-E3488E7EB632}" type="datetime1">
              <a:rPr lang="en-US" smtClean="0"/>
              <a:t>10/14/25</a:t>
            </a:fld>
            <a:endParaRPr lang="en-US"/>
          </a:p>
        </p:txBody>
      </p:sp>
      <p:sp>
        <p:nvSpPr>
          <p:cNvPr id="8" name="页脚占位符 7"/>
          <p:cNvSpPr>
            <a:spLocks noGrp="1"/>
          </p:cNvSpPr>
          <p:nvPr>
            <p:ph type="ftr" sz="quarter" idx="16"/>
            <p:custDataLst>
              <p:tags r:id="rId6"/>
            </p:custDataLst>
          </p:nvPr>
        </p:nvSpPr>
        <p:spPr/>
        <p:txBody>
          <a:bodyPr/>
          <a:lstStyle/>
          <a:p>
            <a:r>
              <a:rPr lang="zh-CN" altLang="en-US"/>
              <a:t>工程制图第</a:t>
            </a:r>
            <a:r>
              <a:rPr lang="en-US" altLang="zh-CN"/>
              <a:t>8</a:t>
            </a:r>
            <a:r>
              <a:rPr lang="zh-CN" altLang="en-US"/>
              <a:t>讲</a:t>
            </a:r>
            <a:endParaRPr lang="en-US"/>
          </a:p>
        </p:txBody>
      </p:sp>
      <p:sp>
        <p:nvSpPr>
          <p:cNvPr id="11" name="灯片编号占位符 10"/>
          <p:cNvSpPr>
            <a:spLocks noGrp="1"/>
          </p:cNvSpPr>
          <p:nvPr>
            <p:ph type="sldNum" sz="quarter" idx="17"/>
            <p:custDataLst>
              <p:tags r:id="rId7"/>
            </p:custDataLst>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1090137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下上">
    <p:spTree>
      <p:nvGrpSpPr>
        <p:cNvPr id="1" name=""/>
        <p:cNvGrpSpPr/>
        <p:nvPr/>
      </p:nvGrpSpPr>
      <p:grpSpPr>
        <a:xfrm>
          <a:off x="0" y="0"/>
          <a:ext cx="0" cy="0"/>
          <a:chOff x="0" y="0"/>
          <a:chExt cx="0" cy="0"/>
        </a:xfrm>
      </p:grpSpPr>
      <p:sp>
        <p:nvSpPr>
          <p:cNvPr id="8" name="矩形 7"/>
          <p:cNvSpPr/>
          <p:nvPr>
            <p:custDataLst>
              <p:tags r:id="rId1"/>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cs typeface="Microsoft YaHei" panose="020B0503020204020204" charset="-122"/>
              <a:sym typeface="+mn-ea"/>
            </a:endParaRPr>
          </a:p>
        </p:txBody>
      </p:sp>
      <p:sp>
        <p:nvSpPr>
          <p:cNvPr id="2" name="标题 1"/>
          <p:cNvSpPr>
            <a:spLocks noGrp="1"/>
          </p:cNvSpPr>
          <p:nvPr>
            <p:ph type="title"/>
            <p:custDataLst>
              <p:tags r:id="rId2"/>
            </p:custDataLst>
          </p:nvPr>
        </p:nvSpPr>
        <p:spPr>
          <a:xfrm>
            <a:off x="604800" y="669600"/>
            <a:ext cx="10976400" cy="565200"/>
          </a:xfrm>
        </p:spPr>
        <p:txBody>
          <a:bodyPr anchor="ctr"/>
          <a:lstStyle>
            <a:lvl1pPr algn="ctr">
              <a:defRPr sz="3200" b="1" baseline="0">
                <a:solidFill>
                  <a:schemeClr val="tx1"/>
                </a:solidFill>
                <a:latin typeface="Microsoft YaHei" panose="020B0503020204020204" charset="-122"/>
                <a:ea typeface="Microsoft YaHei" panose="020B0503020204020204" charset="-122"/>
              </a:defRPr>
            </a:lvl1pPr>
          </a:lstStyle>
          <a:p>
            <a:r>
              <a:rPr lang="en-US" altLang="zh-CN"/>
              <a:t>Click to edit Master title style</a:t>
            </a:r>
            <a:endParaRPr lang="zh-CN" altLang="en-US" dirty="0"/>
          </a:p>
        </p:txBody>
      </p:sp>
      <p:sp>
        <p:nvSpPr>
          <p:cNvPr id="7" name="内容占位符 6"/>
          <p:cNvSpPr>
            <a:spLocks noGrp="1"/>
          </p:cNvSpPr>
          <p:nvPr>
            <p:ph sz="quarter" idx="13"/>
            <p:custDataLst>
              <p:tags r:id="rId3"/>
            </p:custDataLst>
          </p:nvPr>
        </p:nvSpPr>
        <p:spPr>
          <a:xfrm>
            <a:off x="604837" y="1681200"/>
            <a:ext cx="10990800" cy="3211200"/>
          </a:xfrm>
        </p:spPr>
        <p:txBody>
          <a:bodyPr/>
          <a:lstStyle>
            <a:lvl1pPr>
              <a:defRPr baseline="0">
                <a:solidFill>
                  <a:schemeClr val="tx1"/>
                </a:solidFill>
                <a:latin typeface="Microsoft YaHei" panose="020B0503020204020204" charset="-122"/>
                <a:ea typeface="Microsoft YaHei" panose="020B0503020204020204" charset="-122"/>
                <a:cs typeface="Microsoft YaHei" panose="020B0503020204020204" charset="-122"/>
              </a:defRPr>
            </a:lvl1pPr>
            <a:lvl2pPr>
              <a:defRPr baseline="0">
                <a:solidFill>
                  <a:schemeClr val="tx1"/>
                </a:solidFill>
                <a:latin typeface="Microsoft YaHei" panose="020B0503020204020204" charset="-122"/>
                <a:ea typeface="Microsoft YaHei" panose="020B0503020204020204" charset="-122"/>
                <a:cs typeface="Microsoft YaHei" panose="020B0503020204020204" charset="-122"/>
              </a:defRPr>
            </a:lvl2pPr>
            <a:lvl3pPr>
              <a:defRPr baseline="0">
                <a:solidFill>
                  <a:schemeClr val="tx1"/>
                </a:solidFill>
                <a:latin typeface="Microsoft YaHei" panose="020B0503020204020204" charset="-122"/>
                <a:ea typeface="Microsoft YaHei" panose="020B0503020204020204" charset="-122"/>
                <a:cs typeface="Microsoft YaHei" panose="020B0503020204020204" charset="-122"/>
              </a:defRPr>
            </a:lvl3pPr>
            <a:lvl4pPr>
              <a:defRPr baseline="0">
                <a:solidFill>
                  <a:schemeClr val="tx1"/>
                </a:solidFill>
                <a:latin typeface="Microsoft YaHei" panose="020B0503020204020204" charset="-122"/>
                <a:ea typeface="Microsoft YaHei" panose="020B0503020204020204" charset="-122"/>
                <a:cs typeface="Microsoft YaHei" panose="020B0503020204020204" charset="-122"/>
              </a:defRPr>
            </a:lvl4pPr>
            <a:lvl5pPr>
              <a:defRPr baseline="0">
                <a:solidFill>
                  <a:schemeClr val="tx1"/>
                </a:solidFill>
                <a:latin typeface="Microsoft YaHei" panose="020B0503020204020204" charset="-122"/>
                <a:ea typeface="Microsoft YaHei" panose="020B0503020204020204" charset="-122"/>
                <a:cs typeface="Microsoft YaHei" panose="020B0503020204020204" charset="-122"/>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9" name="文本占位符 8"/>
          <p:cNvSpPr>
            <a:spLocks noGrp="1"/>
          </p:cNvSpPr>
          <p:nvPr>
            <p:ph type="body" sz="quarter" idx="14"/>
            <p:custDataLst>
              <p:tags r:id="rId4"/>
            </p:custDataLst>
          </p:nvPr>
        </p:nvSpPr>
        <p:spPr>
          <a:xfrm>
            <a:off x="594000" y="5180400"/>
            <a:ext cx="11001600" cy="1011600"/>
          </a:xfrm>
        </p:spPr>
        <p:txBody>
          <a:bodyPr/>
          <a:lstStyle>
            <a:lvl1pPr>
              <a:defRPr baseline="0">
                <a:solidFill>
                  <a:schemeClr val="tx1"/>
                </a:solidFill>
                <a:latin typeface="Microsoft YaHei" panose="020B0503020204020204" charset="-122"/>
                <a:ea typeface="Microsoft YaHei" panose="020B0503020204020204" charset="-122"/>
                <a:cs typeface="Microsoft YaHei" panose="020B0503020204020204" charset="-122"/>
              </a:defRPr>
            </a:lvl1pPr>
          </a:lstStyle>
          <a:p>
            <a:pPr lvl="0"/>
            <a:r>
              <a:rPr lang="en-US" altLang="zh-CN"/>
              <a:t>Click to edit Master text styles</a:t>
            </a:r>
          </a:p>
        </p:txBody>
      </p:sp>
      <p:sp>
        <p:nvSpPr>
          <p:cNvPr id="6" name="日期占位符 5"/>
          <p:cNvSpPr>
            <a:spLocks noGrp="1"/>
          </p:cNvSpPr>
          <p:nvPr>
            <p:ph type="dt" sz="half" idx="15"/>
            <p:custDataLst>
              <p:tags r:id="rId5"/>
            </p:custDataLst>
          </p:nvPr>
        </p:nvSpPr>
        <p:spPr/>
        <p:txBody>
          <a:bodyPr/>
          <a:lstStyle/>
          <a:p>
            <a:fld id="{971B0DBD-F0F3-C34C-86D7-3485D0DFA725}" type="datetime1">
              <a:rPr lang="en-US" smtClean="0"/>
              <a:t>10/14/25</a:t>
            </a:fld>
            <a:endParaRPr lang="en-US"/>
          </a:p>
        </p:txBody>
      </p:sp>
      <p:sp>
        <p:nvSpPr>
          <p:cNvPr id="10" name="页脚占位符 9"/>
          <p:cNvSpPr>
            <a:spLocks noGrp="1"/>
          </p:cNvSpPr>
          <p:nvPr>
            <p:ph type="ftr" sz="quarter" idx="16"/>
            <p:custDataLst>
              <p:tags r:id="rId6"/>
            </p:custDataLst>
          </p:nvPr>
        </p:nvSpPr>
        <p:spPr/>
        <p:txBody>
          <a:bodyPr/>
          <a:lstStyle/>
          <a:p>
            <a:r>
              <a:rPr lang="zh-CN" altLang="en-US"/>
              <a:t>工程制图第</a:t>
            </a:r>
            <a:r>
              <a:rPr lang="en-US" altLang="zh-CN"/>
              <a:t>8</a:t>
            </a:r>
            <a:r>
              <a:rPr lang="zh-CN" altLang="en-US"/>
              <a:t>讲</a:t>
            </a:r>
            <a:endParaRPr lang="en-US"/>
          </a:p>
        </p:txBody>
      </p:sp>
      <p:sp>
        <p:nvSpPr>
          <p:cNvPr id="11" name="灯片编号占位符 10"/>
          <p:cNvSpPr>
            <a:spLocks noGrp="1"/>
          </p:cNvSpPr>
          <p:nvPr>
            <p:ph type="sldNum" sz="quarter" idx="17"/>
            <p:custDataLst>
              <p:tags r:id="rId7"/>
            </p:custDataLst>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33946038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导航">
    <p:spTree>
      <p:nvGrpSpPr>
        <p:cNvPr id="1" name=""/>
        <p:cNvGrpSpPr/>
        <p:nvPr/>
      </p:nvGrpSpPr>
      <p:grpSpPr>
        <a:xfrm>
          <a:off x="0" y="0"/>
          <a:ext cx="0" cy="0"/>
          <a:chOff x="0" y="0"/>
          <a:chExt cx="0" cy="0"/>
        </a:xfrm>
      </p:grpSpPr>
      <p:sp>
        <p:nvSpPr>
          <p:cNvPr id="10" name="矩形 9"/>
          <p:cNvSpPr/>
          <p:nvPr>
            <p:custDataLst>
              <p:tags r:id="rId1"/>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cs typeface="Microsoft YaHei" panose="020B0503020204020204" charset="-122"/>
              <a:sym typeface="+mn-ea"/>
            </a:endParaRPr>
          </a:p>
        </p:txBody>
      </p:sp>
      <p:sp>
        <p:nvSpPr>
          <p:cNvPr id="2" name="标题 1"/>
          <p:cNvSpPr>
            <a:spLocks noGrp="1"/>
          </p:cNvSpPr>
          <p:nvPr>
            <p:ph type="title"/>
            <p:custDataLst>
              <p:tags r:id="rId2"/>
            </p:custDataLst>
          </p:nvPr>
        </p:nvSpPr>
        <p:spPr>
          <a:xfrm>
            <a:off x="579600" y="237600"/>
            <a:ext cx="11037600" cy="441964"/>
          </a:xfrm>
        </p:spPr>
        <p:txBody>
          <a:bodyPr/>
          <a:lstStyle>
            <a:lvl1pPr>
              <a:defRPr b="1" baseline="0">
                <a:solidFill>
                  <a:schemeClr val="tx1"/>
                </a:solidFill>
                <a:latin typeface="Microsoft YaHei" panose="020B0503020204020204" charset="-122"/>
                <a:ea typeface="Microsoft YaHei" panose="020B0503020204020204" charset="-122"/>
              </a:defRPr>
            </a:lvl1pPr>
          </a:lstStyle>
          <a:p>
            <a:r>
              <a:rPr lang="en-US" altLang="zh-CN"/>
              <a:t>Click to edit Master title style</a:t>
            </a:r>
            <a:endParaRPr lang="zh-CN" altLang="en-US" dirty="0"/>
          </a:p>
        </p:txBody>
      </p:sp>
      <p:sp>
        <p:nvSpPr>
          <p:cNvPr id="7" name="内容占位符 6"/>
          <p:cNvSpPr>
            <a:spLocks noGrp="1"/>
          </p:cNvSpPr>
          <p:nvPr>
            <p:ph sz="quarter" idx="13"/>
            <p:custDataLst>
              <p:tags r:id="rId3"/>
            </p:custDataLst>
          </p:nvPr>
        </p:nvSpPr>
        <p:spPr>
          <a:xfrm>
            <a:off x="579600" y="1663200"/>
            <a:ext cx="5342400" cy="2894400"/>
          </a:xfrm>
        </p:spPr>
        <p:txBody>
          <a:bodyPr/>
          <a:lstStyle>
            <a:lvl1pPr>
              <a:defRPr baseline="0">
                <a:solidFill>
                  <a:schemeClr val="tx1"/>
                </a:solidFill>
                <a:latin typeface="Microsoft YaHei" panose="020B0503020204020204" charset="-122"/>
                <a:ea typeface="Microsoft YaHei" panose="020B0503020204020204" charset="-122"/>
                <a:cs typeface="Microsoft YaHei" panose="020B0503020204020204" charset="-122"/>
              </a:defRPr>
            </a:lvl1pPr>
            <a:lvl2pPr>
              <a:defRPr baseline="0">
                <a:solidFill>
                  <a:schemeClr val="tx1"/>
                </a:solidFill>
                <a:latin typeface="Microsoft YaHei" panose="020B0503020204020204" charset="-122"/>
                <a:ea typeface="Microsoft YaHei" panose="020B0503020204020204" charset="-122"/>
                <a:cs typeface="Microsoft YaHei" panose="020B0503020204020204" charset="-122"/>
              </a:defRPr>
            </a:lvl2pPr>
            <a:lvl3pPr>
              <a:defRPr baseline="0">
                <a:solidFill>
                  <a:schemeClr val="tx1"/>
                </a:solidFill>
                <a:latin typeface="Microsoft YaHei" panose="020B0503020204020204" charset="-122"/>
                <a:ea typeface="Microsoft YaHei" panose="020B0503020204020204" charset="-122"/>
                <a:cs typeface="Microsoft YaHei" panose="020B0503020204020204" charset="-122"/>
              </a:defRPr>
            </a:lvl3pPr>
            <a:lvl4pPr>
              <a:defRPr baseline="0">
                <a:solidFill>
                  <a:schemeClr val="tx1"/>
                </a:solidFill>
                <a:latin typeface="Microsoft YaHei" panose="020B0503020204020204" charset="-122"/>
                <a:ea typeface="Microsoft YaHei" panose="020B0503020204020204" charset="-122"/>
                <a:cs typeface="Microsoft YaHei" panose="020B0503020204020204" charset="-122"/>
              </a:defRPr>
            </a:lvl4pPr>
            <a:lvl5pPr>
              <a:defRPr baseline="0">
                <a:solidFill>
                  <a:schemeClr val="tx1"/>
                </a:solidFill>
                <a:latin typeface="Microsoft YaHei" panose="020B0503020204020204" charset="-122"/>
                <a:ea typeface="Microsoft YaHei" panose="020B0503020204020204" charset="-122"/>
                <a:cs typeface="Microsoft YaHei" panose="020B0503020204020204" charset="-122"/>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9" name="内容占位符 8"/>
          <p:cNvSpPr>
            <a:spLocks noGrp="1"/>
          </p:cNvSpPr>
          <p:nvPr>
            <p:ph sz="quarter" idx="14"/>
            <p:custDataLst>
              <p:tags r:id="rId4"/>
            </p:custDataLst>
          </p:nvPr>
        </p:nvSpPr>
        <p:spPr>
          <a:xfrm>
            <a:off x="6242400" y="1663200"/>
            <a:ext cx="5367600" cy="2894400"/>
          </a:xfrm>
        </p:spPr>
        <p:txBody>
          <a:bodyPr/>
          <a:lstStyle>
            <a:lvl1pPr>
              <a:defRPr baseline="0">
                <a:solidFill>
                  <a:schemeClr val="tx1"/>
                </a:solidFill>
                <a:latin typeface="Microsoft YaHei" panose="020B0503020204020204" charset="-122"/>
                <a:ea typeface="Microsoft YaHei" panose="020B0503020204020204" charset="-122"/>
                <a:cs typeface="Microsoft YaHei" panose="020B0503020204020204" charset="-122"/>
              </a:defRPr>
            </a:lvl1pPr>
            <a:lvl2pPr>
              <a:defRPr baseline="0">
                <a:solidFill>
                  <a:schemeClr val="tx1"/>
                </a:solidFill>
                <a:latin typeface="Microsoft YaHei" panose="020B0503020204020204" charset="-122"/>
                <a:ea typeface="Microsoft YaHei" panose="020B0503020204020204" charset="-122"/>
                <a:cs typeface="Microsoft YaHei" panose="020B0503020204020204" charset="-122"/>
              </a:defRPr>
            </a:lvl2pPr>
            <a:lvl3pPr>
              <a:defRPr baseline="0">
                <a:solidFill>
                  <a:schemeClr val="tx1"/>
                </a:solidFill>
                <a:latin typeface="Microsoft YaHei" panose="020B0503020204020204" charset="-122"/>
                <a:ea typeface="Microsoft YaHei" panose="020B0503020204020204" charset="-122"/>
                <a:cs typeface="Microsoft YaHei" panose="020B0503020204020204" charset="-122"/>
              </a:defRPr>
            </a:lvl3pPr>
            <a:lvl4pPr>
              <a:defRPr baseline="0">
                <a:solidFill>
                  <a:schemeClr val="tx1"/>
                </a:solidFill>
                <a:latin typeface="Microsoft YaHei" panose="020B0503020204020204" charset="-122"/>
                <a:ea typeface="Microsoft YaHei" panose="020B0503020204020204" charset="-122"/>
                <a:cs typeface="Microsoft YaHei" panose="020B0503020204020204" charset="-122"/>
              </a:defRPr>
            </a:lvl4pPr>
            <a:lvl5pPr>
              <a:defRPr baseline="0">
                <a:solidFill>
                  <a:schemeClr val="tx1"/>
                </a:solidFill>
                <a:latin typeface="Microsoft YaHei" panose="020B0503020204020204" charset="-122"/>
                <a:ea typeface="Microsoft YaHei" panose="020B0503020204020204" charset="-122"/>
                <a:cs typeface="Microsoft YaHei" panose="020B0503020204020204" charset="-122"/>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11" name="文本占位符 10"/>
          <p:cNvSpPr>
            <a:spLocks noGrp="1"/>
          </p:cNvSpPr>
          <p:nvPr>
            <p:ph type="body" sz="quarter" idx="15"/>
            <p:custDataLst>
              <p:tags r:id="rId5"/>
            </p:custDataLst>
          </p:nvPr>
        </p:nvSpPr>
        <p:spPr>
          <a:xfrm>
            <a:off x="572400" y="4816800"/>
            <a:ext cx="5342400" cy="781200"/>
          </a:xfrm>
        </p:spPr>
        <p:txBody>
          <a:bodyPr/>
          <a:lstStyle>
            <a:lvl1pPr>
              <a:defRPr baseline="0">
                <a:solidFill>
                  <a:schemeClr val="tx1"/>
                </a:solidFill>
                <a:latin typeface="Microsoft YaHei" panose="020B0503020204020204" charset="-122"/>
                <a:ea typeface="Microsoft YaHei" panose="020B0503020204020204" charset="-122"/>
                <a:cs typeface="Microsoft YaHei" panose="020B0503020204020204" charset="-122"/>
              </a:defRPr>
            </a:lvl1pPr>
          </a:lstStyle>
          <a:p>
            <a:pPr lvl="0"/>
            <a:r>
              <a:rPr lang="en-US" altLang="zh-CN"/>
              <a:t>Click to edit Master text styles</a:t>
            </a:r>
          </a:p>
        </p:txBody>
      </p:sp>
      <p:sp>
        <p:nvSpPr>
          <p:cNvPr id="13" name="文本占位符 12"/>
          <p:cNvSpPr>
            <a:spLocks noGrp="1"/>
          </p:cNvSpPr>
          <p:nvPr>
            <p:ph type="body" sz="quarter" idx="16"/>
            <p:custDataLst>
              <p:tags r:id="rId6"/>
            </p:custDataLst>
          </p:nvPr>
        </p:nvSpPr>
        <p:spPr>
          <a:xfrm>
            <a:off x="6253200" y="4813200"/>
            <a:ext cx="5367600" cy="781200"/>
          </a:xfrm>
        </p:spPr>
        <p:txBody>
          <a:bodyPr/>
          <a:lstStyle>
            <a:lvl1pPr>
              <a:defRPr baseline="0">
                <a:solidFill>
                  <a:schemeClr val="tx1"/>
                </a:solidFill>
                <a:latin typeface="Microsoft YaHei" panose="020B0503020204020204" charset="-122"/>
                <a:ea typeface="Microsoft YaHei" panose="020B0503020204020204" charset="-122"/>
                <a:cs typeface="Microsoft YaHei" panose="020B0503020204020204" charset="-122"/>
              </a:defRPr>
            </a:lvl1pPr>
          </a:lstStyle>
          <a:p>
            <a:pPr lvl="0"/>
            <a:r>
              <a:rPr lang="en-US" altLang="zh-CN"/>
              <a:t>Click to edit Master text styles</a:t>
            </a:r>
          </a:p>
        </p:txBody>
      </p:sp>
      <p:sp>
        <p:nvSpPr>
          <p:cNvPr id="6" name="日期占位符 5"/>
          <p:cNvSpPr>
            <a:spLocks noGrp="1"/>
          </p:cNvSpPr>
          <p:nvPr>
            <p:ph type="dt" sz="half" idx="17"/>
            <p:custDataLst>
              <p:tags r:id="rId7"/>
            </p:custDataLst>
          </p:nvPr>
        </p:nvSpPr>
        <p:spPr/>
        <p:txBody>
          <a:bodyPr/>
          <a:lstStyle/>
          <a:p>
            <a:fld id="{7770DA33-AA5B-4E4D-8763-6D4F7317DF92}" type="datetime1">
              <a:rPr lang="en-US" smtClean="0"/>
              <a:t>10/14/25</a:t>
            </a:fld>
            <a:endParaRPr lang="en-US"/>
          </a:p>
        </p:txBody>
      </p:sp>
      <p:sp>
        <p:nvSpPr>
          <p:cNvPr id="8" name="页脚占位符 7"/>
          <p:cNvSpPr>
            <a:spLocks noGrp="1"/>
          </p:cNvSpPr>
          <p:nvPr>
            <p:ph type="ftr" sz="quarter" idx="18"/>
            <p:custDataLst>
              <p:tags r:id="rId8"/>
            </p:custDataLst>
          </p:nvPr>
        </p:nvSpPr>
        <p:spPr/>
        <p:txBody>
          <a:bodyPr/>
          <a:lstStyle/>
          <a:p>
            <a:r>
              <a:rPr lang="zh-CN" altLang="en-US"/>
              <a:t>工程制图第</a:t>
            </a:r>
            <a:r>
              <a:rPr lang="en-US" altLang="zh-CN"/>
              <a:t>8</a:t>
            </a:r>
            <a:r>
              <a:rPr lang="zh-CN" altLang="en-US"/>
              <a:t>讲</a:t>
            </a:r>
            <a:endParaRPr lang="en-US"/>
          </a:p>
        </p:txBody>
      </p:sp>
      <p:sp>
        <p:nvSpPr>
          <p:cNvPr id="12" name="灯片编号占位符 11"/>
          <p:cNvSpPr>
            <a:spLocks noGrp="1"/>
          </p:cNvSpPr>
          <p:nvPr>
            <p:ph type="sldNum" sz="quarter" idx="19"/>
            <p:custDataLst>
              <p:tags r:id="rId9"/>
            </p:custDataLst>
          </p:nvPr>
        </p:nvSpPr>
        <p:spPr/>
        <p:txBody>
          <a:bodyPr/>
          <a:lstStyle/>
          <a:p>
            <a:fld id="{558F952B-8205-4A3F-8B8C-DB9DCBA03AAE}" type="slidenum">
              <a:rPr lang="en-US" smtClean="0"/>
              <a:pPr/>
              <a:t>‹#›</a:t>
            </a:fld>
            <a:endParaRPr lang="en-US"/>
          </a:p>
        </p:txBody>
      </p:sp>
    </p:spTree>
    <p:extLst>
      <p:ext uri="{BB962C8B-B14F-4D97-AF65-F5344CB8AC3E}">
        <p14:creationId xmlns:p14="http://schemas.microsoft.com/office/powerpoint/2010/main" val="33137345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腰带">
    <p:spTree>
      <p:nvGrpSpPr>
        <p:cNvPr id="1" name=""/>
        <p:cNvGrpSpPr/>
        <p:nvPr/>
      </p:nvGrpSpPr>
      <p:grpSpPr>
        <a:xfrm>
          <a:off x="0" y="0"/>
          <a:ext cx="0" cy="0"/>
          <a:chOff x="0" y="0"/>
          <a:chExt cx="0" cy="0"/>
        </a:xfrm>
      </p:grpSpPr>
      <p:sp>
        <p:nvSpPr>
          <p:cNvPr id="10" name="矩形 9"/>
          <p:cNvSpPr/>
          <p:nvPr>
            <p:custDataLst>
              <p:tags r:id="rId1"/>
            </p:custDataLst>
          </p:nvPr>
        </p:nvSpPr>
        <p:spPr>
          <a:xfrm>
            <a:off x="0" y="959224"/>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cs typeface="Microsoft YaHei" panose="020B0503020204020204" charset="-122"/>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lstStyle>
            <a:lvl1pPr algn="ctr">
              <a:defRPr sz="6000" b="1" baseline="0">
                <a:solidFill>
                  <a:schemeClr val="tx1"/>
                </a:solidFill>
                <a:latin typeface="Microsoft YaHei" panose="020B0503020204020204" charset="-122"/>
                <a:ea typeface="Microsoft YaHei" panose="020B0503020204020204" charset="-122"/>
              </a:defRPr>
            </a:lvl1pPr>
          </a:lstStyle>
          <a:p>
            <a:r>
              <a:rPr lang="zh-CN" altLang="en-US" dirty="0"/>
              <a:t>单击此处编辑标题</a:t>
            </a:r>
          </a:p>
        </p:txBody>
      </p:sp>
      <p:sp>
        <p:nvSpPr>
          <p:cNvPr id="7" name="文本占位符 6"/>
          <p:cNvSpPr>
            <a:spLocks noGrp="1"/>
          </p:cNvSpPr>
          <p:nvPr>
            <p:ph type="body" sz="quarter" idx="13"/>
            <p:custDataLst>
              <p:tags r:id="rId3"/>
            </p:custDataLst>
          </p:nvPr>
        </p:nvSpPr>
        <p:spPr>
          <a:xfrm>
            <a:off x="1522413" y="3862800"/>
            <a:ext cx="9144000" cy="1656000"/>
          </a:xfrm>
        </p:spPr>
        <p:txBody>
          <a:bodyPr/>
          <a:lstStyle>
            <a:lvl1pPr algn="ctr">
              <a:defRPr baseline="0">
                <a:solidFill>
                  <a:schemeClr val="tx1"/>
                </a:solidFill>
                <a:latin typeface="Microsoft YaHei" panose="020B0503020204020204" charset="-122"/>
                <a:ea typeface="Microsoft YaHei" panose="020B0503020204020204" charset="-122"/>
                <a:cs typeface="Microsoft YaHei" panose="020B0503020204020204" charset="-122"/>
              </a:defRPr>
            </a:lvl1pPr>
          </a:lstStyle>
          <a:p>
            <a:pPr lvl="0"/>
            <a:r>
              <a:rPr lang="en-US" altLang="zh-CN"/>
              <a:t>Click to edit Master text styles</a:t>
            </a:r>
          </a:p>
        </p:txBody>
      </p:sp>
      <p:sp>
        <p:nvSpPr>
          <p:cNvPr id="6" name="日期占位符 5"/>
          <p:cNvSpPr>
            <a:spLocks noGrp="1"/>
          </p:cNvSpPr>
          <p:nvPr>
            <p:ph type="dt" sz="half" idx="14"/>
            <p:custDataLst>
              <p:tags r:id="rId4"/>
            </p:custDataLst>
          </p:nvPr>
        </p:nvSpPr>
        <p:spPr/>
        <p:txBody>
          <a:bodyPr/>
          <a:lstStyle/>
          <a:p>
            <a:fld id="{F1A672CE-6594-1A42-A9C8-98AFF2DD6E23}" type="datetime1">
              <a:rPr lang="en-US" smtClean="0"/>
              <a:t>10/14/25</a:t>
            </a:fld>
            <a:endParaRPr lang="en-US"/>
          </a:p>
        </p:txBody>
      </p:sp>
      <p:sp>
        <p:nvSpPr>
          <p:cNvPr id="8" name="页脚占位符 7"/>
          <p:cNvSpPr>
            <a:spLocks noGrp="1"/>
          </p:cNvSpPr>
          <p:nvPr>
            <p:ph type="ftr" sz="quarter" idx="15"/>
            <p:custDataLst>
              <p:tags r:id="rId5"/>
            </p:custDataLst>
          </p:nvPr>
        </p:nvSpPr>
        <p:spPr/>
        <p:txBody>
          <a:bodyPr/>
          <a:lstStyle/>
          <a:p>
            <a:r>
              <a:rPr lang="zh-CN" altLang="en-US"/>
              <a:t>工程制图第</a:t>
            </a:r>
            <a:r>
              <a:rPr lang="en-US" altLang="zh-CN"/>
              <a:t>8</a:t>
            </a:r>
            <a:r>
              <a:rPr lang="zh-CN" altLang="en-US"/>
              <a:t>讲</a:t>
            </a:r>
            <a:endParaRPr lang="en-US"/>
          </a:p>
        </p:txBody>
      </p:sp>
      <p:sp>
        <p:nvSpPr>
          <p:cNvPr id="9" name="灯片编号占位符 8"/>
          <p:cNvSpPr>
            <a:spLocks noGrp="1"/>
          </p:cNvSpPr>
          <p:nvPr>
            <p:ph type="sldNum" sz="quarter" idx="16"/>
            <p:custDataLst>
              <p:tags r:id="rId6"/>
            </p:custDataLst>
          </p:nvPr>
        </p:nvSpPr>
        <p:spPr/>
        <p:txBody>
          <a:bodyPr/>
          <a:lstStyle>
            <a:lvl1pPr algn="r">
              <a:defRPr/>
            </a:lvl1pPr>
          </a:lstStyle>
          <a:p>
            <a:fld id="{558F952B-8205-4A3F-8B8C-DB9DCBA03AAE}" type="slidenum">
              <a:rPr lang="en-US" smtClean="0"/>
              <a:pPr/>
              <a:t>‹#›</a:t>
            </a:fld>
            <a:endParaRPr lang="en-US"/>
          </a:p>
        </p:txBody>
      </p:sp>
    </p:spTree>
    <p:extLst>
      <p:ext uri="{BB962C8B-B14F-4D97-AF65-F5344CB8AC3E}">
        <p14:creationId xmlns:p14="http://schemas.microsoft.com/office/powerpoint/2010/main" val="8777345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629877" y="3050575"/>
            <a:ext cx="8932244" cy="703278"/>
          </a:xfrm>
        </p:spPr>
        <p:txBody>
          <a:bodyPr>
            <a:normAutofit/>
          </a:bodyPr>
          <a:lstStyle>
            <a:lvl1pPr>
              <a:defRPr sz="2800" b="1"/>
            </a:lvl1p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B5DE5A68-DA50-ED41-86F0-1A7391AAA3CC}" type="datetime1">
              <a:rPr lang="en-US" smtClean="0"/>
              <a:t>10/14/25</a:t>
            </a:fld>
            <a:endParaRPr lang="en-US"/>
          </a:p>
        </p:txBody>
      </p:sp>
      <p:sp>
        <p:nvSpPr>
          <p:cNvPr id="4" name="Footer Placeholder 3"/>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5" name="Slide Number Placeholder 4"/>
          <p:cNvSpPr>
            <a:spLocks noGrp="1"/>
          </p:cNvSpPr>
          <p:nvPr>
            <p:ph type="sldNum" sz="quarter" idx="12"/>
          </p:nvPr>
        </p:nvSpPr>
        <p:spPr/>
        <p:txBody>
          <a:bodyPr/>
          <a:lstStyle>
            <a:lvl1pPr algn="r">
              <a:defRPr/>
            </a:lvl1pPr>
          </a:lstStyle>
          <a:p>
            <a:fld id="{558F952B-8205-4A3F-8B8C-DB9DCBA03AAE}" type="slidenum">
              <a:rPr lang="en-US" smtClean="0"/>
              <a:pPr/>
              <a:t>‹#›</a:t>
            </a:fld>
            <a:endParaRPr lang="en-US"/>
          </a:p>
        </p:txBody>
      </p:sp>
    </p:spTree>
    <p:extLst>
      <p:ext uri="{BB962C8B-B14F-4D97-AF65-F5344CB8AC3E}">
        <p14:creationId xmlns:p14="http://schemas.microsoft.com/office/powerpoint/2010/main" val="15225740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629878" y="3050575"/>
            <a:ext cx="8932244" cy="703278"/>
          </a:xfrm>
        </p:spPr>
        <p:txBody>
          <a:bodyPr>
            <a:normAutofit/>
          </a:bodyPr>
          <a:lstStyle>
            <a:lvl1pPr>
              <a:defRPr sz="2800" b="1"/>
            </a:lvl1pPr>
          </a:lstStyle>
          <a:p>
            <a:r>
              <a:rPr lang="en-US" dirty="0"/>
              <a:t>Click to edit Master title style</a:t>
            </a:r>
          </a:p>
        </p:txBody>
      </p:sp>
      <p:sp>
        <p:nvSpPr>
          <p:cNvPr id="3" name="Date Placeholder 2"/>
          <p:cNvSpPr>
            <a:spLocks noGrp="1"/>
          </p:cNvSpPr>
          <p:nvPr>
            <p:ph type="dt" sz="half" idx="10"/>
          </p:nvPr>
        </p:nvSpPr>
        <p:spPr/>
        <p:txBody>
          <a:bodyPr/>
          <a:lstStyle/>
          <a:p>
            <a:fld id="{AD45843A-7512-AA44-ACF3-F863AADC86BB}" type="datetime1">
              <a:rPr lang="en-US" smtClean="0"/>
              <a:t>10/14/25</a:t>
            </a:fld>
            <a:endParaRPr lang="en-US"/>
          </a:p>
        </p:txBody>
      </p:sp>
      <p:sp>
        <p:nvSpPr>
          <p:cNvPr id="4" name="Footer Placeholder 3"/>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5" name="Slide Number Placeholder 4"/>
          <p:cNvSpPr>
            <a:spLocks noGrp="1"/>
          </p:cNvSpPr>
          <p:nvPr>
            <p:ph type="sldNum" sz="quarter" idx="12"/>
          </p:nvPr>
        </p:nvSpPr>
        <p:spPr/>
        <p:txBody>
          <a:bodyPr/>
          <a:lstStyle/>
          <a:p>
            <a:fld id="{558F952B-8205-4A3F-8B8C-DB9DCBA03AAE}" type="slidenum">
              <a:rPr lang="en-US" smtClean="0"/>
              <a:t>‹#›</a:t>
            </a:fld>
            <a:endParaRPr lang="en-US"/>
          </a:p>
        </p:txBody>
      </p:sp>
    </p:spTree>
    <p:extLst>
      <p:ext uri="{BB962C8B-B14F-4D97-AF65-F5344CB8AC3E}">
        <p14:creationId xmlns:p14="http://schemas.microsoft.com/office/powerpoint/2010/main" val="15824897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F05639-5E7A-1244-9769-F58E852A7D3D}" type="datetime1">
              <a:rPr lang="en-US" smtClean="0"/>
              <a:t>10/14/25</a:t>
            </a:fld>
            <a:endParaRPr lang="en-US"/>
          </a:p>
        </p:txBody>
      </p:sp>
      <p:sp>
        <p:nvSpPr>
          <p:cNvPr id="3" name="Footer Placeholder 2"/>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4" name="Slide Number Placeholder 3"/>
          <p:cNvSpPr>
            <a:spLocks noGrp="1"/>
          </p:cNvSpPr>
          <p:nvPr>
            <p:ph type="sldNum" sz="quarter" idx="12"/>
          </p:nvPr>
        </p:nvSpPr>
        <p:spPr/>
        <p:txBody>
          <a:bodyPr/>
          <a:lstStyle/>
          <a:p>
            <a:fld id="{558F952B-8205-4A3F-8B8C-DB9DCBA03AAE}" type="slidenum">
              <a:rPr lang="en-US" smtClean="0"/>
              <a:t>‹#›</a:t>
            </a:fld>
            <a:endParaRPr lang="en-US"/>
          </a:p>
        </p:txBody>
      </p:sp>
    </p:spTree>
    <p:extLst>
      <p:ext uri="{BB962C8B-B14F-4D97-AF65-F5344CB8AC3E}">
        <p14:creationId xmlns:p14="http://schemas.microsoft.com/office/powerpoint/2010/main" val="116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zh-CN" altLang="en-US"/>
              <a:t>工程制图第</a:t>
            </a:r>
            <a:r>
              <a:rPr lang="en-US" altLang="zh-CN"/>
              <a:t>9</a:t>
            </a:r>
            <a:r>
              <a:rPr lang="zh-CN" altLang="en-US"/>
              <a:t>讲</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4BA07024-02B7-4EB3-AFD3-B731DB8D1569}" type="datetime1">
              <a:rPr lang="zh-CN" altLang="en-US" smtClean="0"/>
              <a:t>2025/10/14</a:t>
            </a:fld>
            <a:endParaRPr lang="en-US"/>
          </a:p>
        </p:txBody>
      </p:sp>
      <p:sp>
        <p:nvSpPr>
          <p:cNvPr id="4" name="Holder 4"/>
          <p:cNvSpPr>
            <a:spLocks noGrp="1"/>
          </p:cNvSpPr>
          <p:nvPr>
            <p:ph type="sldNum" sz="quarter" idx="7"/>
          </p:nvPr>
        </p:nvSpPr>
        <p:spPr/>
        <p:txBody>
          <a:bodyPr lIns="0" tIns="0" rIns="0" bIns="0"/>
          <a:lstStyle>
            <a:lvl1pPr>
              <a:defRPr sz="1540" b="0" i="0">
                <a:solidFill>
                  <a:schemeClr val="tx1"/>
                </a:solidFill>
                <a:latin typeface="Calibri"/>
                <a:cs typeface="Calibri"/>
              </a:defRPr>
            </a:lvl1pPr>
          </a:lstStyle>
          <a:p>
            <a:pPr marL="120650"/>
            <a:fld id="{81D60167-4931-47E6-BA6A-407CBD079E47}" type="slidenum">
              <a:rPr lang="en-US" spc="-4" smtClean="0"/>
              <a:t>‹#›</a:t>
            </a:fld>
            <a:endParaRPr lang="en-US" spc="-4" dirty="0"/>
          </a:p>
        </p:txBody>
      </p:sp>
    </p:spTree>
    <p:extLst>
      <p:ext uri="{BB962C8B-B14F-4D97-AF65-F5344CB8AC3E}">
        <p14:creationId xmlns:p14="http://schemas.microsoft.com/office/powerpoint/2010/main" val="263938403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gi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7EE955-D44B-46F3-A0B9-FDBE5CDF2F8A}"/>
              </a:ext>
            </a:extLst>
          </p:cNvPr>
          <p:cNvSpPr>
            <a:spLocks noGrp="1"/>
          </p:cNvSpPr>
          <p:nvPr>
            <p:ph type="title"/>
          </p:nvPr>
        </p:nvSpPr>
        <p:spPr>
          <a:xfrm>
            <a:off x="396868" y="191280"/>
            <a:ext cx="6048267" cy="626352"/>
          </a:xfrm>
          <a:prstGeom prst="rect">
            <a:avLst/>
          </a:prstGeom>
          <a:solidFill>
            <a:schemeClr val="accent1">
              <a:lumMod val="75000"/>
            </a:schemeClr>
          </a:solidFill>
        </p:spPr>
        <p:txBody>
          <a:bodyPr vert="horz" lIns="91440" tIns="45720" rIns="91440" bIns="45720" rtlCol="0" anchor="ctr">
            <a:normAutofit/>
          </a:bodyPr>
          <a:lstStyle/>
          <a:p>
            <a:r>
              <a:rPr lang="en-US" altLang="zh-CN"/>
              <a:t>Click to edit Master title style</a:t>
            </a:r>
            <a:endParaRPr lang="zh-CN" altLang="en-US" dirty="0"/>
          </a:p>
        </p:txBody>
      </p:sp>
      <p:sp>
        <p:nvSpPr>
          <p:cNvPr id="3" name="Text Placeholder 2">
            <a:extLst>
              <a:ext uri="{FF2B5EF4-FFF2-40B4-BE49-F238E27FC236}">
                <a16:creationId xmlns:a16="http://schemas.microsoft.com/office/drawing/2014/main" id="{0E3D793E-2A17-4837-852C-44235CB2A71A}"/>
              </a:ext>
            </a:extLst>
          </p:cNvPr>
          <p:cNvSpPr>
            <a:spLocks noGrp="1"/>
          </p:cNvSpPr>
          <p:nvPr>
            <p:ph type="body" idx="1"/>
          </p:nvPr>
        </p:nvSpPr>
        <p:spPr>
          <a:xfrm>
            <a:off x="931026" y="1091737"/>
            <a:ext cx="10123516" cy="5171845"/>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4" name="Date Placeholder 3">
            <a:extLst>
              <a:ext uri="{FF2B5EF4-FFF2-40B4-BE49-F238E27FC236}">
                <a16:creationId xmlns:a16="http://schemas.microsoft.com/office/drawing/2014/main" id="{D0DA6ED5-48B4-4311-840C-6EF776C0FE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黑体" panose="02010609060101010101" pitchFamily="49" charset="-122"/>
                <a:cs typeface="Arial" panose="020B0604020202020204" pitchFamily="34" charset="0"/>
              </a:defRPr>
            </a:lvl1pPr>
          </a:lstStyle>
          <a:p>
            <a:fld id="{D3EA4A18-B6B0-7549-8196-8070DEAB4F6C}" type="datetime1">
              <a:rPr lang="en-US" smtClean="0"/>
              <a:t>10/14/25</a:t>
            </a:fld>
            <a:endParaRPr lang="en-US"/>
          </a:p>
        </p:txBody>
      </p:sp>
      <p:sp>
        <p:nvSpPr>
          <p:cNvPr id="5" name="Footer Placeholder 4">
            <a:extLst>
              <a:ext uri="{FF2B5EF4-FFF2-40B4-BE49-F238E27FC236}">
                <a16:creationId xmlns:a16="http://schemas.microsoft.com/office/drawing/2014/main" id="{0A247A07-B8EF-4017-9D40-6DF6C997A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黑体" panose="02010609060101010101" pitchFamily="49" charset="-122"/>
                <a:cs typeface="Arial" panose="020B0604020202020204" pitchFamily="34" charset="0"/>
              </a:defRPr>
            </a:lvl1pPr>
          </a:lstStyle>
          <a:p>
            <a:r>
              <a:rPr lang="zh-CN" altLang="en-US"/>
              <a:t>工程制图第</a:t>
            </a:r>
            <a:r>
              <a:rPr lang="en-US" altLang="zh-CN"/>
              <a:t>8</a:t>
            </a:r>
            <a:r>
              <a:rPr lang="zh-CN" altLang="en-US"/>
              <a:t>讲</a:t>
            </a:r>
            <a:endParaRPr lang="en-US"/>
          </a:p>
        </p:txBody>
      </p:sp>
      <p:sp>
        <p:nvSpPr>
          <p:cNvPr id="6" name="Slide Number Placeholder 5">
            <a:extLst>
              <a:ext uri="{FF2B5EF4-FFF2-40B4-BE49-F238E27FC236}">
                <a16:creationId xmlns:a16="http://schemas.microsoft.com/office/drawing/2014/main" id="{DAD53CD0-A9C8-4733-84A7-C287D1A7F2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黑体" panose="02010609060101010101" pitchFamily="49" charset="-122"/>
                <a:cs typeface="Arial" panose="020B0604020202020204" pitchFamily="34" charset="0"/>
              </a:defRPr>
            </a:lvl1pPr>
          </a:lstStyle>
          <a:p>
            <a:fld id="{558F952B-8205-4A3F-8B8C-DB9DCBA03AAE}" type="slidenum">
              <a:rPr lang="en-US" smtClean="0"/>
              <a:pPr/>
              <a:t>‹#›</a:t>
            </a:fld>
            <a:endParaRPr lang="en-US"/>
          </a:p>
        </p:txBody>
      </p:sp>
      <p:sp>
        <p:nvSpPr>
          <p:cNvPr id="8" name="KSO_TEMPLATE" hidden="1">
            <a:extLst>
              <a:ext uri="{FF2B5EF4-FFF2-40B4-BE49-F238E27FC236}">
                <a16:creationId xmlns:a16="http://schemas.microsoft.com/office/drawing/2014/main" id="{99179082-B492-9FA8-BE7D-47FB6E5C19E5}"/>
              </a:ext>
            </a:extLst>
          </p:cNvPr>
          <p:cNvSpPr/>
          <p:nvPr>
            <p:custDataLst>
              <p:tags r:id="rId3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charset="-122"/>
              <a:ea typeface="Microsoft YaHei" panose="020B0503020204020204" charset="-122"/>
              <a:cs typeface="Microsoft YaHei" panose="020B0503020204020204" charset="-122"/>
            </a:endParaRPr>
          </a:p>
        </p:txBody>
      </p:sp>
      <p:pic>
        <p:nvPicPr>
          <p:cNvPr id="9" name="Picture 8">
            <a:extLst>
              <a:ext uri="{FF2B5EF4-FFF2-40B4-BE49-F238E27FC236}">
                <a16:creationId xmlns:a16="http://schemas.microsoft.com/office/drawing/2014/main" id="{CF4B7E40-A509-27CD-47DE-560C5BCDD004}"/>
              </a:ext>
            </a:extLst>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9358312" y="132757"/>
            <a:ext cx="2692517" cy="646967"/>
          </a:xfrm>
          <a:prstGeom prst="rect">
            <a:avLst/>
          </a:prstGeom>
        </p:spPr>
      </p:pic>
    </p:spTree>
    <p:extLst>
      <p:ext uri="{BB962C8B-B14F-4D97-AF65-F5344CB8AC3E}">
        <p14:creationId xmlns:p14="http://schemas.microsoft.com/office/powerpoint/2010/main" val="320746517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1" r:id="rId14"/>
    <p:sldLayoutId id="2147483704"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685" r:id="rId31"/>
    <p:sldLayoutId id="2147483722" r:id="rId32"/>
    <p:sldLayoutId id="2147483723" r:id="rId33"/>
  </p:sldLayoutIdLst>
  <p:hf hdr="0"/>
  <p:txStyles>
    <p:titleStyle>
      <a:lvl1pPr marL="274320" indent="0" algn="l" defTabSz="914400" rtl="0" eaLnBrk="1" latinLnBrk="0" hangingPunct="1">
        <a:lnSpc>
          <a:spcPct val="90000"/>
        </a:lnSpc>
        <a:spcBef>
          <a:spcPct val="0"/>
        </a:spcBef>
        <a:buNone/>
        <a:defRPr sz="2800" b="0" kern="1200">
          <a:solidFill>
            <a:schemeClr val="bg1"/>
          </a:solidFill>
          <a:latin typeface="Arial" panose="020B0604020202020204" pitchFamily="34" charset="0"/>
          <a:ea typeface="黑体" panose="02010609060101010101" pitchFamily="49" charset="-122"/>
          <a:cs typeface="Arial" panose="020B0604020202020204" pitchFamily="34" charset="0"/>
        </a:defRPr>
      </a:lvl1pPr>
    </p:titleStyle>
    <p:bodyStyle>
      <a:lvl1pPr marL="342900" indent="-342900" algn="l" defTabSz="914400" rtl="0" eaLnBrk="1" latinLnBrk="0" hangingPunct="1">
        <a:lnSpc>
          <a:spcPct val="90000"/>
        </a:lnSpc>
        <a:spcBef>
          <a:spcPts val="1000"/>
        </a:spcBef>
        <a:buClr>
          <a:schemeClr val="accent2">
            <a:lumMod val="50000"/>
          </a:schemeClr>
        </a:buClr>
        <a:buSzPct val="100000"/>
        <a:buFont typeface="Arial" panose="020B0604020202020204" pitchFamily="34" charset="0"/>
        <a:buChar char="•"/>
        <a:defRPr sz="2400" b="1" kern="120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vl2pPr marL="800100" indent="-342900" algn="l" defTabSz="914400" rtl="0" eaLnBrk="1" latinLnBrk="0" hangingPunct="1">
        <a:lnSpc>
          <a:spcPct val="90000"/>
        </a:lnSpc>
        <a:spcBef>
          <a:spcPts val="500"/>
        </a:spcBef>
        <a:buClr>
          <a:schemeClr val="accent1">
            <a:lumMod val="75000"/>
          </a:schemeClr>
        </a:buClr>
        <a:buSzPct val="120000"/>
        <a:buFont typeface="Arial" panose="020B0604020202020204" pitchFamily="34" charset="0"/>
        <a:buChar char="•"/>
        <a:defRPr sz="2400" kern="120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emf"/><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emf"/><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emf"/><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2.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custDataLst>
              <p:tags r:id="rId2"/>
            </p:custDataLst>
          </p:nvPr>
        </p:nvSpPr>
        <p:spPr/>
        <p:txBody>
          <a:bodyPr>
            <a:normAutofit/>
          </a:bodyPr>
          <a:lstStyle/>
          <a:p>
            <a:pPr>
              <a:lnSpc>
                <a:spcPct val="100000"/>
              </a:lnSpc>
              <a:spcAft>
                <a:spcPts val="600"/>
              </a:spcAft>
            </a:pPr>
            <a:r>
              <a:rPr lang="zh-CN" altLang="en-US" dirty="0">
                <a:solidFill>
                  <a:schemeClr val="bg1">
                    <a:lumMod val="95000"/>
                  </a:schemeClr>
                </a:solidFill>
                <a:latin typeface="Arial"/>
                <a:ea typeface="SimHei"/>
                <a:cs typeface="Arial"/>
              </a:rPr>
              <a:t>工程制图</a:t>
            </a:r>
            <a:br>
              <a:rPr lang="zh-CN" altLang="en-US" dirty="0">
                <a:latin typeface="Arial" panose="020B0604020202020204" pitchFamily="34" charset="0"/>
                <a:ea typeface="SimHei" panose="02010609060101010101" charset="-122"/>
              </a:rPr>
            </a:br>
            <a:r>
              <a:rPr lang="zh-CN" altLang="en-US" sz="4000" dirty="0">
                <a:solidFill>
                  <a:schemeClr val="bg1">
                    <a:lumMod val="95000"/>
                  </a:schemeClr>
                </a:solidFill>
                <a:latin typeface="Arial"/>
                <a:ea typeface="SimHei"/>
                <a:cs typeface="Arial"/>
              </a:rPr>
              <a:t>第</a:t>
            </a:r>
            <a:r>
              <a:rPr lang="en-US" altLang="zh-CN" sz="4000" dirty="0">
                <a:solidFill>
                  <a:schemeClr val="bg1">
                    <a:lumMod val="95000"/>
                  </a:schemeClr>
                </a:solidFill>
                <a:latin typeface="Arial"/>
                <a:ea typeface="SimHei"/>
                <a:cs typeface="Arial"/>
              </a:rPr>
              <a:t>8</a:t>
            </a:r>
            <a:r>
              <a:rPr lang="zh-CN" altLang="en-US" sz="4000" dirty="0">
                <a:solidFill>
                  <a:schemeClr val="bg1">
                    <a:lumMod val="95000"/>
                  </a:schemeClr>
                </a:solidFill>
                <a:latin typeface="Arial"/>
                <a:ea typeface="SimHei"/>
                <a:cs typeface="Arial"/>
              </a:rPr>
              <a:t>讲</a:t>
            </a:r>
            <a:endParaRPr lang="zh-CN" altLang="en-US" dirty="0">
              <a:solidFill>
                <a:schemeClr val="bg1">
                  <a:lumMod val="95000"/>
                </a:schemeClr>
              </a:solidFill>
              <a:latin typeface="Arial"/>
              <a:ea typeface="SimHei"/>
              <a:cs typeface="Arial"/>
            </a:endParaRPr>
          </a:p>
        </p:txBody>
      </p:sp>
      <p:sp>
        <p:nvSpPr>
          <p:cNvPr id="3" name="文本占位符 2"/>
          <p:cNvSpPr>
            <a:spLocks noGrp="1"/>
          </p:cNvSpPr>
          <p:nvPr>
            <p:ph type="subTitle" idx="1"/>
            <p:custDataLst>
              <p:tags r:id="rId3"/>
            </p:custDataLst>
          </p:nvPr>
        </p:nvSpPr>
        <p:spPr/>
        <p:txBody>
          <a:bodyPr>
            <a:normAutofit fontScale="92500" lnSpcReduction="10000"/>
          </a:bodyPr>
          <a:lstStyle/>
          <a:p>
            <a:r>
              <a:rPr lang="zh-CN" altLang="en-US" sz="2800" dirty="0">
                <a:solidFill>
                  <a:schemeClr val="accent1">
                    <a:lumMod val="50000"/>
                  </a:schemeClr>
                </a:solidFill>
                <a:latin typeface="Arial" panose="020B0604020202020204" pitchFamily="34" charset="0"/>
                <a:ea typeface="SimHei" panose="02010609060101010101" charset="-122"/>
              </a:rPr>
              <a:t>授课教师：陈 军</a:t>
            </a:r>
          </a:p>
          <a:p>
            <a:r>
              <a:rPr lang="zh-CN" altLang="en-US" sz="2400" b="0" dirty="0">
                <a:solidFill>
                  <a:schemeClr val="accent1">
                    <a:lumMod val="50000"/>
                  </a:schemeClr>
                </a:solidFill>
                <a:latin typeface="Arial" panose="020B0604020202020204" pitchFamily="34" charset="0"/>
                <a:ea typeface="SimHei" panose="02010609060101010101" charset="-122"/>
              </a:rPr>
              <a:t>北京大学 工学院</a:t>
            </a:r>
          </a:p>
          <a:p>
            <a:r>
              <a:rPr lang="en-US" altLang="zh-CN" sz="2400" b="0" dirty="0">
                <a:solidFill>
                  <a:schemeClr val="accent1">
                    <a:lumMod val="50000"/>
                  </a:schemeClr>
                </a:solidFill>
                <a:latin typeface="Arial" panose="020B0604020202020204" pitchFamily="34" charset="0"/>
                <a:ea typeface="SimHei" panose="02010609060101010101" charset="-122"/>
              </a:rPr>
              <a:t>jun@pku.edu.cn</a:t>
            </a:r>
            <a:endParaRPr dirty="0">
              <a:solidFill>
                <a:schemeClr val="accent1">
                  <a:lumMod val="50000"/>
                </a:schemeClr>
              </a:solidFill>
              <a:latin typeface="Arial" panose="020B0604020202020204" pitchFamily="34" charset="0"/>
              <a:ea typeface="SimHei" panose="02010609060101010101"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963FF-44D9-FA1B-944E-23F859BA9A66}"/>
              </a:ext>
            </a:extLst>
          </p:cNvPr>
          <p:cNvSpPr>
            <a:spLocks noGrp="1"/>
          </p:cNvSpPr>
          <p:nvPr>
            <p:ph type="title"/>
          </p:nvPr>
        </p:nvSpPr>
        <p:spPr/>
        <p:txBody>
          <a:bodyPr/>
          <a:lstStyle/>
          <a:p>
            <a:r>
              <a:rPr lang="en-US" dirty="0"/>
              <a:t>交</a:t>
            </a:r>
            <a:r>
              <a:rPr lang="en-US" altLang="zh-CN" dirty="0"/>
              <a:t>#3</a:t>
            </a:r>
            <a:r>
              <a:rPr lang="en-US" dirty="0"/>
              <a:t>作业</a:t>
            </a:r>
            <a:endParaRPr lang="en-CN" dirty="0"/>
          </a:p>
        </p:txBody>
      </p:sp>
      <p:sp>
        <p:nvSpPr>
          <p:cNvPr id="3" name="Content Placeholder 2">
            <a:extLst>
              <a:ext uri="{FF2B5EF4-FFF2-40B4-BE49-F238E27FC236}">
                <a16:creationId xmlns:a16="http://schemas.microsoft.com/office/drawing/2014/main" id="{68439364-9587-8FC3-C83C-AA3252ECEB1F}"/>
              </a:ext>
            </a:extLst>
          </p:cNvPr>
          <p:cNvSpPr>
            <a:spLocks noGrp="1"/>
          </p:cNvSpPr>
          <p:nvPr>
            <p:ph idx="1"/>
          </p:nvPr>
        </p:nvSpPr>
        <p:spPr/>
        <p:txBody>
          <a:bodyPr>
            <a:normAutofit/>
          </a:bodyPr>
          <a:lstStyle/>
          <a:p>
            <a:r>
              <a:rPr lang="en-CN" sz="2800" dirty="0"/>
              <a:t>按学号尾号划分三组</a:t>
            </a:r>
            <a:r>
              <a:rPr lang="zh-CN" altLang="en-US" sz="2800" dirty="0"/>
              <a:t>：</a:t>
            </a:r>
            <a:endParaRPr lang="en-US" altLang="zh-CN" sz="2800" dirty="0"/>
          </a:p>
          <a:p>
            <a:pPr lvl="1"/>
            <a:r>
              <a:rPr lang="zh-CN" altLang="en-US" sz="2800" dirty="0"/>
              <a:t>第</a:t>
            </a:r>
            <a:r>
              <a:rPr lang="en-US" altLang="zh-CN" sz="2800" dirty="0"/>
              <a:t>1</a:t>
            </a:r>
            <a:r>
              <a:rPr lang="zh-CN" altLang="en-US" sz="2800" dirty="0"/>
              <a:t>组：</a:t>
            </a:r>
            <a:r>
              <a:rPr lang="en-US" altLang="zh-CN" sz="2800" dirty="0">
                <a:solidFill>
                  <a:srgbClr val="C00000"/>
                </a:solidFill>
              </a:rPr>
              <a:t>0</a:t>
            </a:r>
            <a:r>
              <a:rPr lang="zh-CN" altLang="en-US" sz="2800" dirty="0">
                <a:solidFill>
                  <a:srgbClr val="C00000"/>
                </a:solidFill>
              </a:rPr>
              <a:t>，</a:t>
            </a:r>
            <a:r>
              <a:rPr lang="en-US" altLang="zh-CN" sz="2800" dirty="0">
                <a:solidFill>
                  <a:srgbClr val="C00000"/>
                </a:solidFill>
              </a:rPr>
              <a:t>2</a:t>
            </a:r>
            <a:r>
              <a:rPr lang="zh-CN" altLang="en-US" sz="2800" dirty="0">
                <a:solidFill>
                  <a:srgbClr val="C00000"/>
                </a:solidFill>
              </a:rPr>
              <a:t>，</a:t>
            </a:r>
            <a:r>
              <a:rPr lang="en-US" altLang="zh-CN" sz="2800" dirty="0">
                <a:solidFill>
                  <a:srgbClr val="C00000"/>
                </a:solidFill>
              </a:rPr>
              <a:t>4</a:t>
            </a:r>
          </a:p>
          <a:p>
            <a:pPr lvl="1"/>
            <a:r>
              <a:rPr lang="zh-CN" altLang="en-US" sz="2800" dirty="0"/>
              <a:t>第</a:t>
            </a:r>
            <a:r>
              <a:rPr lang="en-US" altLang="zh-CN" sz="2800" dirty="0"/>
              <a:t>2</a:t>
            </a:r>
            <a:r>
              <a:rPr lang="zh-CN" altLang="en-US" sz="2800" dirty="0"/>
              <a:t>组：</a:t>
            </a:r>
            <a:r>
              <a:rPr lang="en-US" altLang="zh-CN" sz="2800" dirty="0">
                <a:solidFill>
                  <a:srgbClr val="C00000"/>
                </a:solidFill>
              </a:rPr>
              <a:t>3</a:t>
            </a:r>
            <a:r>
              <a:rPr lang="zh-CN" altLang="en-US" sz="2800" dirty="0">
                <a:solidFill>
                  <a:srgbClr val="C00000"/>
                </a:solidFill>
              </a:rPr>
              <a:t>，</a:t>
            </a:r>
            <a:r>
              <a:rPr lang="en-US" altLang="zh-CN" sz="2800" dirty="0">
                <a:solidFill>
                  <a:srgbClr val="C00000"/>
                </a:solidFill>
              </a:rPr>
              <a:t>6</a:t>
            </a:r>
            <a:r>
              <a:rPr lang="zh-CN" altLang="en-US" sz="2800" dirty="0">
                <a:solidFill>
                  <a:srgbClr val="C00000"/>
                </a:solidFill>
              </a:rPr>
              <a:t>，</a:t>
            </a:r>
            <a:r>
              <a:rPr lang="en-US" altLang="zh-CN" sz="2800" dirty="0">
                <a:solidFill>
                  <a:srgbClr val="C00000"/>
                </a:solidFill>
              </a:rPr>
              <a:t>9</a:t>
            </a:r>
          </a:p>
          <a:p>
            <a:pPr lvl="1"/>
            <a:r>
              <a:rPr lang="zh-CN" altLang="en-US" sz="2800" dirty="0"/>
              <a:t>第</a:t>
            </a:r>
            <a:r>
              <a:rPr lang="en-US" altLang="zh-CN" sz="2800" dirty="0"/>
              <a:t>3</a:t>
            </a:r>
            <a:r>
              <a:rPr lang="zh-CN" altLang="en-US" sz="2800" dirty="0"/>
              <a:t>组：</a:t>
            </a:r>
            <a:r>
              <a:rPr lang="en-US" altLang="zh-CN" sz="2800" dirty="0">
                <a:solidFill>
                  <a:srgbClr val="C00000"/>
                </a:solidFill>
              </a:rPr>
              <a:t>1</a:t>
            </a:r>
            <a:r>
              <a:rPr lang="zh-CN" altLang="en-US" sz="2800" dirty="0">
                <a:solidFill>
                  <a:srgbClr val="C00000"/>
                </a:solidFill>
              </a:rPr>
              <a:t>，</a:t>
            </a:r>
            <a:r>
              <a:rPr lang="en-US" altLang="zh-CN" sz="2800" dirty="0">
                <a:solidFill>
                  <a:srgbClr val="C00000"/>
                </a:solidFill>
              </a:rPr>
              <a:t>5</a:t>
            </a:r>
            <a:r>
              <a:rPr lang="zh-CN" altLang="en-US" sz="2800" dirty="0">
                <a:solidFill>
                  <a:srgbClr val="C00000"/>
                </a:solidFill>
              </a:rPr>
              <a:t>，</a:t>
            </a:r>
            <a:r>
              <a:rPr lang="en-US" altLang="zh-CN" sz="2800" dirty="0">
                <a:solidFill>
                  <a:srgbClr val="C00000"/>
                </a:solidFill>
              </a:rPr>
              <a:t>7</a:t>
            </a:r>
            <a:r>
              <a:rPr lang="zh-CN" altLang="en-US" sz="2800" dirty="0">
                <a:solidFill>
                  <a:srgbClr val="C00000"/>
                </a:solidFill>
              </a:rPr>
              <a:t>，</a:t>
            </a:r>
            <a:r>
              <a:rPr lang="en-US" altLang="zh-CN" sz="2800" dirty="0">
                <a:solidFill>
                  <a:srgbClr val="C00000"/>
                </a:solidFill>
              </a:rPr>
              <a:t>8</a:t>
            </a:r>
            <a:endParaRPr lang="en-CN" sz="2800" dirty="0">
              <a:solidFill>
                <a:srgbClr val="C00000"/>
              </a:solidFill>
            </a:endParaRPr>
          </a:p>
        </p:txBody>
      </p:sp>
      <p:sp>
        <p:nvSpPr>
          <p:cNvPr id="4" name="Date Placeholder 3">
            <a:extLst>
              <a:ext uri="{FF2B5EF4-FFF2-40B4-BE49-F238E27FC236}">
                <a16:creationId xmlns:a16="http://schemas.microsoft.com/office/drawing/2014/main" id="{F0B87F4B-2672-45D3-0C69-4BA9D391D549}"/>
              </a:ext>
            </a:extLst>
          </p:cNvPr>
          <p:cNvSpPr>
            <a:spLocks noGrp="1"/>
          </p:cNvSpPr>
          <p:nvPr>
            <p:ph type="dt" sz="half" idx="10"/>
          </p:nvPr>
        </p:nvSpPr>
        <p:spPr/>
        <p:txBody>
          <a:bodyPr/>
          <a:lstStyle/>
          <a:p>
            <a:fld id="{610F9618-CA2E-45E5-B101-D6055FA21299}" type="datetime1">
              <a:rPr lang="en-US" altLang="zh-CN" smtClean="0"/>
              <a:t>10/14/25</a:t>
            </a:fld>
            <a:endParaRPr lang="en-US"/>
          </a:p>
        </p:txBody>
      </p:sp>
      <p:sp>
        <p:nvSpPr>
          <p:cNvPr id="5" name="Footer Placeholder 4">
            <a:extLst>
              <a:ext uri="{FF2B5EF4-FFF2-40B4-BE49-F238E27FC236}">
                <a16:creationId xmlns:a16="http://schemas.microsoft.com/office/drawing/2014/main" id="{15099388-8725-26D5-EF40-3A774BE63618}"/>
              </a:ext>
            </a:extLst>
          </p:cNvPr>
          <p:cNvSpPr>
            <a:spLocks noGrp="1"/>
          </p:cNvSpPr>
          <p:nvPr>
            <p:ph type="ftr" sz="quarter" idx="11"/>
          </p:nvPr>
        </p:nvSpPr>
        <p:spPr/>
        <p:txBody>
          <a:bodyPr/>
          <a:lstStyle/>
          <a:p>
            <a:r>
              <a:rPr lang="zh-CN" altLang="en-US"/>
              <a:t>工程制图</a:t>
            </a:r>
            <a:endParaRPr lang="en-US"/>
          </a:p>
        </p:txBody>
      </p:sp>
      <p:sp>
        <p:nvSpPr>
          <p:cNvPr id="6" name="Slide Number Placeholder 5">
            <a:extLst>
              <a:ext uri="{FF2B5EF4-FFF2-40B4-BE49-F238E27FC236}">
                <a16:creationId xmlns:a16="http://schemas.microsoft.com/office/drawing/2014/main" id="{A6A21023-5D69-BEA6-6A9B-A4013A64EEA4}"/>
              </a:ext>
            </a:extLst>
          </p:cNvPr>
          <p:cNvSpPr>
            <a:spLocks noGrp="1"/>
          </p:cNvSpPr>
          <p:nvPr>
            <p:ph type="sldNum" sz="quarter" idx="12"/>
          </p:nvPr>
        </p:nvSpPr>
        <p:spPr/>
        <p:txBody>
          <a:bodyPr/>
          <a:lstStyle/>
          <a:p>
            <a:fld id="{558F952B-8205-4A3F-8B8C-DB9DCBA03AAE}" type="slidenum">
              <a:rPr lang="en-US" smtClean="0"/>
              <a:pPr/>
              <a:t>2</a:t>
            </a:fld>
            <a:endParaRPr lang="en-US"/>
          </a:p>
        </p:txBody>
      </p:sp>
    </p:spTree>
    <p:extLst>
      <p:ext uri="{BB962C8B-B14F-4D97-AF65-F5344CB8AC3E}">
        <p14:creationId xmlns:p14="http://schemas.microsoft.com/office/powerpoint/2010/main" val="3556110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EBBC466-C58D-1E65-7855-31F28D9DB351}"/>
              </a:ext>
            </a:extLst>
          </p:cNvPr>
          <p:cNvSpPr>
            <a:spLocks noGrp="1"/>
          </p:cNvSpPr>
          <p:nvPr>
            <p:ph type="title"/>
          </p:nvPr>
        </p:nvSpPr>
        <p:spPr/>
        <p:txBody>
          <a:bodyPr/>
          <a:lstStyle/>
          <a:p>
            <a:r>
              <a:rPr lang="zh-CN" altLang="en-US" dirty="0"/>
              <a:t>作业</a:t>
            </a:r>
            <a:r>
              <a:rPr lang="en-US" altLang="zh-CN" dirty="0"/>
              <a:t>#4</a:t>
            </a:r>
            <a:endParaRPr lang="en-CN" dirty="0"/>
          </a:p>
        </p:txBody>
      </p:sp>
      <p:sp>
        <p:nvSpPr>
          <p:cNvPr id="2" name="Date Placeholder 1">
            <a:extLst>
              <a:ext uri="{FF2B5EF4-FFF2-40B4-BE49-F238E27FC236}">
                <a16:creationId xmlns:a16="http://schemas.microsoft.com/office/drawing/2014/main" id="{215CF220-4803-45A9-BAB8-28083F7D68D2}"/>
              </a:ext>
            </a:extLst>
          </p:cNvPr>
          <p:cNvSpPr>
            <a:spLocks noGrp="1"/>
          </p:cNvSpPr>
          <p:nvPr>
            <p:ph type="dt" sz="half" idx="10"/>
          </p:nvPr>
        </p:nvSpPr>
        <p:spPr/>
        <p:txBody>
          <a:bodyPr/>
          <a:lstStyle/>
          <a:p>
            <a:fld id="{58452D08-79D7-8B40-98F1-06643D8792B7}" type="datetime1">
              <a:rPr lang="en-US" smtClean="0"/>
              <a:t>10/14/25</a:t>
            </a:fld>
            <a:endParaRPr lang="en-US"/>
          </a:p>
        </p:txBody>
      </p:sp>
      <p:sp>
        <p:nvSpPr>
          <p:cNvPr id="6" name="页脚占位符 5">
            <a:extLst>
              <a:ext uri="{FF2B5EF4-FFF2-40B4-BE49-F238E27FC236}">
                <a16:creationId xmlns:a16="http://schemas.microsoft.com/office/drawing/2014/main" id="{37284040-DC70-44EA-A719-5652C90D92F1}"/>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5" name="Slide Number Placeholder 4">
            <a:extLst>
              <a:ext uri="{FF2B5EF4-FFF2-40B4-BE49-F238E27FC236}">
                <a16:creationId xmlns:a16="http://schemas.microsoft.com/office/drawing/2014/main" id="{32D10FE5-0927-4030-852F-9F5AF36FE51E}"/>
              </a:ext>
            </a:extLst>
          </p:cNvPr>
          <p:cNvSpPr>
            <a:spLocks noGrp="1"/>
          </p:cNvSpPr>
          <p:nvPr>
            <p:ph type="sldNum" sz="quarter" idx="12"/>
          </p:nvPr>
        </p:nvSpPr>
        <p:spPr/>
        <p:txBody>
          <a:bodyPr/>
          <a:lstStyle/>
          <a:p>
            <a:fld id="{558F952B-8205-4A3F-8B8C-DB9DCBA03AAE}" type="slidenum">
              <a:rPr lang="en-US" smtClean="0"/>
              <a:t>3</a:t>
            </a:fld>
            <a:endParaRPr lang="en-US"/>
          </a:p>
        </p:txBody>
      </p:sp>
      <p:sp>
        <p:nvSpPr>
          <p:cNvPr id="4" name="内容占位符 3"/>
          <p:cNvSpPr>
            <a:spLocks noGrp="1"/>
          </p:cNvSpPr>
          <p:nvPr>
            <p:ph idx="4294967295"/>
          </p:nvPr>
        </p:nvSpPr>
        <p:spPr>
          <a:xfrm>
            <a:off x="1380460" y="1411521"/>
            <a:ext cx="5972443" cy="3259717"/>
          </a:xfrm>
        </p:spPr>
        <p:txBody>
          <a:bodyPr>
            <a:normAutofit/>
          </a:bodyPr>
          <a:lstStyle/>
          <a:p>
            <a:r>
              <a:rPr lang="en-US" altLang="zh-CN" sz="3600" dirty="0"/>
              <a:t>P13: </a:t>
            </a:r>
            <a:r>
              <a:rPr lang="en-US" altLang="zh-CN" sz="3600"/>
              <a:t>1, </a:t>
            </a:r>
            <a:r>
              <a:rPr lang="en-US" altLang="zh-CN" sz="3600" dirty="0"/>
              <a:t>2, 4</a:t>
            </a:r>
          </a:p>
          <a:p>
            <a:r>
              <a:rPr lang="en-US" altLang="zh-CN" sz="3600" dirty="0"/>
              <a:t>P14: 3, 4</a:t>
            </a:r>
          </a:p>
          <a:p>
            <a:r>
              <a:rPr lang="en-US" altLang="zh-CN" sz="3600" dirty="0"/>
              <a:t>P15: </a:t>
            </a:r>
            <a:r>
              <a:rPr lang="en-US" altLang="zh-CN" sz="3600"/>
              <a:t>3</a:t>
            </a:r>
            <a:r>
              <a:rPr lang="en-US" altLang="zh-CN" sz="3600" dirty="0"/>
              <a:t>, 4</a:t>
            </a:r>
          </a:p>
          <a:p>
            <a:r>
              <a:rPr lang="en-US" altLang="zh-CN" sz="3600" dirty="0"/>
              <a:t>P16: 1, 2, 3</a:t>
            </a:r>
          </a:p>
          <a:p>
            <a:pPr marL="0" indent="0">
              <a:buNone/>
            </a:pPr>
            <a:endParaRPr lang="en-US" altLang="zh-CN" sz="3600" dirty="0"/>
          </a:p>
          <a:p>
            <a:endParaRPr lang="zh-CN" altLang="en-US" sz="3600" dirty="0"/>
          </a:p>
        </p:txBody>
      </p:sp>
      <p:sp>
        <p:nvSpPr>
          <p:cNvPr id="8" name="文本框 8">
            <a:extLst>
              <a:ext uri="{FF2B5EF4-FFF2-40B4-BE49-F238E27FC236}">
                <a16:creationId xmlns:a16="http://schemas.microsoft.com/office/drawing/2014/main" id="{06F30913-3F57-FA64-1C66-6EA2616AB6CD}"/>
              </a:ext>
            </a:extLst>
          </p:cNvPr>
          <p:cNvSpPr txBox="1"/>
          <p:nvPr/>
        </p:nvSpPr>
        <p:spPr>
          <a:xfrm>
            <a:off x="1788607" y="4834931"/>
            <a:ext cx="2736647" cy="523220"/>
          </a:xfrm>
          <a:prstGeom prst="rect">
            <a:avLst/>
          </a:prstGeom>
          <a:noFill/>
        </p:spPr>
        <p:txBody>
          <a:bodyPr wrap="none" rtlCol="0">
            <a:spAutoFit/>
          </a:bodyPr>
          <a:lstStyle/>
          <a:p>
            <a:r>
              <a:rPr lang="en-US" altLang="zh-CN" sz="2800"/>
              <a:t>10</a:t>
            </a:r>
            <a:r>
              <a:rPr lang="zh-CN" altLang="en-US" sz="2800"/>
              <a:t>月</a:t>
            </a:r>
            <a:r>
              <a:rPr lang="en-US" altLang="zh-CN" sz="2800"/>
              <a:t>20</a:t>
            </a:r>
            <a:r>
              <a:rPr lang="zh-CN" altLang="en-US" sz="2800"/>
              <a:t>日提交。</a:t>
            </a:r>
          </a:p>
        </p:txBody>
      </p:sp>
      <p:sp>
        <p:nvSpPr>
          <p:cNvPr id="9" name="Left Brace 8">
            <a:extLst>
              <a:ext uri="{FF2B5EF4-FFF2-40B4-BE49-F238E27FC236}">
                <a16:creationId xmlns:a16="http://schemas.microsoft.com/office/drawing/2014/main" id="{CEEFEF63-769E-4AF1-7470-BC5D735DAAE5}"/>
              </a:ext>
            </a:extLst>
          </p:cNvPr>
          <p:cNvSpPr/>
          <p:nvPr/>
        </p:nvSpPr>
        <p:spPr>
          <a:xfrm flipH="1">
            <a:off x="4664148" y="2204484"/>
            <a:ext cx="385752" cy="1502734"/>
          </a:xfrm>
          <a:prstGeom prst="leftBrace">
            <a:avLst>
              <a:gd name="adj1" fmla="val 39730"/>
              <a:gd name="adj2" fmla="val 48447"/>
            </a:avLst>
          </a:prstGeom>
          <a:ln>
            <a:solidFill>
              <a:schemeClr val="accent2">
                <a:lumMod val="50000"/>
              </a:schemeClr>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57B3AB17-DE69-94E2-D02A-E796887F0CD7}"/>
              </a:ext>
            </a:extLst>
          </p:cNvPr>
          <p:cNvSpPr txBox="1"/>
          <p:nvPr/>
        </p:nvSpPr>
        <p:spPr>
          <a:xfrm>
            <a:off x="5049900" y="2664774"/>
            <a:ext cx="1107996" cy="461665"/>
          </a:xfrm>
          <a:prstGeom prst="rect">
            <a:avLst/>
          </a:prstGeom>
          <a:noFill/>
        </p:spPr>
        <p:txBody>
          <a:bodyPr wrap="none" rtlCol="0">
            <a:spAutoFit/>
          </a:bodyPr>
          <a:lstStyle/>
          <a:p>
            <a:r>
              <a:rPr lang="en-US" sz="2400" err="1"/>
              <a:t>换面法</a:t>
            </a:r>
            <a:endParaRPr lang="en-US" sz="2400"/>
          </a:p>
        </p:txBody>
      </p:sp>
    </p:spTree>
    <p:extLst>
      <p:ext uri="{BB962C8B-B14F-4D97-AF65-F5344CB8AC3E}">
        <p14:creationId xmlns:p14="http://schemas.microsoft.com/office/powerpoint/2010/main" val="13298336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作业讲评</a:t>
            </a:r>
            <a:endParaRPr lang="en-US"/>
          </a:p>
        </p:txBody>
      </p:sp>
      <p:sp>
        <p:nvSpPr>
          <p:cNvPr id="3" name="内容占位符 2"/>
          <p:cNvSpPr>
            <a:spLocks noGrp="1"/>
          </p:cNvSpPr>
          <p:nvPr>
            <p:ph idx="1"/>
          </p:nvPr>
        </p:nvSpPr>
        <p:spPr/>
        <p:txBody>
          <a:bodyPr/>
          <a:lstStyle/>
          <a:p>
            <a:r>
              <a:rPr lang="zh-CN" altLang="en-US"/>
              <a:t>典型问题：</a:t>
            </a:r>
            <a:endParaRPr lang="en-US" altLang="zh-CN"/>
          </a:p>
          <a:p>
            <a:pPr lvl="1"/>
            <a:r>
              <a:rPr lang="zh-CN" altLang="en-US"/>
              <a:t>符号标记不标准</a:t>
            </a:r>
            <a:endParaRPr lang="en-US" altLang="zh-CN"/>
          </a:p>
          <a:p>
            <a:pPr lvl="1"/>
            <a:r>
              <a:rPr lang="zh-CN" altLang="en-US"/>
              <a:t>“点”标记不标准</a:t>
            </a:r>
            <a:endParaRPr lang="en-US" altLang="zh-CN"/>
          </a:p>
          <a:p>
            <a:pPr lvl="1"/>
            <a:r>
              <a:rPr lang="zh-CN" altLang="en-US"/>
              <a:t>线条类型模糊</a:t>
            </a:r>
            <a:endParaRPr lang="en-US" altLang="zh-CN"/>
          </a:p>
          <a:p>
            <a:pPr lvl="1"/>
            <a:r>
              <a:rPr lang="zh-CN" altLang="en-US"/>
              <a:t>辅助线（细实线）不标准</a:t>
            </a:r>
            <a:endParaRPr lang="en-US" altLang="zh-CN"/>
          </a:p>
          <a:p>
            <a:pPr lvl="1"/>
            <a:r>
              <a:rPr lang="zh-CN" altLang="en-US"/>
              <a:t>粗实线不均匀</a:t>
            </a:r>
            <a:endParaRPr lang="en-US" altLang="zh-CN"/>
          </a:p>
          <a:p>
            <a:pPr lvl="1"/>
            <a:r>
              <a:rPr lang="zh-CN" altLang="en-US"/>
              <a:t>投影关系不清</a:t>
            </a:r>
            <a:endParaRPr lang="en-US"/>
          </a:p>
        </p:txBody>
      </p:sp>
      <p:sp>
        <p:nvSpPr>
          <p:cNvPr id="4" name="日期占位符 3">
            <a:extLst>
              <a:ext uri="{FF2B5EF4-FFF2-40B4-BE49-F238E27FC236}">
                <a16:creationId xmlns:a16="http://schemas.microsoft.com/office/drawing/2014/main" id="{B48043C0-2220-4315-8426-6CE128F3EE20}"/>
              </a:ext>
            </a:extLst>
          </p:cNvPr>
          <p:cNvSpPr>
            <a:spLocks noGrp="1"/>
          </p:cNvSpPr>
          <p:nvPr>
            <p:ph type="dt" sz="half" idx="10"/>
          </p:nvPr>
        </p:nvSpPr>
        <p:spPr/>
        <p:txBody>
          <a:bodyPr/>
          <a:lstStyle/>
          <a:p>
            <a:fld id="{FC054EE6-5AF6-4CC6-9787-23D1B28454DF}" type="datetime1">
              <a:rPr lang="zh-CN" altLang="en-US" smtClean="0"/>
              <a:t>2025/10/14</a:t>
            </a:fld>
            <a:endParaRPr lang="en-US"/>
          </a:p>
        </p:txBody>
      </p:sp>
      <p:sp>
        <p:nvSpPr>
          <p:cNvPr id="5" name="页脚占位符 4">
            <a:extLst>
              <a:ext uri="{FF2B5EF4-FFF2-40B4-BE49-F238E27FC236}">
                <a16:creationId xmlns:a16="http://schemas.microsoft.com/office/drawing/2014/main" id="{40184469-B3C8-46F7-AD9C-5A6ECE7D8773}"/>
              </a:ext>
            </a:extLst>
          </p:cNvPr>
          <p:cNvSpPr>
            <a:spLocks noGrp="1"/>
          </p:cNvSpPr>
          <p:nvPr>
            <p:ph type="ftr" sz="quarter" idx="11"/>
          </p:nvPr>
        </p:nvSpPr>
        <p:spPr/>
        <p:txBody>
          <a:bodyPr/>
          <a:lstStyle/>
          <a:p>
            <a:r>
              <a:rPr lang="zh-CN" altLang="en-US"/>
              <a:t>工程制图第</a:t>
            </a:r>
            <a:r>
              <a:rPr lang="en-US" altLang="zh-CN"/>
              <a:t>9</a:t>
            </a:r>
            <a:r>
              <a:rPr lang="zh-CN" altLang="en-US"/>
              <a:t>讲</a:t>
            </a:r>
            <a:endParaRPr lang="en-US"/>
          </a:p>
        </p:txBody>
      </p:sp>
      <p:sp>
        <p:nvSpPr>
          <p:cNvPr id="6" name="灯片编号占位符 5">
            <a:extLst>
              <a:ext uri="{FF2B5EF4-FFF2-40B4-BE49-F238E27FC236}">
                <a16:creationId xmlns:a16="http://schemas.microsoft.com/office/drawing/2014/main" id="{01C6AB25-7909-407F-A45A-CE51E0E066E4}"/>
              </a:ext>
            </a:extLst>
          </p:cNvPr>
          <p:cNvSpPr>
            <a:spLocks noGrp="1"/>
          </p:cNvSpPr>
          <p:nvPr>
            <p:ph type="sldNum" sz="quarter" idx="12"/>
          </p:nvPr>
        </p:nvSpPr>
        <p:spPr/>
        <p:txBody>
          <a:bodyPr/>
          <a:lstStyle/>
          <a:p>
            <a:fld id="{558F952B-8205-4A3F-8B8C-DB9DCBA03AAE}" type="slidenum">
              <a:rPr lang="en-US" smtClean="0"/>
              <a:t>4</a:t>
            </a:fld>
            <a:endParaRPr lang="en-US"/>
          </a:p>
        </p:txBody>
      </p:sp>
    </p:spTree>
    <p:extLst>
      <p:ext uri="{BB962C8B-B14F-4D97-AF65-F5344CB8AC3E}">
        <p14:creationId xmlns:p14="http://schemas.microsoft.com/office/powerpoint/2010/main" val="32360308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作业的关键点</a:t>
            </a:r>
            <a:endParaRPr lang="en-US"/>
          </a:p>
        </p:txBody>
      </p:sp>
      <p:sp>
        <p:nvSpPr>
          <p:cNvPr id="3" name="内容占位符 2"/>
          <p:cNvSpPr>
            <a:spLocks noGrp="1"/>
          </p:cNvSpPr>
          <p:nvPr>
            <p:ph idx="1"/>
          </p:nvPr>
        </p:nvSpPr>
        <p:spPr/>
        <p:txBody>
          <a:bodyPr/>
          <a:lstStyle/>
          <a:p>
            <a:r>
              <a:rPr lang="zh-CN" altLang="en-US"/>
              <a:t>标记符号要规范</a:t>
            </a:r>
            <a:endParaRPr lang="en-US" altLang="zh-CN"/>
          </a:p>
          <a:p>
            <a:r>
              <a:rPr lang="zh-CN" altLang="en-US"/>
              <a:t>线条粗细要分清</a:t>
            </a:r>
            <a:endParaRPr lang="en-US" altLang="zh-CN"/>
          </a:p>
          <a:p>
            <a:r>
              <a:rPr lang="zh-CN" altLang="en-US"/>
              <a:t>“点”要规范表示</a:t>
            </a:r>
            <a:endParaRPr lang="en-US" altLang="zh-CN"/>
          </a:p>
          <a:p>
            <a:r>
              <a:rPr lang="zh-CN" altLang="en-US"/>
              <a:t>所有几何元素均通过</a:t>
            </a:r>
            <a:r>
              <a:rPr lang="zh-CN" altLang="en-US" b="1">
                <a:solidFill>
                  <a:srgbClr val="C00000"/>
                </a:solidFill>
              </a:rPr>
              <a:t>作图</a:t>
            </a:r>
            <a:r>
              <a:rPr lang="zh-CN" altLang="en-US"/>
              <a:t>获得</a:t>
            </a:r>
            <a:endParaRPr lang="en-US" altLang="zh-CN"/>
          </a:p>
          <a:p>
            <a:endParaRPr lang="en-US" altLang="zh-CN"/>
          </a:p>
        </p:txBody>
      </p:sp>
      <p:sp>
        <p:nvSpPr>
          <p:cNvPr id="4" name="日期占位符 3">
            <a:extLst>
              <a:ext uri="{FF2B5EF4-FFF2-40B4-BE49-F238E27FC236}">
                <a16:creationId xmlns:a16="http://schemas.microsoft.com/office/drawing/2014/main" id="{6E2F0E34-95BA-406D-8468-73B029FD4ACA}"/>
              </a:ext>
            </a:extLst>
          </p:cNvPr>
          <p:cNvSpPr>
            <a:spLocks noGrp="1"/>
          </p:cNvSpPr>
          <p:nvPr>
            <p:ph type="dt" sz="half" idx="10"/>
          </p:nvPr>
        </p:nvSpPr>
        <p:spPr/>
        <p:txBody>
          <a:bodyPr/>
          <a:lstStyle/>
          <a:p>
            <a:fld id="{93E18E7C-8E17-4D63-9506-E4C993C25E85}" type="datetime1">
              <a:rPr lang="zh-CN" altLang="en-US" smtClean="0"/>
              <a:t>2025/10/14</a:t>
            </a:fld>
            <a:endParaRPr lang="en-US"/>
          </a:p>
        </p:txBody>
      </p:sp>
      <p:sp>
        <p:nvSpPr>
          <p:cNvPr id="5" name="页脚占位符 4">
            <a:extLst>
              <a:ext uri="{FF2B5EF4-FFF2-40B4-BE49-F238E27FC236}">
                <a16:creationId xmlns:a16="http://schemas.microsoft.com/office/drawing/2014/main" id="{D92213D6-686F-443F-8CCD-A647C9751EAE}"/>
              </a:ext>
            </a:extLst>
          </p:cNvPr>
          <p:cNvSpPr>
            <a:spLocks noGrp="1"/>
          </p:cNvSpPr>
          <p:nvPr>
            <p:ph type="ftr" sz="quarter" idx="11"/>
          </p:nvPr>
        </p:nvSpPr>
        <p:spPr/>
        <p:txBody>
          <a:bodyPr/>
          <a:lstStyle/>
          <a:p>
            <a:r>
              <a:rPr lang="zh-CN" altLang="en-US"/>
              <a:t>工程制图第</a:t>
            </a:r>
            <a:r>
              <a:rPr lang="en-US" altLang="zh-CN"/>
              <a:t>9</a:t>
            </a:r>
            <a:r>
              <a:rPr lang="zh-CN" altLang="en-US"/>
              <a:t>讲</a:t>
            </a:r>
            <a:endParaRPr lang="en-US"/>
          </a:p>
        </p:txBody>
      </p:sp>
      <p:sp>
        <p:nvSpPr>
          <p:cNvPr id="6" name="灯片编号占位符 5">
            <a:extLst>
              <a:ext uri="{FF2B5EF4-FFF2-40B4-BE49-F238E27FC236}">
                <a16:creationId xmlns:a16="http://schemas.microsoft.com/office/drawing/2014/main" id="{B4EE4523-BC62-4DC8-92C7-87BC74F81A05}"/>
              </a:ext>
            </a:extLst>
          </p:cNvPr>
          <p:cNvSpPr>
            <a:spLocks noGrp="1"/>
          </p:cNvSpPr>
          <p:nvPr>
            <p:ph type="sldNum" sz="quarter" idx="12"/>
          </p:nvPr>
        </p:nvSpPr>
        <p:spPr/>
        <p:txBody>
          <a:bodyPr/>
          <a:lstStyle/>
          <a:p>
            <a:fld id="{558F952B-8205-4A3F-8B8C-DB9DCBA03AAE}" type="slidenum">
              <a:rPr lang="en-US" smtClean="0"/>
              <a:t>5</a:t>
            </a:fld>
            <a:endParaRPr lang="en-US"/>
          </a:p>
        </p:txBody>
      </p:sp>
    </p:spTree>
    <p:extLst>
      <p:ext uri="{BB962C8B-B14F-4D97-AF65-F5344CB8AC3E}">
        <p14:creationId xmlns:p14="http://schemas.microsoft.com/office/powerpoint/2010/main" val="8502954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6" name="Text Box 4"/>
          <p:cNvSpPr txBox="1">
            <a:spLocks noChangeArrowheads="1"/>
          </p:cNvSpPr>
          <p:nvPr/>
        </p:nvSpPr>
        <p:spPr bwMode="auto">
          <a:xfrm>
            <a:off x="1263769" y="1277363"/>
            <a:ext cx="5136342" cy="584775"/>
          </a:xfrm>
          <a:prstGeom prst="rect">
            <a:avLst/>
          </a:prstGeom>
          <a:noFill/>
          <a:ln>
            <a:noFill/>
          </a:ln>
          <a:effectLst/>
        </p:spPr>
        <p:txBody>
          <a:bodyPr wrap="none" anchor="ctr">
            <a:spAutoFit/>
          </a:bodyPr>
          <a:lstStyle>
            <a:defPPr>
              <a:defRPr lang="en-US"/>
            </a:defPPr>
            <a:lvl1pPr eaLnBrk="0" hangingPunct="0">
              <a:defRPr sz="2800" b="1">
                <a:solidFill>
                  <a:schemeClr val="accent2">
                    <a:lumMod val="75000"/>
                  </a:schemeClr>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DengXian"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3200" dirty="0"/>
              <a:t>   换 面 法 的 关 键 点 </a:t>
            </a:r>
          </a:p>
        </p:txBody>
      </p:sp>
      <p:sp>
        <p:nvSpPr>
          <p:cNvPr id="151557" name="Text Box 5"/>
          <p:cNvSpPr txBox="1">
            <a:spLocks noChangeArrowheads="1"/>
          </p:cNvSpPr>
          <p:nvPr/>
        </p:nvSpPr>
        <p:spPr bwMode="auto">
          <a:xfrm>
            <a:off x="1297901" y="2224665"/>
            <a:ext cx="9596199" cy="707886"/>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algn="just" eaLnBrk="0" hangingPunct="0"/>
            <a:r>
              <a:rPr lang="zh-CN" altLang="en-US" sz="2000" dirty="0">
                <a:latin typeface="黑体" panose="02010609060101010101" pitchFamily="49" charset="-122"/>
                <a:ea typeface="黑体" panose="02010609060101010101" pitchFamily="49" charset="-122"/>
              </a:rPr>
              <a:t>一、 换面法就是</a:t>
            </a:r>
            <a:r>
              <a:rPr lang="zh-CN" altLang="en-US" sz="2000" dirty="0">
                <a:solidFill>
                  <a:srgbClr val="0000CC"/>
                </a:solidFill>
                <a:latin typeface="黑体" panose="02010609060101010101" pitchFamily="49" charset="-122"/>
                <a:ea typeface="黑体" panose="02010609060101010101" pitchFamily="49" charset="-122"/>
              </a:rPr>
              <a:t>改变投影面的位置</a:t>
            </a:r>
            <a:r>
              <a:rPr lang="zh-CN" altLang="en-US" sz="2000" dirty="0">
                <a:latin typeface="黑体" panose="02010609060101010101" pitchFamily="49" charset="-122"/>
                <a:ea typeface="黑体" panose="02010609060101010101" pitchFamily="49" charset="-122"/>
              </a:rPr>
              <a:t>，使它与所给物体或其几何元素处于</a:t>
            </a:r>
            <a:r>
              <a:rPr lang="zh-CN" altLang="en-US" sz="2000" dirty="0">
                <a:solidFill>
                  <a:srgbClr val="0000CC"/>
                </a:solidFill>
                <a:latin typeface="黑体" panose="02010609060101010101" pitchFamily="49" charset="-122"/>
                <a:ea typeface="黑体" panose="02010609060101010101" pitchFamily="49" charset="-122"/>
              </a:rPr>
              <a:t>解题所需的特殊位置</a:t>
            </a:r>
            <a:r>
              <a:rPr lang="zh-CN" altLang="en-US" sz="2000" dirty="0">
                <a:latin typeface="黑体" panose="02010609060101010101" pitchFamily="49" charset="-122"/>
                <a:ea typeface="黑体" panose="02010609060101010101" pitchFamily="49" charset="-122"/>
              </a:rPr>
              <a:t>。</a:t>
            </a:r>
          </a:p>
        </p:txBody>
      </p:sp>
      <p:sp>
        <p:nvSpPr>
          <p:cNvPr id="151558" name="Text Box 6"/>
          <p:cNvSpPr txBox="1">
            <a:spLocks noChangeArrowheads="1"/>
          </p:cNvSpPr>
          <p:nvPr/>
        </p:nvSpPr>
        <p:spPr bwMode="auto">
          <a:xfrm>
            <a:off x="1280439" y="3072830"/>
            <a:ext cx="9631124" cy="707886"/>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algn="just" eaLnBrk="0" hangingPunct="0"/>
            <a:r>
              <a:rPr lang="zh-CN" altLang="en-US" sz="2000" dirty="0">
                <a:latin typeface="黑体" panose="02010609060101010101" pitchFamily="49" charset="-122"/>
                <a:ea typeface="黑体" panose="02010609060101010101" pitchFamily="49" charset="-122"/>
              </a:rPr>
              <a:t>二、 换面法的关键是要注意</a:t>
            </a:r>
            <a:r>
              <a:rPr lang="zh-CN" altLang="en-US" sz="2000" dirty="0">
                <a:solidFill>
                  <a:srgbClr val="0000CC"/>
                </a:solidFill>
                <a:latin typeface="黑体" panose="02010609060101010101" pitchFamily="49" charset="-122"/>
                <a:ea typeface="黑体" panose="02010609060101010101" pitchFamily="49" charset="-122"/>
              </a:rPr>
              <a:t>新投影面的选择条件，</a:t>
            </a:r>
            <a:r>
              <a:rPr lang="zh-CN" altLang="en-US" sz="2000" dirty="0">
                <a:latin typeface="黑体" panose="02010609060101010101" pitchFamily="49" charset="-122"/>
                <a:ea typeface="黑体" panose="02010609060101010101" pitchFamily="49" charset="-122"/>
              </a:rPr>
              <a:t>即必须使新投影面与某一原投影保持垂直关系同时又有利于解题需要，这样才能</a:t>
            </a:r>
            <a:r>
              <a:rPr lang="zh-CN" altLang="en-US" sz="2000" dirty="0">
                <a:solidFill>
                  <a:srgbClr val="C00000"/>
                </a:solidFill>
                <a:latin typeface="黑体" panose="02010609060101010101" pitchFamily="49" charset="-122"/>
                <a:ea typeface="黑体" panose="02010609060101010101" pitchFamily="49" charset="-122"/>
              </a:rPr>
              <a:t>使用正投影规律</a:t>
            </a:r>
            <a:r>
              <a:rPr lang="zh-CN" altLang="en-US" sz="2000" dirty="0">
                <a:latin typeface="黑体" panose="02010609060101010101" pitchFamily="49" charset="-122"/>
                <a:ea typeface="黑体" panose="02010609060101010101" pitchFamily="49" charset="-122"/>
              </a:rPr>
              <a:t>。</a:t>
            </a:r>
          </a:p>
        </p:txBody>
      </p:sp>
      <p:sp>
        <p:nvSpPr>
          <p:cNvPr id="151559" name="Text Box 7"/>
          <p:cNvSpPr txBox="1">
            <a:spLocks noChangeArrowheads="1"/>
          </p:cNvSpPr>
          <p:nvPr/>
        </p:nvSpPr>
        <p:spPr bwMode="auto">
          <a:xfrm>
            <a:off x="1280439" y="4025550"/>
            <a:ext cx="9664462" cy="707886"/>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algn="just" eaLnBrk="0" hangingPunct="0"/>
            <a:r>
              <a:rPr lang="zh-CN" altLang="en-US" sz="2000" dirty="0">
                <a:latin typeface="黑体" panose="02010609060101010101" pitchFamily="49" charset="-122"/>
                <a:ea typeface="黑体" panose="02010609060101010101" pitchFamily="49" charset="-122"/>
              </a:rPr>
              <a:t>三、</a:t>
            </a:r>
            <a:r>
              <a:rPr lang="zh-CN" altLang="en-US" sz="2000" dirty="0">
                <a:solidFill>
                  <a:srgbClr val="0000CC"/>
                </a:solidFill>
                <a:latin typeface="黑体" panose="02010609060101010101" pitchFamily="49" charset="-122"/>
                <a:ea typeface="黑体" panose="02010609060101010101" pitchFamily="49" charset="-122"/>
              </a:rPr>
              <a:t>点的变换规律</a:t>
            </a:r>
            <a:r>
              <a:rPr lang="zh-CN" altLang="en-US" sz="2000" dirty="0">
                <a:latin typeface="黑体" panose="02010609060101010101" pitchFamily="49" charset="-122"/>
                <a:ea typeface="黑体" panose="02010609060101010101" pitchFamily="49" charset="-122"/>
              </a:rPr>
              <a:t>是换面法的作图基础，</a:t>
            </a:r>
            <a:r>
              <a:rPr lang="zh-CN" altLang="en-US" sz="2000" dirty="0">
                <a:solidFill>
                  <a:srgbClr val="0000CC"/>
                </a:solidFill>
                <a:latin typeface="黑体" panose="02010609060101010101" pitchFamily="49" charset="-122"/>
                <a:ea typeface="黑体" panose="02010609060101010101" pitchFamily="49" charset="-122"/>
              </a:rPr>
              <a:t>六个基本问题</a:t>
            </a:r>
            <a:r>
              <a:rPr lang="zh-CN" altLang="en-US" sz="2000" dirty="0">
                <a:latin typeface="黑体" panose="02010609060101010101" pitchFamily="49" charset="-122"/>
                <a:ea typeface="黑体" panose="02010609060101010101" pitchFamily="49" charset="-122"/>
              </a:rPr>
              <a:t>是解题的基本作图方法，必需熟练掌握。</a:t>
            </a:r>
          </a:p>
        </p:txBody>
      </p:sp>
      <p:sp>
        <p:nvSpPr>
          <p:cNvPr id="2" name="Date Placeholder 1">
            <a:extLst>
              <a:ext uri="{FF2B5EF4-FFF2-40B4-BE49-F238E27FC236}">
                <a16:creationId xmlns:a16="http://schemas.microsoft.com/office/drawing/2014/main" id="{22588192-8CD5-4118-B38A-55B75A49A038}"/>
              </a:ext>
            </a:extLst>
          </p:cNvPr>
          <p:cNvSpPr>
            <a:spLocks noGrp="1"/>
          </p:cNvSpPr>
          <p:nvPr>
            <p:ph type="dt" sz="half" idx="10"/>
          </p:nvPr>
        </p:nvSpPr>
        <p:spPr/>
        <p:txBody>
          <a:bodyPr/>
          <a:lstStyle/>
          <a:p>
            <a:fld id="{63D09E30-D701-744B-9407-DED8886BBCFA}" type="datetime1">
              <a:rPr lang="en-US" smtClean="0"/>
              <a:t>10/14/25</a:t>
            </a:fld>
            <a:endParaRPr lang="en-US"/>
          </a:p>
        </p:txBody>
      </p:sp>
      <p:sp>
        <p:nvSpPr>
          <p:cNvPr id="3" name="Footer Placeholder 2">
            <a:extLst>
              <a:ext uri="{FF2B5EF4-FFF2-40B4-BE49-F238E27FC236}">
                <a16:creationId xmlns:a16="http://schemas.microsoft.com/office/drawing/2014/main" id="{B6D4E92C-20AA-7CEA-1AE8-FD3A0D2EFF9A}"/>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4" name="Slide Number Placeholder 3">
            <a:extLst>
              <a:ext uri="{FF2B5EF4-FFF2-40B4-BE49-F238E27FC236}">
                <a16:creationId xmlns:a16="http://schemas.microsoft.com/office/drawing/2014/main" id="{CD9A9EBD-8E8A-A6E1-AA73-916D6F9A8D63}"/>
              </a:ext>
            </a:extLst>
          </p:cNvPr>
          <p:cNvSpPr>
            <a:spLocks noGrp="1"/>
          </p:cNvSpPr>
          <p:nvPr>
            <p:ph type="sldNum" sz="quarter" idx="12"/>
          </p:nvPr>
        </p:nvSpPr>
        <p:spPr/>
        <p:txBody>
          <a:bodyPr/>
          <a:lstStyle/>
          <a:p>
            <a:fld id="{558F952B-8205-4A3F-8B8C-DB9DCBA03AAE}" type="slidenum">
              <a:rPr lang="en-US" smtClean="0"/>
              <a:pPr/>
              <a:t>6</a:t>
            </a:fld>
            <a:endParaRPr lang="en-US"/>
          </a:p>
        </p:txBody>
      </p:sp>
    </p:spTree>
    <p:extLst>
      <p:ext uri="{BB962C8B-B14F-4D97-AF65-F5344CB8AC3E}">
        <p14:creationId xmlns:p14="http://schemas.microsoft.com/office/powerpoint/2010/main" val="13149446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51557"/>
                                        </p:tgtEl>
                                        <p:attrNameLst>
                                          <p:attrName>style.visibility</p:attrName>
                                        </p:attrNameLst>
                                      </p:cBhvr>
                                      <p:to>
                                        <p:strVal val="visible"/>
                                      </p:to>
                                    </p:set>
                                    <p:animEffect transition="in" filter="strips(downRight)">
                                      <p:cBhvr>
                                        <p:cTn id="7" dur="500"/>
                                        <p:tgtEl>
                                          <p:spTgt spid="1515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9" fill="hold" grpId="0" nodeType="clickEffect">
                                  <p:stCondLst>
                                    <p:cond delay="0"/>
                                  </p:stCondLst>
                                  <p:childTnLst>
                                    <p:set>
                                      <p:cBhvr>
                                        <p:cTn id="11" dur="1" fill="hold">
                                          <p:stCondLst>
                                            <p:cond delay="0"/>
                                          </p:stCondLst>
                                        </p:cTn>
                                        <p:tgtEl>
                                          <p:spTgt spid="151558"/>
                                        </p:tgtEl>
                                        <p:attrNameLst>
                                          <p:attrName>style.visibility</p:attrName>
                                        </p:attrNameLst>
                                      </p:cBhvr>
                                      <p:to>
                                        <p:strVal val="visible"/>
                                      </p:to>
                                    </p:set>
                                    <p:animEffect transition="in" filter="strips(upLeft)">
                                      <p:cBhvr>
                                        <p:cTn id="12" dur="500"/>
                                        <p:tgtEl>
                                          <p:spTgt spid="1515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51559"/>
                                        </p:tgtEl>
                                        <p:attrNameLst>
                                          <p:attrName>style.visibility</p:attrName>
                                        </p:attrNameLst>
                                      </p:cBhvr>
                                      <p:to>
                                        <p:strVal val="visible"/>
                                      </p:to>
                                    </p:set>
                                    <p:animEffect transition="in" filter="strips(downRight)">
                                      <p:cBhvr>
                                        <p:cTn id="17" dur="500"/>
                                        <p:tgtEl>
                                          <p:spTgt spid="151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7" grpId="0" animBg="1" autoUpdateAnimBg="0"/>
      <p:bldP spid="151558" grpId="0" animBg="1" autoUpdateAnimBg="0"/>
      <p:bldP spid="151559"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8" name="Text Box 4"/>
          <p:cNvSpPr txBox="1">
            <a:spLocks noChangeArrowheads="1"/>
          </p:cNvSpPr>
          <p:nvPr/>
        </p:nvSpPr>
        <p:spPr bwMode="auto">
          <a:xfrm>
            <a:off x="1331941" y="1871205"/>
            <a:ext cx="6821459" cy="830997"/>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algn="l"/>
            <a:r>
              <a:rPr lang="en-US" altLang="zh-CN" sz="2400" b="1" dirty="0">
                <a:latin typeface="黑体" panose="02010609060101010101" pitchFamily="49" charset="-122"/>
                <a:ea typeface="黑体" panose="02010609060101010101" pitchFamily="49" charset="-122"/>
              </a:rPr>
              <a:t>1 </a:t>
            </a:r>
            <a:r>
              <a:rPr lang="zh-CN" altLang="en-US" sz="2400" b="1" dirty="0">
                <a:latin typeface="黑体" panose="02010609060101010101" pitchFamily="49" charset="-122"/>
                <a:ea typeface="黑体" panose="02010609060101010101" pitchFamily="49" charset="-122"/>
              </a:rPr>
              <a:t>、求直线实长和与投影面的倾角</a:t>
            </a:r>
          </a:p>
          <a:p>
            <a:pPr algn="l"/>
            <a:r>
              <a:rPr lang="zh-CN" altLang="en-US" sz="2400" dirty="0">
                <a:solidFill>
                  <a:schemeClr val="tx2"/>
                </a:solidFill>
                <a:latin typeface="黑体" panose="02010609060101010101" pitchFamily="49" charset="-122"/>
                <a:ea typeface="黑体" panose="02010609060101010101" pitchFamily="49" charset="-122"/>
              </a:rPr>
              <a:t>   </a:t>
            </a:r>
            <a:r>
              <a:rPr lang="zh-CN" altLang="en-US" sz="2400" dirty="0">
                <a:solidFill>
                  <a:srgbClr val="C00000"/>
                </a:solidFill>
                <a:latin typeface="黑体" panose="02010609060101010101" pitchFamily="49" charset="-122"/>
                <a:ea typeface="黑体" panose="02010609060101010101" pitchFamily="49" charset="-122"/>
              </a:rPr>
              <a:t>将直线变换成投影面的平行线。</a:t>
            </a:r>
            <a:endParaRPr lang="zh-CN" altLang="en-US" sz="2000" dirty="0">
              <a:solidFill>
                <a:srgbClr val="C00000"/>
              </a:solidFill>
              <a:latin typeface="黑体" panose="02010609060101010101" pitchFamily="49" charset="-122"/>
              <a:ea typeface="黑体" panose="02010609060101010101" pitchFamily="49" charset="-122"/>
            </a:endParaRPr>
          </a:p>
        </p:txBody>
      </p:sp>
      <p:sp>
        <p:nvSpPr>
          <p:cNvPr id="149509" name="Text Box 5"/>
          <p:cNvSpPr txBox="1">
            <a:spLocks noChangeArrowheads="1"/>
          </p:cNvSpPr>
          <p:nvPr/>
        </p:nvSpPr>
        <p:spPr bwMode="auto">
          <a:xfrm>
            <a:off x="1331941" y="2828835"/>
            <a:ext cx="6821459" cy="1200329"/>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algn="l"/>
            <a:r>
              <a:rPr lang="en-US" altLang="zh-CN" sz="2400" b="1" dirty="0">
                <a:latin typeface="黑体" panose="02010609060101010101" pitchFamily="49" charset="-122"/>
                <a:ea typeface="黑体" panose="02010609060101010101" pitchFamily="49" charset="-122"/>
              </a:rPr>
              <a:t>2 </a:t>
            </a:r>
            <a:r>
              <a:rPr lang="zh-CN" altLang="en-US" sz="2400" b="1" dirty="0">
                <a:latin typeface="黑体" panose="02010609060101010101" pitchFamily="49" charset="-122"/>
                <a:ea typeface="黑体" panose="02010609060101010101" pitchFamily="49" charset="-122"/>
              </a:rPr>
              <a:t>、求平面实形和重心</a:t>
            </a:r>
          </a:p>
          <a:p>
            <a:r>
              <a:rPr lang="zh-CN" altLang="en-US" sz="2400" dirty="0">
                <a:solidFill>
                  <a:srgbClr val="C00000"/>
                </a:solidFill>
                <a:latin typeface="黑体" panose="02010609060101010101" pitchFamily="49" charset="-122"/>
                <a:ea typeface="黑体" panose="02010609060101010101" pitchFamily="49" charset="-122"/>
              </a:rPr>
              <a:t>   将平面变换成投影面的平行面。</a:t>
            </a:r>
            <a:endParaRPr lang="zh-CN" altLang="en-US" sz="2000" dirty="0">
              <a:solidFill>
                <a:srgbClr val="C00000"/>
              </a:solidFill>
              <a:latin typeface="黑体" panose="02010609060101010101" pitchFamily="49" charset="-122"/>
              <a:ea typeface="黑体" panose="02010609060101010101" pitchFamily="49" charset="-122"/>
            </a:endParaRPr>
          </a:p>
          <a:p>
            <a:pPr algn="l"/>
            <a:endParaRPr lang="zh-CN" altLang="en-US" sz="2400" dirty="0">
              <a:solidFill>
                <a:srgbClr val="0000CC"/>
              </a:solidFill>
              <a:latin typeface="黑体" panose="02010609060101010101" pitchFamily="49" charset="-122"/>
              <a:ea typeface="黑体" panose="02010609060101010101" pitchFamily="49" charset="-122"/>
            </a:endParaRPr>
          </a:p>
        </p:txBody>
      </p:sp>
      <p:sp>
        <p:nvSpPr>
          <p:cNvPr id="149510" name="Text Box 6"/>
          <p:cNvSpPr txBox="1">
            <a:spLocks noChangeArrowheads="1"/>
          </p:cNvSpPr>
          <p:nvPr/>
        </p:nvSpPr>
        <p:spPr bwMode="auto">
          <a:xfrm>
            <a:off x="1228031" y="3740298"/>
            <a:ext cx="6821459" cy="830997"/>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algn="l"/>
            <a:r>
              <a:rPr lang="en-US" altLang="zh-CN" sz="1600" dirty="0">
                <a:latin typeface="黑体" panose="02010609060101010101" pitchFamily="49" charset="-122"/>
                <a:ea typeface="黑体" panose="02010609060101010101" pitchFamily="49" charset="-122"/>
              </a:rPr>
              <a:t> </a:t>
            </a:r>
            <a:r>
              <a:rPr lang="en-US" altLang="zh-CN" sz="2400" b="1" dirty="0">
                <a:latin typeface="黑体" panose="02010609060101010101" pitchFamily="49" charset="-122"/>
                <a:ea typeface="黑体" panose="02010609060101010101" pitchFamily="49" charset="-122"/>
              </a:rPr>
              <a:t>3</a:t>
            </a:r>
            <a:r>
              <a:rPr lang="zh-CN" altLang="en-US" sz="2400" b="1" dirty="0">
                <a:latin typeface="黑体" panose="02010609060101010101" pitchFamily="49" charset="-122"/>
                <a:ea typeface="黑体" panose="02010609060101010101" pitchFamily="49" charset="-122"/>
              </a:rPr>
              <a:t>、 求平面与投影面的倾角</a:t>
            </a:r>
          </a:p>
          <a:p>
            <a:pPr algn="l"/>
            <a:r>
              <a:rPr lang="zh-CN" altLang="en-US" sz="2400" dirty="0">
                <a:solidFill>
                  <a:srgbClr val="0000CC"/>
                </a:solidFill>
                <a:latin typeface="黑体" panose="02010609060101010101" pitchFamily="49" charset="-122"/>
                <a:ea typeface="黑体" panose="02010609060101010101" pitchFamily="49" charset="-122"/>
              </a:rPr>
              <a:t>   </a:t>
            </a:r>
            <a:r>
              <a:rPr lang="zh-CN" altLang="en-US" sz="2400" dirty="0">
                <a:solidFill>
                  <a:srgbClr val="C00000"/>
                </a:solidFill>
                <a:latin typeface="黑体" panose="02010609060101010101" pitchFamily="49" charset="-122"/>
                <a:ea typeface="黑体" panose="02010609060101010101" pitchFamily="49" charset="-122"/>
              </a:rPr>
              <a:t>将平面变换成投影面的垂直面。</a:t>
            </a:r>
          </a:p>
        </p:txBody>
      </p:sp>
      <p:sp>
        <p:nvSpPr>
          <p:cNvPr id="5" name="Title 4">
            <a:extLst>
              <a:ext uri="{FF2B5EF4-FFF2-40B4-BE49-F238E27FC236}">
                <a16:creationId xmlns:a16="http://schemas.microsoft.com/office/drawing/2014/main" id="{52203D2D-1325-0CD0-45AF-65055E4C2473}"/>
              </a:ext>
            </a:extLst>
          </p:cNvPr>
          <p:cNvSpPr>
            <a:spLocks noGrp="1"/>
          </p:cNvSpPr>
          <p:nvPr>
            <p:ph type="title"/>
          </p:nvPr>
        </p:nvSpPr>
        <p:spPr/>
        <p:txBody>
          <a:bodyPr>
            <a:normAutofit/>
          </a:bodyPr>
          <a:lstStyle/>
          <a:p>
            <a:r>
              <a:rPr lang="zh-CN" altLang="en-US" dirty="0"/>
              <a:t>五、换面法的应用</a:t>
            </a:r>
            <a:endParaRPr lang="en-CN" dirty="0"/>
          </a:p>
        </p:txBody>
      </p:sp>
      <p:sp>
        <p:nvSpPr>
          <p:cNvPr id="2" name="Date Placeholder 1">
            <a:extLst>
              <a:ext uri="{FF2B5EF4-FFF2-40B4-BE49-F238E27FC236}">
                <a16:creationId xmlns:a16="http://schemas.microsoft.com/office/drawing/2014/main" id="{A3ED8F91-9B81-4A11-8552-8CADCA4ABFC7}"/>
              </a:ext>
            </a:extLst>
          </p:cNvPr>
          <p:cNvSpPr>
            <a:spLocks noGrp="1"/>
          </p:cNvSpPr>
          <p:nvPr>
            <p:ph type="dt" sz="half" idx="10"/>
          </p:nvPr>
        </p:nvSpPr>
        <p:spPr/>
        <p:txBody>
          <a:bodyPr/>
          <a:lstStyle/>
          <a:p>
            <a:fld id="{FCA046C5-0221-C842-BEE4-7B8C8049CC62}" type="datetime1">
              <a:rPr lang="en-US" smtClean="0"/>
              <a:t>10/14/25</a:t>
            </a:fld>
            <a:endParaRPr lang="en-US"/>
          </a:p>
        </p:txBody>
      </p:sp>
      <p:sp>
        <p:nvSpPr>
          <p:cNvPr id="4" name="Footer Placeholder 3">
            <a:extLst>
              <a:ext uri="{FF2B5EF4-FFF2-40B4-BE49-F238E27FC236}">
                <a16:creationId xmlns:a16="http://schemas.microsoft.com/office/drawing/2014/main" id="{ED604E6C-EB3B-4B4D-96DB-D5BF59B4F4C6}"/>
              </a:ext>
            </a:extLst>
          </p:cNvPr>
          <p:cNvSpPr>
            <a:spLocks noGrp="1"/>
          </p:cNvSpPr>
          <p:nvPr>
            <p:ph type="ftr" sz="quarter" idx="11"/>
          </p:nvPr>
        </p:nvSpPr>
        <p:spPr/>
        <p:txBody>
          <a:bodyPr/>
          <a:lstStyle/>
          <a:p>
            <a:r>
              <a:rPr lang="zh-CN" altLang="en-US"/>
              <a:t>工程制图第</a:t>
            </a:r>
            <a:r>
              <a:rPr lang="en-US" altLang="zh-CN"/>
              <a:t>7</a:t>
            </a:r>
            <a:r>
              <a:rPr lang="zh-CN" altLang="en-US"/>
              <a:t>讲</a:t>
            </a:r>
          </a:p>
        </p:txBody>
      </p:sp>
      <p:sp>
        <p:nvSpPr>
          <p:cNvPr id="3" name="Slide Number Placeholder 2">
            <a:extLst>
              <a:ext uri="{FF2B5EF4-FFF2-40B4-BE49-F238E27FC236}">
                <a16:creationId xmlns:a16="http://schemas.microsoft.com/office/drawing/2014/main" id="{B65F54FA-83B6-49F6-B640-F339CB4713E9}"/>
              </a:ext>
            </a:extLst>
          </p:cNvPr>
          <p:cNvSpPr>
            <a:spLocks noGrp="1"/>
          </p:cNvSpPr>
          <p:nvPr>
            <p:ph type="sldNum" sz="quarter" idx="12"/>
          </p:nvPr>
        </p:nvSpPr>
        <p:spPr/>
        <p:txBody>
          <a:bodyPr/>
          <a:lstStyle/>
          <a:p>
            <a:pPr marL="120543"/>
            <a:fld id="{81D60167-4931-47E6-BA6A-407CBD079E47}" type="slidenum">
              <a:rPr lang="en-US" spc="-4">
                <a:latin typeface="黑体" panose="02010609060101010101" pitchFamily="49" charset="-122"/>
              </a:rPr>
              <a:pPr marL="120543"/>
              <a:t>7</a:t>
            </a:fld>
            <a:endParaRPr lang="en-US" spc="-4" dirty="0">
              <a:latin typeface="黑体" panose="02010609060101010101" pitchFamily="49" charset="-122"/>
            </a:endParaRPr>
          </a:p>
        </p:txBody>
      </p:sp>
    </p:spTree>
    <p:extLst>
      <p:ext uri="{BB962C8B-B14F-4D97-AF65-F5344CB8AC3E}">
        <p14:creationId xmlns:p14="http://schemas.microsoft.com/office/powerpoint/2010/main" val="20409696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9508"/>
                                        </p:tgtEl>
                                        <p:attrNameLst>
                                          <p:attrName>style.visibility</p:attrName>
                                        </p:attrNameLst>
                                      </p:cBhvr>
                                      <p:to>
                                        <p:strVal val="visible"/>
                                      </p:to>
                                    </p:set>
                                    <p:animEffect transition="in" filter="wipe(down)">
                                      <p:cBhvr>
                                        <p:cTn id="7" dur="500"/>
                                        <p:tgtEl>
                                          <p:spTgt spid="1495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9509"/>
                                        </p:tgtEl>
                                        <p:attrNameLst>
                                          <p:attrName>style.visibility</p:attrName>
                                        </p:attrNameLst>
                                      </p:cBhvr>
                                      <p:to>
                                        <p:strVal val="visible"/>
                                      </p:to>
                                    </p:set>
                                    <p:anim calcmode="lin" valueType="num">
                                      <p:cBhvr additive="base">
                                        <p:cTn id="12" dur="500" fill="hold"/>
                                        <p:tgtEl>
                                          <p:spTgt spid="149509"/>
                                        </p:tgtEl>
                                        <p:attrNameLst>
                                          <p:attrName>ppt_x</p:attrName>
                                        </p:attrNameLst>
                                      </p:cBhvr>
                                      <p:tavLst>
                                        <p:tav tm="0">
                                          <p:val>
                                            <p:strVal val="#ppt_x"/>
                                          </p:val>
                                        </p:tav>
                                        <p:tav tm="100000">
                                          <p:val>
                                            <p:strVal val="#ppt_x"/>
                                          </p:val>
                                        </p:tav>
                                      </p:tavLst>
                                    </p:anim>
                                    <p:anim calcmode="lin" valueType="num">
                                      <p:cBhvr additive="base">
                                        <p:cTn id="13" dur="500" fill="hold"/>
                                        <p:tgtEl>
                                          <p:spTgt spid="149509"/>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49510"/>
                                        </p:tgtEl>
                                        <p:attrNameLst>
                                          <p:attrName>style.visibility</p:attrName>
                                        </p:attrNameLst>
                                      </p:cBhvr>
                                      <p:to>
                                        <p:strVal val="visible"/>
                                      </p:to>
                                    </p:set>
                                    <p:animEffect transition="in" filter="box(in)">
                                      <p:cBhvr>
                                        <p:cTn id="18" dur="500"/>
                                        <p:tgtEl>
                                          <p:spTgt spid="14951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1" nodeType="clickEffect">
                                  <p:stCondLst>
                                    <p:cond delay="0"/>
                                  </p:stCondLst>
                                  <p:childTnLst>
                                    <p:set>
                                      <p:cBhvr>
                                        <p:cTn id="22" dur="1" fill="hold">
                                          <p:stCondLst>
                                            <p:cond delay="0"/>
                                          </p:stCondLst>
                                        </p:cTn>
                                        <p:tgtEl>
                                          <p:spTgt spid="149508"/>
                                        </p:tgtEl>
                                        <p:attrNameLst>
                                          <p:attrName>style.visibility</p:attrName>
                                        </p:attrNameLst>
                                      </p:cBhvr>
                                      <p:to>
                                        <p:strVal val="visible"/>
                                      </p:to>
                                    </p:set>
                                    <p:animEffect transition="in" filter="dissolve">
                                      <p:cBhvr>
                                        <p:cTn id="23" dur="500"/>
                                        <p:tgtEl>
                                          <p:spTgt spid="149508"/>
                                        </p:tgtEl>
                                      </p:cBhvr>
                                    </p:animEffect>
                                  </p:childTnLst>
                                </p:cTn>
                              </p:par>
                              <p:par>
                                <p:cTn id="24" presetID="9" presetClass="entr" presetSubtype="0" fill="hold" grpId="1" nodeType="withEffect">
                                  <p:stCondLst>
                                    <p:cond delay="0"/>
                                  </p:stCondLst>
                                  <p:childTnLst>
                                    <p:set>
                                      <p:cBhvr>
                                        <p:cTn id="25" dur="1" fill="hold">
                                          <p:stCondLst>
                                            <p:cond delay="0"/>
                                          </p:stCondLst>
                                        </p:cTn>
                                        <p:tgtEl>
                                          <p:spTgt spid="149509"/>
                                        </p:tgtEl>
                                        <p:attrNameLst>
                                          <p:attrName>style.visibility</p:attrName>
                                        </p:attrNameLst>
                                      </p:cBhvr>
                                      <p:to>
                                        <p:strVal val="visible"/>
                                      </p:to>
                                    </p:set>
                                    <p:animEffect transition="in" filter="dissolve">
                                      <p:cBhvr>
                                        <p:cTn id="26" dur="500"/>
                                        <p:tgtEl>
                                          <p:spTgt spid="149509"/>
                                        </p:tgtEl>
                                      </p:cBhvr>
                                    </p:animEffect>
                                  </p:childTnLst>
                                </p:cTn>
                              </p:par>
                              <p:par>
                                <p:cTn id="27" presetID="9" presetClass="entr" presetSubtype="0" fill="hold" grpId="1" nodeType="withEffect">
                                  <p:stCondLst>
                                    <p:cond delay="0"/>
                                  </p:stCondLst>
                                  <p:childTnLst>
                                    <p:set>
                                      <p:cBhvr>
                                        <p:cTn id="28" dur="1" fill="hold">
                                          <p:stCondLst>
                                            <p:cond delay="0"/>
                                          </p:stCondLst>
                                        </p:cTn>
                                        <p:tgtEl>
                                          <p:spTgt spid="149510"/>
                                        </p:tgtEl>
                                        <p:attrNameLst>
                                          <p:attrName>style.visibility</p:attrName>
                                        </p:attrNameLst>
                                      </p:cBhvr>
                                      <p:to>
                                        <p:strVal val="visible"/>
                                      </p:to>
                                    </p:set>
                                    <p:animEffect transition="in" filter="dissolve">
                                      <p:cBhvr>
                                        <p:cTn id="29" dur="500"/>
                                        <p:tgtEl>
                                          <p:spTgt spid="149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8" grpId="0" animBg="1"/>
      <p:bldP spid="149508" grpId="1" animBg="1"/>
      <p:bldP spid="149509" grpId="0" animBg="1"/>
      <p:bldP spid="149509" grpId="1" animBg="1"/>
      <p:bldP spid="149510" grpId="0" animBg="1"/>
      <p:bldP spid="149510"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ChangeArrowheads="1"/>
          </p:cNvSpPr>
          <p:nvPr/>
        </p:nvSpPr>
        <p:spPr bwMode="auto">
          <a:xfrm>
            <a:off x="1371248" y="4223161"/>
            <a:ext cx="7264400" cy="707886"/>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algn="just"/>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 两平行平面之间</a:t>
            </a:r>
          </a:p>
          <a:p>
            <a:pPr algn="just"/>
            <a:r>
              <a:rPr lang="zh-CN" altLang="en-US" sz="2000" dirty="0">
                <a:latin typeface="黑体" panose="02010609060101010101" pitchFamily="49" charset="-122"/>
                <a:ea typeface="黑体" panose="02010609060101010101" pitchFamily="49" charset="-122"/>
              </a:rPr>
              <a:t>  </a:t>
            </a:r>
            <a:r>
              <a:rPr lang="zh-CN" altLang="en-US" sz="2000" dirty="0">
                <a:solidFill>
                  <a:srgbClr val="C00000"/>
                </a:solidFill>
                <a:latin typeface="黑体" panose="02010609060101010101" pitchFamily="49" charset="-122"/>
                <a:ea typeface="黑体" panose="02010609060101010101" pitchFamily="49" charset="-122"/>
              </a:rPr>
              <a:t>将两平面变换成投影面垂直面。</a:t>
            </a:r>
          </a:p>
        </p:txBody>
      </p:sp>
      <p:sp>
        <p:nvSpPr>
          <p:cNvPr id="150531" name="Text Box 3"/>
          <p:cNvSpPr txBox="1">
            <a:spLocks noChangeArrowheads="1"/>
          </p:cNvSpPr>
          <p:nvPr/>
        </p:nvSpPr>
        <p:spPr bwMode="auto">
          <a:xfrm>
            <a:off x="1355373" y="5071442"/>
            <a:ext cx="7296150" cy="707886"/>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defPPr>
              <a:defRPr lang="en-US"/>
            </a:defPPr>
            <a:lvl1pPr algn="just">
              <a:defRPr sz="2400" b="1">
                <a:latin typeface="+mn-ea"/>
              </a:defRPr>
            </a:lvl1pPr>
          </a:lstStyle>
          <a:p>
            <a:r>
              <a:rPr lang="zh-CN" altLang="en-US" sz="2000" b="0" dirty="0">
                <a:latin typeface="黑体" panose="02010609060101010101" pitchFamily="49" charset="-122"/>
                <a:ea typeface="黑体" panose="02010609060101010101" pitchFamily="49" charset="-122"/>
              </a:rPr>
              <a:t>（</a:t>
            </a:r>
            <a:r>
              <a:rPr lang="en-US" altLang="zh-CN" sz="2000" b="0" dirty="0">
                <a:latin typeface="黑体" panose="02010609060101010101" pitchFamily="49" charset="-122"/>
                <a:ea typeface="黑体" panose="02010609060101010101" pitchFamily="49" charset="-122"/>
              </a:rPr>
              <a:t>5</a:t>
            </a:r>
            <a:r>
              <a:rPr lang="zh-CN" altLang="en-US" sz="2000" b="0" dirty="0">
                <a:latin typeface="黑体" panose="02010609060101010101" pitchFamily="49" charset="-122"/>
                <a:ea typeface="黑体" panose="02010609060101010101" pitchFamily="49" charset="-122"/>
              </a:rPr>
              <a:t>）两交叉直线之间</a:t>
            </a:r>
          </a:p>
          <a:p>
            <a:r>
              <a:rPr lang="zh-CN" altLang="en-US" sz="2000" b="0" dirty="0">
                <a:latin typeface="黑体" panose="02010609060101010101" pitchFamily="49" charset="-122"/>
                <a:ea typeface="黑体" panose="02010609060101010101" pitchFamily="49" charset="-122"/>
              </a:rPr>
              <a:t>  </a:t>
            </a:r>
            <a:r>
              <a:rPr lang="zh-CN" altLang="en-US" sz="2000" b="0" dirty="0">
                <a:solidFill>
                  <a:srgbClr val="C00000"/>
                </a:solidFill>
                <a:latin typeface="黑体" panose="02010609060101010101" pitchFamily="49" charset="-122"/>
                <a:ea typeface="黑体" panose="02010609060101010101" pitchFamily="49" charset="-122"/>
              </a:rPr>
              <a:t>将一直线变换成投影面垂直线。</a:t>
            </a:r>
          </a:p>
        </p:txBody>
      </p:sp>
      <p:sp>
        <p:nvSpPr>
          <p:cNvPr id="150532" name="Text Box 4"/>
          <p:cNvSpPr txBox="1">
            <a:spLocks noChangeArrowheads="1"/>
          </p:cNvSpPr>
          <p:nvPr/>
        </p:nvSpPr>
        <p:spPr bwMode="auto">
          <a:xfrm>
            <a:off x="1406172" y="2526599"/>
            <a:ext cx="7256462" cy="707886"/>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defPPr>
              <a:defRPr lang="en-US"/>
            </a:defPPr>
            <a:lvl1pPr algn="just">
              <a:defRPr sz="2400" b="1">
                <a:latin typeface="+mn-ea"/>
              </a:defRPr>
            </a:lvl1pPr>
          </a:lstStyle>
          <a:p>
            <a:r>
              <a:rPr lang="zh-CN" altLang="en-US" sz="2000" b="0" dirty="0">
                <a:latin typeface="黑体" panose="02010609060101010101" pitchFamily="49" charset="-122"/>
                <a:ea typeface="黑体" panose="02010609060101010101" pitchFamily="49" charset="-122"/>
              </a:rPr>
              <a:t>（</a:t>
            </a:r>
            <a:r>
              <a:rPr lang="en-US" altLang="zh-CN" sz="2000" b="0" dirty="0">
                <a:latin typeface="黑体" panose="02010609060101010101" pitchFamily="49" charset="-122"/>
                <a:ea typeface="黑体" panose="02010609060101010101" pitchFamily="49" charset="-122"/>
              </a:rPr>
              <a:t>2</a:t>
            </a:r>
            <a:r>
              <a:rPr lang="zh-CN" altLang="en-US" sz="2000" b="0" dirty="0">
                <a:latin typeface="黑体" panose="02010609060101010101" pitchFamily="49" charset="-122"/>
                <a:ea typeface="黑体" panose="02010609060101010101" pitchFamily="49" charset="-122"/>
              </a:rPr>
              <a:t>） 点与平面之间</a:t>
            </a:r>
          </a:p>
          <a:p>
            <a:r>
              <a:rPr lang="zh-CN" altLang="en-US" sz="2000" b="0" dirty="0">
                <a:latin typeface="黑体" panose="02010609060101010101" pitchFamily="49" charset="-122"/>
                <a:ea typeface="黑体" panose="02010609060101010101" pitchFamily="49" charset="-122"/>
              </a:rPr>
              <a:t>   </a:t>
            </a:r>
            <a:r>
              <a:rPr lang="zh-CN" altLang="en-US" sz="2000" b="0" dirty="0">
                <a:solidFill>
                  <a:srgbClr val="C00000"/>
                </a:solidFill>
                <a:latin typeface="黑体" panose="02010609060101010101" pitchFamily="49" charset="-122"/>
                <a:ea typeface="黑体" panose="02010609060101010101" pitchFamily="49" charset="-122"/>
              </a:rPr>
              <a:t>将平面变换成投影面垂直面。</a:t>
            </a:r>
          </a:p>
        </p:txBody>
      </p:sp>
      <p:sp>
        <p:nvSpPr>
          <p:cNvPr id="150533" name="Text Box 5"/>
          <p:cNvSpPr txBox="1">
            <a:spLocks noChangeArrowheads="1"/>
          </p:cNvSpPr>
          <p:nvPr/>
        </p:nvSpPr>
        <p:spPr bwMode="auto">
          <a:xfrm>
            <a:off x="1407760" y="3374880"/>
            <a:ext cx="7227888" cy="707886"/>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defPPr>
              <a:defRPr lang="en-US"/>
            </a:defPPr>
            <a:lvl1pPr algn="just">
              <a:defRPr sz="2400" b="1">
                <a:latin typeface="+mn-ea"/>
              </a:defRPr>
            </a:lvl1pPr>
          </a:lstStyle>
          <a:p>
            <a:r>
              <a:rPr lang="zh-CN" altLang="en-US" sz="2000" b="0" dirty="0">
                <a:latin typeface="黑体" panose="02010609060101010101" pitchFamily="49" charset="-122"/>
                <a:ea typeface="黑体" panose="02010609060101010101" pitchFamily="49" charset="-122"/>
              </a:rPr>
              <a:t>（</a:t>
            </a:r>
            <a:r>
              <a:rPr lang="en-US" altLang="zh-CN" sz="2000" b="0" dirty="0">
                <a:latin typeface="黑体" panose="02010609060101010101" pitchFamily="49" charset="-122"/>
                <a:ea typeface="黑体" panose="02010609060101010101" pitchFamily="49" charset="-122"/>
              </a:rPr>
              <a:t>3</a:t>
            </a:r>
            <a:r>
              <a:rPr lang="zh-CN" altLang="en-US" sz="2000" b="0" dirty="0">
                <a:latin typeface="黑体" panose="02010609060101010101" pitchFamily="49" charset="-122"/>
                <a:ea typeface="黑体" panose="02010609060101010101" pitchFamily="49" charset="-122"/>
              </a:rPr>
              <a:t>） 两平行线之间</a:t>
            </a:r>
          </a:p>
          <a:p>
            <a:r>
              <a:rPr lang="zh-CN" altLang="en-US" sz="2000" b="0" dirty="0">
                <a:latin typeface="黑体" panose="02010609060101010101" pitchFamily="49" charset="-122"/>
                <a:ea typeface="黑体" panose="02010609060101010101" pitchFamily="49" charset="-122"/>
              </a:rPr>
              <a:t>  </a:t>
            </a:r>
            <a:r>
              <a:rPr lang="zh-CN" altLang="en-US" sz="2000" b="0" dirty="0">
                <a:solidFill>
                  <a:srgbClr val="C00000"/>
                </a:solidFill>
                <a:latin typeface="黑体" panose="02010609060101010101" pitchFamily="49" charset="-122"/>
                <a:ea typeface="黑体" panose="02010609060101010101" pitchFamily="49" charset="-122"/>
              </a:rPr>
              <a:t>将两直线变换成投影面垂直线。</a:t>
            </a:r>
          </a:p>
        </p:txBody>
      </p:sp>
      <p:sp>
        <p:nvSpPr>
          <p:cNvPr id="6" name="Text Box 2"/>
          <p:cNvSpPr txBox="1">
            <a:spLocks noChangeArrowheads="1"/>
          </p:cNvSpPr>
          <p:nvPr/>
        </p:nvSpPr>
        <p:spPr bwMode="auto">
          <a:xfrm>
            <a:off x="1426016" y="693434"/>
            <a:ext cx="7684798" cy="1692771"/>
          </a:xfrm>
          <a:prstGeom prst="rect">
            <a:avLst/>
          </a:prstGeom>
          <a:noFill/>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algn="just"/>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 求距离</a:t>
            </a:r>
          </a:p>
          <a:p>
            <a:pPr algn="just"/>
            <a:endParaRPr lang="en-US" altLang="zh-CN" sz="2000" dirty="0">
              <a:latin typeface="黑体" panose="02010609060101010101" pitchFamily="49" charset="-122"/>
              <a:ea typeface="黑体" panose="02010609060101010101" pitchFamily="49" charset="-122"/>
            </a:endParaRPr>
          </a:p>
          <a:p>
            <a:pPr algn="just"/>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）点与直线之间</a:t>
            </a:r>
          </a:p>
          <a:p>
            <a:pPr lvl="1" algn="just"/>
            <a:r>
              <a:rPr lang="zh-CN" altLang="en-US" sz="2000" dirty="0">
                <a:solidFill>
                  <a:srgbClr val="00CC66"/>
                </a:solidFill>
                <a:latin typeface="黑体" panose="02010609060101010101" pitchFamily="49" charset="-122"/>
                <a:ea typeface="黑体" panose="02010609060101010101" pitchFamily="49" charset="-122"/>
              </a:rPr>
              <a:t> </a:t>
            </a:r>
            <a:r>
              <a:rPr lang="en-US" altLang="zh-CN" sz="2000" dirty="0">
                <a:solidFill>
                  <a:srgbClr val="C00000"/>
                </a:solidFill>
                <a:latin typeface="黑体" panose="02010609060101010101" pitchFamily="49" charset="-122"/>
                <a:ea typeface="黑体" panose="02010609060101010101" pitchFamily="49" charset="-122"/>
              </a:rPr>
              <a:t>a. </a:t>
            </a:r>
            <a:r>
              <a:rPr lang="zh-CN" altLang="en-US" sz="2000" dirty="0">
                <a:solidFill>
                  <a:srgbClr val="C00000"/>
                </a:solidFill>
                <a:latin typeface="黑体" panose="02010609060101010101" pitchFamily="49" charset="-122"/>
                <a:ea typeface="黑体" panose="02010609060101010101" pitchFamily="49" charset="-122"/>
              </a:rPr>
              <a:t>将直线变换成投影面垂直线。</a:t>
            </a:r>
          </a:p>
          <a:p>
            <a:pPr lvl="1" algn="just"/>
            <a:r>
              <a:rPr lang="zh-CN" altLang="en-US" sz="2000" dirty="0">
                <a:solidFill>
                  <a:srgbClr val="C00000"/>
                </a:solidFill>
                <a:latin typeface="黑体" panose="02010609060101010101" pitchFamily="49" charset="-122"/>
                <a:ea typeface="黑体" panose="02010609060101010101" pitchFamily="49" charset="-122"/>
              </a:rPr>
              <a:t> </a:t>
            </a:r>
            <a:r>
              <a:rPr lang="en-US" altLang="zh-CN" sz="2000" dirty="0">
                <a:solidFill>
                  <a:srgbClr val="C00000"/>
                </a:solidFill>
                <a:latin typeface="黑体" panose="02010609060101010101" pitchFamily="49" charset="-122"/>
                <a:ea typeface="黑体" panose="02010609060101010101" pitchFamily="49" charset="-122"/>
              </a:rPr>
              <a:t>b. </a:t>
            </a:r>
            <a:r>
              <a:rPr lang="zh-CN" altLang="en-US" sz="2000" dirty="0">
                <a:solidFill>
                  <a:srgbClr val="C00000"/>
                </a:solidFill>
                <a:latin typeface="黑体" panose="02010609060101010101" pitchFamily="49" charset="-122"/>
                <a:ea typeface="黑体" panose="02010609060101010101" pitchFamily="49" charset="-122"/>
              </a:rPr>
              <a:t>将点与直线组成的平面变换成投影面的平行面。</a:t>
            </a:r>
          </a:p>
        </p:txBody>
      </p:sp>
      <p:sp>
        <p:nvSpPr>
          <p:cNvPr id="2" name="Date Placeholder 1">
            <a:extLst>
              <a:ext uri="{FF2B5EF4-FFF2-40B4-BE49-F238E27FC236}">
                <a16:creationId xmlns:a16="http://schemas.microsoft.com/office/drawing/2014/main" id="{EE30259A-179F-488A-B699-7C0FE7788C0A}"/>
              </a:ext>
            </a:extLst>
          </p:cNvPr>
          <p:cNvSpPr>
            <a:spLocks noGrp="1"/>
          </p:cNvSpPr>
          <p:nvPr>
            <p:ph type="dt" sz="half" idx="6"/>
          </p:nvPr>
        </p:nvSpPr>
        <p:spPr/>
        <p:txBody>
          <a:bodyPr/>
          <a:lstStyle/>
          <a:p>
            <a:fld id="{D98995AB-4944-8A4F-A843-E7E7A4DDD280}" type="datetime1">
              <a:rPr lang="en-US" smtClean="0"/>
              <a:t>10/14/25</a:t>
            </a:fld>
            <a:endParaRPr lang="en-US"/>
          </a:p>
        </p:txBody>
      </p:sp>
      <p:sp>
        <p:nvSpPr>
          <p:cNvPr id="3" name="Slide Number Placeholder 2">
            <a:extLst>
              <a:ext uri="{FF2B5EF4-FFF2-40B4-BE49-F238E27FC236}">
                <a16:creationId xmlns:a16="http://schemas.microsoft.com/office/drawing/2014/main" id="{49595FCE-1DDE-4233-A96F-2BE167A8391F}"/>
              </a:ext>
            </a:extLst>
          </p:cNvPr>
          <p:cNvSpPr>
            <a:spLocks noGrp="1"/>
          </p:cNvSpPr>
          <p:nvPr>
            <p:ph type="sldNum" sz="quarter" idx="7"/>
          </p:nvPr>
        </p:nvSpPr>
        <p:spPr/>
        <p:txBody>
          <a:bodyPr/>
          <a:lstStyle/>
          <a:p>
            <a:pPr marL="120543"/>
            <a:fld id="{81D60167-4931-47E6-BA6A-407CBD079E47}" type="slidenum">
              <a:rPr lang="en-US" spc="-4">
                <a:latin typeface="黑体" panose="02010609060101010101" pitchFamily="49" charset="-122"/>
              </a:rPr>
              <a:pPr marL="120543"/>
              <a:t>8</a:t>
            </a:fld>
            <a:endParaRPr lang="en-US" spc="-4" dirty="0">
              <a:latin typeface="黑体" panose="02010609060101010101" pitchFamily="49" charset="-122"/>
            </a:endParaRPr>
          </a:p>
        </p:txBody>
      </p:sp>
      <p:sp>
        <p:nvSpPr>
          <p:cNvPr id="4" name="Footer Placeholder 3">
            <a:extLst>
              <a:ext uri="{FF2B5EF4-FFF2-40B4-BE49-F238E27FC236}">
                <a16:creationId xmlns:a16="http://schemas.microsoft.com/office/drawing/2014/main" id="{DD7BDC60-C0C6-4C8D-AB7B-10F5A65012E1}"/>
              </a:ext>
            </a:extLst>
          </p:cNvPr>
          <p:cNvSpPr>
            <a:spLocks noGrp="1"/>
          </p:cNvSpPr>
          <p:nvPr>
            <p:ph type="ftr" sz="quarter" idx="5"/>
          </p:nvPr>
        </p:nvSpPr>
        <p:spPr/>
        <p:txBody>
          <a:bodyPr/>
          <a:lstStyle/>
          <a:p>
            <a:r>
              <a:rPr lang="zh-CN" altLang="en-US"/>
              <a:t>工程制图第</a:t>
            </a:r>
            <a:r>
              <a:rPr lang="en-US" altLang="zh-CN"/>
              <a:t>7</a:t>
            </a:r>
            <a:r>
              <a:rPr lang="zh-CN" altLang="en-US"/>
              <a:t>讲</a:t>
            </a:r>
          </a:p>
        </p:txBody>
      </p:sp>
    </p:spTree>
    <p:extLst>
      <p:ext uri="{BB962C8B-B14F-4D97-AF65-F5344CB8AC3E}">
        <p14:creationId xmlns:p14="http://schemas.microsoft.com/office/powerpoint/2010/main" val="2022637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0532"/>
                                        </p:tgtEl>
                                        <p:attrNameLst>
                                          <p:attrName>style.visibility</p:attrName>
                                        </p:attrNameLst>
                                      </p:cBhvr>
                                      <p:to>
                                        <p:strVal val="visible"/>
                                      </p:to>
                                    </p:set>
                                    <p:animEffect transition="in" filter="dissolve">
                                      <p:cBhvr>
                                        <p:cTn id="12" dur="500"/>
                                        <p:tgtEl>
                                          <p:spTgt spid="1505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0533"/>
                                        </p:tgtEl>
                                        <p:attrNameLst>
                                          <p:attrName>style.visibility</p:attrName>
                                        </p:attrNameLst>
                                      </p:cBhvr>
                                      <p:to>
                                        <p:strVal val="visible"/>
                                      </p:to>
                                    </p:set>
                                    <p:animEffect transition="in" filter="dissolve">
                                      <p:cBhvr>
                                        <p:cTn id="17" dur="500"/>
                                        <p:tgtEl>
                                          <p:spTgt spid="15053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0530"/>
                                        </p:tgtEl>
                                        <p:attrNameLst>
                                          <p:attrName>style.visibility</p:attrName>
                                        </p:attrNameLst>
                                      </p:cBhvr>
                                      <p:to>
                                        <p:strVal val="visible"/>
                                      </p:to>
                                    </p:set>
                                    <p:animEffect transition="in" filter="dissolve">
                                      <p:cBhvr>
                                        <p:cTn id="22" dur="500"/>
                                        <p:tgtEl>
                                          <p:spTgt spid="1505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50531"/>
                                        </p:tgtEl>
                                        <p:attrNameLst>
                                          <p:attrName>style.visibility</p:attrName>
                                        </p:attrNameLst>
                                      </p:cBhvr>
                                      <p:to>
                                        <p:strVal val="visible"/>
                                      </p:to>
                                    </p:set>
                                    <p:animEffect transition="in" filter="dissolve">
                                      <p:cBhvr>
                                        <p:cTn id="27" dur="500"/>
                                        <p:tgtEl>
                                          <p:spTgt spid="150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animBg="1"/>
      <p:bldP spid="150531" grpId="0" animBg="1"/>
      <p:bldP spid="150532" grpId="0" animBg="1"/>
      <p:bldP spid="150533" grpId="0" animBg="1"/>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2" name="Text Box 4"/>
          <p:cNvSpPr txBox="1">
            <a:spLocks noChangeArrowheads="1"/>
          </p:cNvSpPr>
          <p:nvPr/>
        </p:nvSpPr>
        <p:spPr bwMode="auto">
          <a:xfrm>
            <a:off x="1359194" y="1833372"/>
            <a:ext cx="7383462" cy="707886"/>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defPPr>
              <a:defRPr lang="en-US"/>
            </a:defPPr>
            <a:lvl1pPr algn="just">
              <a:defRPr sz="2400" b="1">
                <a:latin typeface="+mn-ea"/>
              </a:defRPr>
            </a:lvl1pPr>
          </a:lstStyle>
          <a:p>
            <a:r>
              <a:rPr lang="zh-CN" altLang="en-US" sz="2000" b="0" dirty="0">
                <a:latin typeface="黑体" panose="02010609060101010101" pitchFamily="49" charset="-122"/>
                <a:ea typeface="黑体" panose="02010609060101010101" pitchFamily="49" charset="-122"/>
              </a:rPr>
              <a:t>（</a:t>
            </a:r>
            <a:r>
              <a:rPr lang="en-US" altLang="zh-CN" sz="2000" b="0" dirty="0">
                <a:latin typeface="黑体" panose="02010609060101010101" pitchFamily="49" charset="-122"/>
                <a:ea typeface="黑体" panose="02010609060101010101" pitchFamily="49" charset="-122"/>
              </a:rPr>
              <a:t>1</a:t>
            </a:r>
            <a:r>
              <a:rPr lang="zh-CN" altLang="en-US" sz="2000" b="0" dirty="0">
                <a:latin typeface="黑体" panose="02010609060101010101" pitchFamily="49" charset="-122"/>
                <a:ea typeface="黑体" panose="02010609060101010101" pitchFamily="49" charset="-122"/>
              </a:rPr>
              <a:t>）两直线之间</a:t>
            </a:r>
          </a:p>
          <a:p>
            <a:r>
              <a:rPr lang="zh-CN" altLang="en-US" sz="2000" b="0" dirty="0">
                <a:latin typeface="黑体" panose="02010609060101010101" pitchFamily="49" charset="-122"/>
                <a:ea typeface="黑体" panose="02010609060101010101" pitchFamily="49" charset="-122"/>
              </a:rPr>
              <a:t>  </a:t>
            </a:r>
            <a:r>
              <a:rPr lang="zh-CN" altLang="en-US" sz="2000" b="0" dirty="0">
                <a:solidFill>
                  <a:srgbClr val="C00000"/>
                </a:solidFill>
                <a:latin typeface="黑体" panose="02010609060101010101" pitchFamily="49" charset="-122"/>
                <a:ea typeface="黑体" panose="02010609060101010101" pitchFamily="49" charset="-122"/>
              </a:rPr>
              <a:t>将两直线组成的平面变换成投影面平行面。</a:t>
            </a:r>
          </a:p>
        </p:txBody>
      </p:sp>
      <p:sp>
        <p:nvSpPr>
          <p:cNvPr id="155653" name="Text Box 5"/>
          <p:cNvSpPr txBox="1">
            <a:spLocks noChangeArrowheads="1"/>
          </p:cNvSpPr>
          <p:nvPr/>
        </p:nvSpPr>
        <p:spPr bwMode="auto">
          <a:xfrm>
            <a:off x="1359194" y="2747508"/>
            <a:ext cx="10038907" cy="707886"/>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defPPr>
              <a:defRPr lang="en-US"/>
            </a:defPPr>
            <a:lvl1pPr algn="just">
              <a:defRPr sz="2400" b="1">
                <a:latin typeface="+mn-ea"/>
              </a:defRPr>
            </a:lvl1pPr>
          </a:lstStyle>
          <a:p>
            <a:r>
              <a:rPr lang="zh-CN" altLang="en-US" sz="2000" b="0" dirty="0">
                <a:latin typeface="黑体" panose="02010609060101010101" pitchFamily="49" charset="-122"/>
                <a:ea typeface="黑体" panose="02010609060101010101" pitchFamily="49" charset="-122"/>
              </a:rPr>
              <a:t>（</a:t>
            </a:r>
            <a:r>
              <a:rPr lang="en-US" altLang="zh-CN" sz="2000" b="0" dirty="0">
                <a:latin typeface="黑体" panose="02010609060101010101" pitchFamily="49" charset="-122"/>
                <a:ea typeface="黑体" panose="02010609060101010101" pitchFamily="49" charset="-122"/>
              </a:rPr>
              <a:t>2</a:t>
            </a:r>
            <a:r>
              <a:rPr lang="zh-CN" altLang="en-US" sz="2000" b="0" dirty="0">
                <a:latin typeface="黑体" panose="02010609060101010101" pitchFamily="49" charset="-122"/>
                <a:ea typeface="黑体" panose="02010609060101010101" pitchFamily="49" charset="-122"/>
              </a:rPr>
              <a:t>） 两平面之间</a:t>
            </a:r>
          </a:p>
          <a:p>
            <a:r>
              <a:rPr lang="zh-CN" altLang="en-US" sz="2000" b="0" dirty="0">
                <a:latin typeface="黑体" panose="02010609060101010101" pitchFamily="49" charset="-122"/>
                <a:ea typeface="黑体" panose="02010609060101010101" pitchFamily="49" charset="-122"/>
              </a:rPr>
              <a:t>  </a:t>
            </a:r>
            <a:r>
              <a:rPr lang="zh-CN" altLang="en-US" sz="2000" b="0" dirty="0">
                <a:solidFill>
                  <a:srgbClr val="C00000"/>
                </a:solidFill>
                <a:latin typeface="黑体" panose="02010609060101010101" pitchFamily="49" charset="-122"/>
                <a:ea typeface="黑体" panose="02010609060101010101" pitchFamily="49" charset="-122"/>
              </a:rPr>
              <a:t>将两平面变换成投影面的垂直面，即应将两平面的交线变换成投影面的垂直线。</a:t>
            </a:r>
          </a:p>
        </p:txBody>
      </p:sp>
      <p:sp>
        <p:nvSpPr>
          <p:cNvPr id="155654" name="Rectangle 6"/>
          <p:cNvSpPr>
            <a:spLocks noChangeArrowheads="1"/>
          </p:cNvSpPr>
          <p:nvPr/>
        </p:nvSpPr>
        <p:spPr bwMode="auto">
          <a:xfrm>
            <a:off x="1316664" y="3661644"/>
            <a:ext cx="7383462" cy="707886"/>
          </a:xfrm>
          <a:prstGeom prst="rect">
            <a:avLst/>
          </a:prstGeom>
          <a:ln>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algn="just"/>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）一直线和平面之间</a:t>
            </a:r>
          </a:p>
          <a:p>
            <a:pPr algn="just"/>
            <a:r>
              <a:rPr lang="zh-CN" altLang="en-US" sz="2000" dirty="0">
                <a:latin typeface="黑体" panose="02010609060101010101" pitchFamily="49" charset="-122"/>
                <a:ea typeface="黑体" panose="02010609060101010101" pitchFamily="49" charset="-122"/>
              </a:rPr>
              <a:t>  </a:t>
            </a:r>
            <a:r>
              <a:rPr lang="zh-CN" altLang="en-US" sz="2000" dirty="0">
                <a:solidFill>
                  <a:srgbClr val="C00000"/>
                </a:solidFill>
                <a:latin typeface="黑体" panose="02010609060101010101" pitchFamily="49" charset="-122"/>
                <a:ea typeface="黑体" panose="02010609060101010101" pitchFamily="49" charset="-122"/>
              </a:rPr>
              <a:t>将平面变换成投影面平行面，再将直线换成投影面平行线。</a:t>
            </a:r>
          </a:p>
        </p:txBody>
      </p:sp>
      <p:sp>
        <p:nvSpPr>
          <p:cNvPr id="3" name="矩形 2"/>
          <p:cNvSpPr/>
          <p:nvPr/>
        </p:nvSpPr>
        <p:spPr>
          <a:xfrm>
            <a:off x="960479" y="894183"/>
            <a:ext cx="1733167" cy="461665"/>
          </a:xfrm>
          <a:prstGeom prst="rect">
            <a:avLst/>
          </a:prstGeom>
        </p:spPr>
        <p:txBody>
          <a:bodyPr wrap="none">
            <a:spAutoFit/>
          </a:bodyPr>
          <a:lstStyle/>
          <a:p>
            <a:r>
              <a:rPr lang="en-US" altLang="zh-CN" sz="2400" b="1" dirty="0">
                <a:latin typeface="黑体" panose="02010609060101010101" pitchFamily="49" charset="-122"/>
                <a:ea typeface="黑体" panose="02010609060101010101" pitchFamily="49" charset="-122"/>
                <a:cs typeface="DengXian" charset="-122"/>
              </a:rPr>
              <a:t>5 </a:t>
            </a:r>
            <a:r>
              <a:rPr lang="zh-CN" altLang="en-US" sz="2400" b="1" dirty="0">
                <a:latin typeface="黑体" panose="02010609060101010101" pitchFamily="49" charset="-122"/>
                <a:ea typeface="黑体" panose="02010609060101010101" pitchFamily="49" charset="-122"/>
                <a:cs typeface="DengXian" charset="-122"/>
              </a:rPr>
              <a:t>、求夹角</a:t>
            </a:r>
          </a:p>
        </p:txBody>
      </p:sp>
      <p:sp>
        <p:nvSpPr>
          <p:cNvPr id="2" name="Date Placeholder 1">
            <a:extLst>
              <a:ext uri="{FF2B5EF4-FFF2-40B4-BE49-F238E27FC236}">
                <a16:creationId xmlns:a16="http://schemas.microsoft.com/office/drawing/2014/main" id="{E76F6C65-71AE-4698-BEB8-4DFCD2F5BE45}"/>
              </a:ext>
            </a:extLst>
          </p:cNvPr>
          <p:cNvSpPr>
            <a:spLocks noGrp="1"/>
          </p:cNvSpPr>
          <p:nvPr>
            <p:ph type="dt" sz="half" idx="10"/>
          </p:nvPr>
        </p:nvSpPr>
        <p:spPr/>
        <p:txBody>
          <a:bodyPr/>
          <a:lstStyle/>
          <a:p>
            <a:fld id="{7A0D14C1-EC0A-1445-A47A-474684E53F0C}" type="datetime1">
              <a:rPr lang="en-US" smtClean="0"/>
              <a:t>10/14/25</a:t>
            </a:fld>
            <a:endParaRPr lang="en-US"/>
          </a:p>
        </p:txBody>
      </p:sp>
      <p:sp>
        <p:nvSpPr>
          <p:cNvPr id="4" name="Slide Number Placeholder 3">
            <a:extLst>
              <a:ext uri="{FF2B5EF4-FFF2-40B4-BE49-F238E27FC236}">
                <a16:creationId xmlns:a16="http://schemas.microsoft.com/office/drawing/2014/main" id="{31BF4F5A-A268-4552-B9CF-B36EBBA37572}"/>
              </a:ext>
            </a:extLst>
          </p:cNvPr>
          <p:cNvSpPr>
            <a:spLocks noGrp="1"/>
          </p:cNvSpPr>
          <p:nvPr>
            <p:ph type="sldNum" sz="quarter" idx="12"/>
          </p:nvPr>
        </p:nvSpPr>
        <p:spPr/>
        <p:txBody>
          <a:bodyPr/>
          <a:lstStyle/>
          <a:p>
            <a:fld id="{558F952B-8205-4A3F-8B8C-DB9DCBA03AAE}" type="slidenum">
              <a:rPr lang="en-US" smtClean="0"/>
              <a:t>9</a:t>
            </a:fld>
            <a:endParaRPr lang="en-US"/>
          </a:p>
        </p:txBody>
      </p:sp>
      <p:sp>
        <p:nvSpPr>
          <p:cNvPr id="5" name="Footer Placeholder 4">
            <a:extLst>
              <a:ext uri="{FF2B5EF4-FFF2-40B4-BE49-F238E27FC236}">
                <a16:creationId xmlns:a16="http://schemas.microsoft.com/office/drawing/2014/main" id="{29D24D13-07D7-4F0C-B5D9-4CD072DEBF1A}"/>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Tree>
    <p:extLst>
      <p:ext uri="{BB962C8B-B14F-4D97-AF65-F5344CB8AC3E}">
        <p14:creationId xmlns:p14="http://schemas.microsoft.com/office/powerpoint/2010/main" val="153510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5652"/>
                                        </p:tgtEl>
                                        <p:attrNameLst>
                                          <p:attrName>style.visibility</p:attrName>
                                        </p:attrNameLst>
                                      </p:cBhvr>
                                      <p:to>
                                        <p:strVal val="visible"/>
                                      </p:to>
                                    </p:set>
                                    <p:animEffect transition="in" filter="dissolve">
                                      <p:cBhvr>
                                        <p:cTn id="7" dur="500"/>
                                        <p:tgtEl>
                                          <p:spTgt spid="15565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5653"/>
                                        </p:tgtEl>
                                        <p:attrNameLst>
                                          <p:attrName>style.visibility</p:attrName>
                                        </p:attrNameLst>
                                      </p:cBhvr>
                                      <p:to>
                                        <p:strVal val="visible"/>
                                      </p:to>
                                    </p:set>
                                    <p:animEffect transition="in" filter="dissolve">
                                      <p:cBhvr>
                                        <p:cTn id="12" dur="500"/>
                                        <p:tgtEl>
                                          <p:spTgt spid="15565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5654"/>
                                        </p:tgtEl>
                                        <p:attrNameLst>
                                          <p:attrName>style.visibility</p:attrName>
                                        </p:attrNameLst>
                                      </p:cBhvr>
                                      <p:to>
                                        <p:strVal val="visible"/>
                                      </p:to>
                                    </p:set>
                                    <p:animEffect transition="in" filter="dissolve">
                                      <p:cBhvr>
                                        <p:cTn id="17" dur="500"/>
                                        <p:tgtEl>
                                          <p:spTgt spid="155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2" grpId="0" animBg="1"/>
      <p:bldP spid="155653" grpId="0" animBg="1"/>
      <p:bldP spid="15565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a:extLst>
              <a:ext uri="{FF2B5EF4-FFF2-40B4-BE49-F238E27FC236}">
                <a16:creationId xmlns:a16="http://schemas.microsoft.com/office/drawing/2014/main" id="{AEA9AC97-C26A-B370-C41E-6FE2FA5637BE}"/>
              </a:ext>
            </a:extLst>
          </p:cNvPr>
          <p:cNvSpPr>
            <a:spLocks noGrp="1"/>
          </p:cNvSpPr>
          <p:nvPr>
            <p:ph type="ftr" sz="quarter" idx="5"/>
          </p:nvPr>
        </p:nvSpPr>
        <p:spPr/>
        <p:txBody>
          <a:bodyPr/>
          <a:lstStyle/>
          <a:p>
            <a:r>
              <a:rPr lang="zh-CN" altLang="en-US"/>
              <a:t>工程制图第</a:t>
            </a:r>
            <a:r>
              <a:rPr lang="en-US" altLang="zh-CN"/>
              <a:t>7</a:t>
            </a:r>
            <a:r>
              <a:rPr lang="zh-CN" altLang="en-US"/>
              <a:t>讲</a:t>
            </a:r>
            <a:endParaRPr lang="en-US"/>
          </a:p>
        </p:txBody>
      </p:sp>
      <p:sp>
        <p:nvSpPr>
          <p:cNvPr id="4" name="日期占位符 3">
            <a:extLst>
              <a:ext uri="{FF2B5EF4-FFF2-40B4-BE49-F238E27FC236}">
                <a16:creationId xmlns:a16="http://schemas.microsoft.com/office/drawing/2014/main" id="{AF0EBA15-34C1-5346-BE86-57733F4640EA}"/>
              </a:ext>
            </a:extLst>
          </p:cNvPr>
          <p:cNvSpPr>
            <a:spLocks noGrp="1"/>
          </p:cNvSpPr>
          <p:nvPr>
            <p:ph type="dt" sz="half" idx="6"/>
          </p:nvPr>
        </p:nvSpPr>
        <p:spPr/>
        <p:txBody>
          <a:bodyPr/>
          <a:lstStyle/>
          <a:p>
            <a:fld id="{37A7DD6A-175D-C442-B071-CD252131ED67}" type="datetime1">
              <a:rPr lang="en-US" smtClean="0"/>
              <a:t>10/14/25</a:t>
            </a:fld>
            <a:endParaRPr lang="en-US"/>
          </a:p>
        </p:txBody>
      </p:sp>
      <p:sp>
        <p:nvSpPr>
          <p:cNvPr id="6" name="灯片编号占位符 5">
            <a:extLst>
              <a:ext uri="{FF2B5EF4-FFF2-40B4-BE49-F238E27FC236}">
                <a16:creationId xmlns:a16="http://schemas.microsoft.com/office/drawing/2014/main" id="{3419D8C6-3BD2-14CC-1442-842F5CEA635A}"/>
              </a:ext>
            </a:extLst>
          </p:cNvPr>
          <p:cNvSpPr>
            <a:spLocks noGrp="1"/>
          </p:cNvSpPr>
          <p:nvPr>
            <p:ph type="sldNum" sz="quarter" idx="7"/>
          </p:nvPr>
        </p:nvSpPr>
        <p:spPr/>
        <p:txBody>
          <a:bodyPr/>
          <a:lstStyle/>
          <a:p>
            <a:fld id="{558F952B-8205-4A3F-8B8C-DB9DCBA03AAE}" type="slidenum">
              <a:rPr lang="en-US" smtClean="0"/>
              <a:t>10</a:t>
            </a:fld>
            <a:endParaRPr lang="en-US"/>
          </a:p>
        </p:txBody>
      </p:sp>
      <p:sp>
        <p:nvSpPr>
          <p:cNvPr id="7" name="Rectangle 2">
            <a:extLst>
              <a:ext uri="{FF2B5EF4-FFF2-40B4-BE49-F238E27FC236}">
                <a16:creationId xmlns:a16="http://schemas.microsoft.com/office/drawing/2014/main" id="{96556104-4178-BFFF-CF71-F0F956BF31E6}"/>
              </a:ext>
            </a:extLst>
          </p:cNvPr>
          <p:cNvSpPr txBox="1">
            <a:spLocks noChangeArrowheads="1"/>
          </p:cNvSpPr>
          <p:nvPr/>
        </p:nvSpPr>
        <p:spPr>
          <a:xfrm>
            <a:off x="1743444" y="741540"/>
            <a:ext cx="7772400" cy="904240"/>
          </a:xfrm>
          <a:prstGeom prst="rect">
            <a:avLst/>
          </a:prstGeom>
        </p:spPr>
        <p:txBody>
          <a:bodyPr>
            <a:normAutofit/>
          </a:bodyPr>
          <a:lstStyle>
            <a:lvl1pPr algn="l" defTabSz="914400" rtl="0" eaLnBrk="1" latinLnBrk="0" hangingPunct="1">
              <a:lnSpc>
                <a:spcPct val="90000"/>
              </a:lnSpc>
              <a:spcBef>
                <a:spcPct val="0"/>
              </a:spcBef>
              <a:buNone/>
              <a:defRPr sz="4400" kern="1200">
                <a:solidFill>
                  <a:srgbClr val="C00000"/>
                </a:solidFill>
                <a:latin typeface="+mj-lt"/>
                <a:ea typeface="+mj-ea"/>
                <a:cs typeface="+mj-cs"/>
              </a:defRPr>
            </a:lvl1pPr>
          </a:lstStyle>
          <a:p>
            <a:r>
              <a:rPr lang="zh-CN" altLang="en-US" sz="2400" b="1"/>
              <a:t>距离问题</a:t>
            </a:r>
            <a:endParaRPr lang="en-US" altLang="zh-CN" sz="2400" b="1" dirty="0"/>
          </a:p>
        </p:txBody>
      </p:sp>
      <p:graphicFrame>
        <p:nvGraphicFramePr>
          <p:cNvPr id="8" name="Object 4">
            <a:extLst>
              <a:ext uri="{FF2B5EF4-FFF2-40B4-BE49-F238E27FC236}">
                <a16:creationId xmlns:a16="http://schemas.microsoft.com/office/drawing/2014/main" id="{7F8FAE21-8232-CBCE-049D-EF41964071DC}"/>
              </a:ext>
            </a:extLst>
          </p:cNvPr>
          <p:cNvGraphicFramePr>
            <a:graphicFrameLocks noChangeAspect="1"/>
          </p:cNvGraphicFramePr>
          <p:nvPr/>
        </p:nvGraphicFramePr>
        <p:xfrm>
          <a:off x="1222744" y="3362822"/>
          <a:ext cx="9144000" cy="2565400"/>
        </p:xfrm>
        <a:graphic>
          <a:graphicData uri="http://schemas.openxmlformats.org/presentationml/2006/ole">
            <mc:AlternateContent xmlns:mc="http://schemas.openxmlformats.org/markup-compatibility/2006">
              <mc:Choice xmlns:v="urn:schemas-microsoft-com:vml" Requires="v">
                <p:oleObj name="AutoCAD Drawing" r:id="rId2" imgW="9077325" imgH="5314950" progId="AutoCAD.Drawing.16">
                  <p:embed/>
                </p:oleObj>
              </mc:Choice>
              <mc:Fallback>
                <p:oleObj name="AutoCAD Drawing" r:id="rId2" imgW="9077325" imgH="5314950" progId="AutoCAD.Drawing.16">
                  <p:embed/>
                  <p:pic>
                    <p:nvPicPr>
                      <p:cNvPr id="8" name="Object 4">
                        <a:extLst>
                          <a:ext uri="{FF2B5EF4-FFF2-40B4-BE49-F238E27FC236}">
                            <a16:creationId xmlns:a16="http://schemas.microsoft.com/office/drawing/2014/main" id="{7F8FAE21-8232-CBCE-049D-EF41964071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961" t="8640" r="7507" b="52449"/>
                      <a:stretch>
                        <a:fillRect/>
                      </a:stretch>
                    </p:blipFill>
                    <p:spPr bwMode="auto">
                      <a:xfrm>
                        <a:off x="1222744" y="3362822"/>
                        <a:ext cx="9144000" cy="256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6">
            <a:extLst>
              <a:ext uri="{FF2B5EF4-FFF2-40B4-BE49-F238E27FC236}">
                <a16:creationId xmlns:a16="http://schemas.microsoft.com/office/drawing/2014/main" id="{81ADC20B-1461-F4CD-A1B1-E420F932EEFB}"/>
              </a:ext>
            </a:extLst>
          </p:cNvPr>
          <p:cNvSpPr txBox="1">
            <a:spLocks noChangeArrowheads="1"/>
          </p:cNvSpPr>
          <p:nvPr/>
        </p:nvSpPr>
        <p:spPr bwMode="auto">
          <a:xfrm>
            <a:off x="2346694" y="1645780"/>
            <a:ext cx="6896100" cy="140519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l">
              <a:lnSpc>
                <a:spcPct val="150000"/>
              </a:lnSpc>
            </a:pP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点到直线的距离；      </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线、面平行间的距离；</a:t>
            </a:r>
          </a:p>
          <a:p>
            <a:pPr algn="l">
              <a:lnSpc>
                <a:spcPct val="150000"/>
              </a:lnSpc>
            </a:pP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平行两直线的距离；    </a:t>
            </a:r>
            <a:r>
              <a:rPr lang="en-US" altLang="zh-CN" sz="2000" dirty="0">
                <a:latin typeface="黑体" panose="02010609060101010101" pitchFamily="49" charset="-122"/>
                <a:ea typeface="黑体" panose="02010609060101010101" pitchFamily="49" charset="-122"/>
              </a:rPr>
              <a:t>5.</a:t>
            </a:r>
            <a:r>
              <a:rPr lang="zh-CN" altLang="en-US" sz="2000" dirty="0">
                <a:latin typeface="黑体" panose="02010609060101010101" pitchFamily="49" charset="-122"/>
                <a:ea typeface="黑体" panose="02010609060101010101" pitchFamily="49" charset="-122"/>
              </a:rPr>
              <a:t>点到平面的距离；</a:t>
            </a:r>
          </a:p>
          <a:p>
            <a:pPr algn="l">
              <a:lnSpc>
                <a:spcPct val="150000"/>
              </a:lnSpc>
            </a:pP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两直线的公垂线；      </a:t>
            </a:r>
            <a:r>
              <a:rPr lang="en-US" altLang="zh-CN" sz="2000" dirty="0">
                <a:latin typeface="黑体" panose="02010609060101010101" pitchFamily="49" charset="-122"/>
                <a:ea typeface="黑体" panose="02010609060101010101" pitchFamily="49" charset="-122"/>
              </a:rPr>
              <a:t>6.</a:t>
            </a:r>
            <a:r>
              <a:rPr lang="zh-CN" altLang="en-US" sz="2000" dirty="0">
                <a:latin typeface="黑体" panose="02010609060101010101" pitchFamily="49" charset="-122"/>
                <a:ea typeface="黑体" panose="02010609060101010101" pitchFamily="49" charset="-122"/>
              </a:rPr>
              <a:t>平行两平面的距离。</a:t>
            </a:r>
          </a:p>
        </p:txBody>
      </p:sp>
    </p:spTree>
    <p:extLst>
      <p:ext uri="{BB962C8B-B14F-4D97-AF65-F5344CB8AC3E}">
        <p14:creationId xmlns:p14="http://schemas.microsoft.com/office/powerpoint/2010/main" val="3568323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a:extLst>
              <a:ext uri="{FF2B5EF4-FFF2-40B4-BE49-F238E27FC236}">
                <a16:creationId xmlns:a16="http://schemas.microsoft.com/office/drawing/2014/main" id="{C808E97D-0445-EF45-D8AF-3FFB12B71FD3}"/>
              </a:ext>
            </a:extLst>
          </p:cNvPr>
          <p:cNvSpPr>
            <a:spLocks noGrp="1"/>
          </p:cNvSpPr>
          <p:nvPr>
            <p:ph type="ftr" sz="quarter" idx="5"/>
          </p:nvPr>
        </p:nvSpPr>
        <p:spPr/>
        <p:txBody>
          <a:bodyPr/>
          <a:lstStyle/>
          <a:p>
            <a:r>
              <a:rPr lang="zh-CN" altLang="en-US"/>
              <a:t>工程制图第</a:t>
            </a:r>
            <a:r>
              <a:rPr lang="en-US" altLang="zh-CN"/>
              <a:t>7</a:t>
            </a:r>
            <a:r>
              <a:rPr lang="zh-CN" altLang="en-US"/>
              <a:t>讲</a:t>
            </a:r>
            <a:endParaRPr lang="en-US"/>
          </a:p>
        </p:txBody>
      </p:sp>
      <p:sp>
        <p:nvSpPr>
          <p:cNvPr id="4" name="日期占位符 3">
            <a:extLst>
              <a:ext uri="{FF2B5EF4-FFF2-40B4-BE49-F238E27FC236}">
                <a16:creationId xmlns:a16="http://schemas.microsoft.com/office/drawing/2014/main" id="{7EEFCFCA-7D6B-A073-7935-3035A9988BA7}"/>
              </a:ext>
            </a:extLst>
          </p:cNvPr>
          <p:cNvSpPr>
            <a:spLocks noGrp="1"/>
          </p:cNvSpPr>
          <p:nvPr>
            <p:ph type="dt" sz="half" idx="6"/>
          </p:nvPr>
        </p:nvSpPr>
        <p:spPr/>
        <p:txBody>
          <a:bodyPr/>
          <a:lstStyle/>
          <a:p>
            <a:fld id="{C4B5E05A-E55C-6141-902C-B7186CBCEDAB}" type="datetime1">
              <a:rPr lang="en-US" smtClean="0"/>
              <a:t>10/14/25</a:t>
            </a:fld>
            <a:endParaRPr lang="en-US"/>
          </a:p>
        </p:txBody>
      </p:sp>
      <p:sp>
        <p:nvSpPr>
          <p:cNvPr id="6" name="灯片编号占位符 5">
            <a:extLst>
              <a:ext uri="{FF2B5EF4-FFF2-40B4-BE49-F238E27FC236}">
                <a16:creationId xmlns:a16="http://schemas.microsoft.com/office/drawing/2014/main" id="{CFEA0CFF-6C05-1A1E-10B2-224A8069202A}"/>
              </a:ext>
            </a:extLst>
          </p:cNvPr>
          <p:cNvSpPr>
            <a:spLocks noGrp="1"/>
          </p:cNvSpPr>
          <p:nvPr>
            <p:ph type="sldNum" sz="quarter" idx="7"/>
          </p:nvPr>
        </p:nvSpPr>
        <p:spPr/>
        <p:txBody>
          <a:bodyPr/>
          <a:lstStyle/>
          <a:p>
            <a:fld id="{558F952B-8205-4A3F-8B8C-DB9DCBA03AAE}" type="slidenum">
              <a:rPr lang="en-US" smtClean="0"/>
              <a:t>11</a:t>
            </a:fld>
            <a:endParaRPr lang="en-US"/>
          </a:p>
        </p:txBody>
      </p:sp>
      <p:graphicFrame>
        <p:nvGraphicFramePr>
          <p:cNvPr id="7" name="Object 4">
            <a:extLst>
              <a:ext uri="{FF2B5EF4-FFF2-40B4-BE49-F238E27FC236}">
                <a16:creationId xmlns:a16="http://schemas.microsoft.com/office/drawing/2014/main" id="{4094544C-4052-7036-F28F-446A2AA3C469}"/>
              </a:ext>
            </a:extLst>
          </p:cNvPr>
          <p:cNvGraphicFramePr>
            <a:graphicFrameLocks noChangeAspect="1"/>
          </p:cNvGraphicFramePr>
          <p:nvPr/>
        </p:nvGraphicFramePr>
        <p:xfrm>
          <a:off x="1516150" y="2812634"/>
          <a:ext cx="6932612" cy="3184525"/>
        </p:xfrm>
        <a:graphic>
          <a:graphicData uri="http://schemas.openxmlformats.org/presentationml/2006/ole">
            <mc:AlternateContent xmlns:mc="http://schemas.openxmlformats.org/markup-compatibility/2006">
              <mc:Choice xmlns:v="urn:schemas-microsoft-com:vml" Requires="v">
                <p:oleObj name="AutoCAD Drawing" r:id="rId2" imgW="9077325" imgH="5314950" progId="AutoCAD.Drawing.16">
                  <p:embed/>
                </p:oleObj>
              </mc:Choice>
              <mc:Fallback>
                <p:oleObj name="AutoCAD Drawing" r:id="rId2" imgW="9077325" imgH="5314950" progId="AutoCAD.Drawing.16">
                  <p:embed/>
                  <p:pic>
                    <p:nvPicPr>
                      <p:cNvPr id="7" name="Object 4">
                        <a:extLst>
                          <a:ext uri="{FF2B5EF4-FFF2-40B4-BE49-F238E27FC236}">
                            <a16:creationId xmlns:a16="http://schemas.microsoft.com/office/drawing/2014/main" id="{4094544C-4052-7036-F28F-446A2AA3C4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97" t="20276" r="48602" b="45242"/>
                      <a:stretch>
                        <a:fillRect/>
                      </a:stretch>
                    </p:blipFill>
                    <p:spPr bwMode="auto">
                      <a:xfrm>
                        <a:off x="1516150" y="2812634"/>
                        <a:ext cx="6932612" cy="3184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6">
            <a:extLst>
              <a:ext uri="{FF2B5EF4-FFF2-40B4-BE49-F238E27FC236}">
                <a16:creationId xmlns:a16="http://schemas.microsoft.com/office/drawing/2014/main" id="{7C4A7BC8-2172-F49C-F396-99563989FBB7}"/>
              </a:ext>
            </a:extLst>
          </p:cNvPr>
          <p:cNvSpPr txBox="1">
            <a:spLocks noChangeArrowheads="1"/>
          </p:cNvSpPr>
          <p:nvPr/>
        </p:nvSpPr>
        <p:spPr bwMode="auto">
          <a:xfrm>
            <a:off x="1659329" y="646090"/>
            <a:ext cx="5118100" cy="17745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l"/>
            <a:r>
              <a:rPr lang="zh-CN" altLang="en-US" sz="2400" b="1" dirty="0">
                <a:solidFill>
                  <a:srgbClr val="C00000"/>
                </a:solidFill>
                <a:latin typeface="黑体" panose="02010609060101010101" pitchFamily="49" charset="-122"/>
                <a:ea typeface="黑体" panose="02010609060101010101" pitchFamily="49" charset="-122"/>
              </a:rPr>
              <a:t>角度</a:t>
            </a:r>
          </a:p>
          <a:p>
            <a:pPr algn="l">
              <a:lnSpc>
                <a:spcPct val="150000"/>
              </a:lnSpc>
            </a:pP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相交两直线的夹角</a:t>
            </a:r>
          </a:p>
          <a:p>
            <a:pPr algn="l">
              <a:lnSpc>
                <a:spcPct val="150000"/>
              </a:lnSpc>
            </a:pP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交叉两直线的夹角 </a:t>
            </a:r>
          </a:p>
          <a:p>
            <a:pPr algn="l">
              <a:lnSpc>
                <a:spcPct val="150000"/>
              </a:lnSpc>
            </a:pP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两平面的夹角</a:t>
            </a:r>
            <a:endParaRPr lang="zh-CN" altLang="en-US" sz="24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718478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a:extLst>
              <a:ext uri="{FF2B5EF4-FFF2-40B4-BE49-F238E27FC236}">
                <a16:creationId xmlns:a16="http://schemas.microsoft.com/office/drawing/2014/main" id="{CC5D9910-E6C2-82A5-0B74-7FDFD6B8C8C5}"/>
              </a:ext>
            </a:extLst>
          </p:cNvPr>
          <p:cNvSpPr>
            <a:spLocks noGrp="1"/>
          </p:cNvSpPr>
          <p:nvPr>
            <p:ph type="ftr" sz="quarter" idx="5"/>
          </p:nvPr>
        </p:nvSpPr>
        <p:spPr/>
        <p:txBody>
          <a:bodyPr/>
          <a:lstStyle/>
          <a:p>
            <a:r>
              <a:rPr lang="zh-CN" altLang="en-US"/>
              <a:t>工程制图第</a:t>
            </a:r>
            <a:r>
              <a:rPr lang="en-US" altLang="zh-CN"/>
              <a:t>7</a:t>
            </a:r>
            <a:r>
              <a:rPr lang="zh-CN" altLang="en-US"/>
              <a:t>讲</a:t>
            </a:r>
            <a:endParaRPr lang="en-US"/>
          </a:p>
        </p:txBody>
      </p:sp>
      <p:sp>
        <p:nvSpPr>
          <p:cNvPr id="4" name="日期占位符 3">
            <a:extLst>
              <a:ext uri="{FF2B5EF4-FFF2-40B4-BE49-F238E27FC236}">
                <a16:creationId xmlns:a16="http://schemas.microsoft.com/office/drawing/2014/main" id="{3D5AA793-E16B-77D4-C884-64FE4908EC54}"/>
              </a:ext>
            </a:extLst>
          </p:cNvPr>
          <p:cNvSpPr>
            <a:spLocks noGrp="1"/>
          </p:cNvSpPr>
          <p:nvPr>
            <p:ph type="dt" sz="half" idx="6"/>
          </p:nvPr>
        </p:nvSpPr>
        <p:spPr/>
        <p:txBody>
          <a:bodyPr/>
          <a:lstStyle/>
          <a:p>
            <a:fld id="{7D6C30FC-7BD5-E24B-8654-03B18056983C}" type="datetime1">
              <a:rPr lang="en-US" smtClean="0"/>
              <a:t>10/14/25</a:t>
            </a:fld>
            <a:endParaRPr lang="en-US"/>
          </a:p>
        </p:txBody>
      </p:sp>
      <p:sp>
        <p:nvSpPr>
          <p:cNvPr id="6" name="灯片编号占位符 5">
            <a:extLst>
              <a:ext uri="{FF2B5EF4-FFF2-40B4-BE49-F238E27FC236}">
                <a16:creationId xmlns:a16="http://schemas.microsoft.com/office/drawing/2014/main" id="{D51518DA-8C60-0B7B-6EDE-C362263F8622}"/>
              </a:ext>
            </a:extLst>
          </p:cNvPr>
          <p:cNvSpPr>
            <a:spLocks noGrp="1"/>
          </p:cNvSpPr>
          <p:nvPr>
            <p:ph type="sldNum" sz="quarter" idx="7"/>
          </p:nvPr>
        </p:nvSpPr>
        <p:spPr/>
        <p:txBody>
          <a:bodyPr/>
          <a:lstStyle/>
          <a:p>
            <a:fld id="{558F952B-8205-4A3F-8B8C-DB9DCBA03AAE}" type="slidenum">
              <a:rPr lang="en-US" smtClean="0"/>
              <a:t>12</a:t>
            </a:fld>
            <a:endParaRPr lang="en-US"/>
          </a:p>
        </p:txBody>
      </p:sp>
      <p:pic>
        <p:nvPicPr>
          <p:cNvPr id="7" name="Picture 4">
            <a:extLst>
              <a:ext uri="{FF2B5EF4-FFF2-40B4-BE49-F238E27FC236}">
                <a16:creationId xmlns:a16="http://schemas.microsoft.com/office/drawing/2014/main" id="{ABFC6D55-8ABF-527F-DB55-600E742606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370" t="7112" r="11852" b="10815"/>
          <a:stretch>
            <a:fillRect/>
          </a:stretch>
        </p:blipFill>
        <p:spPr bwMode="auto">
          <a:xfrm>
            <a:off x="1575096" y="467745"/>
            <a:ext cx="8866188" cy="584676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8" name="Text Box 5">
            <a:extLst>
              <a:ext uri="{FF2B5EF4-FFF2-40B4-BE49-F238E27FC236}">
                <a16:creationId xmlns:a16="http://schemas.microsoft.com/office/drawing/2014/main" id="{66F0EE81-A5AA-0A19-A557-78725231DF46}"/>
              </a:ext>
            </a:extLst>
          </p:cNvPr>
          <p:cNvSpPr txBox="1">
            <a:spLocks noChangeArrowheads="1"/>
          </p:cNvSpPr>
          <p:nvPr/>
        </p:nvSpPr>
        <p:spPr bwMode="auto">
          <a:xfrm>
            <a:off x="4080780" y="3768529"/>
            <a:ext cx="1956747" cy="2480937"/>
          </a:xfrm>
          <a:prstGeom prst="rect">
            <a:avLst/>
          </a:prstGeom>
          <a:solidFill>
            <a:schemeClr val="bg1"/>
          </a:solidFill>
          <a:ln>
            <a:noFill/>
          </a:ln>
          <a:effectLst/>
          <a:extLs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spcBef>
                <a:spcPct val="50000"/>
              </a:spcBef>
            </a:pPr>
            <a:endParaRPr lang="en-US" altLang="zh-CN" b="1"/>
          </a:p>
          <a:p>
            <a:pPr>
              <a:spcBef>
                <a:spcPct val="50000"/>
              </a:spcBef>
            </a:pPr>
            <a:endParaRPr lang="en-US" altLang="zh-CN" b="1"/>
          </a:p>
          <a:p>
            <a:pPr>
              <a:spcBef>
                <a:spcPct val="50000"/>
              </a:spcBef>
            </a:pPr>
            <a:endParaRPr lang="en-US" altLang="zh-CN" b="1"/>
          </a:p>
          <a:p>
            <a:pPr>
              <a:spcBef>
                <a:spcPct val="50000"/>
              </a:spcBef>
            </a:pPr>
            <a:endParaRPr lang="en-US" altLang="zh-CN" b="1"/>
          </a:p>
          <a:p>
            <a:pPr>
              <a:spcBef>
                <a:spcPct val="50000"/>
              </a:spcBef>
            </a:pPr>
            <a:endParaRPr lang="en-US" altLang="zh-CN" b="1"/>
          </a:p>
          <a:p>
            <a:pPr>
              <a:spcBef>
                <a:spcPct val="50000"/>
              </a:spcBef>
            </a:pPr>
            <a:endParaRPr lang="en-US" altLang="zh-CN" b="1"/>
          </a:p>
        </p:txBody>
      </p:sp>
      <p:grpSp>
        <p:nvGrpSpPr>
          <p:cNvPr id="9" name="Group 6">
            <a:extLst>
              <a:ext uri="{FF2B5EF4-FFF2-40B4-BE49-F238E27FC236}">
                <a16:creationId xmlns:a16="http://schemas.microsoft.com/office/drawing/2014/main" id="{102E684D-44C9-E65F-F216-44DA08DAC8CF}"/>
              </a:ext>
            </a:extLst>
          </p:cNvPr>
          <p:cNvGrpSpPr>
            <a:grpSpLocks/>
          </p:cNvGrpSpPr>
          <p:nvPr/>
        </p:nvGrpSpPr>
        <p:grpSpPr bwMode="auto">
          <a:xfrm>
            <a:off x="4061633" y="3768529"/>
            <a:ext cx="1909763" cy="2311400"/>
            <a:chOff x="362" y="673"/>
            <a:chExt cx="2474" cy="2721"/>
          </a:xfrm>
        </p:grpSpPr>
        <p:grpSp>
          <p:nvGrpSpPr>
            <p:cNvPr id="10" name="Group 7">
              <a:extLst>
                <a:ext uri="{FF2B5EF4-FFF2-40B4-BE49-F238E27FC236}">
                  <a16:creationId xmlns:a16="http://schemas.microsoft.com/office/drawing/2014/main" id="{855D582E-83D5-C66F-CAC6-B0C1F7C39C2A}"/>
                </a:ext>
              </a:extLst>
            </p:cNvPr>
            <p:cNvGrpSpPr>
              <a:grpSpLocks/>
            </p:cNvGrpSpPr>
            <p:nvPr/>
          </p:nvGrpSpPr>
          <p:grpSpPr bwMode="auto">
            <a:xfrm>
              <a:off x="384" y="951"/>
              <a:ext cx="2400" cy="2208"/>
              <a:chOff x="384" y="1152"/>
              <a:chExt cx="2400" cy="2208"/>
            </a:xfrm>
          </p:grpSpPr>
          <p:sp>
            <p:nvSpPr>
              <p:cNvPr id="35" name="Line 8">
                <a:extLst>
                  <a:ext uri="{FF2B5EF4-FFF2-40B4-BE49-F238E27FC236}">
                    <a16:creationId xmlns:a16="http://schemas.microsoft.com/office/drawing/2014/main" id="{C7BED17F-DC8A-14F2-E66E-D0826B5E532D}"/>
                  </a:ext>
                </a:extLst>
              </p:cNvPr>
              <p:cNvSpPr>
                <a:spLocks noChangeShapeType="1"/>
              </p:cNvSpPr>
              <p:nvPr/>
            </p:nvSpPr>
            <p:spPr bwMode="auto">
              <a:xfrm>
                <a:off x="384" y="2304"/>
                <a:ext cx="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36" name="Line 9">
                <a:extLst>
                  <a:ext uri="{FF2B5EF4-FFF2-40B4-BE49-F238E27FC236}">
                    <a16:creationId xmlns:a16="http://schemas.microsoft.com/office/drawing/2014/main" id="{ACFA3B53-9B45-D5C4-4F7B-FC1271346DF2}"/>
                  </a:ext>
                </a:extLst>
              </p:cNvPr>
              <p:cNvSpPr>
                <a:spLocks noChangeShapeType="1"/>
              </p:cNvSpPr>
              <p:nvPr/>
            </p:nvSpPr>
            <p:spPr bwMode="auto">
              <a:xfrm>
                <a:off x="672" y="1872"/>
                <a:ext cx="1584"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37" name="Line 10">
                <a:extLst>
                  <a:ext uri="{FF2B5EF4-FFF2-40B4-BE49-F238E27FC236}">
                    <a16:creationId xmlns:a16="http://schemas.microsoft.com/office/drawing/2014/main" id="{D5B20BA6-64DD-2958-6722-64AF058B3FE0}"/>
                  </a:ext>
                </a:extLst>
              </p:cNvPr>
              <p:cNvSpPr>
                <a:spLocks noChangeShapeType="1"/>
              </p:cNvSpPr>
              <p:nvPr/>
            </p:nvSpPr>
            <p:spPr bwMode="auto">
              <a:xfrm flipV="1">
                <a:off x="672" y="1152"/>
                <a:ext cx="720" cy="72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38" name="Line 11">
                <a:extLst>
                  <a:ext uri="{FF2B5EF4-FFF2-40B4-BE49-F238E27FC236}">
                    <a16:creationId xmlns:a16="http://schemas.microsoft.com/office/drawing/2014/main" id="{ADA2B263-D4B5-C317-4664-5008AD2A65E8}"/>
                  </a:ext>
                </a:extLst>
              </p:cNvPr>
              <p:cNvSpPr>
                <a:spLocks noChangeShapeType="1"/>
              </p:cNvSpPr>
              <p:nvPr/>
            </p:nvSpPr>
            <p:spPr bwMode="auto">
              <a:xfrm>
                <a:off x="1392" y="1152"/>
                <a:ext cx="864"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39" name="Line 12">
                <a:extLst>
                  <a:ext uri="{FF2B5EF4-FFF2-40B4-BE49-F238E27FC236}">
                    <a16:creationId xmlns:a16="http://schemas.microsoft.com/office/drawing/2014/main" id="{46C63317-FD58-0201-FA09-2EB3FD64B6EB}"/>
                  </a:ext>
                </a:extLst>
              </p:cNvPr>
              <p:cNvSpPr>
                <a:spLocks noChangeShapeType="1"/>
              </p:cNvSpPr>
              <p:nvPr/>
            </p:nvSpPr>
            <p:spPr bwMode="auto">
              <a:xfrm>
                <a:off x="672" y="1872"/>
                <a:ext cx="0" cy="14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0" name="Line 13">
                <a:extLst>
                  <a:ext uri="{FF2B5EF4-FFF2-40B4-BE49-F238E27FC236}">
                    <a16:creationId xmlns:a16="http://schemas.microsoft.com/office/drawing/2014/main" id="{4614B662-EF42-BE26-E724-FCE54DDE9775}"/>
                  </a:ext>
                </a:extLst>
              </p:cNvPr>
              <p:cNvSpPr>
                <a:spLocks noChangeShapeType="1"/>
              </p:cNvSpPr>
              <p:nvPr/>
            </p:nvSpPr>
            <p:spPr bwMode="auto">
              <a:xfrm>
                <a:off x="2256" y="211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 name="Line 14">
                <a:extLst>
                  <a:ext uri="{FF2B5EF4-FFF2-40B4-BE49-F238E27FC236}">
                    <a16:creationId xmlns:a16="http://schemas.microsoft.com/office/drawing/2014/main" id="{DBD4733E-C76D-17D8-1983-D23757660CFB}"/>
                  </a:ext>
                </a:extLst>
              </p:cNvPr>
              <p:cNvSpPr>
                <a:spLocks noChangeShapeType="1"/>
              </p:cNvSpPr>
              <p:nvPr/>
            </p:nvSpPr>
            <p:spPr bwMode="auto">
              <a:xfrm flipV="1">
                <a:off x="672" y="2736"/>
                <a:ext cx="1584"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2" name="Line 15">
                <a:extLst>
                  <a:ext uri="{FF2B5EF4-FFF2-40B4-BE49-F238E27FC236}">
                    <a16:creationId xmlns:a16="http://schemas.microsoft.com/office/drawing/2014/main" id="{7208EEEA-2789-D95A-CB07-A96FCCC7F006}"/>
                  </a:ext>
                </a:extLst>
              </p:cNvPr>
              <p:cNvSpPr>
                <a:spLocks noChangeShapeType="1"/>
              </p:cNvSpPr>
              <p:nvPr/>
            </p:nvSpPr>
            <p:spPr bwMode="auto">
              <a:xfrm>
                <a:off x="1392" y="1152"/>
                <a:ext cx="0" cy="19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3" name="Line 16">
                <a:extLst>
                  <a:ext uri="{FF2B5EF4-FFF2-40B4-BE49-F238E27FC236}">
                    <a16:creationId xmlns:a16="http://schemas.microsoft.com/office/drawing/2014/main" id="{1822D667-D6AE-4650-D4C4-5BFAA006D0BC}"/>
                  </a:ext>
                </a:extLst>
              </p:cNvPr>
              <p:cNvSpPr>
                <a:spLocks noChangeShapeType="1"/>
              </p:cNvSpPr>
              <p:nvPr/>
            </p:nvSpPr>
            <p:spPr bwMode="auto">
              <a:xfrm>
                <a:off x="912" y="2688"/>
                <a:ext cx="1584"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44" name="Line 17">
                <a:extLst>
                  <a:ext uri="{FF2B5EF4-FFF2-40B4-BE49-F238E27FC236}">
                    <a16:creationId xmlns:a16="http://schemas.microsoft.com/office/drawing/2014/main" id="{FF3ED740-A9A3-ED5D-6CE9-0140FBA9FBB1}"/>
                  </a:ext>
                </a:extLst>
              </p:cNvPr>
              <p:cNvSpPr>
                <a:spLocks noChangeShapeType="1"/>
              </p:cNvSpPr>
              <p:nvPr/>
            </p:nvSpPr>
            <p:spPr bwMode="auto">
              <a:xfrm flipV="1">
                <a:off x="912" y="2112"/>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5" name="Line 18">
                <a:extLst>
                  <a:ext uri="{FF2B5EF4-FFF2-40B4-BE49-F238E27FC236}">
                    <a16:creationId xmlns:a16="http://schemas.microsoft.com/office/drawing/2014/main" id="{6A6ACD81-494B-8F5D-FA95-D0832D1A2262}"/>
                  </a:ext>
                </a:extLst>
              </p:cNvPr>
              <p:cNvSpPr>
                <a:spLocks noChangeShapeType="1"/>
              </p:cNvSpPr>
              <p:nvPr/>
            </p:nvSpPr>
            <p:spPr bwMode="auto">
              <a:xfrm flipV="1">
                <a:off x="2496" y="1248"/>
                <a:ext cx="0" cy="2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6" name="Line 19">
                <a:extLst>
                  <a:ext uri="{FF2B5EF4-FFF2-40B4-BE49-F238E27FC236}">
                    <a16:creationId xmlns:a16="http://schemas.microsoft.com/office/drawing/2014/main" id="{94E87400-4105-0227-0DE2-A96655349E5C}"/>
                  </a:ext>
                </a:extLst>
              </p:cNvPr>
              <p:cNvSpPr>
                <a:spLocks noChangeShapeType="1"/>
              </p:cNvSpPr>
              <p:nvPr/>
            </p:nvSpPr>
            <p:spPr bwMode="auto">
              <a:xfrm flipV="1">
                <a:off x="912" y="1248"/>
                <a:ext cx="1584" cy="8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7" name="Freeform 20">
                <a:extLst>
                  <a:ext uri="{FF2B5EF4-FFF2-40B4-BE49-F238E27FC236}">
                    <a16:creationId xmlns:a16="http://schemas.microsoft.com/office/drawing/2014/main" id="{5A6AC286-15B5-A231-9FCA-B3ADA194078C}"/>
                  </a:ext>
                </a:extLst>
              </p:cNvPr>
              <p:cNvSpPr>
                <a:spLocks/>
              </p:cNvSpPr>
              <p:nvPr/>
            </p:nvSpPr>
            <p:spPr bwMode="auto">
              <a:xfrm>
                <a:off x="1824" y="1248"/>
                <a:ext cx="672" cy="375"/>
              </a:xfrm>
              <a:custGeom>
                <a:avLst/>
                <a:gdLst>
                  <a:gd name="T0" fmla="*/ 0 w 672"/>
                  <a:gd name="T1" fmla="*/ 375 h 375"/>
                  <a:gd name="T2" fmla="*/ 672 w 672"/>
                  <a:gd name="T3" fmla="*/ 0 h 375"/>
                </a:gdLst>
                <a:ahLst/>
                <a:cxnLst>
                  <a:cxn ang="0">
                    <a:pos x="T0" y="T1"/>
                  </a:cxn>
                  <a:cxn ang="0">
                    <a:pos x="T2" y="T3"/>
                  </a:cxn>
                </a:cxnLst>
                <a:rect l="0" t="0" r="r" b="b"/>
                <a:pathLst>
                  <a:path w="672" h="375">
                    <a:moveTo>
                      <a:pt x="0" y="375"/>
                    </a:moveTo>
                    <a:lnTo>
                      <a:pt x="672"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spAutoFit/>
              </a:bodyPr>
              <a:lstStyle/>
              <a:p>
                <a:endParaRPr lang="en-US"/>
              </a:p>
            </p:txBody>
          </p:sp>
          <p:sp>
            <p:nvSpPr>
              <p:cNvPr id="48" name="Freeform 21">
                <a:extLst>
                  <a:ext uri="{FF2B5EF4-FFF2-40B4-BE49-F238E27FC236}">
                    <a16:creationId xmlns:a16="http://schemas.microsoft.com/office/drawing/2014/main" id="{BBCAD587-C092-076B-7955-792FAF41CCA5}"/>
                  </a:ext>
                </a:extLst>
              </p:cNvPr>
              <p:cNvSpPr>
                <a:spLocks/>
              </p:cNvSpPr>
              <p:nvPr/>
            </p:nvSpPr>
            <p:spPr bwMode="auto">
              <a:xfrm>
                <a:off x="912" y="1948"/>
                <a:ext cx="319" cy="164"/>
              </a:xfrm>
              <a:custGeom>
                <a:avLst/>
                <a:gdLst>
                  <a:gd name="T0" fmla="*/ 0 w 319"/>
                  <a:gd name="T1" fmla="*/ 164 h 164"/>
                  <a:gd name="T2" fmla="*/ 319 w 319"/>
                  <a:gd name="T3" fmla="*/ 0 h 164"/>
                </a:gdLst>
                <a:ahLst/>
                <a:cxnLst>
                  <a:cxn ang="0">
                    <a:pos x="T0" y="T1"/>
                  </a:cxn>
                  <a:cxn ang="0">
                    <a:pos x="T2" y="T3"/>
                  </a:cxn>
                </a:cxnLst>
                <a:rect l="0" t="0" r="r" b="b"/>
                <a:pathLst>
                  <a:path w="319" h="164">
                    <a:moveTo>
                      <a:pt x="0" y="164"/>
                    </a:moveTo>
                    <a:lnTo>
                      <a:pt x="319"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spAutoFit/>
              </a:bodyPr>
              <a:lstStyle/>
              <a:p>
                <a:endParaRPr lang="en-US"/>
              </a:p>
            </p:txBody>
          </p:sp>
        </p:grpSp>
        <p:sp>
          <p:nvSpPr>
            <p:cNvPr id="11" name="Text Box 22">
              <a:extLst>
                <a:ext uri="{FF2B5EF4-FFF2-40B4-BE49-F238E27FC236}">
                  <a16:creationId xmlns:a16="http://schemas.microsoft.com/office/drawing/2014/main" id="{7A398913-5A4B-78E0-6257-9A3DB55146A6}"/>
                </a:ext>
              </a:extLst>
            </p:cNvPr>
            <p:cNvSpPr txBox="1">
              <a:spLocks noChangeArrowheads="1"/>
            </p:cNvSpPr>
            <p:nvPr/>
          </p:nvSpPr>
          <p:spPr bwMode="auto">
            <a:xfrm>
              <a:off x="428" y="2879"/>
              <a:ext cx="384" cy="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a:t>a</a:t>
              </a:r>
            </a:p>
          </p:txBody>
        </p:sp>
        <p:sp>
          <p:nvSpPr>
            <p:cNvPr id="12" name="Text Box 23">
              <a:extLst>
                <a:ext uri="{FF2B5EF4-FFF2-40B4-BE49-F238E27FC236}">
                  <a16:creationId xmlns:a16="http://schemas.microsoft.com/office/drawing/2014/main" id="{C65D62C5-A297-72BE-E9CC-E60D77D3B41E}"/>
                </a:ext>
              </a:extLst>
            </p:cNvPr>
            <p:cNvSpPr txBox="1">
              <a:spLocks noChangeArrowheads="1"/>
            </p:cNvSpPr>
            <p:nvPr/>
          </p:nvSpPr>
          <p:spPr bwMode="auto">
            <a:xfrm>
              <a:off x="1203" y="2736"/>
              <a:ext cx="403" cy="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a:t>b</a:t>
              </a:r>
            </a:p>
          </p:txBody>
        </p:sp>
        <p:sp>
          <p:nvSpPr>
            <p:cNvPr id="13" name="Text Box 24">
              <a:extLst>
                <a:ext uri="{FF2B5EF4-FFF2-40B4-BE49-F238E27FC236}">
                  <a16:creationId xmlns:a16="http://schemas.microsoft.com/office/drawing/2014/main" id="{CB9D1419-EF61-994D-0AA8-6203196E6D29}"/>
                </a:ext>
              </a:extLst>
            </p:cNvPr>
            <p:cNvSpPr txBox="1">
              <a:spLocks noChangeArrowheads="1"/>
            </p:cNvSpPr>
            <p:nvPr/>
          </p:nvSpPr>
          <p:spPr bwMode="auto">
            <a:xfrm>
              <a:off x="2159" y="2303"/>
              <a:ext cx="385" cy="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a:t>c</a:t>
              </a:r>
            </a:p>
          </p:txBody>
        </p:sp>
        <p:sp>
          <p:nvSpPr>
            <p:cNvPr id="14" name="Text Box 25">
              <a:extLst>
                <a:ext uri="{FF2B5EF4-FFF2-40B4-BE49-F238E27FC236}">
                  <a16:creationId xmlns:a16="http://schemas.microsoft.com/office/drawing/2014/main" id="{F4B4A7AD-76B8-454D-BA33-F61DF160909A}"/>
                </a:ext>
              </a:extLst>
            </p:cNvPr>
            <p:cNvSpPr txBox="1">
              <a:spLocks noChangeArrowheads="1"/>
            </p:cNvSpPr>
            <p:nvPr/>
          </p:nvSpPr>
          <p:spPr bwMode="auto">
            <a:xfrm>
              <a:off x="605" y="2303"/>
              <a:ext cx="493" cy="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a:t>m</a:t>
              </a:r>
            </a:p>
          </p:txBody>
        </p:sp>
        <p:sp>
          <p:nvSpPr>
            <p:cNvPr id="15" name="Text Box 26">
              <a:extLst>
                <a:ext uri="{FF2B5EF4-FFF2-40B4-BE49-F238E27FC236}">
                  <a16:creationId xmlns:a16="http://schemas.microsoft.com/office/drawing/2014/main" id="{93C9B673-D7AF-41FF-D5B9-17DC2B0EAEF5}"/>
                </a:ext>
              </a:extLst>
            </p:cNvPr>
            <p:cNvSpPr txBox="1">
              <a:spLocks noChangeArrowheads="1"/>
            </p:cNvSpPr>
            <p:nvPr/>
          </p:nvSpPr>
          <p:spPr bwMode="auto">
            <a:xfrm>
              <a:off x="2400" y="2927"/>
              <a:ext cx="403" cy="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a:t>n</a:t>
              </a:r>
            </a:p>
          </p:txBody>
        </p:sp>
        <p:sp>
          <p:nvSpPr>
            <p:cNvPr id="16" name="Text Box 27">
              <a:extLst>
                <a:ext uri="{FF2B5EF4-FFF2-40B4-BE49-F238E27FC236}">
                  <a16:creationId xmlns:a16="http://schemas.microsoft.com/office/drawing/2014/main" id="{40BBA795-4083-9006-C879-4BD003084294}"/>
                </a:ext>
              </a:extLst>
            </p:cNvPr>
            <p:cNvSpPr txBox="1">
              <a:spLocks noChangeArrowheads="1"/>
            </p:cNvSpPr>
            <p:nvPr/>
          </p:nvSpPr>
          <p:spPr bwMode="auto">
            <a:xfrm>
              <a:off x="2135" y="1679"/>
              <a:ext cx="467" cy="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a:t>c</a:t>
              </a:r>
              <a:r>
                <a:rPr lang="en-US" altLang="zh-CN" sz="2000">
                  <a:sym typeface="Symbol" charset="2"/>
                </a:rPr>
                <a:t></a:t>
              </a:r>
            </a:p>
          </p:txBody>
        </p:sp>
        <p:sp>
          <p:nvSpPr>
            <p:cNvPr id="17" name="Text Box 28">
              <a:extLst>
                <a:ext uri="{FF2B5EF4-FFF2-40B4-BE49-F238E27FC236}">
                  <a16:creationId xmlns:a16="http://schemas.microsoft.com/office/drawing/2014/main" id="{80669DAE-E22B-78B3-06D8-C5F04E26FE39}"/>
                </a:ext>
              </a:extLst>
            </p:cNvPr>
            <p:cNvSpPr txBox="1">
              <a:spLocks noChangeArrowheads="1"/>
            </p:cNvSpPr>
            <p:nvPr/>
          </p:nvSpPr>
          <p:spPr bwMode="auto">
            <a:xfrm>
              <a:off x="2351" y="768"/>
              <a:ext cx="485" cy="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a:t>n</a:t>
              </a:r>
              <a:r>
                <a:rPr lang="en-US" altLang="zh-CN" sz="2000">
                  <a:sym typeface="Symbol" charset="2"/>
                </a:rPr>
                <a:t></a:t>
              </a:r>
            </a:p>
          </p:txBody>
        </p:sp>
        <p:sp>
          <p:nvSpPr>
            <p:cNvPr id="18" name="Text Box 29">
              <a:extLst>
                <a:ext uri="{FF2B5EF4-FFF2-40B4-BE49-F238E27FC236}">
                  <a16:creationId xmlns:a16="http://schemas.microsoft.com/office/drawing/2014/main" id="{579FCA0E-AC29-3BB6-61AE-54076CF8B624}"/>
                </a:ext>
              </a:extLst>
            </p:cNvPr>
            <p:cNvSpPr txBox="1">
              <a:spLocks noChangeArrowheads="1"/>
            </p:cNvSpPr>
            <p:nvPr/>
          </p:nvSpPr>
          <p:spPr bwMode="auto">
            <a:xfrm>
              <a:off x="1108" y="673"/>
              <a:ext cx="486" cy="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a:t>b</a:t>
              </a:r>
              <a:r>
                <a:rPr lang="en-US" altLang="zh-CN" sz="2000">
                  <a:sym typeface="Symbol" charset="2"/>
                </a:rPr>
                <a:t></a:t>
              </a:r>
            </a:p>
          </p:txBody>
        </p:sp>
        <p:sp>
          <p:nvSpPr>
            <p:cNvPr id="19" name="Text Box 30">
              <a:extLst>
                <a:ext uri="{FF2B5EF4-FFF2-40B4-BE49-F238E27FC236}">
                  <a16:creationId xmlns:a16="http://schemas.microsoft.com/office/drawing/2014/main" id="{8C78AF66-61E0-95DF-850F-C311E207D0B5}"/>
                </a:ext>
              </a:extLst>
            </p:cNvPr>
            <p:cNvSpPr txBox="1">
              <a:spLocks noChangeArrowheads="1"/>
            </p:cNvSpPr>
            <p:nvPr/>
          </p:nvSpPr>
          <p:spPr bwMode="auto">
            <a:xfrm>
              <a:off x="362" y="1441"/>
              <a:ext cx="467"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a:t>a</a:t>
              </a:r>
              <a:r>
                <a:rPr lang="en-US" altLang="zh-CN" sz="2000">
                  <a:sym typeface="Symbol" charset="2"/>
                </a:rPr>
                <a:t></a:t>
              </a:r>
            </a:p>
          </p:txBody>
        </p:sp>
        <p:sp>
          <p:nvSpPr>
            <p:cNvPr id="20" name="Text Box 31">
              <a:extLst>
                <a:ext uri="{FF2B5EF4-FFF2-40B4-BE49-F238E27FC236}">
                  <a16:creationId xmlns:a16="http://schemas.microsoft.com/office/drawing/2014/main" id="{A23FF175-F1F6-1569-EA0B-1C6273D5B475}"/>
                </a:ext>
              </a:extLst>
            </p:cNvPr>
            <p:cNvSpPr txBox="1">
              <a:spLocks noChangeArrowheads="1"/>
            </p:cNvSpPr>
            <p:nvPr/>
          </p:nvSpPr>
          <p:spPr bwMode="auto">
            <a:xfrm>
              <a:off x="508" y="1729"/>
              <a:ext cx="576" cy="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a:t>m</a:t>
              </a:r>
              <a:r>
                <a:rPr lang="en-US" altLang="zh-CN" sz="2000">
                  <a:sym typeface="Symbol" charset="2"/>
                </a:rPr>
                <a:t></a:t>
              </a:r>
            </a:p>
          </p:txBody>
        </p:sp>
        <p:sp>
          <p:nvSpPr>
            <p:cNvPr id="21" name="Freeform 32">
              <a:extLst>
                <a:ext uri="{FF2B5EF4-FFF2-40B4-BE49-F238E27FC236}">
                  <a16:creationId xmlns:a16="http://schemas.microsoft.com/office/drawing/2014/main" id="{75D70413-066C-932A-7E3F-E3014E4ABA7F}"/>
                </a:ext>
              </a:extLst>
            </p:cNvPr>
            <p:cNvSpPr>
              <a:spLocks/>
            </p:cNvSpPr>
            <p:nvPr/>
          </p:nvSpPr>
          <p:spPr bwMode="auto">
            <a:xfrm>
              <a:off x="1596" y="1535"/>
              <a:ext cx="1" cy="1256"/>
            </a:xfrm>
            <a:custGeom>
              <a:avLst/>
              <a:gdLst>
                <a:gd name="T0" fmla="*/ 0 w 1"/>
                <a:gd name="T1" fmla="*/ 1256 h 1256"/>
                <a:gd name="T2" fmla="*/ 0 w 1"/>
                <a:gd name="T3" fmla="*/ 0 h 1256"/>
              </a:gdLst>
              <a:ahLst/>
              <a:cxnLst>
                <a:cxn ang="0">
                  <a:pos x="T0" y="T1"/>
                </a:cxn>
                <a:cxn ang="0">
                  <a:pos x="T2" y="T3"/>
                </a:cxn>
              </a:cxnLst>
              <a:rect l="0" t="0" r="r" b="b"/>
              <a:pathLst>
                <a:path w="1" h="1256">
                  <a:moveTo>
                    <a:pt x="0" y="1256"/>
                  </a:moveTo>
                  <a:lnTo>
                    <a:pt x="0"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spAutoFit/>
            </a:bodyPr>
            <a:lstStyle/>
            <a:p>
              <a:endParaRPr lang="en-US"/>
            </a:p>
          </p:txBody>
        </p:sp>
        <p:sp>
          <p:nvSpPr>
            <p:cNvPr id="22" name="Freeform 33">
              <a:extLst>
                <a:ext uri="{FF2B5EF4-FFF2-40B4-BE49-F238E27FC236}">
                  <a16:creationId xmlns:a16="http://schemas.microsoft.com/office/drawing/2014/main" id="{AA7A5DF1-D1CE-7550-9B8F-CDCDBD8C87DA}"/>
                </a:ext>
              </a:extLst>
            </p:cNvPr>
            <p:cNvSpPr>
              <a:spLocks/>
            </p:cNvSpPr>
            <p:nvPr/>
          </p:nvSpPr>
          <p:spPr bwMode="auto">
            <a:xfrm>
              <a:off x="1610" y="1422"/>
              <a:ext cx="212" cy="113"/>
            </a:xfrm>
            <a:custGeom>
              <a:avLst/>
              <a:gdLst>
                <a:gd name="T0" fmla="*/ 0 w 212"/>
                <a:gd name="T1" fmla="*/ 113 h 113"/>
                <a:gd name="T2" fmla="*/ 212 w 212"/>
                <a:gd name="T3" fmla="*/ 0 h 113"/>
              </a:gdLst>
              <a:ahLst/>
              <a:cxnLst>
                <a:cxn ang="0">
                  <a:pos x="T0" y="T1"/>
                </a:cxn>
                <a:cxn ang="0">
                  <a:pos x="T2" y="T3"/>
                </a:cxn>
              </a:cxnLst>
              <a:rect l="0" t="0" r="r" b="b"/>
              <a:pathLst>
                <a:path w="212" h="113">
                  <a:moveTo>
                    <a:pt x="0" y="113"/>
                  </a:moveTo>
                  <a:lnTo>
                    <a:pt x="212" y="0"/>
                  </a:ln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spAutoFit/>
            </a:bodyPr>
            <a:lstStyle/>
            <a:p>
              <a:endParaRPr lang="en-US"/>
            </a:p>
          </p:txBody>
        </p:sp>
        <p:sp>
          <p:nvSpPr>
            <p:cNvPr id="23" name="Freeform 34">
              <a:extLst>
                <a:ext uri="{FF2B5EF4-FFF2-40B4-BE49-F238E27FC236}">
                  <a16:creationId xmlns:a16="http://schemas.microsoft.com/office/drawing/2014/main" id="{C8D1BBF9-C418-E908-F721-2A7F86450E30}"/>
                </a:ext>
              </a:extLst>
            </p:cNvPr>
            <p:cNvSpPr>
              <a:spLocks/>
            </p:cNvSpPr>
            <p:nvPr/>
          </p:nvSpPr>
          <p:spPr bwMode="auto">
            <a:xfrm>
              <a:off x="1228" y="1535"/>
              <a:ext cx="368" cy="212"/>
            </a:xfrm>
            <a:custGeom>
              <a:avLst/>
              <a:gdLst>
                <a:gd name="T0" fmla="*/ 0 w 368"/>
                <a:gd name="T1" fmla="*/ 212 h 212"/>
                <a:gd name="T2" fmla="*/ 368 w 368"/>
                <a:gd name="T3" fmla="*/ 0 h 212"/>
              </a:gdLst>
              <a:ahLst/>
              <a:cxnLst>
                <a:cxn ang="0">
                  <a:pos x="T0" y="T1"/>
                </a:cxn>
                <a:cxn ang="0">
                  <a:pos x="T2" y="T3"/>
                </a:cxn>
              </a:cxnLst>
              <a:rect l="0" t="0" r="r" b="b"/>
              <a:pathLst>
                <a:path w="368" h="212">
                  <a:moveTo>
                    <a:pt x="0" y="212"/>
                  </a:moveTo>
                  <a:lnTo>
                    <a:pt x="368" y="0"/>
                  </a:lnTo>
                </a:path>
              </a:pathLst>
            </a:custGeom>
            <a:noFill/>
            <a:ln w="38100" cap="flat" cmpd="sng">
              <a:solidFill>
                <a:schemeClr val="bg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spAutoFit/>
            </a:bodyPr>
            <a:lstStyle/>
            <a:p>
              <a:endParaRPr lang="en-US"/>
            </a:p>
          </p:txBody>
        </p:sp>
        <p:sp>
          <p:nvSpPr>
            <p:cNvPr id="24" name="Freeform 35">
              <a:extLst>
                <a:ext uri="{FF2B5EF4-FFF2-40B4-BE49-F238E27FC236}">
                  <a16:creationId xmlns:a16="http://schemas.microsoft.com/office/drawing/2014/main" id="{60F2BA9C-8A3C-2A7E-D962-22D70A1F599E}"/>
                </a:ext>
              </a:extLst>
            </p:cNvPr>
            <p:cNvSpPr>
              <a:spLocks/>
            </p:cNvSpPr>
            <p:nvPr/>
          </p:nvSpPr>
          <p:spPr bwMode="auto">
            <a:xfrm>
              <a:off x="1228" y="1747"/>
              <a:ext cx="1" cy="1186"/>
            </a:xfrm>
            <a:custGeom>
              <a:avLst/>
              <a:gdLst>
                <a:gd name="T0" fmla="*/ 0 w 1"/>
                <a:gd name="T1" fmla="*/ 0 h 1186"/>
                <a:gd name="T2" fmla="*/ 0 w 1"/>
                <a:gd name="T3" fmla="*/ 1186 h 1186"/>
              </a:gdLst>
              <a:ahLst/>
              <a:cxnLst>
                <a:cxn ang="0">
                  <a:pos x="T0" y="T1"/>
                </a:cxn>
                <a:cxn ang="0">
                  <a:pos x="T2" y="T3"/>
                </a:cxn>
              </a:cxnLst>
              <a:rect l="0" t="0" r="r" b="b"/>
              <a:pathLst>
                <a:path w="1" h="1186">
                  <a:moveTo>
                    <a:pt x="0" y="0"/>
                  </a:moveTo>
                  <a:lnTo>
                    <a:pt x="0" y="1186"/>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spAutoFit/>
            </a:bodyPr>
            <a:lstStyle/>
            <a:p>
              <a:endParaRPr lang="en-US"/>
            </a:p>
          </p:txBody>
        </p:sp>
        <p:grpSp>
          <p:nvGrpSpPr>
            <p:cNvPr id="25" name="Group 36">
              <a:extLst>
                <a:ext uri="{FF2B5EF4-FFF2-40B4-BE49-F238E27FC236}">
                  <a16:creationId xmlns:a16="http://schemas.microsoft.com/office/drawing/2014/main" id="{AA90686A-527F-7826-5A0E-A6C15828C80E}"/>
                </a:ext>
              </a:extLst>
            </p:cNvPr>
            <p:cNvGrpSpPr>
              <a:grpSpLocks/>
            </p:cNvGrpSpPr>
            <p:nvPr/>
          </p:nvGrpSpPr>
          <p:grpSpPr bwMode="auto">
            <a:xfrm>
              <a:off x="1349" y="1193"/>
              <a:ext cx="1083" cy="514"/>
              <a:chOff x="1135" y="1880"/>
              <a:chExt cx="2037" cy="514"/>
            </a:xfrm>
          </p:grpSpPr>
          <p:sp>
            <p:nvSpPr>
              <p:cNvPr id="33" name="Text Box 37">
                <a:extLst>
                  <a:ext uri="{FF2B5EF4-FFF2-40B4-BE49-F238E27FC236}">
                    <a16:creationId xmlns:a16="http://schemas.microsoft.com/office/drawing/2014/main" id="{B6112BC3-1A2F-E506-3FE0-558F9B867049}"/>
                  </a:ext>
                </a:extLst>
              </p:cNvPr>
              <p:cNvSpPr txBox="1">
                <a:spLocks noChangeArrowheads="1"/>
              </p:cNvSpPr>
              <p:nvPr/>
            </p:nvSpPr>
            <p:spPr bwMode="auto">
              <a:xfrm>
                <a:off x="1135" y="1880"/>
                <a:ext cx="915" cy="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a:solidFill>
                      <a:srgbClr val="FF3399"/>
                    </a:solidFill>
                  </a:rPr>
                  <a:t>k</a:t>
                </a:r>
                <a:r>
                  <a:rPr lang="en-US" altLang="zh-CN" sz="2000">
                    <a:solidFill>
                      <a:srgbClr val="FF3399"/>
                    </a:solidFill>
                    <a:sym typeface="Symbol" charset="2"/>
                  </a:rPr>
                  <a:t></a:t>
                </a:r>
              </a:p>
            </p:txBody>
          </p:sp>
          <p:sp>
            <p:nvSpPr>
              <p:cNvPr id="34" name="Text Box 38">
                <a:extLst>
                  <a:ext uri="{FF2B5EF4-FFF2-40B4-BE49-F238E27FC236}">
                    <a16:creationId xmlns:a16="http://schemas.microsoft.com/office/drawing/2014/main" id="{2EB7C1CD-45B0-522A-B60D-9CAEAAFB1BEC}"/>
                  </a:ext>
                </a:extLst>
              </p:cNvPr>
              <p:cNvSpPr txBox="1">
                <a:spLocks noChangeArrowheads="1"/>
              </p:cNvSpPr>
              <p:nvPr/>
            </p:nvSpPr>
            <p:spPr bwMode="auto">
              <a:xfrm>
                <a:off x="1204" y="2105"/>
                <a:ext cx="1968"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r>
                  <a:rPr kumimoji="0" lang="en-US" altLang="zh-CN" sz="1000" b="1" dirty="0"/>
                  <a:t>●</a:t>
                </a:r>
              </a:p>
            </p:txBody>
          </p:sp>
        </p:grpSp>
        <p:sp>
          <p:nvSpPr>
            <p:cNvPr id="26" name="Freeform 39">
              <a:extLst>
                <a:ext uri="{FF2B5EF4-FFF2-40B4-BE49-F238E27FC236}">
                  <a16:creationId xmlns:a16="http://schemas.microsoft.com/office/drawing/2014/main" id="{2267565F-BDAC-D34A-0D7D-1B2E0D77FB20}"/>
                </a:ext>
              </a:extLst>
            </p:cNvPr>
            <p:cNvSpPr>
              <a:spLocks/>
            </p:cNvSpPr>
            <p:nvPr/>
          </p:nvSpPr>
          <p:spPr bwMode="auto">
            <a:xfrm>
              <a:off x="1248" y="1578"/>
              <a:ext cx="295" cy="164"/>
            </a:xfrm>
            <a:custGeom>
              <a:avLst/>
              <a:gdLst>
                <a:gd name="T0" fmla="*/ 0 w 375"/>
                <a:gd name="T1" fmla="*/ 206 h 206"/>
                <a:gd name="T2" fmla="*/ 375 w 375"/>
                <a:gd name="T3" fmla="*/ 0 h 206"/>
              </a:gdLst>
              <a:ahLst/>
              <a:cxnLst>
                <a:cxn ang="0">
                  <a:pos x="T0" y="T1"/>
                </a:cxn>
                <a:cxn ang="0">
                  <a:pos x="T2" y="T3"/>
                </a:cxn>
              </a:cxnLst>
              <a:rect l="0" t="0" r="r" b="b"/>
              <a:pathLst>
                <a:path w="375" h="206">
                  <a:moveTo>
                    <a:pt x="0" y="206"/>
                  </a:moveTo>
                  <a:lnTo>
                    <a:pt x="375" y="0"/>
                  </a:lnTo>
                </a:path>
              </a:pathLst>
            </a:custGeom>
            <a:noFill/>
            <a:ln w="19050" cap="flat" cmpd="sng">
              <a:solidFill>
                <a:srgbClr val="FF0000"/>
              </a:solidFill>
              <a:prstDash val="lg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square" anchor="ctr">
              <a:spAutoFit/>
            </a:bodyPr>
            <a:lstStyle/>
            <a:p>
              <a:endParaRPr lang="en-US"/>
            </a:p>
          </p:txBody>
        </p:sp>
        <p:grpSp>
          <p:nvGrpSpPr>
            <p:cNvPr id="27" name="Group 40">
              <a:extLst>
                <a:ext uri="{FF2B5EF4-FFF2-40B4-BE49-F238E27FC236}">
                  <a16:creationId xmlns:a16="http://schemas.microsoft.com/office/drawing/2014/main" id="{1FA5F9F8-C6FF-5293-C0F6-5C9185C71F4C}"/>
                </a:ext>
              </a:extLst>
            </p:cNvPr>
            <p:cNvGrpSpPr>
              <a:grpSpLocks/>
            </p:cNvGrpSpPr>
            <p:nvPr/>
          </p:nvGrpSpPr>
          <p:grpSpPr bwMode="auto">
            <a:xfrm>
              <a:off x="1169" y="2620"/>
              <a:ext cx="629" cy="533"/>
              <a:chOff x="481" y="3364"/>
              <a:chExt cx="1680" cy="423"/>
            </a:xfrm>
          </p:grpSpPr>
          <p:sp>
            <p:nvSpPr>
              <p:cNvPr id="31" name="Text Box 41">
                <a:extLst>
                  <a:ext uri="{FF2B5EF4-FFF2-40B4-BE49-F238E27FC236}">
                    <a16:creationId xmlns:a16="http://schemas.microsoft.com/office/drawing/2014/main" id="{AD1AF312-9DA9-1DC5-9124-1BD907F4554F}"/>
                  </a:ext>
                </a:extLst>
              </p:cNvPr>
              <p:cNvSpPr txBox="1">
                <a:spLocks noChangeArrowheads="1"/>
              </p:cNvSpPr>
              <p:nvPr/>
            </p:nvSpPr>
            <p:spPr bwMode="auto">
              <a:xfrm>
                <a:off x="1081" y="3416"/>
                <a:ext cx="1076" cy="3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a:solidFill>
                      <a:srgbClr val="FF3399"/>
                    </a:solidFill>
                  </a:rPr>
                  <a:t>k</a:t>
                </a:r>
              </a:p>
            </p:txBody>
          </p:sp>
          <p:sp>
            <p:nvSpPr>
              <p:cNvPr id="32" name="Text Box 42">
                <a:extLst>
                  <a:ext uri="{FF2B5EF4-FFF2-40B4-BE49-F238E27FC236}">
                    <a16:creationId xmlns:a16="http://schemas.microsoft.com/office/drawing/2014/main" id="{90C452A9-41C6-08D5-3779-B67DA250BF10}"/>
                  </a:ext>
                </a:extLst>
              </p:cNvPr>
              <p:cNvSpPr txBox="1">
                <a:spLocks noChangeArrowheads="1"/>
              </p:cNvSpPr>
              <p:nvPr/>
            </p:nvSpPr>
            <p:spPr bwMode="auto">
              <a:xfrm flipV="1">
                <a:off x="481" y="3364"/>
                <a:ext cx="1680"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r>
                  <a:rPr kumimoji="0" lang="en-US" altLang="zh-CN" sz="1000" b="1" dirty="0"/>
                  <a:t>●</a:t>
                </a:r>
              </a:p>
            </p:txBody>
          </p:sp>
        </p:grpSp>
        <p:grpSp>
          <p:nvGrpSpPr>
            <p:cNvPr id="28" name="Group 43">
              <a:extLst>
                <a:ext uri="{FF2B5EF4-FFF2-40B4-BE49-F238E27FC236}">
                  <a16:creationId xmlns:a16="http://schemas.microsoft.com/office/drawing/2014/main" id="{897B741F-4195-8D0D-7F06-8DE575D5F093}"/>
                </a:ext>
              </a:extLst>
            </p:cNvPr>
            <p:cNvGrpSpPr>
              <a:grpSpLocks/>
            </p:cNvGrpSpPr>
            <p:nvPr/>
          </p:nvGrpSpPr>
          <p:grpSpPr bwMode="auto">
            <a:xfrm>
              <a:off x="1108" y="2265"/>
              <a:ext cx="297" cy="539"/>
              <a:chOff x="1108" y="2265"/>
              <a:chExt cx="297" cy="539"/>
            </a:xfrm>
          </p:grpSpPr>
          <p:sp>
            <p:nvSpPr>
              <p:cNvPr id="29" name="Text Box 44">
                <a:extLst>
                  <a:ext uri="{FF2B5EF4-FFF2-40B4-BE49-F238E27FC236}">
                    <a16:creationId xmlns:a16="http://schemas.microsoft.com/office/drawing/2014/main" id="{F0F7F3F5-FA40-186A-C28F-3DBED6F6FCEE}"/>
                  </a:ext>
                </a:extLst>
              </p:cNvPr>
              <p:cNvSpPr txBox="1">
                <a:spLocks noChangeArrowheads="1"/>
              </p:cNvSpPr>
              <p:nvPr/>
            </p:nvSpPr>
            <p:spPr bwMode="auto">
              <a:xfrm>
                <a:off x="1166" y="2265"/>
                <a:ext cx="239" cy="5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kumimoji="0" lang="en-US" altLang="en-US" sz="2400" b="1"/>
              </a:p>
            </p:txBody>
          </p:sp>
          <p:sp>
            <p:nvSpPr>
              <p:cNvPr id="30" name="Text Box 45">
                <a:extLst>
                  <a:ext uri="{FF2B5EF4-FFF2-40B4-BE49-F238E27FC236}">
                    <a16:creationId xmlns:a16="http://schemas.microsoft.com/office/drawing/2014/main" id="{D809C2DD-82CB-D539-1AFB-73C0A3F2BA69}"/>
                  </a:ext>
                </a:extLst>
              </p:cNvPr>
              <p:cNvSpPr txBox="1">
                <a:spLocks noChangeArrowheads="1"/>
              </p:cNvSpPr>
              <p:nvPr/>
            </p:nvSpPr>
            <p:spPr bwMode="auto">
              <a:xfrm>
                <a:off x="1108" y="2463"/>
                <a:ext cx="239"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ltLang="en-US" sz="1200">
                  <a:solidFill>
                    <a:srgbClr val="CC00CC"/>
                  </a:solidFill>
                </a:endParaRPr>
              </a:p>
            </p:txBody>
          </p:sp>
        </p:grpSp>
      </p:grpSp>
      <p:sp>
        <p:nvSpPr>
          <p:cNvPr id="49" name="Text Box 46">
            <a:extLst>
              <a:ext uri="{FF2B5EF4-FFF2-40B4-BE49-F238E27FC236}">
                <a16:creationId xmlns:a16="http://schemas.microsoft.com/office/drawing/2014/main" id="{2DC0DE48-7CAC-300C-7CE1-BF16E810504D}"/>
              </a:ext>
            </a:extLst>
          </p:cNvPr>
          <p:cNvSpPr txBox="1">
            <a:spLocks noChangeArrowheads="1"/>
          </p:cNvSpPr>
          <p:nvPr/>
        </p:nvSpPr>
        <p:spPr bwMode="auto">
          <a:xfrm>
            <a:off x="3931786" y="5940900"/>
            <a:ext cx="2146300" cy="35394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l">
              <a:spcBef>
                <a:spcPct val="50000"/>
              </a:spcBef>
            </a:pPr>
            <a:r>
              <a:rPr lang="en-US" altLang="zh-CN" sz="1700" b="1" dirty="0">
                <a:latin typeface="SimSun" panose="02010600030101010101" pitchFamily="2" charset="-122"/>
                <a:ea typeface="SimSun" panose="02010600030101010101" pitchFamily="2" charset="-122"/>
              </a:rPr>
              <a:t>(f)</a:t>
            </a:r>
            <a:r>
              <a:rPr lang="zh-CN" altLang="en-US" sz="1700" b="1" dirty="0">
                <a:latin typeface="SimSun" panose="02010600030101010101" pitchFamily="2" charset="-122"/>
                <a:ea typeface="SimSun" panose="02010600030101010101" pitchFamily="2" charset="-122"/>
              </a:rPr>
              <a:t>直线与平面相交</a:t>
            </a:r>
          </a:p>
        </p:txBody>
      </p:sp>
    </p:spTree>
    <p:extLst>
      <p:ext uri="{BB962C8B-B14F-4D97-AF65-F5344CB8AC3E}">
        <p14:creationId xmlns:p14="http://schemas.microsoft.com/office/powerpoint/2010/main" val="2060707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le 47">
            <a:extLst>
              <a:ext uri="{FF2B5EF4-FFF2-40B4-BE49-F238E27FC236}">
                <a16:creationId xmlns:a16="http://schemas.microsoft.com/office/drawing/2014/main" id="{8739ADB4-BF6E-AC0F-DB56-C938D7BFB9E5}"/>
              </a:ext>
            </a:extLst>
          </p:cNvPr>
          <p:cNvSpPr>
            <a:spLocks noGrp="1"/>
          </p:cNvSpPr>
          <p:nvPr>
            <p:ph type="title"/>
          </p:nvPr>
        </p:nvSpPr>
        <p:spPr/>
        <p:txBody>
          <a:bodyPr>
            <a:normAutofit/>
          </a:bodyPr>
          <a:lstStyle/>
          <a:p>
            <a:r>
              <a:rPr lang="zh-CN" altLang="en-US" dirty="0"/>
              <a:t>选择辅助投影面的两项原则</a:t>
            </a:r>
            <a:endParaRPr lang="en-CN" dirty="0"/>
          </a:p>
        </p:txBody>
      </p:sp>
      <p:sp>
        <p:nvSpPr>
          <p:cNvPr id="2" name="日期占位符 1">
            <a:extLst>
              <a:ext uri="{FF2B5EF4-FFF2-40B4-BE49-F238E27FC236}">
                <a16:creationId xmlns:a16="http://schemas.microsoft.com/office/drawing/2014/main" id="{F58CA1D7-1946-39A1-57B9-B0571A340D32}"/>
              </a:ext>
            </a:extLst>
          </p:cNvPr>
          <p:cNvSpPr>
            <a:spLocks noGrp="1"/>
          </p:cNvSpPr>
          <p:nvPr>
            <p:ph type="dt" sz="half" idx="10"/>
          </p:nvPr>
        </p:nvSpPr>
        <p:spPr/>
        <p:txBody>
          <a:bodyPr/>
          <a:lstStyle/>
          <a:p>
            <a:fld id="{29B4664A-CBF8-A74A-9F02-CD9B35696651}" type="datetime1">
              <a:rPr lang="en-US" smtClean="0"/>
              <a:t>10/14/25</a:t>
            </a:fld>
            <a:endParaRPr lang="en-US"/>
          </a:p>
        </p:txBody>
      </p:sp>
      <p:sp>
        <p:nvSpPr>
          <p:cNvPr id="3" name="页脚占位符 2">
            <a:extLst>
              <a:ext uri="{FF2B5EF4-FFF2-40B4-BE49-F238E27FC236}">
                <a16:creationId xmlns:a16="http://schemas.microsoft.com/office/drawing/2014/main" id="{23ACB66B-2738-F716-DF6B-AED5D0FE8017}"/>
              </a:ext>
            </a:extLst>
          </p:cNvPr>
          <p:cNvSpPr>
            <a:spLocks noGrp="1"/>
          </p:cNvSpPr>
          <p:nvPr>
            <p:ph type="ftr" sz="quarter" idx="11"/>
          </p:nvPr>
        </p:nvSpPr>
        <p:spPr/>
        <p:txBody>
          <a:bodyPr/>
          <a:lstStyle/>
          <a:p>
            <a:r>
              <a:rPr lang="zh-CN" altLang="en-US" dirty="0"/>
              <a:t>工程制图第</a:t>
            </a:r>
            <a:r>
              <a:rPr lang="en-US" altLang="zh-CN" dirty="0"/>
              <a:t>7</a:t>
            </a:r>
            <a:r>
              <a:rPr lang="zh-CN" altLang="en-US" dirty="0"/>
              <a:t>讲</a:t>
            </a:r>
            <a:endParaRPr lang="en-US" dirty="0"/>
          </a:p>
        </p:txBody>
      </p:sp>
      <p:sp>
        <p:nvSpPr>
          <p:cNvPr id="4" name="灯片编号占位符 3">
            <a:extLst>
              <a:ext uri="{FF2B5EF4-FFF2-40B4-BE49-F238E27FC236}">
                <a16:creationId xmlns:a16="http://schemas.microsoft.com/office/drawing/2014/main" id="{C434EE6D-37CF-1C9F-0113-300435110C36}"/>
              </a:ext>
            </a:extLst>
          </p:cNvPr>
          <p:cNvSpPr>
            <a:spLocks noGrp="1"/>
          </p:cNvSpPr>
          <p:nvPr>
            <p:ph type="sldNum" sz="quarter" idx="12"/>
          </p:nvPr>
        </p:nvSpPr>
        <p:spPr/>
        <p:txBody>
          <a:bodyPr/>
          <a:lstStyle/>
          <a:p>
            <a:fld id="{558F952B-8205-4A3F-8B8C-DB9DCBA03AAE}" type="slidenum">
              <a:rPr lang="en-US" smtClean="0"/>
              <a:t>13</a:t>
            </a:fld>
            <a:endParaRPr lang="en-US"/>
          </a:p>
        </p:txBody>
      </p:sp>
      <p:grpSp>
        <p:nvGrpSpPr>
          <p:cNvPr id="5" name="Group 68">
            <a:extLst>
              <a:ext uri="{FF2B5EF4-FFF2-40B4-BE49-F238E27FC236}">
                <a16:creationId xmlns:a16="http://schemas.microsoft.com/office/drawing/2014/main" id="{06D1621D-90EE-EE35-5410-904757F4F5C6}"/>
              </a:ext>
            </a:extLst>
          </p:cNvPr>
          <p:cNvGrpSpPr>
            <a:grpSpLocks/>
          </p:cNvGrpSpPr>
          <p:nvPr/>
        </p:nvGrpSpPr>
        <p:grpSpPr bwMode="auto">
          <a:xfrm>
            <a:off x="2858017" y="1390901"/>
            <a:ext cx="4495800" cy="3228975"/>
            <a:chOff x="592" y="608"/>
            <a:chExt cx="2832" cy="2034"/>
          </a:xfrm>
        </p:grpSpPr>
        <p:grpSp>
          <p:nvGrpSpPr>
            <p:cNvPr id="6" name="Group 45">
              <a:extLst>
                <a:ext uri="{FF2B5EF4-FFF2-40B4-BE49-F238E27FC236}">
                  <a16:creationId xmlns:a16="http://schemas.microsoft.com/office/drawing/2014/main" id="{DB10F0E7-2222-8BEC-E8D8-C1F649462931}"/>
                </a:ext>
              </a:extLst>
            </p:cNvPr>
            <p:cNvGrpSpPr>
              <a:grpSpLocks/>
            </p:cNvGrpSpPr>
            <p:nvPr/>
          </p:nvGrpSpPr>
          <p:grpSpPr bwMode="auto">
            <a:xfrm>
              <a:off x="592" y="608"/>
              <a:ext cx="2832" cy="2034"/>
              <a:chOff x="920" y="2144"/>
              <a:chExt cx="2832" cy="2034"/>
            </a:xfrm>
          </p:grpSpPr>
          <p:sp>
            <p:nvSpPr>
              <p:cNvPr id="8" name="Text Box 46">
                <a:extLst>
                  <a:ext uri="{FF2B5EF4-FFF2-40B4-BE49-F238E27FC236}">
                    <a16:creationId xmlns:a16="http://schemas.microsoft.com/office/drawing/2014/main" id="{2B2C6709-0989-F91A-F356-28E57B0B8B29}"/>
                  </a:ext>
                </a:extLst>
              </p:cNvPr>
              <p:cNvSpPr txBox="1">
                <a:spLocks noChangeArrowheads="1"/>
              </p:cNvSpPr>
              <p:nvPr/>
            </p:nvSpPr>
            <p:spPr bwMode="auto">
              <a:xfrm>
                <a:off x="2176" y="392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eaLnBrk="0" hangingPunct="0"/>
                <a:r>
                  <a:rPr lang="en-US" altLang="zh-CN" sz="2000" b="1">
                    <a:latin typeface="DengXian" charset="-122"/>
                    <a:ea typeface="DengXian" charset="-122"/>
                    <a:cs typeface="DengXian" charset="-122"/>
                  </a:rPr>
                  <a:t>H</a:t>
                </a:r>
              </a:p>
            </p:txBody>
          </p:sp>
          <p:sp>
            <p:nvSpPr>
              <p:cNvPr id="9" name="Freeform 47">
                <a:extLst>
                  <a:ext uri="{FF2B5EF4-FFF2-40B4-BE49-F238E27FC236}">
                    <a16:creationId xmlns:a16="http://schemas.microsoft.com/office/drawing/2014/main" id="{C2907CCA-E1EB-47A3-7207-1DC8283711AB}"/>
                  </a:ext>
                </a:extLst>
              </p:cNvPr>
              <p:cNvSpPr>
                <a:spLocks/>
              </p:cNvSpPr>
              <p:nvPr/>
            </p:nvSpPr>
            <p:spPr bwMode="auto">
              <a:xfrm>
                <a:off x="920" y="3152"/>
                <a:ext cx="2832" cy="1008"/>
              </a:xfrm>
              <a:custGeom>
                <a:avLst/>
                <a:gdLst>
                  <a:gd name="T0" fmla="*/ 0 w 2832"/>
                  <a:gd name="T1" fmla="*/ 432 h 1008"/>
                  <a:gd name="T2" fmla="*/ 1152 w 2832"/>
                  <a:gd name="T3" fmla="*/ 0 h 1008"/>
                  <a:gd name="T4" fmla="*/ 2832 w 2832"/>
                  <a:gd name="T5" fmla="*/ 528 h 1008"/>
                  <a:gd name="T6" fmla="*/ 1392 w 2832"/>
                  <a:gd name="T7" fmla="*/ 1008 h 1008"/>
                  <a:gd name="T8" fmla="*/ 0 w 2832"/>
                  <a:gd name="T9" fmla="*/ 432 h 1008"/>
                </a:gdLst>
                <a:ahLst/>
                <a:cxnLst>
                  <a:cxn ang="0">
                    <a:pos x="T0" y="T1"/>
                  </a:cxn>
                  <a:cxn ang="0">
                    <a:pos x="T2" y="T3"/>
                  </a:cxn>
                  <a:cxn ang="0">
                    <a:pos x="T4" y="T5"/>
                  </a:cxn>
                  <a:cxn ang="0">
                    <a:pos x="T6" y="T7"/>
                  </a:cxn>
                  <a:cxn ang="0">
                    <a:pos x="T8" y="T9"/>
                  </a:cxn>
                </a:cxnLst>
                <a:rect l="0" t="0" r="r" b="b"/>
                <a:pathLst>
                  <a:path w="2832" h="1008">
                    <a:moveTo>
                      <a:pt x="0" y="432"/>
                    </a:moveTo>
                    <a:lnTo>
                      <a:pt x="1152" y="0"/>
                    </a:lnTo>
                    <a:lnTo>
                      <a:pt x="2832" y="528"/>
                    </a:lnTo>
                    <a:lnTo>
                      <a:pt x="1392" y="1008"/>
                    </a:lnTo>
                    <a:lnTo>
                      <a:pt x="0" y="432"/>
                    </a:lnTo>
                    <a:close/>
                  </a:path>
                </a:pathLst>
              </a:custGeom>
              <a:solidFill>
                <a:srgbClr val="CCFF99"/>
              </a:solidFill>
              <a:ln w="9525" cap="flat" cmpd="sng">
                <a:solidFill>
                  <a:schemeClr val="accent2"/>
                </a:solidFill>
                <a:prstDash val="solid"/>
                <a:round/>
                <a:headEnd/>
                <a:tailEn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endParaRPr lang="en-US">
                  <a:latin typeface="DengXian" charset="-122"/>
                  <a:ea typeface="DengXian" charset="-122"/>
                  <a:cs typeface="DengXian" charset="-122"/>
                </a:endParaRPr>
              </a:p>
            </p:txBody>
          </p:sp>
          <p:sp>
            <p:nvSpPr>
              <p:cNvPr id="10" name="Freeform 48">
                <a:extLst>
                  <a:ext uri="{FF2B5EF4-FFF2-40B4-BE49-F238E27FC236}">
                    <a16:creationId xmlns:a16="http://schemas.microsoft.com/office/drawing/2014/main" id="{1EC29553-3545-5DBE-8325-1E1CC4943A5E}"/>
                  </a:ext>
                </a:extLst>
              </p:cNvPr>
              <p:cNvSpPr>
                <a:spLocks/>
              </p:cNvSpPr>
              <p:nvPr/>
            </p:nvSpPr>
            <p:spPr bwMode="auto">
              <a:xfrm>
                <a:off x="928" y="2144"/>
                <a:ext cx="1152" cy="1440"/>
              </a:xfrm>
              <a:custGeom>
                <a:avLst/>
                <a:gdLst>
                  <a:gd name="T0" fmla="*/ 0 w 1152"/>
                  <a:gd name="T1" fmla="*/ 432 h 1440"/>
                  <a:gd name="T2" fmla="*/ 1152 w 1152"/>
                  <a:gd name="T3" fmla="*/ 0 h 1440"/>
                  <a:gd name="T4" fmla="*/ 1152 w 1152"/>
                  <a:gd name="T5" fmla="*/ 1008 h 1440"/>
                  <a:gd name="T6" fmla="*/ 0 w 1152"/>
                  <a:gd name="T7" fmla="*/ 1440 h 1440"/>
                  <a:gd name="T8" fmla="*/ 0 w 1152"/>
                  <a:gd name="T9" fmla="*/ 432 h 1440"/>
                </a:gdLst>
                <a:ahLst/>
                <a:cxnLst>
                  <a:cxn ang="0">
                    <a:pos x="T0" y="T1"/>
                  </a:cxn>
                  <a:cxn ang="0">
                    <a:pos x="T2" y="T3"/>
                  </a:cxn>
                  <a:cxn ang="0">
                    <a:pos x="T4" y="T5"/>
                  </a:cxn>
                  <a:cxn ang="0">
                    <a:pos x="T6" y="T7"/>
                  </a:cxn>
                  <a:cxn ang="0">
                    <a:pos x="T8" y="T9"/>
                  </a:cxn>
                </a:cxnLst>
                <a:rect l="0" t="0" r="r" b="b"/>
                <a:pathLst>
                  <a:path w="1152" h="1440">
                    <a:moveTo>
                      <a:pt x="0" y="432"/>
                    </a:moveTo>
                    <a:lnTo>
                      <a:pt x="1152" y="0"/>
                    </a:lnTo>
                    <a:lnTo>
                      <a:pt x="1152" y="1008"/>
                    </a:lnTo>
                    <a:lnTo>
                      <a:pt x="0" y="1440"/>
                    </a:lnTo>
                    <a:lnTo>
                      <a:pt x="0" y="432"/>
                    </a:lnTo>
                    <a:close/>
                  </a:path>
                </a:pathLst>
              </a:custGeom>
              <a:solidFill>
                <a:srgbClr val="CCFFCC"/>
              </a:solidFill>
              <a:ln w="9525" cap="flat" cmpd="sng">
                <a:solidFill>
                  <a:schemeClr val="accent2"/>
                </a:solidFill>
                <a:prstDash val="solid"/>
                <a:round/>
                <a:headEnd/>
                <a:tailEn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endParaRPr lang="en-US">
                  <a:latin typeface="DengXian" charset="-122"/>
                  <a:ea typeface="DengXian" charset="-122"/>
                  <a:cs typeface="DengXian" charset="-122"/>
                </a:endParaRPr>
              </a:p>
            </p:txBody>
          </p:sp>
          <p:sp>
            <p:nvSpPr>
              <p:cNvPr id="11" name="Line 49">
                <a:extLst>
                  <a:ext uri="{FF2B5EF4-FFF2-40B4-BE49-F238E27FC236}">
                    <a16:creationId xmlns:a16="http://schemas.microsoft.com/office/drawing/2014/main" id="{310B507A-5BCB-49B2-05B5-BF5A7E445573}"/>
                  </a:ext>
                </a:extLst>
              </p:cNvPr>
              <p:cNvSpPr>
                <a:spLocks noChangeShapeType="1"/>
              </p:cNvSpPr>
              <p:nvPr/>
            </p:nvSpPr>
            <p:spPr bwMode="auto">
              <a:xfrm>
                <a:off x="2168" y="2690"/>
                <a:ext cx="0" cy="912"/>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12" name="Line 50">
                <a:extLst>
                  <a:ext uri="{FF2B5EF4-FFF2-40B4-BE49-F238E27FC236}">
                    <a16:creationId xmlns:a16="http://schemas.microsoft.com/office/drawing/2014/main" id="{266E9A51-B7B5-B87F-6DD5-2B230C49C726}"/>
                  </a:ext>
                </a:extLst>
              </p:cNvPr>
              <p:cNvSpPr>
                <a:spLocks noChangeShapeType="1"/>
              </p:cNvSpPr>
              <p:nvPr/>
            </p:nvSpPr>
            <p:spPr bwMode="auto">
              <a:xfrm>
                <a:off x="2360" y="3170"/>
                <a:ext cx="0" cy="720"/>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13" name="Freeform 51">
                <a:extLst>
                  <a:ext uri="{FF2B5EF4-FFF2-40B4-BE49-F238E27FC236}">
                    <a16:creationId xmlns:a16="http://schemas.microsoft.com/office/drawing/2014/main" id="{8CF9BA17-3389-239C-707C-97E08EF2E023}"/>
                  </a:ext>
                </a:extLst>
              </p:cNvPr>
              <p:cNvSpPr>
                <a:spLocks/>
              </p:cNvSpPr>
              <p:nvPr/>
            </p:nvSpPr>
            <p:spPr bwMode="auto">
              <a:xfrm>
                <a:off x="1569" y="2498"/>
                <a:ext cx="619" cy="186"/>
              </a:xfrm>
              <a:custGeom>
                <a:avLst/>
                <a:gdLst>
                  <a:gd name="T0" fmla="*/ 619 w 619"/>
                  <a:gd name="T1" fmla="*/ 186 h 186"/>
                  <a:gd name="T2" fmla="*/ 0 w 619"/>
                  <a:gd name="T3" fmla="*/ 0 h 186"/>
                </a:gdLst>
                <a:ahLst/>
                <a:cxnLst>
                  <a:cxn ang="0">
                    <a:pos x="T0" y="T1"/>
                  </a:cxn>
                  <a:cxn ang="0">
                    <a:pos x="T2" y="T3"/>
                  </a:cxn>
                </a:cxnLst>
                <a:rect l="0" t="0" r="r" b="b"/>
                <a:pathLst>
                  <a:path w="619" h="186">
                    <a:moveTo>
                      <a:pt x="619" y="186"/>
                    </a:moveTo>
                    <a:lnTo>
                      <a:pt x="0" y="0"/>
                    </a:lnTo>
                  </a:path>
                </a:pathLst>
              </a:custGeom>
              <a:noFill/>
              <a:ln w="12700" cmpd="sng">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14" name="Line 52">
                <a:extLst>
                  <a:ext uri="{FF2B5EF4-FFF2-40B4-BE49-F238E27FC236}">
                    <a16:creationId xmlns:a16="http://schemas.microsoft.com/office/drawing/2014/main" id="{8F90D048-F4F7-6BFA-15CA-35760802D7E5}"/>
                  </a:ext>
                </a:extLst>
              </p:cNvPr>
              <p:cNvSpPr>
                <a:spLocks noChangeShapeType="1"/>
              </p:cNvSpPr>
              <p:nvPr/>
            </p:nvSpPr>
            <p:spPr bwMode="auto">
              <a:xfrm flipH="1" flipV="1">
                <a:off x="1329" y="2834"/>
                <a:ext cx="1056" cy="336"/>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15" name="Line 53">
                <a:extLst>
                  <a:ext uri="{FF2B5EF4-FFF2-40B4-BE49-F238E27FC236}">
                    <a16:creationId xmlns:a16="http://schemas.microsoft.com/office/drawing/2014/main" id="{7731FF7B-642F-D1FA-7591-01EF4A398464}"/>
                  </a:ext>
                </a:extLst>
              </p:cNvPr>
              <p:cNvSpPr>
                <a:spLocks noChangeShapeType="1"/>
              </p:cNvSpPr>
              <p:nvPr/>
            </p:nvSpPr>
            <p:spPr bwMode="auto">
              <a:xfrm>
                <a:off x="1312" y="2834"/>
                <a:ext cx="0" cy="624"/>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16" name="Line 54">
                <a:extLst>
                  <a:ext uri="{FF2B5EF4-FFF2-40B4-BE49-F238E27FC236}">
                    <a16:creationId xmlns:a16="http://schemas.microsoft.com/office/drawing/2014/main" id="{247A9920-F7E7-CC1D-389C-FA6963396B7F}"/>
                  </a:ext>
                </a:extLst>
              </p:cNvPr>
              <p:cNvSpPr>
                <a:spLocks noChangeShapeType="1"/>
              </p:cNvSpPr>
              <p:nvPr/>
            </p:nvSpPr>
            <p:spPr bwMode="auto">
              <a:xfrm>
                <a:off x="1544" y="2498"/>
                <a:ext cx="0" cy="864"/>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17" name="Freeform 55">
                <a:extLst>
                  <a:ext uri="{FF2B5EF4-FFF2-40B4-BE49-F238E27FC236}">
                    <a16:creationId xmlns:a16="http://schemas.microsoft.com/office/drawing/2014/main" id="{34644338-6C97-4A2A-89AD-46C42AE29A65}"/>
                  </a:ext>
                </a:extLst>
              </p:cNvPr>
              <p:cNvSpPr>
                <a:spLocks/>
              </p:cNvSpPr>
              <p:nvPr/>
            </p:nvSpPr>
            <p:spPr bwMode="auto">
              <a:xfrm>
                <a:off x="1301" y="3454"/>
                <a:ext cx="1076" cy="436"/>
              </a:xfrm>
              <a:custGeom>
                <a:avLst/>
                <a:gdLst>
                  <a:gd name="T0" fmla="*/ 0 w 1076"/>
                  <a:gd name="T1" fmla="*/ 0 h 436"/>
                  <a:gd name="T2" fmla="*/ 1076 w 1076"/>
                  <a:gd name="T3" fmla="*/ 436 h 436"/>
                </a:gdLst>
                <a:ahLst/>
                <a:cxnLst>
                  <a:cxn ang="0">
                    <a:pos x="T0" y="T1"/>
                  </a:cxn>
                  <a:cxn ang="0">
                    <a:pos x="T2" y="T3"/>
                  </a:cxn>
                </a:cxnLst>
                <a:rect l="0" t="0" r="r" b="b"/>
                <a:pathLst>
                  <a:path w="1076" h="436">
                    <a:moveTo>
                      <a:pt x="0" y="0"/>
                    </a:moveTo>
                    <a:lnTo>
                      <a:pt x="1076" y="436"/>
                    </a:lnTo>
                  </a:path>
                </a:pathLst>
              </a:custGeom>
              <a:noFill/>
              <a:ln w="12700" cmpd="sng">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18" name="Freeform 56">
                <a:extLst>
                  <a:ext uri="{FF2B5EF4-FFF2-40B4-BE49-F238E27FC236}">
                    <a16:creationId xmlns:a16="http://schemas.microsoft.com/office/drawing/2014/main" id="{7293936F-7619-1DB8-2E84-7726D98E7E1A}"/>
                  </a:ext>
                </a:extLst>
              </p:cNvPr>
              <p:cNvSpPr>
                <a:spLocks/>
              </p:cNvSpPr>
              <p:nvPr/>
            </p:nvSpPr>
            <p:spPr bwMode="auto">
              <a:xfrm>
                <a:off x="1549" y="3355"/>
                <a:ext cx="644" cy="247"/>
              </a:xfrm>
              <a:custGeom>
                <a:avLst/>
                <a:gdLst>
                  <a:gd name="T0" fmla="*/ 0 w 644"/>
                  <a:gd name="T1" fmla="*/ 0 h 247"/>
                  <a:gd name="T2" fmla="*/ 644 w 644"/>
                  <a:gd name="T3" fmla="*/ 247 h 247"/>
                </a:gdLst>
                <a:ahLst/>
                <a:cxnLst>
                  <a:cxn ang="0">
                    <a:pos x="T0" y="T1"/>
                  </a:cxn>
                  <a:cxn ang="0">
                    <a:pos x="T2" y="T3"/>
                  </a:cxn>
                </a:cxnLst>
                <a:rect l="0" t="0" r="r" b="b"/>
                <a:pathLst>
                  <a:path w="644" h="247">
                    <a:moveTo>
                      <a:pt x="0" y="0"/>
                    </a:moveTo>
                    <a:lnTo>
                      <a:pt x="644" y="247"/>
                    </a:lnTo>
                  </a:path>
                </a:pathLst>
              </a:custGeom>
              <a:noFill/>
              <a:ln w="12700" cmpd="sng">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19" name="Line 57">
                <a:extLst>
                  <a:ext uri="{FF2B5EF4-FFF2-40B4-BE49-F238E27FC236}">
                    <a16:creationId xmlns:a16="http://schemas.microsoft.com/office/drawing/2014/main" id="{301F31CD-5A99-8BDD-4726-EEDDE5824B25}"/>
                  </a:ext>
                </a:extLst>
              </p:cNvPr>
              <p:cNvSpPr>
                <a:spLocks noChangeShapeType="1"/>
              </p:cNvSpPr>
              <p:nvPr/>
            </p:nvSpPr>
            <p:spPr bwMode="auto">
              <a:xfrm flipH="1">
                <a:off x="1312" y="2498"/>
                <a:ext cx="240" cy="336"/>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20" name="Text Box 58">
                <a:extLst>
                  <a:ext uri="{FF2B5EF4-FFF2-40B4-BE49-F238E27FC236}">
                    <a16:creationId xmlns:a16="http://schemas.microsoft.com/office/drawing/2014/main" id="{783447D5-F92E-7961-E30F-3A0B367F47B3}"/>
                  </a:ext>
                </a:extLst>
              </p:cNvPr>
              <p:cNvSpPr txBox="1">
                <a:spLocks noChangeArrowheads="1"/>
              </p:cNvSpPr>
              <p:nvPr/>
            </p:nvSpPr>
            <p:spPr bwMode="auto">
              <a:xfrm>
                <a:off x="928" y="2546"/>
                <a:ext cx="22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eaLnBrk="0" hangingPunct="0"/>
                <a:r>
                  <a:rPr lang="en-US" altLang="zh-CN" sz="2000" b="1">
                    <a:latin typeface="DengXian" charset="-122"/>
                    <a:ea typeface="DengXian" charset="-122"/>
                    <a:cs typeface="DengXian" charset="-122"/>
                  </a:rPr>
                  <a:t>V</a:t>
                </a:r>
              </a:p>
            </p:txBody>
          </p:sp>
          <p:sp>
            <p:nvSpPr>
              <p:cNvPr id="21" name="Text Box 59">
                <a:extLst>
                  <a:ext uri="{FF2B5EF4-FFF2-40B4-BE49-F238E27FC236}">
                    <a16:creationId xmlns:a16="http://schemas.microsoft.com/office/drawing/2014/main" id="{123D9D97-8863-430A-AA2F-4E6239D54379}"/>
                  </a:ext>
                </a:extLst>
              </p:cNvPr>
              <p:cNvSpPr txBox="1">
                <a:spLocks noChangeArrowheads="1"/>
              </p:cNvSpPr>
              <p:nvPr/>
            </p:nvSpPr>
            <p:spPr bwMode="auto">
              <a:xfrm>
                <a:off x="2092" y="2404"/>
                <a:ext cx="23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eaLnBrk="0" hangingPunct="0"/>
                <a:r>
                  <a:rPr lang="en-US" altLang="zh-CN" sz="2400" i="1">
                    <a:latin typeface="Times New Roman" panose="02020603050405020304" pitchFamily="18" charset="0"/>
                    <a:ea typeface="DengXian" charset="-122"/>
                    <a:cs typeface="Times New Roman" panose="02020603050405020304" pitchFamily="18" charset="0"/>
                  </a:rPr>
                  <a:t>A</a:t>
                </a:r>
              </a:p>
            </p:txBody>
          </p:sp>
          <p:sp>
            <p:nvSpPr>
              <p:cNvPr id="22" name="Text Box 60">
                <a:extLst>
                  <a:ext uri="{FF2B5EF4-FFF2-40B4-BE49-F238E27FC236}">
                    <a16:creationId xmlns:a16="http://schemas.microsoft.com/office/drawing/2014/main" id="{0991B3B3-971B-CD50-A262-AFD5A39E0A03}"/>
                  </a:ext>
                </a:extLst>
              </p:cNvPr>
              <p:cNvSpPr txBox="1">
                <a:spLocks noChangeArrowheads="1"/>
              </p:cNvSpPr>
              <p:nvPr/>
            </p:nvSpPr>
            <p:spPr bwMode="auto">
              <a:xfrm>
                <a:off x="2312" y="2884"/>
                <a:ext cx="23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eaLnBrk="0" hangingPunct="0"/>
                <a:r>
                  <a:rPr lang="en-US" altLang="zh-CN" sz="2400" i="1">
                    <a:latin typeface="Times New Roman" panose="02020603050405020304" pitchFamily="18" charset="0"/>
                    <a:ea typeface="DengXian" charset="-122"/>
                    <a:cs typeface="Times New Roman" panose="02020603050405020304" pitchFamily="18" charset="0"/>
                  </a:rPr>
                  <a:t>B</a:t>
                </a:r>
              </a:p>
            </p:txBody>
          </p:sp>
          <p:sp>
            <p:nvSpPr>
              <p:cNvPr id="23" name="Text Box 61">
                <a:extLst>
                  <a:ext uri="{FF2B5EF4-FFF2-40B4-BE49-F238E27FC236}">
                    <a16:creationId xmlns:a16="http://schemas.microsoft.com/office/drawing/2014/main" id="{697420E0-3BE4-E901-A6D5-9CA107ABAD69}"/>
                  </a:ext>
                </a:extLst>
              </p:cNvPr>
              <p:cNvSpPr txBox="1">
                <a:spLocks noChangeArrowheads="1"/>
              </p:cNvSpPr>
              <p:nvPr/>
            </p:nvSpPr>
            <p:spPr bwMode="auto">
              <a:xfrm>
                <a:off x="1528" y="2256"/>
                <a:ext cx="3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eaLnBrk="0" hangingPunct="0"/>
                <a:r>
                  <a:rPr lang="en-US" altLang="zh-CN" sz="2400" i="1" dirty="0">
                    <a:latin typeface="Times New Roman" panose="02020603050405020304" pitchFamily="18" charset="0"/>
                    <a:ea typeface="DengXian" charset="-122"/>
                    <a:cs typeface="Times New Roman" panose="02020603050405020304" pitchFamily="18" charset="0"/>
                  </a:rPr>
                  <a:t> a</a:t>
                </a:r>
                <a:r>
                  <a:rPr lang="en-US" altLang="zh-CN" sz="2400" i="1" dirty="0">
                    <a:latin typeface="Times New Roman" panose="02020603050405020304" pitchFamily="18" charset="0"/>
                    <a:ea typeface="DengXian" charset="-122"/>
                    <a:cs typeface="Times New Roman" panose="02020603050405020304" pitchFamily="18" charset="0"/>
                    <a:sym typeface="Symbol" charset="2"/>
                  </a:rPr>
                  <a:t></a:t>
                </a:r>
                <a:endParaRPr lang="en-US" altLang="zh-CN" sz="2400" i="1" dirty="0">
                  <a:latin typeface="Times New Roman" panose="02020603050405020304" pitchFamily="18" charset="0"/>
                  <a:ea typeface="DengXian" charset="-122"/>
                  <a:cs typeface="Times New Roman" panose="02020603050405020304" pitchFamily="18" charset="0"/>
                  <a:sym typeface="CommercialPi BT" charset="0"/>
                </a:endParaRPr>
              </a:p>
            </p:txBody>
          </p:sp>
          <p:sp>
            <p:nvSpPr>
              <p:cNvPr id="24" name="Text Box 62">
                <a:extLst>
                  <a:ext uri="{FF2B5EF4-FFF2-40B4-BE49-F238E27FC236}">
                    <a16:creationId xmlns:a16="http://schemas.microsoft.com/office/drawing/2014/main" id="{B02A34F9-66F3-0A95-20D3-371EF866FED7}"/>
                  </a:ext>
                </a:extLst>
              </p:cNvPr>
              <p:cNvSpPr txBox="1">
                <a:spLocks noChangeArrowheads="1"/>
              </p:cNvSpPr>
              <p:nvPr/>
            </p:nvSpPr>
            <p:spPr bwMode="auto">
              <a:xfrm>
                <a:off x="1016" y="2664"/>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eaLnBrk="0" hangingPunct="0"/>
                <a:r>
                  <a:rPr lang="en-US" altLang="zh-CN" sz="2400" i="1">
                    <a:latin typeface="Times New Roman" panose="02020603050405020304" pitchFamily="18" charset="0"/>
                    <a:ea typeface="DengXian" charset="-122"/>
                    <a:cs typeface="Times New Roman" panose="02020603050405020304" pitchFamily="18" charset="0"/>
                  </a:rPr>
                  <a:t> b</a:t>
                </a:r>
                <a:r>
                  <a:rPr lang="en-US" altLang="zh-CN" sz="2400" i="1">
                    <a:latin typeface="Times New Roman" panose="02020603050405020304" pitchFamily="18" charset="0"/>
                    <a:ea typeface="DengXian" charset="-122"/>
                    <a:cs typeface="Times New Roman" panose="02020603050405020304" pitchFamily="18" charset="0"/>
                    <a:sym typeface="Symbol" charset="2"/>
                  </a:rPr>
                  <a:t></a:t>
                </a:r>
              </a:p>
            </p:txBody>
          </p:sp>
          <p:sp>
            <p:nvSpPr>
              <p:cNvPr id="25" name="Text Box 63">
                <a:extLst>
                  <a:ext uri="{FF2B5EF4-FFF2-40B4-BE49-F238E27FC236}">
                    <a16:creationId xmlns:a16="http://schemas.microsoft.com/office/drawing/2014/main" id="{782F8623-9BE3-AC9E-C976-8ACA3228C45C}"/>
                  </a:ext>
                </a:extLst>
              </p:cNvPr>
              <p:cNvSpPr txBox="1">
                <a:spLocks noChangeArrowheads="1"/>
              </p:cNvSpPr>
              <p:nvPr/>
            </p:nvSpPr>
            <p:spPr bwMode="auto">
              <a:xfrm>
                <a:off x="1988" y="3325"/>
                <a:ext cx="21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eaLnBrk="0" hangingPunct="0"/>
                <a:r>
                  <a:rPr lang="en-US" altLang="zh-CN" sz="2400" i="1">
                    <a:latin typeface="Times New Roman" panose="02020603050405020304" pitchFamily="18" charset="0"/>
                    <a:ea typeface="DengXian" charset="-122"/>
                    <a:cs typeface="Times New Roman" panose="02020603050405020304" pitchFamily="18" charset="0"/>
                  </a:rPr>
                  <a:t>a</a:t>
                </a:r>
              </a:p>
            </p:txBody>
          </p:sp>
          <p:sp>
            <p:nvSpPr>
              <p:cNvPr id="26" name="Text Box 64">
                <a:extLst>
                  <a:ext uri="{FF2B5EF4-FFF2-40B4-BE49-F238E27FC236}">
                    <a16:creationId xmlns:a16="http://schemas.microsoft.com/office/drawing/2014/main" id="{8F311A2F-2063-1D51-AA81-BB421C3E27DB}"/>
                  </a:ext>
                </a:extLst>
              </p:cNvPr>
              <p:cNvSpPr txBox="1">
                <a:spLocks noChangeArrowheads="1"/>
              </p:cNvSpPr>
              <p:nvPr/>
            </p:nvSpPr>
            <p:spPr bwMode="auto">
              <a:xfrm>
                <a:off x="2364" y="3805"/>
                <a:ext cx="2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eaLnBrk="0" hangingPunct="0"/>
                <a:r>
                  <a:rPr lang="en-US" altLang="zh-CN" sz="2400" i="1">
                    <a:latin typeface="Times New Roman" panose="02020603050405020304" pitchFamily="18" charset="0"/>
                    <a:ea typeface="DengXian" charset="-122"/>
                    <a:cs typeface="Times New Roman" panose="02020603050405020304" pitchFamily="18" charset="0"/>
                  </a:rPr>
                  <a:t>b</a:t>
                </a:r>
              </a:p>
            </p:txBody>
          </p:sp>
          <p:sp>
            <p:nvSpPr>
              <p:cNvPr id="27" name="Freeform 65">
                <a:extLst>
                  <a:ext uri="{FF2B5EF4-FFF2-40B4-BE49-F238E27FC236}">
                    <a16:creationId xmlns:a16="http://schemas.microsoft.com/office/drawing/2014/main" id="{2A844B70-9CDD-6ABC-374A-DE73206A7614}"/>
                  </a:ext>
                </a:extLst>
              </p:cNvPr>
              <p:cNvSpPr>
                <a:spLocks/>
              </p:cNvSpPr>
              <p:nvPr/>
            </p:nvSpPr>
            <p:spPr bwMode="auto">
              <a:xfrm>
                <a:off x="2163" y="3581"/>
                <a:ext cx="197" cy="309"/>
              </a:xfrm>
              <a:custGeom>
                <a:avLst/>
                <a:gdLst>
                  <a:gd name="T0" fmla="*/ 0 w 197"/>
                  <a:gd name="T1" fmla="*/ 0 h 309"/>
                  <a:gd name="T2" fmla="*/ 197 w 197"/>
                  <a:gd name="T3" fmla="*/ 309 h 309"/>
                </a:gdLst>
                <a:ahLst/>
                <a:cxnLst>
                  <a:cxn ang="0">
                    <a:pos x="T0" y="T1"/>
                  </a:cxn>
                  <a:cxn ang="0">
                    <a:pos x="T2" y="T3"/>
                  </a:cxn>
                </a:cxnLst>
                <a:rect l="0" t="0" r="r" b="b"/>
                <a:pathLst>
                  <a:path w="197" h="309">
                    <a:moveTo>
                      <a:pt x="0" y="0"/>
                    </a:moveTo>
                    <a:lnTo>
                      <a:pt x="197" y="309"/>
                    </a:lnTo>
                  </a:path>
                </a:pathLst>
              </a:custGeom>
              <a:noFill/>
              <a:ln w="38100">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28" name="Freeform 66">
                <a:extLst>
                  <a:ext uri="{FF2B5EF4-FFF2-40B4-BE49-F238E27FC236}">
                    <a16:creationId xmlns:a16="http://schemas.microsoft.com/office/drawing/2014/main" id="{31EE2D1A-3E66-41DF-1062-93A04BBFD80F}"/>
                  </a:ext>
                </a:extLst>
              </p:cNvPr>
              <p:cNvSpPr>
                <a:spLocks/>
              </p:cNvSpPr>
              <p:nvPr/>
            </p:nvSpPr>
            <p:spPr bwMode="auto">
              <a:xfrm>
                <a:off x="2171" y="2663"/>
                <a:ext cx="197" cy="507"/>
              </a:xfrm>
              <a:custGeom>
                <a:avLst/>
                <a:gdLst>
                  <a:gd name="T0" fmla="*/ 0 w 197"/>
                  <a:gd name="T1" fmla="*/ 0 h 507"/>
                  <a:gd name="T2" fmla="*/ 197 w 197"/>
                  <a:gd name="T3" fmla="*/ 507 h 507"/>
                </a:gdLst>
                <a:ahLst/>
                <a:cxnLst>
                  <a:cxn ang="0">
                    <a:pos x="T0" y="T1"/>
                  </a:cxn>
                  <a:cxn ang="0">
                    <a:pos x="T2" y="T3"/>
                  </a:cxn>
                </a:cxnLst>
                <a:rect l="0" t="0" r="r" b="b"/>
                <a:pathLst>
                  <a:path w="197" h="507">
                    <a:moveTo>
                      <a:pt x="0" y="0"/>
                    </a:moveTo>
                    <a:lnTo>
                      <a:pt x="197" y="507"/>
                    </a:lnTo>
                  </a:path>
                </a:pathLst>
              </a:cu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grpSp>
        <p:sp>
          <p:nvSpPr>
            <p:cNvPr id="7" name="Text Box 67">
              <a:extLst>
                <a:ext uri="{FF2B5EF4-FFF2-40B4-BE49-F238E27FC236}">
                  <a16:creationId xmlns:a16="http://schemas.microsoft.com/office/drawing/2014/main" id="{34DA1CEA-7A5A-4CFD-90DF-F04486B17469}"/>
                </a:ext>
              </a:extLst>
            </p:cNvPr>
            <p:cNvSpPr txBox="1">
              <a:spLocks noChangeArrowheads="1"/>
            </p:cNvSpPr>
            <p:nvPr/>
          </p:nvSpPr>
          <p:spPr bwMode="auto">
            <a:xfrm>
              <a:off x="1744" y="2400"/>
              <a:ext cx="320" cy="23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spcBef>
                  <a:spcPct val="50000"/>
                </a:spcBef>
              </a:pPr>
              <a:r>
                <a:rPr lang="en-US" altLang="zh-CN" b="1">
                  <a:latin typeface="DengXian" charset="-122"/>
                  <a:ea typeface="DengXian" charset="-122"/>
                  <a:cs typeface="DengXian" charset="-122"/>
                </a:rPr>
                <a:t>H</a:t>
              </a:r>
            </a:p>
          </p:txBody>
        </p:sp>
      </p:grpSp>
      <p:sp>
        <p:nvSpPr>
          <p:cNvPr id="30" name="Text Box 25">
            <a:extLst>
              <a:ext uri="{FF2B5EF4-FFF2-40B4-BE49-F238E27FC236}">
                <a16:creationId xmlns:a16="http://schemas.microsoft.com/office/drawing/2014/main" id="{EC89FA0B-2350-2431-633A-01850EFB0CFE}"/>
              </a:ext>
            </a:extLst>
          </p:cNvPr>
          <p:cNvSpPr txBox="1">
            <a:spLocks noChangeArrowheads="1"/>
          </p:cNvSpPr>
          <p:nvPr/>
        </p:nvSpPr>
        <p:spPr bwMode="auto">
          <a:xfrm>
            <a:off x="576230" y="4787529"/>
            <a:ext cx="113636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lgn="l" eaLnBrk="0" hangingPunct="0"/>
            <a:r>
              <a:rPr lang="en-US" altLang="zh-CN" sz="2400" b="1" dirty="0">
                <a:latin typeface="DengXian" charset="-122"/>
                <a:ea typeface="DengXian" charset="-122"/>
                <a:cs typeface="DengXian" charset="-122"/>
              </a:rPr>
              <a:t>1. </a:t>
            </a:r>
            <a:r>
              <a:rPr lang="zh-CN" altLang="en-US" sz="2400" b="1" dirty="0">
                <a:solidFill>
                  <a:srgbClr val="002060"/>
                </a:solidFill>
                <a:latin typeface="DengXian" charset="-122"/>
                <a:ea typeface="DengXian" charset="-122"/>
                <a:cs typeface="DengXian" charset="-122"/>
              </a:rPr>
              <a:t>新投影面</a:t>
            </a:r>
            <a:r>
              <a:rPr lang="zh-CN" altLang="en-US" sz="2400" b="1" dirty="0">
                <a:latin typeface="DengXian" charset="-122"/>
                <a:ea typeface="DengXian" charset="-122"/>
                <a:cs typeface="DengXian" charset="-122"/>
              </a:rPr>
              <a:t>必须使</a:t>
            </a:r>
            <a:r>
              <a:rPr lang="zh-CN" altLang="en-US" sz="2400" b="1" dirty="0">
                <a:solidFill>
                  <a:srgbClr val="C00000"/>
                </a:solidFill>
                <a:latin typeface="DengXian" charset="-122"/>
                <a:ea typeface="DengXian" charset="-122"/>
                <a:cs typeface="DengXian" charset="-122"/>
              </a:rPr>
              <a:t>空间物体</a:t>
            </a:r>
            <a:r>
              <a:rPr lang="zh-CN" altLang="en-US" sz="2400" b="1" dirty="0">
                <a:latin typeface="DengXian" charset="-122"/>
                <a:ea typeface="DengXian" charset="-122"/>
                <a:cs typeface="DengXian" charset="-122"/>
              </a:rPr>
              <a:t>处于</a:t>
            </a:r>
            <a:r>
              <a:rPr lang="zh-CN" altLang="en-US" sz="2400" b="1" dirty="0">
                <a:solidFill>
                  <a:srgbClr val="C00000"/>
                </a:solidFill>
                <a:latin typeface="DengXian" charset="-122"/>
                <a:ea typeface="DengXian" charset="-122"/>
                <a:cs typeface="DengXian" charset="-122"/>
              </a:rPr>
              <a:t>最有利的特殊位置。</a:t>
            </a:r>
          </a:p>
        </p:txBody>
      </p:sp>
      <p:sp>
        <p:nvSpPr>
          <p:cNvPr id="31" name="Text Box 27">
            <a:extLst>
              <a:ext uri="{FF2B5EF4-FFF2-40B4-BE49-F238E27FC236}">
                <a16:creationId xmlns:a16="http://schemas.microsoft.com/office/drawing/2014/main" id="{50BD6E5B-49E9-33CB-1EE5-7AFFF4FCA17E}"/>
              </a:ext>
            </a:extLst>
          </p:cNvPr>
          <p:cNvSpPr txBox="1">
            <a:spLocks noChangeArrowheads="1"/>
          </p:cNvSpPr>
          <p:nvPr/>
        </p:nvSpPr>
        <p:spPr bwMode="auto">
          <a:xfrm>
            <a:off x="561704" y="5471315"/>
            <a:ext cx="10907485"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lgn="l" eaLnBrk="0" hangingPunct="0"/>
            <a:r>
              <a:rPr lang="en-US" altLang="zh-CN" sz="2400" b="1" dirty="0">
                <a:latin typeface="DengXian" charset="-122"/>
                <a:ea typeface="DengXian" charset="-122"/>
                <a:cs typeface="DengXian" charset="-122"/>
              </a:rPr>
              <a:t>2. </a:t>
            </a:r>
            <a:r>
              <a:rPr lang="zh-CN" altLang="en-US" sz="2400" b="1" dirty="0">
                <a:latin typeface="DengXian" charset="-122"/>
                <a:ea typeface="DengXian" charset="-122"/>
                <a:cs typeface="DengXian" charset="-122"/>
              </a:rPr>
              <a:t>为了适用</a:t>
            </a:r>
            <a:r>
              <a:rPr lang="zh-CN" altLang="en-US" sz="2400" b="1" dirty="0">
                <a:solidFill>
                  <a:srgbClr val="002060"/>
                </a:solidFill>
                <a:latin typeface="DengXian" charset="-122"/>
                <a:ea typeface="DengXian" charset="-122"/>
                <a:cs typeface="DengXian" charset="-122"/>
              </a:rPr>
              <a:t>正投影原理</a:t>
            </a:r>
            <a:r>
              <a:rPr lang="zh-CN" altLang="en-US" sz="2400" b="1" dirty="0">
                <a:latin typeface="DengXian" charset="-122"/>
                <a:ea typeface="DengXian" charset="-122"/>
                <a:cs typeface="DengXian" charset="-122"/>
              </a:rPr>
              <a:t>，</a:t>
            </a:r>
            <a:r>
              <a:rPr lang="zh-CN" altLang="en-US" sz="2400" b="1" dirty="0">
                <a:solidFill>
                  <a:srgbClr val="002060"/>
                </a:solidFill>
                <a:latin typeface="DengXian" charset="-122"/>
                <a:ea typeface="DengXian" charset="-122"/>
                <a:cs typeface="DengXian" charset="-122"/>
              </a:rPr>
              <a:t>新投影面</a:t>
            </a:r>
            <a:r>
              <a:rPr lang="zh-CN" altLang="en-US" sz="2400" b="1" dirty="0">
                <a:latin typeface="DengXian" charset="-122"/>
                <a:ea typeface="DengXian" charset="-122"/>
                <a:cs typeface="DengXian" charset="-122"/>
              </a:rPr>
              <a:t>必须</a:t>
            </a:r>
            <a:r>
              <a:rPr lang="zh-CN" altLang="en-US" sz="2400" b="1" dirty="0">
                <a:solidFill>
                  <a:srgbClr val="C00000"/>
                </a:solidFill>
                <a:latin typeface="DengXian" charset="-122"/>
                <a:ea typeface="DengXian" charset="-122"/>
                <a:cs typeface="DengXian" charset="-122"/>
              </a:rPr>
              <a:t>垂直于</a:t>
            </a:r>
            <a:r>
              <a:rPr lang="zh-CN" altLang="en-US" sz="2400" b="1" dirty="0">
                <a:latin typeface="DengXian" charset="-122"/>
                <a:ea typeface="DengXian" charset="-122"/>
                <a:cs typeface="DengXian" charset="-122"/>
              </a:rPr>
              <a:t>某一原有投影面</a:t>
            </a:r>
            <a:r>
              <a:rPr lang="en-US" altLang="zh-CN" sz="2400" b="1" dirty="0">
                <a:latin typeface="DengXian" charset="-122"/>
                <a:ea typeface="DengXian" charset="-122"/>
                <a:cs typeface="DengXian" charset="-122"/>
              </a:rPr>
              <a:t>(</a:t>
            </a:r>
            <a:r>
              <a:rPr lang="zh-CN" altLang="en-US" sz="2400" b="1" dirty="0">
                <a:latin typeface="DengXian" charset="-122"/>
                <a:ea typeface="DengXian" charset="-122"/>
                <a:cs typeface="DengXian" charset="-122"/>
              </a:rPr>
              <a:t>如图</a:t>
            </a:r>
            <a:r>
              <a:rPr lang="en-US" altLang="zh-CN" sz="2400" b="1" dirty="0">
                <a:latin typeface="DengXian" charset="-122"/>
                <a:ea typeface="DengXian" charset="-122"/>
                <a:cs typeface="DengXian" charset="-122"/>
              </a:rPr>
              <a:t>V</a:t>
            </a:r>
            <a:r>
              <a:rPr lang="en-US" altLang="zh-CN" sz="1600" b="1" dirty="0">
                <a:latin typeface="DengXian" charset="-122"/>
                <a:ea typeface="DengXian" charset="-122"/>
                <a:cs typeface="DengXian" charset="-122"/>
              </a:rPr>
              <a:t>1</a:t>
            </a:r>
            <a:r>
              <a:rPr lang="en-US" altLang="zh-CN" sz="2400" b="1" dirty="0">
                <a:latin typeface="DengXian" charset="-122"/>
                <a:ea typeface="DengXian" charset="-122"/>
                <a:cs typeface="DengXian" charset="-122"/>
              </a:rPr>
              <a:t>⊥H)</a:t>
            </a:r>
            <a:r>
              <a:rPr lang="zh-CN" altLang="en-US" sz="2400" b="1" dirty="0">
                <a:latin typeface="DengXian" charset="-122"/>
                <a:ea typeface="DengXian" charset="-122"/>
                <a:cs typeface="DengXian" charset="-122"/>
              </a:rPr>
              <a:t>，以构成一个</a:t>
            </a:r>
            <a:r>
              <a:rPr lang="zh-CN" altLang="en-US" sz="2400" b="1" dirty="0">
                <a:solidFill>
                  <a:srgbClr val="002060"/>
                </a:solidFill>
                <a:latin typeface="DengXian" charset="-122"/>
                <a:ea typeface="DengXian" charset="-122"/>
                <a:cs typeface="DengXian" charset="-122"/>
              </a:rPr>
              <a:t>相互垂直的两投影面新体系</a:t>
            </a:r>
            <a:r>
              <a:rPr lang="zh-CN" altLang="en-US" sz="2400" b="1" dirty="0">
                <a:latin typeface="DengXian" charset="-122"/>
                <a:ea typeface="DengXian" charset="-122"/>
                <a:cs typeface="DengXian" charset="-122"/>
              </a:rPr>
              <a:t>。</a:t>
            </a:r>
          </a:p>
        </p:txBody>
      </p:sp>
      <p:grpSp>
        <p:nvGrpSpPr>
          <p:cNvPr id="32" name="Group 44">
            <a:extLst>
              <a:ext uri="{FF2B5EF4-FFF2-40B4-BE49-F238E27FC236}">
                <a16:creationId xmlns:a16="http://schemas.microsoft.com/office/drawing/2014/main" id="{7B247FD7-4EBA-09FA-14E1-CE892268FEF8}"/>
              </a:ext>
            </a:extLst>
          </p:cNvPr>
          <p:cNvGrpSpPr>
            <a:grpSpLocks/>
          </p:cNvGrpSpPr>
          <p:nvPr/>
        </p:nvGrpSpPr>
        <p:grpSpPr bwMode="auto">
          <a:xfrm>
            <a:off x="8058666" y="3416551"/>
            <a:ext cx="2359025" cy="993775"/>
            <a:chOff x="4196" y="1690"/>
            <a:chExt cx="1454" cy="521"/>
          </a:xfrm>
        </p:grpSpPr>
        <p:sp>
          <p:nvSpPr>
            <p:cNvPr id="33" name="AutoShape 43">
              <a:extLst>
                <a:ext uri="{FF2B5EF4-FFF2-40B4-BE49-F238E27FC236}">
                  <a16:creationId xmlns:a16="http://schemas.microsoft.com/office/drawing/2014/main" id="{7FAF99A3-FA7D-447E-F298-702E4CA58E52}"/>
                </a:ext>
              </a:extLst>
            </p:cNvPr>
            <p:cNvSpPr>
              <a:spLocks noChangeArrowheads="1"/>
            </p:cNvSpPr>
            <p:nvPr/>
          </p:nvSpPr>
          <p:spPr bwMode="auto">
            <a:xfrm>
              <a:off x="4196" y="1690"/>
              <a:ext cx="1454" cy="521"/>
            </a:xfrm>
            <a:prstGeom prst="wedgeRoundRectCallout">
              <a:avLst>
                <a:gd name="adj1" fmla="val -73027"/>
                <a:gd name="adj2" fmla="val 94199"/>
                <a:gd name="adj3" fmla="val 16667"/>
              </a:avLst>
            </a:prstGeom>
            <a:solidFill>
              <a:srgbClr val="CCFFCC"/>
            </a:solidFill>
            <a:ln w="28575">
              <a:solidFill>
                <a:srgbClr val="66FFFF"/>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p>
              <a:endParaRPr lang="en-US" altLang="en-US" b="1">
                <a:latin typeface="DengXian" charset="-122"/>
                <a:ea typeface="DengXian" charset="-122"/>
                <a:cs typeface="DengXian" charset="-122"/>
              </a:endParaRPr>
            </a:p>
          </p:txBody>
        </p:sp>
        <p:sp>
          <p:nvSpPr>
            <p:cNvPr id="34" name="Text Box 41">
              <a:extLst>
                <a:ext uri="{FF2B5EF4-FFF2-40B4-BE49-F238E27FC236}">
                  <a16:creationId xmlns:a16="http://schemas.microsoft.com/office/drawing/2014/main" id="{C1203494-DC37-8923-18A5-FDD188DC14C4}"/>
                </a:ext>
              </a:extLst>
            </p:cNvPr>
            <p:cNvSpPr txBox="1">
              <a:spLocks noChangeArrowheads="1"/>
            </p:cNvSpPr>
            <p:nvPr/>
          </p:nvSpPr>
          <p:spPr bwMode="auto">
            <a:xfrm>
              <a:off x="4214" y="1791"/>
              <a:ext cx="1391" cy="37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l"/>
              <a:r>
                <a:rPr lang="zh-CN" altLang="en-US" sz="2000" b="1" dirty="0">
                  <a:latin typeface="DengXian" charset="-122"/>
                  <a:ea typeface="DengXian" charset="-122"/>
                  <a:cs typeface="DengXian" charset="-122"/>
                </a:rPr>
                <a:t>平行于新的投影面</a:t>
              </a:r>
            </a:p>
            <a:p>
              <a:pPr algn="l"/>
              <a:r>
                <a:rPr lang="zh-CN" altLang="en-US" sz="2000" b="1" dirty="0">
                  <a:latin typeface="DengXian" charset="-122"/>
                  <a:ea typeface="DengXian" charset="-122"/>
                  <a:cs typeface="DengXian" charset="-122"/>
                </a:rPr>
                <a:t>垂直于新的投影面</a:t>
              </a:r>
            </a:p>
          </p:txBody>
        </p:sp>
      </p:grpSp>
      <p:grpSp>
        <p:nvGrpSpPr>
          <p:cNvPr id="35" name="Group 28">
            <a:extLst>
              <a:ext uri="{FF2B5EF4-FFF2-40B4-BE49-F238E27FC236}">
                <a16:creationId xmlns:a16="http://schemas.microsoft.com/office/drawing/2014/main" id="{099DF927-8E81-51F8-4834-8F075C5D825D}"/>
              </a:ext>
            </a:extLst>
          </p:cNvPr>
          <p:cNvGrpSpPr>
            <a:grpSpLocks/>
          </p:cNvGrpSpPr>
          <p:nvPr/>
        </p:nvGrpSpPr>
        <p:grpSpPr bwMode="auto">
          <a:xfrm>
            <a:off x="5351980" y="1187701"/>
            <a:ext cx="1047750" cy="2979738"/>
            <a:chOff x="2291" y="480"/>
            <a:chExt cx="660" cy="1877"/>
          </a:xfrm>
        </p:grpSpPr>
        <p:sp>
          <p:nvSpPr>
            <p:cNvPr id="36" name="Freeform 29">
              <a:extLst>
                <a:ext uri="{FF2B5EF4-FFF2-40B4-BE49-F238E27FC236}">
                  <a16:creationId xmlns:a16="http://schemas.microsoft.com/office/drawing/2014/main" id="{F5951F94-2698-77B6-C60E-AFC87A5DA92D}"/>
                </a:ext>
              </a:extLst>
            </p:cNvPr>
            <p:cNvSpPr>
              <a:spLocks/>
            </p:cNvSpPr>
            <p:nvPr/>
          </p:nvSpPr>
          <p:spPr bwMode="auto">
            <a:xfrm>
              <a:off x="2357" y="480"/>
              <a:ext cx="594" cy="1877"/>
            </a:xfrm>
            <a:custGeom>
              <a:avLst/>
              <a:gdLst>
                <a:gd name="T0" fmla="*/ 0 w 594"/>
                <a:gd name="T1" fmla="*/ 1296 h 1877"/>
                <a:gd name="T2" fmla="*/ 0 w 594"/>
                <a:gd name="T3" fmla="*/ 0 h 1877"/>
                <a:gd name="T4" fmla="*/ 594 w 594"/>
                <a:gd name="T5" fmla="*/ 579 h 1877"/>
                <a:gd name="T6" fmla="*/ 594 w 594"/>
                <a:gd name="T7" fmla="*/ 1877 h 1877"/>
                <a:gd name="T8" fmla="*/ 0 w 594"/>
                <a:gd name="T9" fmla="*/ 1296 h 1877"/>
              </a:gdLst>
              <a:ahLst/>
              <a:cxnLst>
                <a:cxn ang="0">
                  <a:pos x="T0" y="T1"/>
                </a:cxn>
                <a:cxn ang="0">
                  <a:pos x="T2" y="T3"/>
                </a:cxn>
                <a:cxn ang="0">
                  <a:pos x="T4" y="T5"/>
                </a:cxn>
                <a:cxn ang="0">
                  <a:pos x="T6" y="T7"/>
                </a:cxn>
                <a:cxn ang="0">
                  <a:pos x="T8" y="T9"/>
                </a:cxn>
              </a:cxnLst>
              <a:rect l="0" t="0" r="r" b="b"/>
              <a:pathLst>
                <a:path w="594" h="1877">
                  <a:moveTo>
                    <a:pt x="0" y="1296"/>
                  </a:moveTo>
                  <a:lnTo>
                    <a:pt x="0" y="0"/>
                  </a:lnTo>
                  <a:lnTo>
                    <a:pt x="594" y="579"/>
                  </a:lnTo>
                  <a:lnTo>
                    <a:pt x="594" y="1877"/>
                  </a:lnTo>
                  <a:lnTo>
                    <a:pt x="0" y="1296"/>
                  </a:lnTo>
                  <a:close/>
                </a:path>
              </a:pathLst>
            </a:custGeom>
            <a:solidFill>
              <a:srgbClr val="FFFFFF"/>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endParaRPr lang="en-US">
                <a:latin typeface="DengXian" charset="-122"/>
                <a:ea typeface="DengXian" charset="-122"/>
                <a:cs typeface="DengXian" charset="-122"/>
              </a:endParaRPr>
            </a:p>
          </p:txBody>
        </p:sp>
        <p:sp>
          <p:nvSpPr>
            <p:cNvPr id="37" name="Text Box 30">
              <a:extLst>
                <a:ext uri="{FF2B5EF4-FFF2-40B4-BE49-F238E27FC236}">
                  <a16:creationId xmlns:a16="http://schemas.microsoft.com/office/drawing/2014/main" id="{F2CDB6EC-DB12-2B4A-6122-1C3186CA60AC}"/>
                </a:ext>
              </a:extLst>
            </p:cNvPr>
            <p:cNvSpPr txBox="1">
              <a:spLocks noChangeArrowheads="1"/>
            </p:cNvSpPr>
            <p:nvPr/>
          </p:nvSpPr>
          <p:spPr bwMode="auto">
            <a:xfrm>
              <a:off x="2291" y="566"/>
              <a:ext cx="31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sz="2000" b="1">
                  <a:latin typeface="DengXian" charset="-122"/>
                  <a:ea typeface="DengXian" charset="-122"/>
                  <a:cs typeface="DengXian" charset="-122"/>
                </a:rPr>
                <a:t>V1</a:t>
              </a:r>
              <a:endParaRPr lang="en-US" altLang="zh-CN" sz="2000">
                <a:latin typeface="DengXian" charset="-122"/>
                <a:ea typeface="DengXian" charset="-122"/>
                <a:cs typeface="DengXian" charset="-122"/>
              </a:endParaRPr>
            </a:p>
          </p:txBody>
        </p:sp>
      </p:grpSp>
      <p:grpSp>
        <p:nvGrpSpPr>
          <p:cNvPr id="38" name="Group 31">
            <a:extLst>
              <a:ext uri="{FF2B5EF4-FFF2-40B4-BE49-F238E27FC236}">
                <a16:creationId xmlns:a16="http://schemas.microsoft.com/office/drawing/2014/main" id="{C2D123ED-D98F-3979-BB1A-54905E370308}"/>
              </a:ext>
            </a:extLst>
          </p:cNvPr>
          <p:cNvGrpSpPr>
            <a:grpSpLocks/>
          </p:cNvGrpSpPr>
          <p:nvPr/>
        </p:nvGrpSpPr>
        <p:grpSpPr bwMode="auto">
          <a:xfrm>
            <a:off x="4831281" y="1663951"/>
            <a:ext cx="1652588" cy="2482850"/>
            <a:chOff x="1963" y="788"/>
            <a:chExt cx="1041" cy="1564"/>
          </a:xfrm>
        </p:grpSpPr>
        <p:sp>
          <p:nvSpPr>
            <p:cNvPr id="39" name="Line 32">
              <a:extLst>
                <a:ext uri="{FF2B5EF4-FFF2-40B4-BE49-F238E27FC236}">
                  <a16:creationId xmlns:a16="http://schemas.microsoft.com/office/drawing/2014/main" id="{A0024759-1ECF-B18F-3A5A-E2EDBA4539FB}"/>
                </a:ext>
              </a:extLst>
            </p:cNvPr>
            <p:cNvSpPr>
              <a:spLocks noChangeShapeType="1"/>
            </p:cNvSpPr>
            <p:nvPr/>
          </p:nvSpPr>
          <p:spPr bwMode="auto">
            <a:xfrm flipV="1">
              <a:off x="2160" y="1440"/>
              <a:ext cx="576" cy="192"/>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40" name="Freeform 33">
              <a:extLst>
                <a:ext uri="{FF2B5EF4-FFF2-40B4-BE49-F238E27FC236}">
                  <a16:creationId xmlns:a16="http://schemas.microsoft.com/office/drawing/2014/main" id="{3F0E0B1D-2B8F-E51A-CA39-4C094562AB04}"/>
                </a:ext>
              </a:extLst>
            </p:cNvPr>
            <p:cNvSpPr>
              <a:spLocks/>
            </p:cNvSpPr>
            <p:nvPr/>
          </p:nvSpPr>
          <p:spPr bwMode="auto">
            <a:xfrm>
              <a:off x="2160" y="2146"/>
              <a:ext cx="579" cy="206"/>
            </a:xfrm>
            <a:custGeom>
              <a:avLst/>
              <a:gdLst>
                <a:gd name="T0" fmla="*/ 0 w 579"/>
                <a:gd name="T1" fmla="*/ 206 h 206"/>
                <a:gd name="T2" fmla="*/ 579 w 579"/>
                <a:gd name="T3" fmla="*/ 0 h 206"/>
              </a:gdLst>
              <a:ahLst/>
              <a:cxnLst>
                <a:cxn ang="0">
                  <a:pos x="T0" y="T1"/>
                </a:cxn>
                <a:cxn ang="0">
                  <a:pos x="T2" y="T3"/>
                </a:cxn>
              </a:cxnLst>
              <a:rect l="0" t="0" r="r" b="b"/>
              <a:pathLst>
                <a:path w="579" h="206">
                  <a:moveTo>
                    <a:pt x="0" y="206"/>
                  </a:moveTo>
                  <a:lnTo>
                    <a:pt x="579" y="0"/>
                  </a:lnTo>
                </a:path>
              </a:pathLst>
            </a:custGeom>
            <a:noFill/>
            <a:ln w="12700" cmpd="sng">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41" name="Freeform 34">
              <a:extLst>
                <a:ext uri="{FF2B5EF4-FFF2-40B4-BE49-F238E27FC236}">
                  <a16:creationId xmlns:a16="http://schemas.microsoft.com/office/drawing/2014/main" id="{3A0C06D1-2F2F-C336-1493-C9068AE2CE31}"/>
                </a:ext>
              </a:extLst>
            </p:cNvPr>
            <p:cNvSpPr>
              <a:spLocks/>
            </p:cNvSpPr>
            <p:nvPr/>
          </p:nvSpPr>
          <p:spPr bwMode="auto">
            <a:xfrm>
              <a:off x="1968" y="1892"/>
              <a:ext cx="503" cy="172"/>
            </a:xfrm>
            <a:custGeom>
              <a:avLst/>
              <a:gdLst>
                <a:gd name="T0" fmla="*/ 0 w 503"/>
                <a:gd name="T1" fmla="*/ 172 h 172"/>
                <a:gd name="T2" fmla="*/ 503 w 503"/>
                <a:gd name="T3" fmla="*/ 0 h 172"/>
              </a:gdLst>
              <a:ahLst/>
              <a:cxnLst>
                <a:cxn ang="0">
                  <a:pos x="T0" y="T1"/>
                </a:cxn>
                <a:cxn ang="0">
                  <a:pos x="T2" y="T3"/>
                </a:cxn>
              </a:cxnLst>
              <a:rect l="0" t="0" r="r" b="b"/>
              <a:pathLst>
                <a:path w="503" h="172">
                  <a:moveTo>
                    <a:pt x="0" y="172"/>
                  </a:moveTo>
                  <a:lnTo>
                    <a:pt x="503" y="0"/>
                  </a:lnTo>
                </a:path>
              </a:pathLst>
            </a:custGeom>
            <a:noFill/>
            <a:ln w="12700" cmpd="sng">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42" name="Freeform 35">
              <a:extLst>
                <a:ext uri="{FF2B5EF4-FFF2-40B4-BE49-F238E27FC236}">
                  <a16:creationId xmlns:a16="http://schemas.microsoft.com/office/drawing/2014/main" id="{72380EA6-3C08-E17A-A73F-92254DAF5213}"/>
                </a:ext>
              </a:extLst>
            </p:cNvPr>
            <p:cNvSpPr>
              <a:spLocks/>
            </p:cNvSpPr>
            <p:nvPr/>
          </p:nvSpPr>
          <p:spPr bwMode="auto">
            <a:xfrm>
              <a:off x="1963" y="988"/>
              <a:ext cx="522" cy="155"/>
            </a:xfrm>
            <a:custGeom>
              <a:avLst/>
              <a:gdLst>
                <a:gd name="T0" fmla="*/ 0 w 522"/>
                <a:gd name="T1" fmla="*/ 155 h 155"/>
                <a:gd name="T2" fmla="*/ 522 w 522"/>
                <a:gd name="T3" fmla="*/ 0 h 155"/>
              </a:gdLst>
              <a:ahLst/>
              <a:cxnLst>
                <a:cxn ang="0">
                  <a:pos x="T0" y="T1"/>
                </a:cxn>
                <a:cxn ang="0">
                  <a:pos x="T2" y="T3"/>
                </a:cxn>
              </a:cxnLst>
              <a:rect l="0" t="0" r="r" b="b"/>
              <a:pathLst>
                <a:path w="522" h="155">
                  <a:moveTo>
                    <a:pt x="0" y="155"/>
                  </a:moveTo>
                  <a:lnTo>
                    <a:pt x="522" y="0"/>
                  </a:lnTo>
                </a:path>
              </a:pathLst>
            </a:custGeom>
            <a:noFill/>
            <a:ln w="12700" cmpd="sng">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43" name="Freeform 36">
              <a:extLst>
                <a:ext uri="{FF2B5EF4-FFF2-40B4-BE49-F238E27FC236}">
                  <a16:creationId xmlns:a16="http://schemas.microsoft.com/office/drawing/2014/main" id="{98ED3B78-D080-F8A8-F742-1365A6A29FCF}"/>
                </a:ext>
              </a:extLst>
            </p:cNvPr>
            <p:cNvSpPr>
              <a:spLocks/>
            </p:cNvSpPr>
            <p:nvPr/>
          </p:nvSpPr>
          <p:spPr bwMode="auto">
            <a:xfrm>
              <a:off x="2471" y="988"/>
              <a:ext cx="265" cy="452"/>
            </a:xfrm>
            <a:custGeom>
              <a:avLst/>
              <a:gdLst>
                <a:gd name="T0" fmla="*/ 0 w 265"/>
                <a:gd name="T1" fmla="*/ 0 h 452"/>
                <a:gd name="T2" fmla="*/ 265 w 265"/>
                <a:gd name="T3" fmla="*/ 452 h 452"/>
              </a:gdLst>
              <a:ahLst/>
              <a:cxnLst>
                <a:cxn ang="0">
                  <a:pos x="T0" y="T1"/>
                </a:cxn>
                <a:cxn ang="0">
                  <a:pos x="T2" y="T3"/>
                </a:cxn>
              </a:cxnLst>
              <a:rect l="0" t="0" r="r" b="b"/>
              <a:pathLst>
                <a:path w="265" h="452">
                  <a:moveTo>
                    <a:pt x="0" y="0"/>
                  </a:moveTo>
                  <a:lnTo>
                    <a:pt x="265" y="452"/>
                  </a:lnTo>
                </a:path>
              </a:pathLst>
            </a:custGeom>
            <a:noFill/>
            <a:ln w="38100">
              <a:solidFill>
                <a:srgbClr val="FF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44" name="Freeform 37">
              <a:extLst>
                <a:ext uri="{FF2B5EF4-FFF2-40B4-BE49-F238E27FC236}">
                  <a16:creationId xmlns:a16="http://schemas.microsoft.com/office/drawing/2014/main" id="{1ED5507C-3CB2-2D4D-1E0B-6F6EB4136ED1}"/>
                </a:ext>
              </a:extLst>
            </p:cNvPr>
            <p:cNvSpPr>
              <a:spLocks/>
            </p:cNvSpPr>
            <p:nvPr/>
          </p:nvSpPr>
          <p:spPr bwMode="auto">
            <a:xfrm>
              <a:off x="2471" y="974"/>
              <a:ext cx="1" cy="918"/>
            </a:xfrm>
            <a:custGeom>
              <a:avLst/>
              <a:gdLst>
                <a:gd name="T0" fmla="*/ 0 w 1"/>
                <a:gd name="T1" fmla="*/ 918 h 918"/>
                <a:gd name="T2" fmla="*/ 0 w 1"/>
                <a:gd name="T3" fmla="*/ 0 h 918"/>
              </a:gdLst>
              <a:ahLst/>
              <a:cxnLst>
                <a:cxn ang="0">
                  <a:pos x="T0" y="T1"/>
                </a:cxn>
                <a:cxn ang="0">
                  <a:pos x="T2" y="T3"/>
                </a:cxn>
              </a:cxnLst>
              <a:rect l="0" t="0" r="r" b="b"/>
              <a:pathLst>
                <a:path w="1" h="918">
                  <a:moveTo>
                    <a:pt x="0" y="918"/>
                  </a:moveTo>
                  <a:lnTo>
                    <a:pt x="0" y="0"/>
                  </a:lnTo>
                </a:path>
              </a:pathLst>
            </a:custGeom>
            <a:noFill/>
            <a:ln w="12700" cmpd="sng">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45" name="Line 38">
              <a:extLst>
                <a:ext uri="{FF2B5EF4-FFF2-40B4-BE49-F238E27FC236}">
                  <a16:creationId xmlns:a16="http://schemas.microsoft.com/office/drawing/2014/main" id="{3E0915D4-6D4E-8E7F-9F79-939E0C9F140C}"/>
                </a:ext>
              </a:extLst>
            </p:cNvPr>
            <p:cNvSpPr>
              <a:spLocks noChangeShapeType="1"/>
            </p:cNvSpPr>
            <p:nvPr/>
          </p:nvSpPr>
          <p:spPr bwMode="auto">
            <a:xfrm flipV="1">
              <a:off x="2736" y="1440"/>
              <a:ext cx="0" cy="720"/>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DengXian" charset="-122"/>
                <a:ea typeface="DengXian" charset="-122"/>
                <a:cs typeface="DengXian" charset="-122"/>
              </a:endParaRPr>
            </a:p>
          </p:txBody>
        </p:sp>
        <p:sp>
          <p:nvSpPr>
            <p:cNvPr id="46" name="Text Box 39">
              <a:extLst>
                <a:ext uri="{FF2B5EF4-FFF2-40B4-BE49-F238E27FC236}">
                  <a16:creationId xmlns:a16="http://schemas.microsoft.com/office/drawing/2014/main" id="{27BDDCD0-A46B-A1AC-77DE-A9336F57459F}"/>
                </a:ext>
              </a:extLst>
            </p:cNvPr>
            <p:cNvSpPr txBox="1">
              <a:spLocks noChangeArrowheads="1"/>
            </p:cNvSpPr>
            <p:nvPr/>
          </p:nvSpPr>
          <p:spPr bwMode="auto">
            <a:xfrm>
              <a:off x="2486" y="788"/>
              <a:ext cx="27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eaLnBrk="0" hangingPunct="0"/>
              <a:r>
                <a:rPr lang="en-US" altLang="zh-CN" sz="2400" i="1" dirty="0">
                  <a:latin typeface="Times New Roman" panose="02020603050405020304" pitchFamily="18" charset="0"/>
                  <a:ea typeface="DengXian" charset="-122"/>
                  <a:cs typeface="Times New Roman" panose="02020603050405020304" pitchFamily="18" charset="0"/>
                </a:rPr>
                <a:t>a</a:t>
              </a:r>
              <a:r>
                <a:rPr lang="en-US" altLang="zh-CN" sz="2400" i="1" baseline="-25000" dirty="0">
                  <a:latin typeface="Times New Roman" panose="02020603050405020304" pitchFamily="18" charset="0"/>
                  <a:ea typeface="DengXian" charset="-122"/>
                  <a:cs typeface="Times New Roman" panose="02020603050405020304" pitchFamily="18" charset="0"/>
                </a:rPr>
                <a:t>1</a:t>
              </a:r>
              <a:endParaRPr lang="en-US" altLang="zh-CN" sz="2400" i="1" dirty="0">
                <a:latin typeface="Times New Roman" panose="02020603050405020304" pitchFamily="18" charset="0"/>
                <a:ea typeface="DengXian" charset="-122"/>
                <a:cs typeface="Times New Roman" panose="02020603050405020304" pitchFamily="18" charset="0"/>
              </a:endParaRPr>
            </a:p>
          </p:txBody>
        </p:sp>
        <p:sp>
          <p:nvSpPr>
            <p:cNvPr id="47" name="Text Box 40">
              <a:extLst>
                <a:ext uri="{FF2B5EF4-FFF2-40B4-BE49-F238E27FC236}">
                  <a16:creationId xmlns:a16="http://schemas.microsoft.com/office/drawing/2014/main" id="{9429A172-BCCA-055E-B3F3-72B6A0A752CC}"/>
                </a:ext>
              </a:extLst>
            </p:cNvPr>
            <p:cNvSpPr txBox="1">
              <a:spLocks noChangeArrowheads="1"/>
            </p:cNvSpPr>
            <p:nvPr/>
          </p:nvSpPr>
          <p:spPr bwMode="auto">
            <a:xfrm>
              <a:off x="2726" y="1244"/>
              <a:ext cx="27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eaLnBrk="0" hangingPunct="0"/>
              <a:r>
                <a:rPr lang="en-US" altLang="zh-CN" sz="2400" i="1">
                  <a:latin typeface="Times New Roman" panose="02020603050405020304" pitchFamily="18" charset="0"/>
                  <a:ea typeface="DengXian" charset="-122"/>
                  <a:cs typeface="Times New Roman" panose="02020603050405020304" pitchFamily="18" charset="0"/>
                </a:rPr>
                <a:t>b</a:t>
              </a:r>
              <a:r>
                <a:rPr lang="en-US" altLang="zh-CN" sz="2400" i="1" baseline="-25000">
                  <a:latin typeface="Times New Roman" panose="02020603050405020304" pitchFamily="18" charset="0"/>
                  <a:ea typeface="DengXian" charset="-122"/>
                  <a:cs typeface="Times New Roman" panose="02020603050405020304" pitchFamily="18" charset="0"/>
                </a:rPr>
                <a:t>1</a:t>
              </a:r>
              <a:endParaRPr lang="en-US" altLang="zh-CN" sz="2400" i="1">
                <a:latin typeface="Times New Roman" panose="02020603050405020304" pitchFamily="18" charset="0"/>
                <a:ea typeface="DengXian" charset="-122"/>
                <a:cs typeface="Times New Roman" panose="02020603050405020304" pitchFamily="18" charset="0"/>
              </a:endParaRPr>
            </a:p>
          </p:txBody>
        </p:sp>
      </p:grpSp>
    </p:spTree>
    <p:extLst>
      <p:ext uri="{BB962C8B-B14F-4D97-AF65-F5344CB8AC3E}">
        <p14:creationId xmlns:p14="http://schemas.microsoft.com/office/powerpoint/2010/main" val="2997682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blinds(horizontal)">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down)">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slide(fromBottom)">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500" fill="hold"/>
                                        <p:tgtEl>
                                          <p:spTgt spid="35"/>
                                        </p:tgtEl>
                                        <p:attrNameLst>
                                          <p:attrName>ppt_x</p:attrName>
                                        </p:attrNameLst>
                                      </p:cBhvr>
                                      <p:tavLst>
                                        <p:tav tm="0">
                                          <p:val>
                                            <p:strVal val="#ppt_x"/>
                                          </p:val>
                                        </p:tav>
                                        <p:tav tm="100000">
                                          <p:val>
                                            <p:strVal val="#ppt_x"/>
                                          </p:val>
                                        </p:tav>
                                      </p:tavLst>
                                    </p:anim>
                                    <p:anim calcmode="lin" valueType="num">
                                      <p:cBhvr additive="base">
                                        <p:cTn id="28" dur="500" fill="hold"/>
                                        <p:tgtEl>
                                          <p:spTgt spid="35"/>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wipe(left)">
                                      <p:cBhvr>
                                        <p:cTn id="3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utoUpdateAnimBg="0"/>
      <p:bldP spid="3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p:cNvSpPr txBox="1">
            <a:spLocks noChangeArrowheads="1"/>
          </p:cNvSpPr>
          <p:nvPr/>
        </p:nvSpPr>
        <p:spPr bwMode="auto">
          <a:xfrm>
            <a:off x="831213" y="1276539"/>
            <a:ext cx="326243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eaLnBrk="0" hangingPunct="0"/>
            <a:r>
              <a:rPr lang="zh-CN" altLang="en-US" sz="2400" dirty="0">
                <a:latin typeface="黑体" panose="02010609060101010101" pitchFamily="49" charset="-122"/>
                <a:ea typeface="黑体" panose="02010609060101010101" pitchFamily="49" charset="-122"/>
              </a:rPr>
              <a:t>解题时要注意的问题：</a:t>
            </a:r>
          </a:p>
        </p:txBody>
      </p:sp>
      <p:sp>
        <p:nvSpPr>
          <p:cNvPr id="116739" name="Text Box 3"/>
          <p:cNvSpPr txBox="1">
            <a:spLocks noChangeArrowheads="1"/>
          </p:cNvSpPr>
          <p:nvPr/>
        </p:nvSpPr>
        <p:spPr bwMode="auto">
          <a:xfrm>
            <a:off x="872647" y="2110640"/>
            <a:ext cx="8962469"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lgn="l" eaLnBrk="0" hangingPunct="0"/>
            <a:r>
              <a:rPr lang="en-US" altLang="zh-CN" sz="2000" dirty="0">
                <a:latin typeface="黑体" panose="02010609060101010101" pitchFamily="49" charset="-122"/>
                <a:ea typeface="黑体" panose="02010609060101010101" pitchFamily="49" charset="-122"/>
              </a:rPr>
              <a:t>⒈ </a:t>
            </a:r>
            <a:r>
              <a:rPr lang="zh-CN" altLang="en-US" sz="2000" dirty="0">
                <a:latin typeface="黑体" panose="02010609060101010101" pitchFamily="49" charset="-122"/>
                <a:ea typeface="黑体" panose="02010609060101010101" pitchFamily="49" charset="-122"/>
              </a:rPr>
              <a:t>弄清原始条件中</a:t>
            </a:r>
            <a:r>
              <a:rPr lang="zh-CN" altLang="en-US" sz="2000" dirty="0">
                <a:solidFill>
                  <a:srgbClr val="C00000"/>
                </a:solidFill>
                <a:latin typeface="黑体" panose="02010609060101010101" pitchFamily="49" charset="-122"/>
                <a:ea typeface="黑体" panose="02010609060101010101" pitchFamily="49" charset="-122"/>
              </a:rPr>
              <a:t>物体与原投影面的相对位置</a:t>
            </a:r>
            <a:r>
              <a:rPr lang="zh-CN" altLang="en-US" sz="2000" dirty="0">
                <a:latin typeface="黑体" panose="02010609060101010101" pitchFamily="49" charset="-122"/>
                <a:ea typeface="黑体" panose="02010609060101010101" pitchFamily="49" charset="-122"/>
              </a:rPr>
              <a:t>，并把这些条件抽象成几何元素（点、线、面等）。</a:t>
            </a:r>
          </a:p>
        </p:txBody>
      </p:sp>
      <p:sp>
        <p:nvSpPr>
          <p:cNvPr id="116740" name="Text Box 4"/>
          <p:cNvSpPr txBox="1">
            <a:spLocks noChangeArrowheads="1"/>
          </p:cNvSpPr>
          <p:nvPr/>
        </p:nvSpPr>
        <p:spPr bwMode="auto">
          <a:xfrm>
            <a:off x="838200" y="3027829"/>
            <a:ext cx="9188302"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lgn="l" eaLnBrk="0" hangingPunct="0"/>
            <a:r>
              <a:rPr lang="en-US" altLang="zh-CN" sz="2000" dirty="0">
                <a:latin typeface="黑体" panose="02010609060101010101" pitchFamily="49" charset="-122"/>
                <a:ea typeface="黑体" panose="02010609060101010101" pitchFamily="49" charset="-122"/>
              </a:rPr>
              <a:t>⒉ </a:t>
            </a:r>
            <a:r>
              <a:rPr lang="zh-CN" altLang="en-US" sz="2000" dirty="0">
                <a:latin typeface="黑体" panose="02010609060101010101" pitchFamily="49" charset="-122"/>
                <a:ea typeface="黑体" panose="02010609060101010101" pitchFamily="49" charset="-122"/>
              </a:rPr>
              <a:t>根据要求得到的结果，确定出有关几何</a:t>
            </a:r>
            <a:r>
              <a:rPr lang="zh-CN" altLang="en-US" sz="2000" dirty="0">
                <a:solidFill>
                  <a:srgbClr val="C00000"/>
                </a:solidFill>
                <a:latin typeface="黑体" panose="02010609060101010101" pitchFamily="49" charset="-122"/>
                <a:ea typeface="黑体" panose="02010609060101010101" pitchFamily="49" charset="-122"/>
              </a:rPr>
              <a:t>元素对新投影面应处于什么样的特殊位置</a:t>
            </a:r>
            <a:r>
              <a:rPr lang="zh-CN" altLang="en-US" sz="2000" dirty="0">
                <a:latin typeface="黑体" panose="02010609060101010101" pitchFamily="49" charset="-122"/>
                <a:ea typeface="黑体" panose="02010609060101010101" pitchFamily="49" charset="-122"/>
              </a:rPr>
              <a:t>（垂直或平行）。</a:t>
            </a:r>
          </a:p>
        </p:txBody>
      </p:sp>
      <p:sp>
        <p:nvSpPr>
          <p:cNvPr id="116741" name="Text Box 5"/>
          <p:cNvSpPr txBox="1">
            <a:spLocks noChangeArrowheads="1"/>
          </p:cNvSpPr>
          <p:nvPr/>
        </p:nvSpPr>
        <p:spPr bwMode="auto">
          <a:xfrm>
            <a:off x="838200" y="4108152"/>
            <a:ext cx="8996916"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lgn="l" eaLnBrk="0" hangingPunct="0"/>
            <a:r>
              <a:rPr lang="en-US" altLang="zh-CN" sz="2000" dirty="0">
                <a:latin typeface="黑体" panose="02010609060101010101" pitchFamily="49" charset="-122"/>
                <a:ea typeface="黑体" panose="02010609060101010101" pitchFamily="49" charset="-122"/>
              </a:rPr>
              <a:t>⒊ </a:t>
            </a:r>
            <a:r>
              <a:rPr lang="zh-CN" altLang="en-US" sz="2000" dirty="0">
                <a:latin typeface="黑体" panose="02010609060101010101" pitchFamily="49" charset="-122"/>
                <a:ea typeface="黑体" panose="02010609060101010101" pitchFamily="49" charset="-122"/>
              </a:rPr>
              <a:t>注意新投影与原投影在变换前后的关系， 既要在新投影体系中正确无误地求得结果，又能将结果</a:t>
            </a:r>
            <a:r>
              <a:rPr lang="zh-CN" altLang="en-US" sz="2000" dirty="0">
                <a:solidFill>
                  <a:srgbClr val="C00000"/>
                </a:solidFill>
                <a:latin typeface="黑体" panose="02010609060101010101" pitchFamily="49" charset="-122"/>
                <a:ea typeface="黑体" panose="02010609060101010101" pitchFamily="49" charset="-122"/>
              </a:rPr>
              <a:t>返回到原投影体系中去。</a:t>
            </a:r>
          </a:p>
        </p:txBody>
      </p:sp>
      <p:sp>
        <p:nvSpPr>
          <p:cNvPr id="2" name="Date Placeholder 1">
            <a:extLst>
              <a:ext uri="{FF2B5EF4-FFF2-40B4-BE49-F238E27FC236}">
                <a16:creationId xmlns:a16="http://schemas.microsoft.com/office/drawing/2014/main" id="{48DA0FBB-469C-48AD-A86D-FF863FC9A633}"/>
              </a:ext>
            </a:extLst>
          </p:cNvPr>
          <p:cNvSpPr>
            <a:spLocks noGrp="1"/>
          </p:cNvSpPr>
          <p:nvPr>
            <p:ph type="dt" sz="half" idx="6"/>
          </p:nvPr>
        </p:nvSpPr>
        <p:spPr/>
        <p:txBody>
          <a:bodyPr/>
          <a:lstStyle/>
          <a:p>
            <a:fld id="{A2BC42BC-2003-4047-BCE4-36B96872B0AD}" type="datetime1">
              <a:rPr lang="en-US" smtClean="0"/>
              <a:t>10/14/25</a:t>
            </a:fld>
            <a:endParaRPr lang="en-US"/>
          </a:p>
        </p:txBody>
      </p:sp>
      <p:sp>
        <p:nvSpPr>
          <p:cNvPr id="3" name="Footer Placeholder 2">
            <a:extLst>
              <a:ext uri="{FF2B5EF4-FFF2-40B4-BE49-F238E27FC236}">
                <a16:creationId xmlns:a16="http://schemas.microsoft.com/office/drawing/2014/main" id="{239E17D5-6124-0E12-7BE4-7C5068BD4149}"/>
              </a:ext>
            </a:extLst>
          </p:cNvPr>
          <p:cNvSpPr>
            <a:spLocks noGrp="1"/>
          </p:cNvSpPr>
          <p:nvPr>
            <p:ph type="ftr" sz="quarter" idx="5"/>
          </p:nvPr>
        </p:nvSpPr>
        <p:spPr/>
        <p:txBody>
          <a:bodyPr/>
          <a:lstStyle/>
          <a:p>
            <a:r>
              <a:rPr lang="zh-CN" altLang="en-US"/>
              <a:t>工程制图第</a:t>
            </a:r>
            <a:r>
              <a:rPr lang="en-US" altLang="zh-CN"/>
              <a:t>7</a:t>
            </a:r>
            <a:r>
              <a:rPr lang="zh-CN" altLang="en-US"/>
              <a:t>讲</a:t>
            </a:r>
            <a:endParaRPr lang="en-US"/>
          </a:p>
        </p:txBody>
      </p:sp>
      <p:sp>
        <p:nvSpPr>
          <p:cNvPr id="4" name="Slide Number Placeholder 3">
            <a:extLst>
              <a:ext uri="{FF2B5EF4-FFF2-40B4-BE49-F238E27FC236}">
                <a16:creationId xmlns:a16="http://schemas.microsoft.com/office/drawing/2014/main" id="{B581A9DF-E6E4-0662-81A5-8AA1B384AE2D}"/>
              </a:ext>
            </a:extLst>
          </p:cNvPr>
          <p:cNvSpPr>
            <a:spLocks noGrp="1"/>
          </p:cNvSpPr>
          <p:nvPr>
            <p:ph type="sldNum" sz="quarter" idx="7"/>
          </p:nvPr>
        </p:nvSpPr>
        <p:spPr/>
        <p:txBody>
          <a:bodyPr/>
          <a:lstStyle/>
          <a:p>
            <a:fld id="{558F952B-8205-4A3F-8B8C-DB9DCBA03AAE}" type="slidenum">
              <a:rPr lang="en-US" smtClean="0"/>
              <a:pPr/>
              <a:t>14</a:t>
            </a:fld>
            <a:endParaRPr lang="en-US"/>
          </a:p>
        </p:txBody>
      </p:sp>
    </p:spTree>
    <p:extLst>
      <p:ext uri="{BB962C8B-B14F-4D97-AF65-F5344CB8AC3E}">
        <p14:creationId xmlns:p14="http://schemas.microsoft.com/office/powerpoint/2010/main" val="1401461430"/>
      </p:ext>
    </p:extLst>
  </p:cSld>
  <p:clrMapOvr>
    <a:masterClrMapping/>
  </p:clrMapOvr>
  <p:transition spd="med">
    <p:pull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6739"/>
                                        </p:tgtEl>
                                        <p:attrNameLst>
                                          <p:attrName>style.visibility</p:attrName>
                                        </p:attrNameLst>
                                      </p:cBhvr>
                                      <p:to>
                                        <p:strVal val="visible"/>
                                      </p:to>
                                    </p:set>
                                    <p:animEffect transition="in" filter="blinds(horizontal)">
                                      <p:cBhvr>
                                        <p:cTn id="7" dur="500"/>
                                        <p:tgtEl>
                                          <p:spTgt spid="1167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16740"/>
                                        </p:tgtEl>
                                        <p:attrNameLst>
                                          <p:attrName>style.visibility</p:attrName>
                                        </p:attrNameLst>
                                      </p:cBhvr>
                                      <p:to>
                                        <p:strVal val="visible"/>
                                      </p:to>
                                    </p:set>
                                    <p:animEffect transition="in" filter="blinds(vertical)">
                                      <p:cBhvr>
                                        <p:cTn id="12" dur="500"/>
                                        <p:tgtEl>
                                          <p:spTgt spid="1167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6741"/>
                                        </p:tgtEl>
                                        <p:attrNameLst>
                                          <p:attrName>style.visibility</p:attrName>
                                        </p:attrNameLst>
                                      </p:cBhvr>
                                      <p:to>
                                        <p:strVal val="visible"/>
                                      </p:to>
                                    </p:set>
                                    <p:animEffect transition="in" filter="blinds(horizontal)">
                                      <p:cBhvr>
                                        <p:cTn id="17" dur="500"/>
                                        <p:tgtEl>
                                          <p:spTgt spid="116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autoUpdateAnimBg="0"/>
      <p:bldP spid="116740" grpId="0" autoUpdateAnimBg="0"/>
      <p:bldP spid="11674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2C285441-136C-0907-DABE-055135246B3B}"/>
              </a:ext>
            </a:extLst>
          </p:cNvPr>
          <p:cNvSpPr>
            <a:spLocks noGrp="1"/>
          </p:cNvSpPr>
          <p:nvPr>
            <p:ph type="dt" sz="half" idx="10"/>
          </p:nvPr>
        </p:nvSpPr>
        <p:spPr/>
        <p:txBody>
          <a:bodyPr/>
          <a:lstStyle/>
          <a:p>
            <a:fld id="{755A38D5-1439-6947-8DEB-AB4573CC4AF7}" type="datetime1">
              <a:rPr lang="en-US" smtClean="0"/>
              <a:t>10/14/25</a:t>
            </a:fld>
            <a:endParaRPr lang="en-US"/>
          </a:p>
        </p:txBody>
      </p:sp>
      <p:sp>
        <p:nvSpPr>
          <p:cNvPr id="5" name="页脚占位符 4">
            <a:extLst>
              <a:ext uri="{FF2B5EF4-FFF2-40B4-BE49-F238E27FC236}">
                <a16:creationId xmlns:a16="http://schemas.microsoft.com/office/drawing/2014/main" id="{80744F06-D557-C18D-FAAB-67BB5928B94A}"/>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6" name="灯片编号占位符 5">
            <a:extLst>
              <a:ext uri="{FF2B5EF4-FFF2-40B4-BE49-F238E27FC236}">
                <a16:creationId xmlns:a16="http://schemas.microsoft.com/office/drawing/2014/main" id="{22824557-A746-53B5-8C38-B60C8384B526}"/>
              </a:ext>
            </a:extLst>
          </p:cNvPr>
          <p:cNvSpPr>
            <a:spLocks noGrp="1"/>
          </p:cNvSpPr>
          <p:nvPr>
            <p:ph type="sldNum" sz="quarter" idx="12"/>
          </p:nvPr>
        </p:nvSpPr>
        <p:spPr/>
        <p:txBody>
          <a:bodyPr/>
          <a:lstStyle/>
          <a:p>
            <a:fld id="{558F952B-8205-4A3F-8B8C-DB9DCBA03AAE}" type="slidenum">
              <a:rPr lang="en-US" smtClean="0"/>
              <a:t>15</a:t>
            </a:fld>
            <a:endParaRPr lang="en-US"/>
          </a:p>
        </p:txBody>
      </p:sp>
      <p:sp>
        <p:nvSpPr>
          <p:cNvPr id="7" name="Rectangle 2">
            <a:extLst>
              <a:ext uri="{FF2B5EF4-FFF2-40B4-BE49-F238E27FC236}">
                <a16:creationId xmlns:a16="http://schemas.microsoft.com/office/drawing/2014/main" id="{5801E521-51E2-7005-14C7-E0449A0E6BAF}"/>
              </a:ext>
            </a:extLst>
          </p:cNvPr>
          <p:cNvSpPr txBox="1">
            <a:spLocks noChangeArrowheads="1"/>
          </p:cNvSpPr>
          <p:nvPr/>
        </p:nvSpPr>
        <p:spPr>
          <a:xfrm>
            <a:off x="864394" y="584666"/>
            <a:ext cx="5945187" cy="811213"/>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mj-lt"/>
                <a:ea typeface="+mj-ea"/>
                <a:cs typeface="+mj-cs"/>
              </a:defRPr>
            </a:lvl1pPr>
          </a:lstStyle>
          <a:p>
            <a:r>
              <a:rPr lang="zh-CN" altLang="en-US" sz="3600" dirty="0">
                <a:latin typeface="DengXian" charset="-122"/>
                <a:ea typeface="DengXian" charset="-122"/>
                <a:cs typeface="DengXian" charset="-122"/>
              </a:rPr>
              <a:t>换面法的应用</a:t>
            </a:r>
            <a:r>
              <a:rPr lang="zh-CN" altLang="en-US" dirty="0">
                <a:latin typeface="DengXian" charset="-122"/>
                <a:ea typeface="DengXian" charset="-122"/>
                <a:cs typeface="DengXian" charset="-122"/>
              </a:rPr>
              <a:t> </a:t>
            </a:r>
          </a:p>
        </p:txBody>
      </p:sp>
      <p:grpSp>
        <p:nvGrpSpPr>
          <p:cNvPr id="8" name="Group 55">
            <a:extLst>
              <a:ext uri="{FF2B5EF4-FFF2-40B4-BE49-F238E27FC236}">
                <a16:creationId xmlns:a16="http://schemas.microsoft.com/office/drawing/2014/main" id="{B0B0B388-B946-EC0B-E674-34D0E21E894E}"/>
              </a:ext>
            </a:extLst>
          </p:cNvPr>
          <p:cNvGrpSpPr>
            <a:grpSpLocks/>
          </p:cNvGrpSpPr>
          <p:nvPr/>
        </p:nvGrpSpPr>
        <p:grpSpPr bwMode="auto">
          <a:xfrm>
            <a:off x="2243137" y="2472107"/>
            <a:ext cx="1417638" cy="2838450"/>
            <a:chOff x="374" y="2034"/>
            <a:chExt cx="893" cy="1788"/>
          </a:xfrm>
        </p:grpSpPr>
        <p:sp>
          <p:nvSpPr>
            <p:cNvPr id="9" name="Line 5">
              <a:extLst>
                <a:ext uri="{FF2B5EF4-FFF2-40B4-BE49-F238E27FC236}">
                  <a16:creationId xmlns:a16="http://schemas.microsoft.com/office/drawing/2014/main" id="{2819C643-61DE-19CB-C6E3-34D0A850E483}"/>
                </a:ext>
              </a:extLst>
            </p:cNvPr>
            <p:cNvSpPr>
              <a:spLocks noChangeShapeType="1"/>
            </p:cNvSpPr>
            <p:nvPr/>
          </p:nvSpPr>
          <p:spPr bwMode="auto">
            <a:xfrm>
              <a:off x="378" y="3023"/>
              <a:ext cx="8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0" name="Line 6">
              <a:extLst>
                <a:ext uri="{FF2B5EF4-FFF2-40B4-BE49-F238E27FC236}">
                  <a16:creationId xmlns:a16="http://schemas.microsoft.com/office/drawing/2014/main" id="{C3A05784-9B00-06F4-114D-247FEBD90CEF}"/>
                </a:ext>
              </a:extLst>
            </p:cNvPr>
            <p:cNvSpPr>
              <a:spLocks noChangeShapeType="1"/>
            </p:cNvSpPr>
            <p:nvPr/>
          </p:nvSpPr>
          <p:spPr bwMode="auto">
            <a:xfrm flipH="1">
              <a:off x="557" y="2377"/>
              <a:ext cx="595" cy="3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1" name="Line 7">
              <a:extLst>
                <a:ext uri="{FF2B5EF4-FFF2-40B4-BE49-F238E27FC236}">
                  <a16:creationId xmlns:a16="http://schemas.microsoft.com/office/drawing/2014/main" id="{07662237-7957-DB05-009D-8071A3B7C7B8}"/>
                </a:ext>
              </a:extLst>
            </p:cNvPr>
            <p:cNvSpPr>
              <a:spLocks noChangeShapeType="1"/>
            </p:cNvSpPr>
            <p:nvPr/>
          </p:nvSpPr>
          <p:spPr bwMode="auto">
            <a:xfrm>
              <a:off x="539" y="3337"/>
              <a:ext cx="594" cy="26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2" name="Rectangle 8">
              <a:extLst>
                <a:ext uri="{FF2B5EF4-FFF2-40B4-BE49-F238E27FC236}">
                  <a16:creationId xmlns:a16="http://schemas.microsoft.com/office/drawing/2014/main" id="{9EBD4F22-B855-3EB6-B501-27C98EDA3668}"/>
                </a:ext>
              </a:extLst>
            </p:cNvPr>
            <p:cNvSpPr>
              <a:spLocks noChangeArrowheads="1"/>
            </p:cNvSpPr>
            <p:nvPr/>
          </p:nvSpPr>
          <p:spPr bwMode="auto">
            <a:xfrm>
              <a:off x="374" y="2418"/>
              <a:ext cx="2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a</a:t>
              </a:r>
              <a:r>
                <a:rPr lang="en-US" altLang="zh-CN" i="1">
                  <a:sym typeface="Symbol" charset="2"/>
                </a:rPr>
                <a:t></a:t>
              </a:r>
            </a:p>
          </p:txBody>
        </p:sp>
        <p:sp>
          <p:nvSpPr>
            <p:cNvPr id="13" name="Rectangle 9">
              <a:extLst>
                <a:ext uri="{FF2B5EF4-FFF2-40B4-BE49-F238E27FC236}">
                  <a16:creationId xmlns:a16="http://schemas.microsoft.com/office/drawing/2014/main" id="{D05AFA22-D79C-1CE9-C3F6-F651F09B73CA}"/>
                </a:ext>
              </a:extLst>
            </p:cNvPr>
            <p:cNvSpPr>
              <a:spLocks noChangeArrowheads="1"/>
            </p:cNvSpPr>
            <p:nvPr/>
          </p:nvSpPr>
          <p:spPr bwMode="auto">
            <a:xfrm>
              <a:off x="995" y="2034"/>
              <a:ext cx="2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b</a:t>
              </a:r>
              <a:r>
                <a:rPr lang="en-US" altLang="zh-CN" i="1">
                  <a:sym typeface="Symbol" charset="2"/>
                </a:rPr>
                <a:t></a:t>
              </a:r>
            </a:p>
          </p:txBody>
        </p:sp>
        <p:sp>
          <p:nvSpPr>
            <p:cNvPr id="14" name="Rectangle 10">
              <a:extLst>
                <a:ext uri="{FF2B5EF4-FFF2-40B4-BE49-F238E27FC236}">
                  <a16:creationId xmlns:a16="http://schemas.microsoft.com/office/drawing/2014/main" id="{5ED0F7B6-8440-2BA7-5337-9EC7658A3E9E}"/>
                </a:ext>
              </a:extLst>
            </p:cNvPr>
            <p:cNvSpPr>
              <a:spLocks noChangeArrowheads="1"/>
            </p:cNvSpPr>
            <p:nvPr/>
          </p:nvSpPr>
          <p:spPr bwMode="auto">
            <a:xfrm>
              <a:off x="406" y="331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i="1"/>
                <a:t>a</a:t>
              </a:r>
            </a:p>
          </p:txBody>
        </p:sp>
        <p:sp>
          <p:nvSpPr>
            <p:cNvPr id="15" name="Rectangle 11">
              <a:extLst>
                <a:ext uri="{FF2B5EF4-FFF2-40B4-BE49-F238E27FC236}">
                  <a16:creationId xmlns:a16="http://schemas.microsoft.com/office/drawing/2014/main" id="{0549E4AE-B9C5-1B99-4265-45DB5E926C7F}"/>
                </a:ext>
              </a:extLst>
            </p:cNvPr>
            <p:cNvSpPr>
              <a:spLocks noChangeArrowheads="1"/>
            </p:cNvSpPr>
            <p:nvPr/>
          </p:nvSpPr>
          <p:spPr bwMode="auto">
            <a:xfrm>
              <a:off x="958" y="353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b</a:t>
              </a:r>
            </a:p>
          </p:txBody>
        </p:sp>
      </p:grpSp>
      <p:grpSp>
        <p:nvGrpSpPr>
          <p:cNvPr id="16" name="Group 56">
            <a:extLst>
              <a:ext uri="{FF2B5EF4-FFF2-40B4-BE49-F238E27FC236}">
                <a16:creationId xmlns:a16="http://schemas.microsoft.com/office/drawing/2014/main" id="{3F28ABB8-38F5-ACA6-7F39-AF23628D30E1}"/>
              </a:ext>
            </a:extLst>
          </p:cNvPr>
          <p:cNvGrpSpPr>
            <a:grpSpLocks/>
          </p:cNvGrpSpPr>
          <p:nvPr/>
        </p:nvGrpSpPr>
        <p:grpSpPr bwMode="auto">
          <a:xfrm>
            <a:off x="4108450" y="2465757"/>
            <a:ext cx="1417637" cy="2517775"/>
            <a:chOff x="1549" y="2030"/>
            <a:chExt cx="893" cy="1586"/>
          </a:xfrm>
        </p:grpSpPr>
        <p:sp>
          <p:nvSpPr>
            <p:cNvPr id="17" name="Line 13">
              <a:extLst>
                <a:ext uri="{FF2B5EF4-FFF2-40B4-BE49-F238E27FC236}">
                  <a16:creationId xmlns:a16="http://schemas.microsoft.com/office/drawing/2014/main" id="{2759F50B-2BB1-BC7A-1DB3-5AD2A0C5DD3F}"/>
                </a:ext>
              </a:extLst>
            </p:cNvPr>
            <p:cNvSpPr>
              <a:spLocks noChangeShapeType="1"/>
            </p:cNvSpPr>
            <p:nvPr/>
          </p:nvSpPr>
          <p:spPr bwMode="auto">
            <a:xfrm>
              <a:off x="1553" y="3019"/>
              <a:ext cx="889"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8" name="Line 14">
              <a:extLst>
                <a:ext uri="{FF2B5EF4-FFF2-40B4-BE49-F238E27FC236}">
                  <a16:creationId xmlns:a16="http://schemas.microsoft.com/office/drawing/2014/main" id="{455F1624-C3FC-A910-DC6C-974A6DE36514}"/>
                </a:ext>
              </a:extLst>
            </p:cNvPr>
            <p:cNvSpPr>
              <a:spLocks noChangeShapeType="1"/>
            </p:cNvSpPr>
            <p:nvPr/>
          </p:nvSpPr>
          <p:spPr bwMode="auto">
            <a:xfrm flipH="1">
              <a:off x="1732" y="2373"/>
              <a:ext cx="595" cy="3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9" name="Line 15">
              <a:extLst>
                <a:ext uri="{FF2B5EF4-FFF2-40B4-BE49-F238E27FC236}">
                  <a16:creationId xmlns:a16="http://schemas.microsoft.com/office/drawing/2014/main" id="{F7B72928-9609-6144-FCFB-C61B62E4AF54}"/>
                </a:ext>
              </a:extLst>
            </p:cNvPr>
            <p:cNvSpPr>
              <a:spLocks noChangeShapeType="1"/>
            </p:cNvSpPr>
            <p:nvPr/>
          </p:nvSpPr>
          <p:spPr bwMode="auto">
            <a:xfrm flipV="1">
              <a:off x="1714" y="3333"/>
              <a:ext cx="63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20" name="Rectangle 16">
              <a:extLst>
                <a:ext uri="{FF2B5EF4-FFF2-40B4-BE49-F238E27FC236}">
                  <a16:creationId xmlns:a16="http://schemas.microsoft.com/office/drawing/2014/main" id="{44BF55AF-325E-2961-1276-5E54B593AAC1}"/>
                </a:ext>
              </a:extLst>
            </p:cNvPr>
            <p:cNvSpPr>
              <a:spLocks noChangeArrowheads="1"/>
            </p:cNvSpPr>
            <p:nvPr/>
          </p:nvSpPr>
          <p:spPr bwMode="auto">
            <a:xfrm>
              <a:off x="1549" y="2414"/>
              <a:ext cx="2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a</a:t>
              </a:r>
              <a:r>
                <a:rPr lang="en-US" altLang="zh-CN" i="1">
                  <a:sym typeface="Symbol" charset="2"/>
                </a:rPr>
                <a:t></a:t>
              </a:r>
            </a:p>
          </p:txBody>
        </p:sp>
        <p:sp>
          <p:nvSpPr>
            <p:cNvPr id="21" name="Rectangle 17">
              <a:extLst>
                <a:ext uri="{FF2B5EF4-FFF2-40B4-BE49-F238E27FC236}">
                  <a16:creationId xmlns:a16="http://schemas.microsoft.com/office/drawing/2014/main" id="{9A74766A-F1F8-0339-A437-13B9A096D0CE}"/>
                </a:ext>
              </a:extLst>
            </p:cNvPr>
            <p:cNvSpPr>
              <a:spLocks noChangeArrowheads="1"/>
            </p:cNvSpPr>
            <p:nvPr/>
          </p:nvSpPr>
          <p:spPr bwMode="auto">
            <a:xfrm>
              <a:off x="2170" y="2030"/>
              <a:ext cx="2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b</a:t>
              </a:r>
              <a:r>
                <a:rPr lang="en-US" altLang="zh-CN" i="1">
                  <a:sym typeface="Symbol" charset="2"/>
                </a:rPr>
                <a:t></a:t>
              </a:r>
            </a:p>
          </p:txBody>
        </p:sp>
        <p:sp>
          <p:nvSpPr>
            <p:cNvPr id="22" name="Rectangle 18">
              <a:extLst>
                <a:ext uri="{FF2B5EF4-FFF2-40B4-BE49-F238E27FC236}">
                  <a16:creationId xmlns:a16="http://schemas.microsoft.com/office/drawing/2014/main" id="{BDB9C421-89B3-7A6C-0E3C-F4148D4B3FA1}"/>
                </a:ext>
              </a:extLst>
            </p:cNvPr>
            <p:cNvSpPr>
              <a:spLocks noChangeArrowheads="1"/>
            </p:cNvSpPr>
            <p:nvPr/>
          </p:nvSpPr>
          <p:spPr bwMode="auto">
            <a:xfrm>
              <a:off x="1581" y="331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i="1"/>
                <a:t>a</a:t>
              </a:r>
            </a:p>
          </p:txBody>
        </p:sp>
        <p:sp>
          <p:nvSpPr>
            <p:cNvPr id="23" name="Rectangle 19">
              <a:extLst>
                <a:ext uri="{FF2B5EF4-FFF2-40B4-BE49-F238E27FC236}">
                  <a16:creationId xmlns:a16="http://schemas.microsoft.com/office/drawing/2014/main" id="{8CA536F4-CFDF-6C0C-3D8F-DC4FD4083FCC}"/>
                </a:ext>
              </a:extLst>
            </p:cNvPr>
            <p:cNvSpPr>
              <a:spLocks noChangeArrowheads="1"/>
            </p:cNvSpPr>
            <p:nvPr/>
          </p:nvSpPr>
          <p:spPr bwMode="auto">
            <a:xfrm>
              <a:off x="2224" y="332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b</a:t>
              </a:r>
            </a:p>
          </p:txBody>
        </p:sp>
        <p:sp>
          <p:nvSpPr>
            <p:cNvPr id="24" name="Line 20">
              <a:extLst>
                <a:ext uri="{FF2B5EF4-FFF2-40B4-BE49-F238E27FC236}">
                  <a16:creationId xmlns:a16="http://schemas.microsoft.com/office/drawing/2014/main" id="{EFF01E10-6C57-B4A6-00B4-BC815FD7E0AA}"/>
                </a:ext>
              </a:extLst>
            </p:cNvPr>
            <p:cNvSpPr>
              <a:spLocks noChangeShapeType="1"/>
            </p:cNvSpPr>
            <p:nvPr/>
          </p:nvSpPr>
          <p:spPr bwMode="auto">
            <a:xfrm>
              <a:off x="1764" y="2733"/>
              <a:ext cx="503" cy="1"/>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25" name="Arc 21">
              <a:extLst>
                <a:ext uri="{FF2B5EF4-FFF2-40B4-BE49-F238E27FC236}">
                  <a16:creationId xmlns:a16="http://schemas.microsoft.com/office/drawing/2014/main" id="{802625E4-B9CA-B41D-F81C-8D83EB0BEB3A}"/>
                </a:ext>
              </a:extLst>
            </p:cNvPr>
            <p:cNvSpPr>
              <a:spLocks/>
            </p:cNvSpPr>
            <p:nvPr/>
          </p:nvSpPr>
          <p:spPr bwMode="auto">
            <a:xfrm>
              <a:off x="1928" y="2633"/>
              <a:ext cx="56" cy="11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6" name="Rectangle 22">
              <a:extLst>
                <a:ext uri="{FF2B5EF4-FFF2-40B4-BE49-F238E27FC236}">
                  <a16:creationId xmlns:a16="http://schemas.microsoft.com/office/drawing/2014/main" id="{2F2D83B2-6A4B-9CC9-803D-64D49C6785CE}"/>
                </a:ext>
              </a:extLst>
            </p:cNvPr>
            <p:cNvSpPr>
              <a:spLocks noChangeArrowheads="1"/>
            </p:cNvSpPr>
            <p:nvPr/>
          </p:nvSpPr>
          <p:spPr bwMode="auto">
            <a:xfrm>
              <a:off x="1958" y="2471"/>
              <a:ext cx="2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i="1">
                  <a:solidFill>
                    <a:srgbClr val="FF3300"/>
                  </a:solidFill>
                  <a:sym typeface="Symbol" charset="2"/>
                </a:rPr>
                <a:t></a:t>
              </a:r>
            </a:p>
          </p:txBody>
        </p:sp>
        <p:sp>
          <p:nvSpPr>
            <p:cNvPr id="27" name="Rectangle 23">
              <a:extLst>
                <a:ext uri="{FF2B5EF4-FFF2-40B4-BE49-F238E27FC236}">
                  <a16:creationId xmlns:a16="http://schemas.microsoft.com/office/drawing/2014/main" id="{EE4527FB-B15E-8B9C-8634-90DF137CDD10}"/>
                </a:ext>
              </a:extLst>
            </p:cNvPr>
            <p:cNvSpPr>
              <a:spLocks noChangeArrowheads="1"/>
            </p:cNvSpPr>
            <p:nvPr/>
          </p:nvSpPr>
          <p:spPr bwMode="auto">
            <a:xfrm>
              <a:off x="1736" y="2176"/>
              <a:ext cx="3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i="1">
                  <a:solidFill>
                    <a:srgbClr val="FF3300"/>
                  </a:solidFill>
                </a:rPr>
                <a:t>AB</a:t>
              </a:r>
            </a:p>
          </p:txBody>
        </p:sp>
        <p:sp>
          <p:nvSpPr>
            <p:cNvPr id="28" name="Line 24">
              <a:extLst>
                <a:ext uri="{FF2B5EF4-FFF2-40B4-BE49-F238E27FC236}">
                  <a16:creationId xmlns:a16="http://schemas.microsoft.com/office/drawing/2014/main" id="{08B86E32-B8C2-F2F3-E724-789A7DA454A9}"/>
                </a:ext>
              </a:extLst>
            </p:cNvPr>
            <p:cNvSpPr>
              <a:spLocks noChangeShapeType="1"/>
            </p:cNvSpPr>
            <p:nvPr/>
          </p:nvSpPr>
          <p:spPr bwMode="auto">
            <a:xfrm>
              <a:off x="2047" y="2349"/>
              <a:ext cx="46" cy="128"/>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29" name="Group 57">
            <a:extLst>
              <a:ext uri="{FF2B5EF4-FFF2-40B4-BE49-F238E27FC236}">
                <a16:creationId xmlns:a16="http://schemas.microsoft.com/office/drawing/2014/main" id="{90EE1788-186F-C9C1-C43A-624C3FE5B646}"/>
              </a:ext>
            </a:extLst>
          </p:cNvPr>
          <p:cNvGrpSpPr>
            <a:grpSpLocks/>
          </p:cNvGrpSpPr>
          <p:nvPr/>
        </p:nvGrpSpPr>
        <p:grpSpPr bwMode="auto">
          <a:xfrm>
            <a:off x="6096000" y="2407019"/>
            <a:ext cx="1789112" cy="2997200"/>
            <a:chOff x="2801" y="1993"/>
            <a:chExt cx="1127" cy="1888"/>
          </a:xfrm>
        </p:grpSpPr>
        <p:sp>
          <p:nvSpPr>
            <p:cNvPr id="30" name="Rectangle 12">
              <a:extLst>
                <a:ext uri="{FF2B5EF4-FFF2-40B4-BE49-F238E27FC236}">
                  <a16:creationId xmlns:a16="http://schemas.microsoft.com/office/drawing/2014/main" id="{E128A192-7185-EF44-B98D-EF6BD941AE5A}"/>
                </a:ext>
              </a:extLst>
            </p:cNvPr>
            <p:cNvSpPr>
              <a:spLocks noChangeArrowheads="1"/>
            </p:cNvSpPr>
            <p:nvPr/>
          </p:nvSpPr>
          <p:spPr bwMode="auto">
            <a:xfrm>
              <a:off x="3666" y="3071"/>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i="1"/>
                <a:t>c</a:t>
              </a:r>
            </a:p>
          </p:txBody>
        </p:sp>
        <p:sp>
          <p:nvSpPr>
            <p:cNvPr id="31" name="Line 30">
              <a:extLst>
                <a:ext uri="{FF2B5EF4-FFF2-40B4-BE49-F238E27FC236}">
                  <a16:creationId xmlns:a16="http://schemas.microsoft.com/office/drawing/2014/main" id="{35566B63-BD98-9739-F25B-E4212A824D79}"/>
                </a:ext>
              </a:extLst>
            </p:cNvPr>
            <p:cNvSpPr>
              <a:spLocks noChangeShapeType="1"/>
            </p:cNvSpPr>
            <p:nvPr/>
          </p:nvSpPr>
          <p:spPr bwMode="auto">
            <a:xfrm>
              <a:off x="2805" y="3010"/>
              <a:ext cx="109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2" name="Line 31">
              <a:extLst>
                <a:ext uri="{FF2B5EF4-FFF2-40B4-BE49-F238E27FC236}">
                  <a16:creationId xmlns:a16="http://schemas.microsoft.com/office/drawing/2014/main" id="{8C68FE11-875A-07FA-59B7-5F1EEB76BECB}"/>
                </a:ext>
              </a:extLst>
            </p:cNvPr>
            <p:cNvSpPr>
              <a:spLocks noChangeShapeType="1"/>
            </p:cNvSpPr>
            <p:nvPr/>
          </p:nvSpPr>
          <p:spPr bwMode="auto">
            <a:xfrm flipH="1">
              <a:off x="3003" y="2345"/>
              <a:ext cx="484" cy="3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3" name="Line 32">
              <a:extLst>
                <a:ext uri="{FF2B5EF4-FFF2-40B4-BE49-F238E27FC236}">
                  <a16:creationId xmlns:a16="http://schemas.microsoft.com/office/drawing/2014/main" id="{31354B4D-957D-02B7-2B58-1199AF6A2332}"/>
                </a:ext>
              </a:extLst>
            </p:cNvPr>
            <p:cNvSpPr>
              <a:spLocks noChangeShapeType="1"/>
            </p:cNvSpPr>
            <p:nvPr/>
          </p:nvSpPr>
          <p:spPr bwMode="auto">
            <a:xfrm>
              <a:off x="3030" y="3315"/>
              <a:ext cx="430" cy="2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4" name="Rectangle 33">
              <a:extLst>
                <a:ext uri="{FF2B5EF4-FFF2-40B4-BE49-F238E27FC236}">
                  <a16:creationId xmlns:a16="http://schemas.microsoft.com/office/drawing/2014/main" id="{24EB44D4-B2E5-A0D2-0238-7B36953840B4}"/>
                </a:ext>
              </a:extLst>
            </p:cNvPr>
            <p:cNvSpPr>
              <a:spLocks noChangeArrowheads="1"/>
            </p:cNvSpPr>
            <p:nvPr/>
          </p:nvSpPr>
          <p:spPr bwMode="auto">
            <a:xfrm>
              <a:off x="2801" y="2405"/>
              <a:ext cx="2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a</a:t>
              </a:r>
              <a:r>
                <a:rPr lang="en-US" altLang="zh-CN" i="1">
                  <a:sym typeface="Symbol" charset="2"/>
                </a:rPr>
                <a:t></a:t>
              </a:r>
            </a:p>
          </p:txBody>
        </p:sp>
        <p:sp>
          <p:nvSpPr>
            <p:cNvPr id="35" name="Rectangle 34">
              <a:extLst>
                <a:ext uri="{FF2B5EF4-FFF2-40B4-BE49-F238E27FC236}">
                  <a16:creationId xmlns:a16="http://schemas.microsoft.com/office/drawing/2014/main" id="{8DA81D61-CBBB-20B4-0CB4-56AA856C9304}"/>
                </a:ext>
              </a:extLst>
            </p:cNvPr>
            <p:cNvSpPr>
              <a:spLocks noChangeArrowheads="1"/>
            </p:cNvSpPr>
            <p:nvPr/>
          </p:nvSpPr>
          <p:spPr bwMode="auto">
            <a:xfrm>
              <a:off x="3294" y="1993"/>
              <a:ext cx="2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b</a:t>
              </a:r>
              <a:r>
                <a:rPr lang="en-US" altLang="zh-CN" i="1">
                  <a:sym typeface="Symbol" charset="2"/>
                </a:rPr>
                <a:t></a:t>
              </a:r>
            </a:p>
          </p:txBody>
        </p:sp>
        <p:sp>
          <p:nvSpPr>
            <p:cNvPr id="36" name="Rectangle 35">
              <a:extLst>
                <a:ext uri="{FF2B5EF4-FFF2-40B4-BE49-F238E27FC236}">
                  <a16:creationId xmlns:a16="http://schemas.microsoft.com/office/drawing/2014/main" id="{32FEFA1C-FD64-8AE1-E2D2-4B4BD9CF3315}"/>
                </a:ext>
              </a:extLst>
            </p:cNvPr>
            <p:cNvSpPr>
              <a:spLocks noChangeArrowheads="1"/>
            </p:cNvSpPr>
            <p:nvPr/>
          </p:nvSpPr>
          <p:spPr bwMode="auto">
            <a:xfrm>
              <a:off x="2879" y="329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i="1"/>
                <a:t>a</a:t>
              </a:r>
            </a:p>
          </p:txBody>
        </p:sp>
        <p:sp>
          <p:nvSpPr>
            <p:cNvPr id="37" name="Rectangle 36">
              <a:extLst>
                <a:ext uri="{FF2B5EF4-FFF2-40B4-BE49-F238E27FC236}">
                  <a16:creationId xmlns:a16="http://schemas.microsoft.com/office/drawing/2014/main" id="{181BB5FD-BD08-AE0D-B82D-761376303769}"/>
                </a:ext>
              </a:extLst>
            </p:cNvPr>
            <p:cNvSpPr>
              <a:spLocks noChangeArrowheads="1"/>
            </p:cNvSpPr>
            <p:nvPr/>
          </p:nvSpPr>
          <p:spPr bwMode="auto">
            <a:xfrm>
              <a:off x="3384" y="3593"/>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b</a:t>
              </a:r>
            </a:p>
          </p:txBody>
        </p:sp>
        <p:sp>
          <p:nvSpPr>
            <p:cNvPr id="38" name="Line 37">
              <a:extLst>
                <a:ext uri="{FF2B5EF4-FFF2-40B4-BE49-F238E27FC236}">
                  <a16:creationId xmlns:a16="http://schemas.microsoft.com/office/drawing/2014/main" id="{08FBFB96-06A3-3570-7464-FE54B03615A6}"/>
                </a:ext>
              </a:extLst>
            </p:cNvPr>
            <p:cNvSpPr>
              <a:spLocks noChangeShapeType="1"/>
            </p:cNvSpPr>
            <p:nvPr/>
          </p:nvSpPr>
          <p:spPr bwMode="auto">
            <a:xfrm>
              <a:off x="3486" y="2350"/>
              <a:ext cx="192" cy="3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 name="Line 38">
              <a:extLst>
                <a:ext uri="{FF2B5EF4-FFF2-40B4-BE49-F238E27FC236}">
                  <a16:creationId xmlns:a16="http://schemas.microsoft.com/office/drawing/2014/main" id="{0828D96C-7DC1-D81C-AF2F-3D6D579CC32F}"/>
                </a:ext>
              </a:extLst>
            </p:cNvPr>
            <p:cNvSpPr>
              <a:spLocks noChangeShapeType="1"/>
            </p:cNvSpPr>
            <p:nvPr/>
          </p:nvSpPr>
          <p:spPr bwMode="auto">
            <a:xfrm flipV="1">
              <a:off x="3017" y="2724"/>
              <a:ext cx="65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 name="Line 39">
              <a:extLst>
                <a:ext uri="{FF2B5EF4-FFF2-40B4-BE49-F238E27FC236}">
                  <a16:creationId xmlns:a16="http://schemas.microsoft.com/office/drawing/2014/main" id="{D6644480-0EF4-A2D2-67D2-63C1046AFF67}"/>
                </a:ext>
              </a:extLst>
            </p:cNvPr>
            <p:cNvSpPr>
              <a:spLocks noChangeShapeType="1"/>
            </p:cNvSpPr>
            <p:nvPr/>
          </p:nvSpPr>
          <p:spPr bwMode="auto">
            <a:xfrm flipV="1">
              <a:off x="3035" y="3172"/>
              <a:ext cx="613" cy="1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 name="Line 40">
              <a:extLst>
                <a:ext uri="{FF2B5EF4-FFF2-40B4-BE49-F238E27FC236}">
                  <a16:creationId xmlns:a16="http://schemas.microsoft.com/office/drawing/2014/main" id="{455DAA94-699E-4781-D674-ACF7179554B4}"/>
                </a:ext>
              </a:extLst>
            </p:cNvPr>
            <p:cNvSpPr>
              <a:spLocks noChangeShapeType="1"/>
            </p:cNvSpPr>
            <p:nvPr/>
          </p:nvSpPr>
          <p:spPr bwMode="auto">
            <a:xfrm flipH="1">
              <a:off x="3465" y="3181"/>
              <a:ext cx="183" cy="39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2" name="Rectangle 41">
              <a:extLst>
                <a:ext uri="{FF2B5EF4-FFF2-40B4-BE49-F238E27FC236}">
                  <a16:creationId xmlns:a16="http://schemas.microsoft.com/office/drawing/2014/main" id="{6F55FA9E-FB1F-89CD-8907-D79F04A5B473}"/>
                </a:ext>
              </a:extLst>
            </p:cNvPr>
            <p:cNvSpPr>
              <a:spLocks noChangeArrowheads="1"/>
            </p:cNvSpPr>
            <p:nvPr/>
          </p:nvSpPr>
          <p:spPr bwMode="auto">
            <a:xfrm>
              <a:off x="3680" y="2555"/>
              <a:ext cx="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c</a:t>
              </a:r>
              <a:r>
                <a:rPr lang="en-US" altLang="zh-CN" i="1">
                  <a:sym typeface="Symbol" charset="2"/>
                </a:rPr>
                <a:t></a:t>
              </a:r>
            </a:p>
          </p:txBody>
        </p:sp>
      </p:grpSp>
      <p:grpSp>
        <p:nvGrpSpPr>
          <p:cNvPr id="43" name="Group 65">
            <a:extLst>
              <a:ext uri="{FF2B5EF4-FFF2-40B4-BE49-F238E27FC236}">
                <a16:creationId xmlns:a16="http://schemas.microsoft.com/office/drawing/2014/main" id="{A6A64B68-C0ED-FFAF-E953-786A8F92207E}"/>
              </a:ext>
            </a:extLst>
          </p:cNvPr>
          <p:cNvGrpSpPr>
            <a:grpSpLocks/>
          </p:cNvGrpSpPr>
          <p:nvPr/>
        </p:nvGrpSpPr>
        <p:grpSpPr bwMode="auto">
          <a:xfrm>
            <a:off x="8151812" y="2210169"/>
            <a:ext cx="1900238" cy="2678113"/>
            <a:chOff x="4096" y="1869"/>
            <a:chExt cx="1197" cy="1687"/>
          </a:xfrm>
        </p:grpSpPr>
        <p:sp>
          <p:nvSpPr>
            <p:cNvPr id="44" name="Rectangle 42">
              <a:extLst>
                <a:ext uri="{FF2B5EF4-FFF2-40B4-BE49-F238E27FC236}">
                  <a16:creationId xmlns:a16="http://schemas.microsoft.com/office/drawing/2014/main" id="{0D62F0CE-F3C4-608F-06E8-B1FACD12EA75}"/>
                </a:ext>
              </a:extLst>
            </p:cNvPr>
            <p:cNvSpPr>
              <a:spLocks noChangeArrowheads="1"/>
            </p:cNvSpPr>
            <p:nvPr/>
          </p:nvSpPr>
          <p:spPr bwMode="auto">
            <a:xfrm>
              <a:off x="5022" y="3257"/>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i="1"/>
                <a:t>c</a:t>
              </a:r>
            </a:p>
          </p:txBody>
        </p:sp>
        <p:sp>
          <p:nvSpPr>
            <p:cNvPr id="45" name="Line 43">
              <a:extLst>
                <a:ext uri="{FF2B5EF4-FFF2-40B4-BE49-F238E27FC236}">
                  <a16:creationId xmlns:a16="http://schemas.microsoft.com/office/drawing/2014/main" id="{4C68A6B9-D76E-763F-AA33-4FF4A9BD006A}"/>
                </a:ext>
              </a:extLst>
            </p:cNvPr>
            <p:cNvSpPr>
              <a:spLocks noChangeShapeType="1"/>
            </p:cNvSpPr>
            <p:nvPr/>
          </p:nvSpPr>
          <p:spPr bwMode="auto">
            <a:xfrm>
              <a:off x="4189" y="3005"/>
              <a:ext cx="109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6" name="Line 44">
              <a:extLst>
                <a:ext uri="{FF2B5EF4-FFF2-40B4-BE49-F238E27FC236}">
                  <a16:creationId xmlns:a16="http://schemas.microsoft.com/office/drawing/2014/main" id="{08438190-5672-C642-A2FC-961098CA9BDB}"/>
                </a:ext>
              </a:extLst>
            </p:cNvPr>
            <p:cNvSpPr>
              <a:spLocks noChangeShapeType="1"/>
            </p:cNvSpPr>
            <p:nvPr/>
          </p:nvSpPr>
          <p:spPr bwMode="auto">
            <a:xfrm flipH="1">
              <a:off x="4387" y="2193"/>
              <a:ext cx="420" cy="52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7" name="Rectangle 46">
              <a:extLst>
                <a:ext uri="{FF2B5EF4-FFF2-40B4-BE49-F238E27FC236}">
                  <a16:creationId xmlns:a16="http://schemas.microsoft.com/office/drawing/2014/main" id="{96401D19-7EDC-7FA9-87FE-FE8219263DC1}"/>
                </a:ext>
              </a:extLst>
            </p:cNvPr>
            <p:cNvSpPr>
              <a:spLocks noChangeArrowheads="1"/>
            </p:cNvSpPr>
            <p:nvPr/>
          </p:nvSpPr>
          <p:spPr bwMode="auto">
            <a:xfrm>
              <a:off x="4185" y="2400"/>
              <a:ext cx="2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a</a:t>
              </a:r>
              <a:r>
                <a:rPr lang="en-US" altLang="zh-CN" i="1">
                  <a:sym typeface="Symbol" charset="2"/>
                </a:rPr>
                <a:t></a:t>
              </a:r>
            </a:p>
          </p:txBody>
        </p:sp>
        <p:sp>
          <p:nvSpPr>
            <p:cNvPr id="48" name="Rectangle 47">
              <a:extLst>
                <a:ext uri="{FF2B5EF4-FFF2-40B4-BE49-F238E27FC236}">
                  <a16:creationId xmlns:a16="http://schemas.microsoft.com/office/drawing/2014/main" id="{D277C2F1-F246-DAC8-E995-69E641246C03}"/>
                </a:ext>
              </a:extLst>
            </p:cNvPr>
            <p:cNvSpPr>
              <a:spLocks noChangeArrowheads="1"/>
            </p:cNvSpPr>
            <p:nvPr/>
          </p:nvSpPr>
          <p:spPr bwMode="auto">
            <a:xfrm>
              <a:off x="4678" y="1869"/>
              <a:ext cx="2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b</a:t>
              </a:r>
              <a:r>
                <a:rPr lang="en-US" altLang="zh-CN" i="1">
                  <a:sym typeface="Symbol" charset="2"/>
                </a:rPr>
                <a:t></a:t>
              </a:r>
            </a:p>
          </p:txBody>
        </p:sp>
        <p:sp>
          <p:nvSpPr>
            <p:cNvPr id="49" name="Rectangle 48">
              <a:extLst>
                <a:ext uri="{FF2B5EF4-FFF2-40B4-BE49-F238E27FC236}">
                  <a16:creationId xmlns:a16="http://schemas.microsoft.com/office/drawing/2014/main" id="{D3E01EFC-5AFF-2F05-0FA0-16F0E697C3B8}"/>
                </a:ext>
              </a:extLst>
            </p:cNvPr>
            <p:cNvSpPr>
              <a:spLocks noChangeArrowheads="1"/>
            </p:cNvSpPr>
            <p:nvPr/>
          </p:nvSpPr>
          <p:spPr bwMode="auto">
            <a:xfrm>
              <a:off x="4336" y="324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i="1"/>
                <a:t>a</a:t>
              </a:r>
            </a:p>
          </p:txBody>
        </p:sp>
        <p:sp>
          <p:nvSpPr>
            <p:cNvPr id="50" name="Rectangle 49">
              <a:extLst>
                <a:ext uri="{FF2B5EF4-FFF2-40B4-BE49-F238E27FC236}">
                  <a16:creationId xmlns:a16="http://schemas.microsoft.com/office/drawing/2014/main" id="{07A3FA60-FE21-7072-3F47-403F88203A76}"/>
                </a:ext>
              </a:extLst>
            </p:cNvPr>
            <p:cNvSpPr>
              <a:spLocks noChangeArrowheads="1"/>
            </p:cNvSpPr>
            <p:nvPr/>
          </p:nvSpPr>
          <p:spPr bwMode="auto">
            <a:xfrm>
              <a:off x="4713" y="326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b</a:t>
              </a:r>
            </a:p>
          </p:txBody>
        </p:sp>
        <p:sp>
          <p:nvSpPr>
            <p:cNvPr id="51" name="Line 50">
              <a:extLst>
                <a:ext uri="{FF2B5EF4-FFF2-40B4-BE49-F238E27FC236}">
                  <a16:creationId xmlns:a16="http://schemas.microsoft.com/office/drawing/2014/main" id="{EBD68680-015E-D727-1D6F-F9948AB6DDE0}"/>
                </a:ext>
              </a:extLst>
            </p:cNvPr>
            <p:cNvSpPr>
              <a:spLocks noChangeShapeType="1"/>
            </p:cNvSpPr>
            <p:nvPr/>
          </p:nvSpPr>
          <p:spPr bwMode="auto">
            <a:xfrm>
              <a:off x="4809" y="2202"/>
              <a:ext cx="229" cy="67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2" name="Line 51">
              <a:extLst>
                <a:ext uri="{FF2B5EF4-FFF2-40B4-BE49-F238E27FC236}">
                  <a16:creationId xmlns:a16="http://schemas.microsoft.com/office/drawing/2014/main" id="{70B586BB-245A-0966-6BE2-B2AFCED7BC76}"/>
                </a:ext>
              </a:extLst>
            </p:cNvPr>
            <p:cNvSpPr>
              <a:spLocks noChangeShapeType="1"/>
            </p:cNvSpPr>
            <p:nvPr/>
          </p:nvSpPr>
          <p:spPr bwMode="auto">
            <a:xfrm>
              <a:off x="4401" y="2719"/>
              <a:ext cx="649" cy="1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3" name="Line 52">
              <a:extLst>
                <a:ext uri="{FF2B5EF4-FFF2-40B4-BE49-F238E27FC236}">
                  <a16:creationId xmlns:a16="http://schemas.microsoft.com/office/drawing/2014/main" id="{9532997D-719C-1974-6664-1CDD19E2B0AF}"/>
                </a:ext>
              </a:extLst>
            </p:cNvPr>
            <p:cNvSpPr>
              <a:spLocks noChangeShapeType="1"/>
            </p:cNvSpPr>
            <p:nvPr/>
          </p:nvSpPr>
          <p:spPr bwMode="auto">
            <a:xfrm flipV="1">
              <a:off x="4437" y="3267"/>
              <a:ext cx="61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4" name="Rectangle 54">
              <a:extLst>
                <a:ext uri="{FF2B5EF4-FFF2-40B4-BE49-F238E27FC236}">
                  <a16:creationId xmlns:a16="http://schemas.microsoft.com/office/drawing/2014/main" id="{53822909-7326-1A89-9FD3-182878160409}"/>
                </a:ext>
              </a:extLst>
            </p:cNvPr>
            <p:cNvSpPr>
              <a:spLocks noChangeArrowheads="1"/>
            </p:cNvSpPr>
            <p:nvPr/>
          </p:nvSpPr>
          <p:spPr bwMode="auto">
            <a:xfrm>
              <a:off x="5045" y="2661"/>
              <a:ext cx="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zh-CN" i="1"/>
                <a:t>c</a:t>
              </a:r>
              <a:r>
                <a:rPr lang="en-US" altLang="zh-CN" i="1">
                  <a:sym typeface="Symbol" charset="2"/>
                </a:rPr>
                <a:t></a:t>
              </a:r>
            </a:p>
          </p:txBody>
        </p:sp>
        <p:sp>
          <p:nvSpPr>
            <p:cNvPr id="55" name="Line 59">
              <a:extLst>
                <a:ext uri="{FF2B5EF4-FFF2-40B4-BE49-F238E27FC236}">
                  <a16:creationId xmlns:a16="http://schemas.microsoft.com/office/drawing/2014/main" id="{2A472E4C-79C9-8691-83CB-F61A58F228CE}"/>
                </a:ext>
              </a:extLst>
            </p:cNvPr>
            <p:cNvSpPr>
              <a:spLocks noChangeShapeType="1"/>
            </p:cNvSpPr>
            <p:nvPr/>
          </p:nvSpPr>
          <p:spPr bwMode="auto">
            <a:xfrm flipH="1" flipV="1">
              <a:off x="4462" y="2268"/>
              <a:ext cx="265" cy="237"/>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6" name="Text Box 60">
              <a:extLst>
                <a:ext uri="{FF2B5EF4-FFF2-40B4-BE49-F238E27FC236}">
                  <a16:creationId xmlns:a16="http://schemas.microsoft.com/office/drawing/2014/main" id="{3A597B90-45FA-5464-5EB7-E94646E80610}"/>
                </a:ext>
              </a:extLst>
            </p:cNvPr>
            <p:cNvSpPr txBox="1">
              <a:spLocks noChangeArrowheads="1"/>
            </p:cNvSpPr>
            <p:nvPr/>
          </p:nvSpPr>
          <p:spPr bwMode="auto">
            <a:xfrm>
              <a:off x="4096" y="2011"/>
              <a:ext cx="5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zh-CN" altLang="en-US">
                  <a:solidFill>
                    <a:srgbClr val="FF3300"/>
                  </a:solidFill>
                </a:rPr>
                <a:t>实形 </a:t>
              </a:r>
            </a:p>
          </p:txBody>
        </p:sp>
      </p:grpSp>
    </p:spTree>
    <p:extLst>
      <p:ext uri="{BB962C8B-B14F-4D97-AF65-F5344CB8AC3E}">
        <p14:creationId xmlns:p14="http://schemas.microsoft.com/office/powerpoint/2010/main" val="508460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0-#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0-#ppt_w/2"/>
                                          </p:val>
                                        </p:tav>
                                        <p:tav tm="100000">
                                          <p:val>
                                            <p:strVal val="#ppt_x"/>
                                          </p:val>
                                        </p:tav>
                                      </p:tavLst>
                                    </p:anim>
                                    <p:anim calcmode="lin" valueType="num">
                                      <p:cBhvr additive="base">
                                        <p:cTn id="20"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3"/>
                                        </p:tgtEl>
                                        <p:attrNameLst>
                                          <p:attrName>style.visibility</p:attrName>
                                        </p:attrNameLst>
                                      </p:cBhvr>
                                      <p:to>
                                        <p:strVal val="visible"/>
                                      </p:to>
                                    </p:set>
                                    <p:anim calcmode="lin" valueType="num">
                                      <p:cBhvr additive="base">
                                        <p:cTn id="25" dur="500" fill="hold"/>
                                        <p:tgtEl>
                                          <p:spTgt spid="43"/>
                                        </p:tgtEl>
                                        <p:attrNameLst>
                                          <p:attrName>ppt_x</p:attrName>
                                        </p:attrNameLst>
                                      </p:cBhvr>
                                      <p:tavLst>
                                        <p:tav tm="0">
                                          <p:val>
                                            <p:strVal val="0-#ppt_w/2"/>
                                          </p:val>
                                        </p:tav>
                                        <p:tav tm="100000">
                                          <p:val>
                                            <p:strVal val="#ppt_x"/>
                                          </p:val>
                                        </p:tav>
                                      </p:tavLst>
                                    </p:anim>
                                    <p:anim calcmode="lin" valueType="num">
                                      <p:cBhvr additive="base">
                                        <p:cTn id="26" dur="500" fill="hold"/>
                                        <p:tgtEl>
                                          <p:spTgt spid="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9386E94-494D-71E3-43D5-549A4AE09A48}"/>
              </a:ext>
            </a:extLst>
          </p:cNvPr>
          <p:cNvSpPr>
            <a:spLocks noGrp="1"/>
          </p:cNvSpPr>
          <p:nvPr>
            <p:ph type="dt" sz="half" idx="10"/>
          </p:nvPr>
        </p:nvSpPr>
        <p:spPr/>
        <p:txBody>
          <a:bodyPr/>
          <a:lstStyle/>
          <a:p>
            <a:fld id="{4BD14DEC-9897-5349-8D30-9E6AA4F4D492}" type="datetime1">
              <a:rPr lang="en-US" smtClean="0"/>
              <a:t>10/14/25</a:t>
            </a:fld>
            <a:endParaRPr lang="en-US"/>
          </a:p>
        </p:txBody>
      </p:sp>
      <p:sp>
        <p:nvSpPr>
          <p:cNvPr id="5" name="页脚占位符 4">
            <a:extLst>
              <a:ext uri="{FF2B5EF4-FFF2-40B4-BE49-F238E27FC236}">
                <a16:creationId xmlns:a16="http://schemas.microsoft.com/office/drawing/2014/main" id="{490A3367-0C87-FA07-9F19-2DBD03E88759}"/>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6" name="灯片编号占位符 5">
            <a:extLst>
              <a:ext uri="{FF2B5EF4-FFF2-40B4-BE49-F238E27FC236}">
                <a16:creationId xmlns:a16="http://schemas.microsoft.com/office/drawing/2014/main" id="{C0753D35-57D0-FE57-6715-00A59EDEE344}"/>
              </a:ext>
            </a:extLst>
          </p:cNvPr>
          <p:cNvSpPr>
            <a:spLocks noGrp="1"/>
          </p:cNvSpPr>
          <p:nvPr>
            <p:ph type="sldNum" sz="quarter" idx="12"/>
          </p:nvPr>
        </p:nvSpPr>
        <p:spPr/>
        <p:txBody>
          <a:bodyPr/>
          <a:lstStyle/>
          <a:p>
            <a:fld id="{558F952B-8205-4A3F-8B8C-DB9DCBA03AAE}" type="slidenum">
              <a:rPr lang="en-US" smtClean="0"/>
              <a:t>16</a:t>
            </a:fld>
            <a:endParaRPr lang="en-US"/>
          </a:p>
        </p:txBody>
      </p:sp>
      <p:sp>
        <p:nvSpPr>
          <p:cNvPr id="7" name="Title 3">
            <a:extLst>
              <a:ext uri="{FF2B5EF4-FFF2-40B4-BE49-F238E27FC236}">
                <a16:creationId xmlns:a16="http://schemas.microsoft.com/office/drawing/2014/main" id="{34D2F2F9-7452-F90F-3D8A-43CB73E2886A}"/>
              </a:ext>
            </a:extLst>
          </p:cNvPr>
          <p:cNvSpPr txBox="1">
            <a:spLocks/>
          </p:cNvSpPr>
          <p:nvPr/>
        </p:nvSpPr>
        <p:spPr>
          <a:xfrm>
            <a:off x="628650" y="365127"/>
            <a:ext cx="7886700" cy="626276"/>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mj-lt"/>
                <a:ea typeface="+mj-ea"/>
                <a:cs typeface="+mj-cs"/>
              </a:defRPr>
            </a:lvl1pPr>
          </a:lstStyle>
          <a:p>
            <a:r>
              <a:rPr lang="zh-CN" altLang="en-US" dirty="0"/>
              <a:t>实例</a:t>
            </a:r>
            <a:r>
              <a:rPr lang="en-US" altLang="zh-CN" dirty="0"/>
              <a:t>1</a:t>
            </a:r>
            <a:endParaRPr lang="zh-CN" altLang="en-US" dirty="0"/>
          </a:p>
        </p:txBody>
      </p:sp>
      <p:pic>
        <p:nvPicPr>
          <p:cNvPr id="8" name="Picture 4">
            <a:extLst>
              <a:ext uri="{FF2B5EF4-FFF2-40B4-BE49-F238E27FC236}">
                <a16:creationId xmlns:a16="http://schemas.microsoft.com/office/drawing/2014/main" id="{58E3F53D-935B-CBF7-D00B-04A255769C1B}"/>
              </a:ext>
            </a:extLst>
          </p:cNvPr>
          <p:cNvPicPr>
            <a:picLocks noChangeAspect="1"/>
          </p:cNvPicPr>
          <p:nvPr/>
        </p:nvPicPr>
        <p:blipFill>
          <a:blip r:embed="rId2"/>
          <a:stretch>
            <a:fillRect/>
          </a:stretch>
        </p:blipFill>
        <p:spPr>
          <a:xfrm>
            <a:off x="3417209" y="2192571"/>
            <a:ext cx="5357582" cy="2600112"/>
          </a:xfrm>
          <a:prstGeom prst="rect">
            <a:avLst/>
          </a:prstGeom>
        </p:spPr>
      </p:pic>
      <p:pic>
        <p:nvPicPr>
          <p:cNvPr id="9" name="Picture 5">
            <a:extLst>
              <a:ext uri="{FF2B5EF4-FFF2-40B4-BE49-F238E27FC236}">
                <a16:creationId xmlns:a16="http://schemas.microsoft.com/office/drawing/2014/main" id="{27576CA9-9AB0-E12D-B0FD-411AD969E7D9}"/>
              </a:ext>
            </a:extLst>
          </p:cNvPr>
          <p:cNvPicPr>
            <a:picLocks noChangeAspect="1"/>
          </p:cNvPicPr>
          <p:nvPr/>
        </p:nvPicPr>
        <p:blipFill rotWithShape="1">
          <a:blip r:embed="rId3"/>
          <a:srcRect l="57591"/>
          <a:stretch/>
        </p:blipFill>
        <p:spPr>
          <a:xfrm>
            <a:off x="7596649" y="5155358"/>
            <a:ext cx="1113502" cy="599950"/>
          </a:xfrm>
          <a:prstGeom prst="rect">
            <a:avLst/>
          </a:prstGeom>
        </p:spPr>
      </p:pic>
    </p:spTree>
    <p:extLst>
      <p:ext uri="{BB962C8B-B14F-4D97-AF65-F5344CB8AC3E}">
        <p14:creationId xmlns:p14="http://schemas.microsoft.com/office/powerpoint/2010/main" val="3430143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84AC134-E437-79F3-B977-F62D90476206}"/>
              </a:ext>
            </a:extLst>
          </p:cNvPr>
          <p:cNvSpPr>
            <a:spLocks noGrp="1"/>
          </p:cNvSpPr>
          <p:nvPr>
            <p:ph type="dt" sz="half" idx="10"/>
          </p:nvPr>
        </p:nvSpPr>
        <p:spPr/>
        <p:txBody>
          <a:bodyPr/>
          <a:lstStyle/>
          <a:p>
            <a:fld id="{5F17CA9B-DB68-BC46-993B-18AF20B03E33}" type="datetime1">
              <a:rPr lang="en-US" smtClean="0"/>
              <a:t>10/14/25</a:t>
            </a:fld>
            <a:endParaRPr lang="en-US"/>
          </a:p>
        </p:txBody>
      </p:sp>
      <p:sp>
        <p:nvSpPr>
          <p:cNvPr id="3" name="页脚占位符 2">
            <a:extLst>
              <a:ext uri="{FF2B5EF4-FFF2-40B4-BE49-F238E27FC236}">
                <a16:creationId xmlns:a16="http://schemas.microsoft.com/office/drawing/2014/main" id="{57509621-F143-39D2-1922-ABF98853F49D}"/>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4" name="灯片编号占位符 3">
            <a:extLst>
              <a:ext uri="{FF2B5EF4-FFF2-40B4-BE49-F238E27FC236}">
                <a16:creationId xmlns:a16="http://schemas.microsoft.com/office/drawing/2014/main" id="{79BCC154-71A7-B36A-B54A-6AF8BCE07A6A}"/>
              </a:ext>
            </a:extLst>
          </p:cNvPr>
          <p:cNvSpPr>
            <a:spLocks noGrp="1"/>
          </p:cNvSpPr>
          <p:nvPr>
            <p:ph type="sldNum" sz="quarter" idx="12"/>
          </p:nvPr>
        </p:nvSpPr>
        <p:spPr/>
        <p:txBody>
          <a:bodyPr/>
          <a:lstStyle/>
          <a:p>
            <a:fld id="{558F952B-8205-4A3F-8B8C-DB9DCBA03AAE}" type="slidenum">
              <a:rPr lang="en-US" smtClean="0"/>
              <a:t>17</a:t>
            </a:fld>
            <a:endParaRPr lang="en-US"/>
          </a:p>
        </p:txBody>
      </p:sp>
      <p:sp>
        <p:nvSpPr>
          <p:cNvPr id="5" name="Title 1">
            <a:extLst>
              <a:ext uri="{FF2B5EF4-FFF2-40B4-BE49-F238E27FC236}">
                <a16:creationId xmlns:a16="http://schemas.microsoft.com/office/drawing/2014/main" id="{6BFC1DE3-B129-B640-B885-30017BA3D348}"/>
              </a:ext>
            </a:extLst>
          </p:cNvPr>
          <p:cNvSpPr txBox="1">
            <a:spLocks/>
          </p:cNvSpPr>
          <p:nvPr/>
        </p:nvSpPr>
        <p:spPr>
          <a:xfrm>
            <a:off x="628650" y="365127"/>
            <a:ext cx="7886700" cy="626276"/>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mj-lt"/>
                <a:ea typeface="+mj-ea"/>
                <a:cs typeface="+mj-cs"/>
              </a:defRPr>
            </a:lvl1pPr>
          </a:lstStyle>
          <a:p>
            <a:r>
              <a:rPr lang="zh-CN" altLang="en-US"/>
              <a:t>实例</a:t>
            </a:r>
            <a:r>
              <a:rPr lang="en-US" altLang="zh-CN"/>
              <a:t>2</a:t>
            </a:r>
            <a:endParaRPr lang="zh-CN" altLang="en-US" dirty="0"/>
          </a:p>
        </p:txBody>
      </p:sp>
      <p:pic>
        <p:nvPicPr>
          <p:cNvPr id="6" name="Picture 2">
            <a:extLst>
              <a:ext uri="{FF2B5EF4-FFF2-40B4-BE49-F238E27FC236}">
                <a16:creationId xmlns:a16="http://schemas.microsoft.com/office/drawing/2014/main" id="{9F928C87-2293-6D4B-32F8-F57C8677A889}"/>
              </a:ext>
            </a:extLst>
          </p:cNvPr>
          <p:cNvPicPr>
            <a:picLocks noChangeAspect="1"/>
          </p:cNvPicPr>
          <p:nvPr/>
        </p:nvPicPr>
        <p:blipFill>
          <a:blip r:embed="rId2"/>
          <a:stretch>
            <a:fillRect/>
          </a:stretch>
        </p:blipFill>
        <p:spPr>
          <a:xfrm>
            <a:off x="2789285" y="2121235"/>
            <a:ext cx="6613430" cy="2615530"/>
          </a:xfrm>
          <a:prstGeom prst="rect">
            <a:avLst/>
          </a:prstGeom>
        </p:spPr>
      </p:pic>
      <p:pic>
        <p:nvPicPr>
          <p:cNvPr id="7" name="Picture 5">
            <a:extLst>
              <a:ext uri="{FF2B5EF4-FFF2-40B4-BE49-F238E27FC236}">
                <a16:creationId xmlns:a16="http://schemas.microsoft.com/office/drawing/2014/main" id="{C887A597-95D7-D5C7-75ED-8B25025C68FF}"/>
              </a:ext>
            </a:extLst>
          </p:cNvPr>
          <p:cNvPicPr>
            <a:picLocks noChangeAspect="1"/>
          </p:cNvPicPr>
          <p:nvPr/>
        </p:nvPicPr>
        <p:blipFill rotWithShape="1">
          <a:blip r:embed="rId3"/>
          <a:srcRect l="57591"/>
          <a:stretch/>
        </p:blipFill>
        <p:spPr>
          <a:xfrm>
            <a:off x="7738701" y="5142550"/>
            <a:ext cx="1113502" cy="599950"/>
          </a:xfrm>
          <a:prstGeom prst="rect">
            <a:avLst/>
          </a:prstGeom>
        </p:spPr>
      </p:pic>
    </p:spTree>
    <p:extLst>
      <p:ext uri="{BB962C8B-B14F-4D97-AF65-F5344CB8AC3E}">
        <p14:creationId xmlns:p14="http://schemas.microsoft.com/office/powerpoint/2010/main" val="1064156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C83DACE-AE73-523D-8D31-8184F82B1FFE}"/>
              </a:ext>
            </a:extLst>
          </p:cNvPr>
          <p:cNvSpPr>
            <a:spLocks noGrp="1"/>
          </p:cNvSpPr>
          <p:nvPr>
            <p:ph type="dt" sz="half" idx="10"/>
          </p:nvPr>
        </p:nvSpPr>
        <p:spPr/>
        <p:txBody>
          <a:bodyPr/>
          <a:lstStyle/>
          <a:p>
            <a:fld id="{B80A42F2-6EC3-6D41-A198-FE777B9816D5}" type="datetime1">
              <a:rPr lang="en-US" smtClean="0"/>
              <a:t>10/14/25</a:t>
            </a:fld>
            <a:endParaRPr lang="en-US"/>
          </a:p>
        </p:txBody>
      </p:sp>
      <p:sp>
        <p:nvSpPr>
          <p:cNvPr id="3" name="页脚占位符 2">
            <a:extLst>
              <a:ext uri="{FF2B5EF4-FFF2-40B4-BE49-F238E27FC236}">
                <a16:creationId xmlns:a16="http://schemas.microsoft.com/office/drawing/2014/main" id="{2087AA49-3ACF-5436-0DE7-6DF8043A77C5}"/>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4" name="灯片编号占位符 3">
            <a:extLst>
              <a:ext uri="{FF2B5EF4-FFF2-40B4-BE49-F238E27FC236}">
                <a16:creationId xmlns:a16="http://schemas.microsoft.com/office/drawing/2014/main" id="{9D990317-28AE-AE34-6401-49A0F3D3B148}"/>
              </a:ext>
            </a:extLst>
          </p:cNvPr>
          <p:cNvSpPr>
            <a:spLocks noGrp="1"/>
          </p:cNvSpPr>
          <p:nvPr>
            <p:ph type="sldNum" sz="quarter" idx="12"/>
          </p:nvPr>
        </p:nvSpPr>
        <p:spPr/>
        <p:txBody>
          <a:bodyPr/>
          <a:lstStyle/>
          <a:p>
            <a:fld id="{558F952B-8205-4A3F-8B8C-DB9DCBA03AAE}" type="slidenum">
              <a:rPr lang="en-US" smtClean="0"/>
              <a:t>18</a:t>
            </a:fld>
            <a:endParaRPr lang="en-US"/>
          </a:p>
        </p:txBody>
      </p:sp>
      <p:sp>
        <p:nvSpPr>
          <p:cNvPr id="5" name="Title 1">
            <a:extLst>
              <a:ext uri="{FF2B5EF4-FFF2-40B4-BE49-F238E27FC236}">
                <a16:creationId xmlns:a16="http://schemas.microsoft.com/office/drawing/2014/main" id="{0FC43B51-40FD-98EC-CAA8-5906BF49EA82}"/>
              </a:ext>
            </a:extLst>
          </p:cNvPr>
          <p:cNvSpPr txBox="1">
            <a:spLocks/>
          </p:cNvSpPr>
          <p:nvPr/>
        </p:nvSpPr>
        <p:spPr>
          <a:xfrm>
            <a:off x="723900" y="665573"/>
            <a:ext cx="7886700" cy="626276"/>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mj-lt"/>
                <a:ea typeface="+mj-ea"/>
                <a:cs typeface="+mj-cs"/>
              </a:defRPr>
            </a:lvl1pPr>
          </a:lstStyle>
          <a:p>
            <a:r>
              <a:rPr lang="zh-CN" altLang="en-US" dirty="0"/>
              <a:t>实例</a:t>
            </a:r>
            <a:r>
              <a:rPr lang="en-US" altLang="zh-CN" dirty="0"/>
              <a:t>3</a:t>
            </a:r>
            <a:endParaRPr lang="zh-CN" altLang="en-US" dirty="0"/>
          </a:p>
        </p:txBody>
      </p:sp>
      <p:pic>
        <p:nvPicPr>
          <p:cNvPr id="6" name="Picture 3">
            <a:extLst>
              <a:ext uri="{FF2B5EF4-FFF2-40B4-BE49-F238E27FC236}">
                <a16:creationId xmlns:a16="http://schemas.microsoft.com/office/drawing/2014/main" id="{9757D61D-ED11-3AAF-7D1E-AB4EE0F8A41D}"/>
              </a:ext>
            </a:extLst>
          </p:cNvPr>
          <p:cNvPicPr>
            <a:picLocks noChangeAspect="1"/>
          </p:cNvPicPr>
          <p:nvPr/>
        </p:nvPicPr>
        <p:blipFill>
          <a:blip r:embed="rId2"/>
          <a:stretch>
            <a:fillRect/>
          </a:stretch>
        </p:blipFill>
        <p:spPr>
          <a:xfrm>
            <a:off x="4287065" y="2287091"/>
            <a:ext cx="4323535" cy="3074016"/>
          </a:xfrm>
          <a:prstGeom prst="rect">
            <a:avLst/>
          </a:prstGeom>
        </p:spPr>
      </p:pic>
      <p:pic>
        <p:nvPicPr>
          <p:cNvPr id="7" name="Picture 5">
            <a:extLst>
              <a:ext uri="{FF2B5EF4-FFF2-40B4-BE49-F238E27FC236}">
                <a16:creationId xmlns:a16="http://schemas.microsoft.com/office/drawing/2014/main" id="{421A09BF-EF5F-19FC-5B83-5CCC7C286DC1}"/>
              </a:ext>
            </a:extLst>
          </p:cNvPr>
          <p:cNvPicPr>
            <a:picLocks noChangeAspect="1"/>
          </p:cNvPicPr>
          <p:nvPr/>
        </p:nvPicPr>
        <p:blipFill rotWithShape="1">
          <a:blip r:embed="rId3"/>
          <a:srcRect l="57591"/>
          <a:stretch/>
        </p:blipFill>
        <p:spPr>
          <a:xfrm>
            <a:off x="7328656" y="5404884"/>
            <a:ext cx="1113502" cy="599950"/>
          </a:xfrm>
          <a:prstGeom prst="rect">
            <a:avLst/>
          </a:prstGeom>
        </p:spPr>
      </p:pic>
    </p:spTree>
    <p:extLst>
      <p:ext uri="{BB962C8B-B14F-4D97-AF65-F5344CB8AC3E}">
        <p14:creationId xmlns:p14="http://schemas.microsoft.com/office/powerpoint/2010/main" val="1020589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ECD6350-FE07-21AA-8073-02A8E1FB82FB}"/>
              </a:ext>
            </a:extLst>
          </p:cNvPr>
          <p:cNvSpPr>
            <a:spLocks noGrp="1"/>
          </p:cNvSpPr>
          <p:nvPr>
            <p:ph type="dt" sz="half" idx="10"/>
          </p:nvPr>
        </p:nvSpPr>
        <p:spPr/>
        <p:txBody>
          <a:bodyPr/>
          <a:lstStyle/>
          <a:p>
            <a:fld id="{7E6F9C1D-4EC5-AE47-99D1-97605CA5F0EE}" type="datetime1">
              <a:rPr lang="en-US" smtClean="0"/>
              <a:t>10/14/25</a:t>
            </a:fld>
            <a:endParaRPr lang="en-US"/>
          </a:p>
        </p:txBody>
      </p:sp>
      <p:sp>
        <p:nvSpPr>
          <p:cNvPr id="3" name="页脚占位符 2">
            <a:extLst>
              <a:ext uri="{FF2B5EF4-FFF2-40B4-BE49-F238E27FC236}">
                <a16:creationId xmlns:a16="http://schemas.microsoft.com/office/drawing/2014/main" id="{C7E84824-5054-188E-FE69-111702100AD4}"/>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4" name="灯片编号占位符 3">
            <a:extLst>
              <a:ext uri="{FF2B5EF4-FFF2-40B4-BE49-F238E27FC236}">
                <a16:creationId xmlns:a16="http://schemas.microsoft.com/office/drawing/2014/main" id="{5F4924E5-C6F7-E131-3D33-7104333CB9EB}"/>
              </a:ext>
            </a:extLst>
          </p:cNvPr>
          <p:cNvSpPr>
            <a:spLocks noGrp="1"/>
          </p:cNvSpPr>
          <p:nvPr>
            <p:ph type="sldNum" sz="quarter" idx="12"/>
          </p:nvPr>
        </p:nvSpPr>
        <p:spPr/>
        <p:txBody>
          <a:bodyPr/>
          <a:lstStyle/>
          <a:p>
            <a:fld id="{558F952B-8205-4A3F-8B8C-DB9DCBA03AAE}" type="slidenum">
              <a:rPr lang="en-US" smtClean="0"/>
              <a:t>19</a:t>
            </a:fld>
            <a:endParaRPr lang="en-US"/>
          </a:p>
        </p:txBody>
      </p:sp>
      <p:sp>
        <p:nvSpPr>
          <p:cNvPr id="5" name="Title 1">
            <a:extLst>
              <a:ext uri="{FF2B5EF4-FFF2-40B4-BE49-F238E27FC236}">
                <a16:creationId xmlns:a16="http://schemas.microsoft.com/office/drawing/2014/main" id="{288F3F2B-508C-AD06-94D3-34F9F9CACBF9}"/>
              </a:ext>
            </a:extLst>
          </p:cNvPr>
          <p:cNvSpPr txBox="1">
            <a:spLocks/>
          </p:cNvSpPr>
          <p:nvPr/>
        </p:nvSpPr>
        <p:spPr>
          <a:xfrm>
            <a:off x="628650" y="365127"/>
            <a:ext cx="7886700" cy="626276"/>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mj-lt"/>
                <a:ea typeface="+mj-ea"/>
                <a:cs typeface="+mj-cs"/>
              </a:defRPr>
            </a:lvl1pPr>
          </a:lstStyle>
          <a:p>
            <a:r>
              <a:rPr lang="zh-CN" altLang="en-US"/>
              <a:t>实例</a:t>
            </a:r>
            <a:r>
              <a:rPr lang="en-US" altLang="zh-CN"/>
              <a:t>4</a:t>
            </a:r>
            <a:endParaRPr lang="zh-CN" altLang="en-US" dirty="0"/>
          </a:p>
        </p:txBody>
      </p:sp>
      <p:pic>
        <p:nvPicPr>
          <p:cNvPr id="6" name="Picture 2">
            <a:extLst>
              <a:ext uri="{FF2B5EF4-FFF2-40B4-BE49-F238E27FC236}">
                <a16:creationId xmlns:a16="http://schemas.microsoft.com/office/drawing/2014/main" id="{BAD21755-DDBC-5FD8-B1D2-F4463E14B536}"/>
              </a:ext>
            </a:extLst>
          </p:cNvPr>
          <p:cNvPicPr>
            <a:picLocks noChangeAspect="1"/>
          </p:cNvPicPr>
          <p:nvPr/>
        </p:nvPicPr>
        <p:blipFill>
          <a:blip r:embed="rId2"/>
          <a:stretch>
            <a:fillRect/>
          </a:stretch>
        </p:blipFill>
        <p:spPr>
          <a:xfrm>
            <a:off x="4190846" y="1655226"/>
            <a:ext cx="2955912" cy="3225439"/>
          </a:xfrm>
          <a:prstGeom prst="rect">
            <a:avLst/>
          </a:prstGeom>
        </p:spPr>
      </p:pic>
      <p:pic>
        <p:nvPicPr>
          <p:cNvPr id="7" name="Picture 5">
            <a:extLst>
              <a:ext uri="{FF2B5EF4-FFF2-40B4-BE49-F238E27FC236}">
                <a16:creationId xmlns:a16="http://schemas.microsoft.com/office/drawing/2014/main" id="{22A1437B-9A74-B2F3-6447-B426E505FB81}"/>
              </a:ext>
            </a:extLst>
          </p:cNvPr>
          <p:cNvPicPr>
            <a:picLocks noChangeAspect="1"/>
          </p:cNvPicPr>
          <p:nvPr/>
        </p:nvPicPr>
        <p:blipFill rotWithShape="1">
          <a:blip r:embed="rId3"/>
          <a:srcRect l="57591"/>
          <a:stretch/>
        </p:blipFill>
        <p:spPr>
          <a:xfrm>
            <a:off x="8053849" y="4718583"/>
            <a:ext cx="1113502" cy="599950"/>
          </a:xfrm>
          <a:prstGeom prst="rect">
            <a:avLst/>
          </a:prstGeom>
        </p:spPr>
      </p:pic>
    </p:spTree>
    <p:extLst>
      <p:ext uri="{BB962C8B-B14F-4D97-AF65-F5344CB8AC3E}">
        <p14:creationId xmlns:p14="http://schemas.microsoft.com/office/powerpoint/2010/main" val="1226999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76147B6-A8EC-4416-B693-634FB88CD366}"/>
              </a:ext>
            </a:extLst>
          </p:cNvPr>
          <p:cNvSpPr>
            <a:spLocks noGrp="1"/>
          </p:cNvSpPr>
          <p:nvPr>
            <p:ph type="title"/>
          </p:nvPr>
        </p:nvSpPr>
        <p:spPr>
          <a:xfrm>
            <a:off x="1629878" y="2572903"/>
            <a:ext cx="8932244" cy="703278"/>
          </a:xfrm>
        </p:spPr>
        <p:txBody>
          <a:bodyPr>
            <a:normAutofit/>
          </a:bodyPr>
          <a:lstStyle/>
          <a:p>
            <a:r>
              <a:rPr lang="zh-CN" altLang="en-US" sz="3600" dirty="0"/>
              <a:t>换面法解题实例</a:t>
            </a:r>
          </a:p>
        </p:txBody>
      </p:sp>
      <p:sp>
        <p:nvSpPr>
          <p:cNvPr id="2" name="Date Placeholder 1">
            <a:extLst>
              <a:ext uri="{FF2B5EF4-FFF2-40B4-BE49-F238E27FC236}">
                <a16:creationId xmlns:a16="http://schemas.microsoft.com/office/drawing/2014/main" id="{AAE39C09-D2A7-464A-AB89-EB4085C5A324}"/>
              </a:ext>
            </a:extLst>
          </p:cNvPr>
          <p:cNvSpPr>
            <a:spLocks noGrp="1"/>
          </p:cNvSpPr>
          <p:nvPr>
            <p:ph type="dt" sz="half" idx="10"/>
          </p:nvPr>
        </p:nvSpPr>
        <p:spPr/>
        <p:txBody>
          <a:bodyPr/>
          <a:lstStyle/>
          <a:p>
            <a:fld id="{30BA1C73-E144-774F-99AF-B7109E5B5084}" type="datetime1">
              <a:rPr lang="en-US" smtClean="0"/>
              <a:t>10/14/25</a:t>
            </a:fld>
            <a:endParaRPr lang="en-US"/>
          </a:p>
        </p:txBody>
      </p:sp>
      <p:sp>
        <p:nvSpPr>
          <p:cNvPr id="3" name="Slide Number Placeholder 2">
            <a:extLst>
              <a:ext uri="{FF2B5EF4-FFF2-40B4-BE49-F238E27FC236}">
                <a16:creationId xmlns:a16="http://schemas.microsoft.com/office/drawing/2014/main" id="{4660A33B-B91D-4208-8E0D-59826D4A554C}"/>
              </a:ext>
            </a:extLst>
          </p:cNvPr>
          <p:cNvSpPr>
            <a:spLocks noGrp="1"/>
          </p:cNvSpPr>
          <p:nvPr>
            <p:ph type="sldNum" sz="quarter" idx="12"/>
          </p:nvPr>
        </p:nvSpPr>
        <p:spPr/>
        <p:txBody>
          <a:bodyPr/>
          <a:lstStyle/>
          <a:p>
            <a:fld id="{558F952B-8205-4A3F-8B8C-DB9DCBA03AAE}" type="slidenum">
              <a:rPr lang="en-US" smtClean="0"/>
              <a:t>20</a:t>
            </a:fld>
            <a:endParaRPr lang="en-US"/>
          </a:p>
        </p:txBody>
      </p:sp>
      <p:sp>
        <p:nvSpPr>
          <p:cNvPr id="5" name="Footer Placeholder 4">
            <a:extLst>
              <a:ext uri="{FF2B5EF4-FFF2-40B4-BE49-F238E27FC236}">
                <a16:creationId xmlns:a16="http://schemas.microsoft.com/office/drawing/2014/main" id="{9727A3CB-F385-4367-9B6E-4F82A3641816}"/>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Tree>
    <p:extLst>
      <p:ext uri="{BB962C8B-B14F-4D97-AF65-F5344CB8AC3E}">
        <p14:creationId xmlns:p14="http://schemas.microsoft.com/office/powerpoint/2010/main" val="33848840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20" name="Text Box 4"/>
          <p:cNvSpPr txBox="1">
            <a:spLocks noChangeArrowheads="1"/>
          </p:cNvSpPr>
          <p:nvPr/>
        </p:nvSpPr>
        <p:spPr bwMode="auto">
          <a:xfrm>
            <a:off x="1262856" y="1755864"/>
            <a:ext cx="10230454" cy="52322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rgbClr val="FF33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lgn="l">
              <a:spcBef>
                <a:spcPct val="50000"/>
              </a:spcBef>
            </a:pP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首先进行</a:t>
            </a:r>
            <a:r>
              <a:rPr lang="zh-CN" altLang="en-US" sz="2800" dirty="0">
                <a:solidFill>
                  <a:srgbClr val="C00000"/>
                </a:solidFill>
                <a:latin typeface="黑体" panose="02010609060101010101" pitchFamily="49" charset="-122"/>
                <a:ea typeface="黑体" panose="02010609060101010101" pitchFamily="49" charset="-122"/>
              </a:rPr>
              <a:t>空间分析</a:t>
            </a:r>
            <a:r>
              <a:rPr lang="zh-CN" altLang="en-US" sz="2800" dirty="0">
                <a:latin typeface="黑体" panose="02010609060101010101" pitchFamily="49" charset="-122"/>
                <a:ea typeface="黑体" panose="02010609060101010101" pitchFamily="49" charset="-122"/>
              </a:rPr>
              <a:t>，解题方法有</a:t>
            </a:r>
            <a:r>
              <a:rPr lang="zh-CN" altLang="en-US" sz="2800" b="1" dirty="0">
                <a:solidFill>
                  <a:srgbClr val="002060"/>
                </a:solidFill>
                <a:latin typeface="黑体" panose="02010609060101010101" pitchFamily="49" charset="-122"/>
                <a:ea typeface="黑体" panose="02010609060101010101" pitchFamily="49" charset="-122"/>
              </a:rPr>
              <a:t>直观法</a:t>
            </a:r>
            <a:r>
              <a:rPr lang="zh-CN" altLang="en-US" sz="2800" dirty="0">
                <a:latin typeface="黑体" panose="02010609060101010101" pitchFamily="49" charset="-122"/>
                <a:ea typeface="黑体" panose="02010609060101010101" pitchFamily="49" charset="-122"/>
              </a:rPr>
              <a:t>、</a:t>
            </a:r>
            <a:r>
              <a:rPr lang="zh-CN" altLang="en-US" sz="2800" b="1" dirty="0">
                <a:solidFill>
                  <a:srgbClr val="002060"/>
                </a:solidFill>
                <a:latin typeface="黑体" panose="02010609060101010101" pitchFamily="49" charset="-122"/>
                <a:ea typeface="黑体" panose="02010609060101010101" pitchFamily="49" charset="-122"/>
              </a:rPr>
              <a:t>逆推法</a:t>
            </a:r>
            <a:r>
              <a:rPr lang="zh-CN" altLang="en-US" sz="2800" dirty="0">
                <a:latin typeface="黑体" panose="02010609060101010101" pitchFamily="49" charset="-122"/>
                <a:ea typeface="黑体" panose="02010609060101010101" pitchFamily="49" charset="-122"/>
              </a:rPr>
              <a:t>和</a:t>
            </a:r>
            <a:r>
              <a:rPr lang="zh-CN" altLang="en-US" sz="2800" b="1" dirty="0">
                <a:solidFill>
                  <a:srgbClr val="002060"/>
                </a:solidFill>
                <a:latin typeface="黑体" panose="02010609060101010101" pitchFamily="49" charset="-122"/>
                <a:ea typeface="黑体" panose="02010609060101010101" pitchFamily="49" charset="-122"/>
              </a:rPr>
              <a:t>轨迹法</a:t>
            </a:r>
            <a:r>
              <a:rPr lang="zh-CN" altLang="en-US" sz="2800" dirty="0">
                <a:latin typeface="黑体" panose="02010609060101010101" pitchFamily="49" charset="-122"/>
                <a:ea typeface="黑体" panose="02010609060101010101" pitchFamily="49" charset="-122"/>
              </a:rPr>
              <a:t>。</a:t>
            </a:r>
          </a:p>
        </p:txBody>
      </p:sp>
      <p:sp>
        <p:nvSpPr>
          <p:cNvPr id="162821" name="Text Box 5"/>
          <p:cNvSpPr txBox="1">
            <a:spLocks noChangeArrowheads="1"/>
          </p:cNvSpPr>
          <p:nvPr/>
        </p:nvSpPr>
        <p:spPr bwMode="auto">
          <a:xfrm>
            <a:off x="1783981" y="2638802"/>
            <a:ext cx="8874920" cy="954107"/>
          </a:xfrm>
          <a:prstGeom prst="rect">
            <a:avLst/>
          </a:prstGeom>
          <a:solidFill>
            <a:schemeClr val="accent4">
              <a:lumMod val="20000"/>
              <a:lumOff val="80000"/>
            </a:schemeClr>
          </a:solidFill>
          <a:ln w="28575">
            <a:noFill/>
            <a:miter lim="800000"/>
            <a:headEnd/>
            <a:tailEnd/>
          </a:ln>
          <a:effectLst/>
        </p:spPr>
        <p:txBody>
          <a:bodyPr wrap="square">
            <a:spAutoFit/>
          </a:bodyPr>
          <a:lstStyle/>
          <a:p>
            <a:pPr algn="l">
              <a:spcBef>
                <a:spcPct val="50000"/>
              </a:spcBef>
            </a:pPr>
            <a:r>
              <a:rPr lang="zh-CN" altLang="en-US" sz="2800" b="1" dirty="0">
                <a:solidFill>
                  <a:srgbClr val="002060"/>
                </a:solidFill>
                <a:latin typeface="黑体" panose="02010609060101010101" pitchFamily="49" charset="-122"/>
                <a:ea typeface="黑体" panose="02010609060101010101" pitchFamily="49" charset="-122"/>
              </a:rPr>
              <a:t>逆推法：</a:t>
            </a:r>
            <a:r>
              <a:rPr lang="zh-CN" altLang="en-US" sz="2800" dirty="0">
                <a:latin typeface="黑体" panose="02010609060101010101" pitchFamily="49" charset="-122"/>
                <a:ea typeface="黑体" panose="02010609060101010101" pitchFamily="49" charset="-122"/>
              </a:rPr>
              <a:t>假设答案已求出，找出答案与已知条件</a:t>
            </a:r>
            <a:r>
              <a:rPr lang="zh-CN" altLang="en-US" sz="2800" dirty="0">
                <a:solidFill>
                  <a:srgbClr val="C00000"/>
                </a:solidFill>
                <a:latin typeface="黑体" panose="02010609060101010101" pitchFamily="49" charset="-122"/>
                <a:ea typeface="黑体" panose="02010609060101010101" pitchFamily="49" charset="-122"/>
              </a:rPr>
              <a:t>内在联系</a:t>
            </a:r>
            <a:r>
              <a:rPr lang="zh-CN" altLang="en-US" sz="2800" dirty="0">
                <a:latin typeface="黑体" panose="02010609060101010101" pitchFamily="49" charset="-122"/>
                <a:ea typeface="黑体" panose="02010609060101010101" pitchFamily="49" charset="-122"/>
              </a:rPr>
              <a:t>，再顺序做题。</a:t>
            </a:r>
          </a:p>
        </p:txBody>
      </p:sp>
      <p:sp>
        <p:nvSpPr>
          <p:cNvPr id="162822" name="Rectangle 6"/>
          <p:cNvSpPr>
            <a:spLocks noChangeArrowheads="1"/>
          </p:cNvSpPr>
          <p:nvPr/>
        </p:nvSpPr>
        <p:spPr bwMode="auto">
          <a:xfrm>
            <a:off x="1783980" y="3957091"/>
            <a:ext cx="8874921" cy="954107"/>
          </a:xfrm>
          <a:prstGeom prst="rect">
            <a:avLst/>
          </a:prstGeom>
          <a:solidFill>
            <a:schemeClr val="accent4">
              <a:lumMod val="20000"/>
              <a:lumOff val="80000"/>
            </a:schemeClr>
          </a:solidFill>
          <a:ln w="28575">
            <a:noFill/>
            <a:miter lim="800000"/>
            <a:headEnd/>
            <a:tailEnd/>
          </a:ln>
          <a:effectLst/>
        </p:spPr>
        <p:txBody>
          <a:bodyPr wrap="square">
            <a:spAutoFit/>
          </a:bodyPr>
          <a:lstStyle/>
          <a:p>
            <a:pPr algn="l">
              <a:spcBef>
                <a:spcPct val="50000"/>
              </a:spcBef>
            </a:pPr>
            <a:r>
              <a:rPr lang="zh-CN" altLang="en-US" sz="2800" b="1" dirty="0">
                <a:solidFill>
                  <a:srgbClr val="002060"/>
                </a:solidFill>
                <a:latin typeface="黑体" panose="02010609060101010101" pitchFamily="49" charset="-122"/>
                <a:ea typeface="黑体" panose="02010609060101010101" pitchFamily="49" charset="-122"/>
              </a:rPr>
              <a:t>轨迹法：</a:t>
            </a:r>
            <a:r>
              <a:rPr lang="zh-CN" altLang="en-US" sz="2800" dirty="0">
                <a:latin typeface="黑体" panose="02010609060101010101" pitchFamily="49" charset="-122"/>
                <a:ea typeface="黑体" panose="02010609060101010101" pitchFamily="49" charset="-122"/>
              </a:rPr>
              <a:t>找出答案的几个轨迹，轨迹的重合部分，就是答案。</a:t>
            </a:r>
          </a:p>
        </p:txBody>
      </p:sp>
      <p:sp>
        <p:nvSpPr>
          <p:cNvPr id="162823" name="Text Box 7"/>
          <p:cNvSpPr txBox="1">
            <a:spLocks noChangeArrowheads="1"/>
          </p:cNvSpPr>
          <p:nvPr/>
        </p:nvSpPr>
        <p:spPr bwMode="auto">
          <a:xfrm>
            <a:off x="1262856" y="5318684"/>
            <a:ext cx="7670800" cy="52322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l">
              <a:spcBef>
                <a:spcPct val="50000"/>
              </a:spcBef>
            </a:pPr>
            <a:r>
              <a:rPr lang="en-US" altLang="zh-CN" sz="28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思路出来后，根据给定条件决定换哪个面。</a:t>
            </a:r>
          </a:p>
        </p:txBody>
      </p:sp>
      <p:sp>
        <p:nvSpPr>
          <p:cNvPr id="3" name="标题 2">
            <a:extLst>
              <a:ext uri="{FF2B5EF4-FFF2-40B4-BE49-F238E27FC236}">
                <a16:creationId xmlns:a16="http://schemas.microsoft.com/office/drawing/2014/main" id="{8B4FCC5D-4014-412C-E28A-4ABBB38FDF74}"/>
              </a:ext>
            </a:extLst>
          </p:cNvPr>
          <p:cNvSpPr>
            <a:spLocks noGrp="1"/>
          </p:cNvSpPr>
          <p:nvPr>
            <p:ph type="title"/>
          </p:nvPr>
        </p:nvSpPr>
        <p:spPr/>
        <p:txBody>
          <a:bodyPr/>
          <a:lstStyle/>
          <a:p>
            <a:r>
              <a:rPr lang="zh-CN" altLang="en-US" dirty="0"/>
              <a:t>解题思路</a:t>
            </a:r>
          </a:p>
        </p:txBody>
      </p:sp>
      <p:sp>
        <p:nvSpPr>
          <p:cNvPr id="2" name="Date Placeholder 1">
            <a:extLst>
              <a:ext uri="{FF2B5EF4-FFF2-40B4-BE49-F238E27FC236}">
                <a16:creationId xmlns:a16="http://schemas.microsoft.com/office/drawing/2014/main" id="{47F9E2DF-6CCC-4B10-B106-64B97037B304}"/>
              </a:ext>
            </a:extLst>
          </p:cNvPr>
          <p:cNvSpPr>
            <a:spLocks noGrp="1"/>
          </p:cNvSpPr>
          <p:nvPr>
            <p:ph type="dt" sz="half" idx="10"/>
          </p:nvPr>
        </p:nvSpPr>
        <p:spPr/>
        <p:txBody>
          <a:bodyPr/>
          <a:lstStyle/>
          <a:p>
            <a:fld id="{5C9643A3-7B9D-EC49-B6CA-8CEF568E2205}" type="datetime1">
              <a:rPr lang="en-US" smtClean="0"/>
              <a:t>10/14/25</a:t>
            </a:fld>
            <a:endParaRPr lang="en-US"/>
          </a:p>
        </p:txBody>
      </p:sp>
      <p:sp>
        <p:nvSpPr>
          <p:cNvPr id="4" name="Footer Placeholder 3">
            <a:extLst>
              <a:ext uri="{FF2B5EF4-FFF2-40B4-BE49-F238E27FC236}">
                <a16:creationId xmlns:a16="http://schemas.microsoft.com/office/drawing/2014/main" id="{87FB0CAF-FA1D-0777-8F59-C7F120AFC834}"/>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5" name="Slide Number Placeholder 4">
            <a:extLst>
              <a:ext uri="{FF2B5EF4-FFF2-40B4-BE49-F238E27FC236}">
                <a16:creationId xmlns:a16="http://schemas.microsoft.com/office/drawing/2014/main" id="{A8950CD9-DB54-68B1-9E35-251AE3A384C3}"/>
              </a:ext>
            </a:extLst>
          </p:cNvPr>
          <p:cNvSpPr>
            <a:spLocks noGrp="1"/>
          </p:cNvSpPr>
          <p:nvPr>
            <p:ph type="sldNum" sz="quarter" idx="12"/>
          </p:nvPr>
        </p:nvSpPr>
        <p:spPr/>
        <p:txBody>
          <a:bodyPr/>
          <a:lstStyle/>
          <a:p>
            <a:fld id="{558F952B-8205-4A3F-8B8C-DB9DCBA03AAE}" type="slidenum">
              <a:rPr lang="en-US" smtClean="0"/>
              <a:pPr/>
              <a:t>21</a:t>
            </a:fld>
            <a:endParaRPr lang="en-US"/>
          </a:p>
        </p:txBody>
      </p:sp>
    </p:spTree>
    <p:extLst>
      <p:ext uri="{BB962C8B-B14F-4D97-AF65-F5344CB8AC3E}">
        <p14:creationId xmlns:p14="http://schemas.microsoft.com/office/powerpoint/2010/main" val="17771583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2820"/>
                                        </p:tgtEl>
                                        <p:attrNameLst>
                                          <p:attrName>style.visibility</p:attrName>
                                        </p:attrNameLst>
                                      </p:cBhvr>
                                      <p:to>
                                        <p:strVal val="visible"/>
                                      </p:to>
                                    </p:set>
                                    <p:animEffect transition="in" filter="dissolve">
                                      <p:cBhvr>
                                        <p:cTn id="7" dur="500"/>
                                        <p:tgtEl>
                                          <p:spTgt spid="162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2821"/>
                                        </p:tgtEl>
                                        <p:attrNameLst>
                                          <p:attrName>style.visibility</p:attrName>
                                        </p:attrNameLst>
                                      </p:cBhvr>
                                      <p:to>
                                        <p:strVal val="visible"/>
                                      </p:to>
                                    </p:set>
                                    <p:animEffect transition="in" filter="dissolve">
                                      <p:cBhvr>
                                        <p:cTn id="12" dur="500"/>
                                        <p:tgtEl>
                                          <p:spTgt spid="1628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2822"/>
                                        </p:tgtEl>
                                        <p:attrNameLst>
                                          <p:attrName>style.visibility</p:attrName>
                                        </p:attrNameLst>
                                      </p:cBhvr>
                                      <p:to>
                                        <p:strVal val="visible"/>
                                      </p:to>
                                    </p:set>
                                    <p:animEffect transition="in" filter="dissolve">
                                      <p:cBhvr>
                                        <p:cTn id="17" dur="500"/>
                                        <p:tgtEl>
                                          <p:spTgt spid="1628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2823"/>
                                        </p:tgtEl>
                                        <p:attrNameLst>
                                          <p:attrName>style.visibility</p:attrName>
                                        </p:attrNameLst>
                                      </p:cBhvr>
                                      <p:to>
                                        <p:strVal val="visible"/>
                                      </p:to>
                                    </p:set>
                                    <p:animEffect transition="in" filter="dissolve">
                                      <p:cBhvr>
                                        <p:cTn id="22" dur="500"/>
                                        <p:tgtEl>
                                          <p:spTgt spid="162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0" grpId="0"/>
      <p:bldP spid="162821" grpId="0" animBg="1"/>
      <p:bldP spid="162822" grpId="0" animBg="1"/>
      <p:bldP spid="1628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D75F3211-2C86-13EF-C25A-6AC7D47E4AE0}"/>
              </a:ext>
            </a:extLst>
          </p:cNvPr>
          <p:cNvSpPr>
            <a:spLocks noGrp="1"/>
          </p:cNvSpPr>
          <p:nvPr>
            <p:ph type="title"/>
          </p:nvPr>
        </p:nvSpPr>
        <p:spPr/>
        <p:txBody>
          <a:bodyPr/>
          <a:lstStyle/>
          <a:p>
            <a:r>
              <a:rPr lang="zh-CN" altLang="en-US" dirty="0"/>
              <a:t>换面法应用及例题</a:t>
            </a:r>
          </a:p>
        </p:txBody>
      </p:sp>
      <p:sp>
        <p:nvSpPr>
          <p:cNvPr id="4" name="Date Placeholder 3">
            <a:extLst>
              <a:ext uri="{FF2B5EF4-FFF2-40B4-BE49-F238E27FC236}">
                <a16:creationId xmlns:a16="http://schemas.microsoft.com/office/drawing/2014/main" id="{696FB4E9-4254-4F91-BD3E-4D9CA01AF0D7}"/>
              </a:ext>
            </a:extLst>
          </p:cNvPr>
          <p:cNvSpPr>
            <a:spLocks noGrp="1"/>
          </p:cNvSpPr>
          <p:nvPr>
            <p:ph type="dt" sz="half" idx="10"/>
          </p:nvPr>
        </p:nvSpPr>
        <p:spPr/>
        <p:txBody>
          <a:bodyPr/>
          <a:lstStyle/>
          <a:p>
            <a:fld id="{52303F55-2D54-8A4F-959E-114553E189E5}" type="datetime1">
              <a:rPr lang="en-US" smtClean="0">
                <a:latin typeface="黑体" panose="02010609060101010101" pitchFamily="49" charset="-122"/>
              </a:rPr>
              <a:t>10/14/25</a:t>
            </a:fld>
            <a:endParaRPr lang="en-US" dirty="0">
              <a:latin typeface="黑体" panose="02010609060101010101" pitchFamily="49" charset="-122"/>
            </a:endParaRPr>
          </a:p>
        </p:txBody>
      </p:sp>
      <p:sp>
        <p:nvSpPr>
          <p:cNvPr id="7" name="Footer Placeholder 6">
            <a:extLst>
              <a:ext uri="{FF2B5EF4-FFF2-40B4-BE49-F238E27FC236}">
                <a16:creationId xmlns:a16="http://schemas.microsoft.com/office/drawing/2014/main" id="{5E1D4E7A-1766-4108-8B11-F86869676980}"/>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5" name="Slide Number Placeholder 4">
            <a:extLst>
              <a:ext uri="{FF2B5EF4-FFF2-40B4-BE49-F238E27FC236}">
                <a16:creationId xmlns:a16="http://schemas.microsoft.com/office/drawing/2014/main" id="{11C13D6C-3DF9-4C8B-8CB3-3D92852DBBDD}"/>
              </a:ext>
            </a:extLst>
          </p:cNvPr>
          <p:cNvSpPr>
            <a:spLocks noGrp="1"/>
          </p:cNvSpPr>
          <p:nvPr>
            <p:ph type="sldNum" sz="quarter" idx="12"/>
          </p:nvPr>
        </p:nvSpPr>
        <p:spPr/>
        <p:txBody>
          <a:bodyPr/>
          <a:lstStyle/>
          <a:p>
            <a:fld id="{558F952B-8205-4A3F-8B8C-DB9DCBA03AAE}" type="slidenum">
              <a:rPr lang="en-US" smtClean="0">
                <a:latin typeface="黑体" panose="02010609060101010101" pitchFamily="49" charset="-122"/>
              </a:rPr>
              <a:t>22</a:t>
            </a:fld>
            <a:endParaRPr lang="en-US">
              <a:latin typeface="黑体" panose="02010609060101010101" pitchFamily="49" charset="-122"/>
            </a:endParaRPr>
          </a:p>
        </p:txBody>
      </p:sp>
      <p:sp>
        <p:nvSpPr>
          <p:cNvPr id="3" name="Content Placeholder 2">
            <a:extLst>
              <a:ext uri="{FF2B5EF4-FFF2-40B4-BE49-F238E27FC236}">
                <a16:creationId xmlns:a16="http://schemas.microsoft.com/office/drawing/2014/main" id="{3916C9A2-E5AD-41E9-AFED-780E2E468D93}"/>
              </a:ext>
            </a:extLst>
          </p:cNvPr>
          <p:cNvSpPr>
            <a:spLocks noGrp="1"/>
          </p:cNvSpPr>
          <p:nvPr>
            <p:ph idx="4294967295"/>
          </p:nvPr>
        </p:nvSpPr>
        <p:spPr>
          <a:xfrm>
            <a:off x="1190847" y="1318438"/>
            <a:ext cx="10462436" cy="5085176"/>
          </a:xfrm>
        </p:spPr>
        <p:txBody>
          <a:bodyPr>
            <a:normAutofit/>
          </a:bodyPr>
          <a:lstStyle/>
          <a:p>
            <a:pPr lvl="1"/>
            <a:r>
              <a:rPr lang="zh-CN" altLang="en-US" sz="2800" b="1" dirty="0">
                <a:solidFill>
                  <a:srgbClr val="C00000"/>
                </a:solidFill>
                <a:latin typeface="+mn-ea"/>
              </a:rPr>
              <a:t>距离问题</a:t>
            </a:r>
            <a:endParaRPr lang="en-US" altLang="zh-CN" sz="2800" b="1" dirty="0">
              <a:solidFill>
                <a:srgbClr val="C00000"/>
              </a:solidFill>
              <a:latin typeface="+mn-ea"/>
            </a:endParaRPr>
          </a:p>
          <a:p>
            <a:pPr lvl="2"/>
            <a:r>
              <a:rPr lang="zh-CN" altLang="en-US" sz="2400" dirty="0">
                <a:latin typeface="+mn-ea"/>
              </a:rPr>
              <a:t>任意两条交叉直线的距离</a:t>
            </a:r>
            <a:endParaRPr lang="en-US" altLang="zh-CN" sz="2400" dirty="0">
              <a:latin typeface="+mn-ea"/>
            </a:endParaRPr>
          </a:p>
          <a:p>
            <a:pPr lvl="1"/>
            <a:r>
              <a:rPr lang="zh-CN" altLang="en-US" sz="2800" b="1" dirty="0">
                <a:solidFill>
                  <a:srgbClr val="C00000"/>
                </a:solidFill>
                <a:latin typeface="+mn-ea"/>
              </a:rPr>
              <a:t>角度问题</a:t>
            </a:r>
            <a:endParaRPr lang="en-US" altLang="zh-CN" sz="2800" b="1" dirty="0">
              <a:solidFill>
                <a:srgbClr val="C00000"/>
              </a:solidFill>
              <a:latin typeface="+mn-ea"/>
            </a:endParaRPr>
          </a:p>
          <a:p>
            <a:pPr lvl="2"/>
            <a:r>
              <a:rPr lang="zh-CN" altLang="en-US" sz="2400" dirty="0">
                <a:latin typeface="+mn-ea"/>
              </a:rPr>
              <a:t>两相交直线或平面的实际角度</a:t>
            </a:r>
            <a:endParaRPr lang="en-US" altLang="zh-CN" sz="2400" dirty="0">
              <a:latin typeface="+mn-ea"/>
            </a:endParaRPr>
          </a:p>
          <a:p>
            <a:pPr lvl="1"/>
            <a:r>
              <a:rPr lang="zh-CN" altLang="en-US" sz="2800" b="1" dirty="0">
                <a:solidFill>
                  <a:srgbClr val="C00000"/>
                </a:solidFill>
                <a:latin typeface="+mn-ea"/>
              </a:rPr>
              <a:t>相交问题</a:t>
            </a:r>
            <a:endParaRPr lang="en-US" altLang="zh-CN" sz="2800" b="1" dirty="0">
              <a:solidFill>
                <a:srgbClr val="C00000"/>
              </a:solidFill>
              <a:latin typeface="+mn-ea"/>
            </a:endParaRPr>
          </a:p>
          <a:p>
            <a:pPr lvl="2"/>
            <a:r>
              <a:rPr lang="zh-CN" altLang="en-US" sz="2400" dirty="0">
                <a:latin typeface="+mn-ea"/>
              </a:rPr>
              <a:t>求几何元素相交的交点或交线</a:t>
            </a:r>
            <a:endParaRPr lang="en-US" altLang="zh-CN" sz="2400" dirty="0">
              <a:latin typeface="+mn-ea"/>
            </a:endParaRPr>
          </a:p>
          <a:p>
            <a:pPr lvl="1"/>
            <a:r>
              <a:rPr lang="zh-CN" altLang="en-US" sz="2800" b="1" dirty="0">
                <a:solidFill>
                  <a:srgbClr val="C00000"/>
                </a:solidFill>
                <a:latin typeface="+mn-ea"/>
              </a:rPr>
              <a:t>实形问题</a:t>
            </a:r>
            <a:endParaRPr lang="en-US" altLang="zh-CN" sz="2800" b="1" dirty="0">
              <a:solidFill>
                <a:srgbClr val="C00000"/>
              </a:solidFill>
              <a:latin typeface="+mn-ea"/>
            </a:endParaRPr>
          </a:p>
          <a:p>
            <a:pPr lvl="2"/>
            <a:r>
              <a:rPr lang="zh-CN" altLang="en-US" sz="2400" dirty="0">
                <a:latin typeface="+mn-ea"/>
              </a:rPr>
              <a:t>求平面的正面投影</a:t>
            </a:r>
            <a:endParaRPr lang="en-US" altLang="zh-CN" sz="2400" dirty="0">
              <a:latin typeface="+mn-ea"/>
            </a:endParaRPr>
          </a:p>
          <a:p>
            <a:pPr lvl="1"/>
            <a:r>
              <a:rPr lang="zh-CN" altLang="en-US" sz="2800" b="1" dirty="0">
                <a:solidFill>
                  <a:srgbClr val="C00000"/>
                </a:solidFill>
                <a:latin typeface="+mn-ea"/>
              </a:rPr>
              <a:t>求投影问题：</a:t>
            </a:r>
            <a:endParaRPr lang="en-US" altLang="zh-CN" sz="2800" b="1" dirty="0">
              <a:solidFill>
                <a:srgbClr val="C00000"/>
              </a:solidFill>
              <a:latin typeface="+mn-ea"/>
            </a:endParaRPr>
          </a:p>
          <a:p>
            <a:pPr lvl="2"/>
            <a:r>
              <a:rPr lang="zh-CN" altLang="en-US" sz="2400" dirty="0">
                <a:latin typeface="+mn-ea"/>
              </a:rPr>
              <a:t>求符合条件的几何元素投影</a:t>
            </a:r>
            <a:endParaRPr lang="en-US" altLang="zh-CN" sz="2400" dirty="0">
              <a:latin typeface="+mn-ea"/>
            </a:endParaRPr>
          </a:p>
          <a:p>
            <a:pPr lvl="1"/>
            <a:endParaRPr lang="en-US" altLang="zh-CN" sz="2800" dirty="0">
              <a:latin typeface="+mn-ea"/>
            </a:endParaRPr>
          </a:p>
        </p:txBody>
      </p:sp>
      <p:pic>
        <p:nvPicPr>
          <p:cNvPr id="6" name="Picture 5">
            <a:extLst>
              <a:ext uri="{FF2B5EF4-FFF2-40B4-BE49-F238E27FC236}">
                <a16:creationId xmlns:a16="http://schemas.microsoft.com/office/drawing/2014/main" id="{2790C706-53F5-41AF-BA96-4663D8FB8BF2}"/>
              </a:ext>
            </a:extLst>
          </p:cNvPr>
          <p:cNvPicPr>
            <a:picLocks noChangeAspect="1"/>
          </p:cNvPicPr>
          <p:nvPr/>
        </p:nvPicPr>
        <p:blipFill>
          <a:blip r:embed="rId2"/>
          <a:stretch>
            <a:fillRect/>
          </a:stretch>
        </p:blipFill>
        <p:spPr>
          <a:xfrm>
            <a:off x="6759943" y="2436651"/>
            <a:ext cx="3403525" cy="2356700"/>
          </a:xfrm>
          <a:prstGeom prst="rect">
            <a:avLst/>
          </a:prstGeom>
        </p:spPr>
      </p:pic>
      <p:pic>
        <p:nvPicPr>
          <p:cNvPr id="2" name="图片 1">
            <a:extLst>
              <a:ext uri="{FF2B5EF4-FFF2-40B4-BE49-F238E27FC236}">
                <a16:creationId xmlns:a16="http://schemas.microsoft.com/office/drawing/2014/main" id="{D0E3E935-2517-481D-7A03-9ABFACC1501B}"/>
              </a:ext>
            </a:extLst>
          </p:cNvPr>
          <p:cNvPicPr>
            <a:picLocks noChangeAspect="1"/>
          </p:cNvPicPr>
          <p:nvPr/>
        </p:nvPicPr>
        <p:blipFill>
          <a:blip r:embed="rId3"/>
          <a:stretch>
            <a:fillRect/>
          </a:stretch>
        </p:blipFill>
        <p:spPr>
          <a:xfrm flipH="1">
            <a:off x="10176252" y="3134624"/>
            <a:ext cx="1464246" cy="3148916"/>
          </a:xfrm>
          <a:prstGeom prst="rect">
            <a:avLst/>
          </a:prstGeom>
        </p:spPr>
      </p:pic>
    </p:spTree>
    <p:extLst>
      <p:ext uri="{BB962C8B-B14F-4D97-AF65-F5344CB8AC3E}">
        <p14:creationId xmlns:p14="http://schemas.microsoft.com/office/powerpoint/2010/main" val="3698525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l="13047" t="5943"/>
          <a:stretch/>
        </p:blipFill>
        <p:spPr>
          <a:xfrm>
            <a:off x="3677010" y="1373108"/>
            <a:ext cx="5058007" cy="4891806"/>
          </a:xfrm>
          <a:prstGeom prst="rect">
            <a:avLst/>
          </a:prstGeom>
        </p:spPr>
      </p:pic>
      <p:sp>
        <p:nvSpPr>
          <p:cNvPr id="3" name="文本框 2"/>
          <p:cNvSpPr txBox="1"/>
          <p:nvPr/>
        </p:nvSpPr>
        <p:spPr>
          <a:xfrm>
            <a:off x="838200" y="476428"/>
            <a:ext cx="7175362" cy="523220"/>
          </a:xfrm>
          <a:prstGeom prst="rect">
            <a:avLst/>
          </a:prstGeom>
          <a:noFill/>
        </p:spPr>
        <p:txBody>
          <a:bodyPr wrap="none" rtlCol="0">
            <a:spAutoFit/>
          </a:bodyPr>
          <a:lstStyle/>
          <a:p>
            <a:r>
              <a:rPr lang="zh-CN" altLang="en-US" sz="2800" b="1" dirty="0">
                <a:solidFill>
                  <a:srgbClr val="002060"/>
                </a:solidFill>
                <a:latin typeface="+mn-ea"/>
              </a:rPr>
              <a:t>例</a:t>
            </a:r>
            <a:r>
              <a:rPr lang="en-US" altLang="zh-CN" sz="2800" b="1" dirty="0">
                <a:solidFill>
                  <a:srgbClr val="002060"/>
                </a:solidFill>
                <a:latin typeface="+mn-ea"/>
              </a:rPr>
              <a:t>8.1</a:t>
            </a:r>
            <a:r>
              <a:rPr lang="zh-CN" altLang="en-US" sz="2800" dirty="0">
                <a:solidFill>
                  <a:srgbClr val="C00000"/>
                </a:solidFill>
                <a:sym typeface="Wingdings" panose="05000000000000000000" pitchFamily="2" charset="2"/>
              </a:rPr>
              <a:t> </a:t>
            </a:r>
            <a:r>
              <a:rPr lang="zh-CN" altLang="en-US" sz="2800" b="1" dirty="0">
                <a:solidFill>
                  <a:srgbClr val="002060"/>
                </a:solidFill>
                <a:latin typeface="+mn-ea"/>
              </a:rPr>
              <a:t>：求正垂面截切五棱柱后的断面实形</a:t>
            </a:r>
            <a:endParaRPr lang="en-US" sz="2800" b="1" dirty="0">
              <a:solidFill>
                <a:srgbClr val="002060"/>
              </a:solidFill>
              <a:latin typeface="+mn-ea"/>
            </a:endParaRPr>
          </a:p>
        </p:txBody>
      </p:sp>
      <p:sp>
        <p:nvSpPr>
          <p:cNvPr id="4" name="文本框 3"/>
          <p:cNvSpPr txBox="1"/>
          <p:nvPr/>
        </p:nvSpPr>
        <p:spPr>
          <a:xfrm>
            <a:off x="1366071" y="1600618"/>
            <a:ext cx="1415772" cy="584775"/>
          </a:xfrm>
          <a:prstGeom prst="rect">
            <a:avLst/>
          </a:prstGeom>
          <a:noFill/>
        </p:spPr>
        <p:txBody>
          <a:bodyPr wrap="none" rtlCol="0">
            <a:spAutoFit/>
          </a:bodyPr>
          <a:lstStyle/>
          <a:p>
            <a:r>
              <a:rPr lang="zh-CN" altLang="en-US" sz="3200" b="1" dirty="0">
                <a:solidFill>
                  <a:srgbClr val="C00000"/>
                </a:solidFill>
                <a:effectLst>
                  <a:outerShdw blurRad="38100" dist="38100" dir="2700000" algn="tl">
                    <a:srgbClr val="000000">
                      <a:alpha val="43137"/>
                    </a:srgbClr>
                  </a:outerShdw>
                </a:effectLst>
              </a:rPr>
              <a:t>换面法</a:t>
            </a:r>
            <a:endParaRPr lang="en-US" sz="3200" b="1" dirty="0">
              <a:solidFill>
                <a:srgbClr val="C00000"/>
              </a:solidFill>
              <a:effectLst>
                <a:outerShdw blurRad="38100" dist="38100" dir="2700000" algn="tl">
                  <a:srgbClr val="000000">
                    <a:alpha val="43137"/>
                  </a:srgbClr>
                </a:outerShdw>
              </a:effectLst>
            </a:endParaRPr>
          </a:p>
        </p:txBody>
      </p:sp>
      <p:sp>
        <p:nvSpPr>
          <p:cNvPr id="5" name="Date Placeholder 4">
            <a:extLst>
              <a:ext uri="{FF2B5EF4-FFF2-40B4-BE49-F238E27FC236}">
                <a16:creationId xmlns:a16="http://schemas.microsoft.com/office/drawing/2014/main" id="{A1E7CEF2-A93E-40A9-A503-2D5E148750FA}"/>
              </a:ext>
            </a:extLst>
          </p:cNvPr>
          <p:cNvSpPr>
            <a:spLocks noGrp="1"/>
          </p:cNvSpPr>
          <p:nvPr>
            <p:ph type="dt" sz="half" idx="6"/>
          </p:nvPr>
        </p:nvSpPr>
        <p:spPr/>
        <p:txBody>
          <a:bodyPr/>
          <a:lstStyle/>
          <a:p>
            <a:fld id="{0B4A41ED-B977-C748-97CF-84E41B96FBE5}" type="datetime1">
              <a:rPr lang="en-US" smtClean="0"/>
              <a:t>10/14/25</a:t>
            </a:fld>
            <a:endParaRPr lang="en-US"/>
          </a:p>
        </p:txBody>
      </p:sp>
      <p:sp>
        <p:nvSpPr>
          <p:cNvPr id="6" name="Footer Placeholder 5">
            <a:extLst>
              <a:ext uri="{FF2B5EF4-FFF2-40B4-BE49-F238E27FC236}">
                <a16:creationId xmlns:a16="http://schemas.microsoft.com/office/drawing/2014/main" id="{C48ADBDD-6F4B-463C-9796-DC70636B3B45}"/>
              </a:ext>
            </a:extLst>
          </p:cNvPr>
          <p:cNvSpPr>
            <a:spLocks noGrp="1"/>
          </p:cNvSpPr>
          <p:nvPr>
            <p:ph type="ftr" sz="quarter" idx="5"/>
          </p:nvPr>
        </p:nvSpPr>
        <p:spPr/>
        <p:txBody>
          <a:bodyPr/>
          <a:lstStyle/>
          <a:p>
            <a:r>
              <a:rPr lang="zh-CN" altLang="en-US"/>
              <a:t>工程制图第</a:t>
            </a:r>
            <a:r>
              <a:rPr lang="en-US" altLang="zh-CN"/>
              <a:t>7</a:t>
            </a:r>
            <a:r>
              <a:rPr lang="zh-CN" altLang="en-US"/>
              <a:t>讲</a:t>
            </a:r>
          </a:p>
        </p:txBody>
      </p:sp>
      <p:sp>
        <p:nvSpPr>
          <p:cNvPr id="7" name="Slide Number Placeholder 6">
            <a:extLst>
              <a:ext uri="{FF2B5EF4-FFF2-40B4-BE49-F238E27FC236}">
                <a16:creationId xmlns:a16="http://schemas.microsoft.com/office/drawing/2014/main" id="{CB566409-0C8A-4458-A2AF-2B814261A42E}"/>
              </a:ext>
            </a:extLst>
          </p:cNvPr>
          <p:cNvSpPr>
            <a:spLocks noGrp="1"/>
          </p:cNvSpPr>
          <p:nvPr>
            <p:ph type="sldNum" sz="quarter" idx="7"/>
          </p:nvPr>
        </p:nvSpPr>
        <p:spPr/>
        <p:txBody>
          <a:bodyPr/>
          <a:lstStyle/>
          <a:p>
            <a:pPr marL="120543"/>
            <a:fld id="{81D60167-4931-47E6-BA6A-407CBD079E47}" type="slidenum">
              <a:rPr lang="en-US" spc="-4"/>
              <a:pPr marL="120543"/>
              <a:t>23</a:t>
            </a:fld>
            <a:endParaRPr lang="en-US" spc="-4" dirty="0"/>
          </a:p>
        </p:txBody>
      </p:sp>
      <p:pic>
        <p:nvPicPr>
          <p:cNvPr id="8" name="图片 7">
            <a:extLst>
              <a:ext uri="{FF2B5EF4-FFF2-40B4-BE49-F238E27FC236}">
                <a16:creationId xmlns:a16="http://schemas.microsoft.com/office/drawing/2014/main" id="{49B8E077-0F4A-F57C-32A7-1321F5B5A26E}"/>
              </a:ext>
            </a:extLst>
          </p:cNvPr>
          <p:cNvPicPr>
            <a:picLocks noChangeAspect="1"/>
          </p:cNvPicPr>
          <p:nvPr/>
        </p:nvPicPr>
        <p:blipFill>
          <a:blip r:embed="rId3"/>
          <a:stretch>
            <a:fillRect/>
          </a:stretch>
        </p:blipFill>
        <p:spPr>
          <a:xfrm flipH="1">
            <a:off x="9982200" y="3277772"/>
            <a:ext cx="1237174" cy="2844079"/>
          </a:xfrm>
          <a:prstGeom prst="rect">
            <a:avLst/>
          </a:prstGeom>
        </p:spPr>
      </p:pic>
    </p:spTree>
    <p:extLst>
      <p:ext uri="{BB962C8B-B14F-4D97-AF65-F5344CB8AC3E}">
        <p14:creationId xmlns:p14="http://schemas.microsoft.com/office/powerpoint/2010/main" val="3794657795"/>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E0442D6-1713-71E2-0007-FA0695DF2911}"/>
              </a:ext>
            </a:extLst>
          </p:cNvPr>
          <p:cNvSpPr>
            <a:spLocks noGrp="1"/>
          </p:cNvSpPr>
          <p:nvPr>
            <p:ph type="dt" sz="half" idx="10"/>
          </p:nvPr>
        </p:nvSpPr>
        <p:spPr/>
        <p:txBody>
          <a:bodyPr/>
          <a:lstStyle/>
          <a:p>
            <a:fld id="{52B1A489-6E68-3A45-A5A2-AE756E878BF1}" type="datetime1">
              <a:rPr lang="en-US" altLang="zh-CN" smtClean="0"/>
              <a:t>10/14/25</a:t>
            </a:fld>
            <a:endParaRPr lang="en-US"/>
          </a:p>
        </p:txBody>
      </p:sp>
      <p:sp>
        <p:nvSpPr>
          <p:cNvPr id="3" name="页脚占位符 2">
            <a:extLst>
              <a:ext uri="{FF2B5EF4-FFF2-40B4-BE49-F238E27FC236}">
                <a16:creationId xmlns:a16="http://schemas.microsoft.com/office/drawing/2014/main" id="{FE1ADEAD-84DF-2334-CE61-0BD6390FE185}"/>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4" name="灯片编号占位符 3">
            <a:extLst>
              <a:ext uri="{FF2B5EF4-FFF2-40B4-BE49-F238E27FC236}">
                <a16:creationId xmlns:a16="http://schemas.microsoft.com/office/drawing/2014/main" id="{0EAAE58F-6B45-6520-EECD-B4713B58E329}"/>
              </a:ext>
            </a:extLst>
          </p:cNvPr>
          <p:cNvSpPr>
            <a:spLocks noGrp="1"/>
          </p:cNvSpPr>
          <p:nvPr>
            <p:ph type="sldNum" sz="quarter" idx="12"/>
          </p:nvPr>
        </p:nvSpPr>
        <p:spPr/>
        <p:txBody>
          <a:bodyPr/>
          <a:lstStyle/>
          <a:p>
            <a:fld id="{558F952B-8205-4A3F-8B8C-DB9DCBA03AAE}" type="slidenum">
              <a:rPr lang="en-US" smtClean="0"/>
              <a:t>24</a:t>
            </a:fld>
            <a:endParaRPr lang="en-US"/>
          </a:p>
        </p:txBody>
      </p:sp>
      <p:pic>
        <p:nvPicPr>
          <p:cNvPr id="5" name="图片 4">
            <a:extLst>
              <a:ext uri="{FF2B5EF4-FFF2-40B4-BE49-F238E27FC236}">
                <a16:creationId xmlns:a16="http://schemas.microsoft.com/office/drawing/2014/main" id="{DE84AD5C-223C-1907-07F7-42A8CE4BBC9E}"/>
              </a:ext>
            </a:extLst>
          </p:cNvPr>
          <p:cNvPicPr>
            <a:picLocks noChangeAspect="1"/>
          </p:cNvPicPr>
          <p:nvPr/>
        </p:nvPicPr>
        <p:blipFill>
          <a:blip r:embed="rId2"/>
          <a:stretch>
            <a:fillRect/>
          </a:stretch>
        </p:blipFill>
        <p:spPr>
          <a:xfrm>
            <a:off x="4095262" y="687319"/>
            <a:ext cx="4107878" cy="6112566"/>
          </a:xfrm>
          <a:prstGeom prst="rect">
            <a:avLst/>
          </a:prstGeom>
        </p:spPr>
      </p:pic>
      <p:sp>
        <p:nvSpPr>
          <p:cNvPr id="6" name="标题 4">
            <a:extLst>
              <a:ext uri="{FF2B5EF4-FFF2-40B4-BE49-F238E27FC236}">
                <a16:creationId xmlns:a16="http://schemas.microsoft.com/office/drawing/2014/main" id="{8689B951-E4EA-D405-D23A-19728E96BFB6}"/>
              </a:ext>
            </a:extLst>
          </p:cNvPr>
          <p:cNvSpPr txBox="1">
            <a:spLocks/>
          </p:cNvSpPr>
          <p:nvPr/>
        </p:nvSpPr>
        <p:spPr>
          <a:xfrm>
            <a:off x="723900" y="295173"/>
            <a:ext cx="7886700" cy="626276"/>
          </a:xfrm>
          <a:prstGeom prst="rect">
            <a:avLst/>
          </a:prstGeom>
        </p:spPr>
        <p:txBody>
          <a:bodyPr>
            <a:noAutofit/>
          </a:bodyPr>
          <a:lstStyle>
            <a:lvl1pPr algn="l" defTabSz="914400" rtl="0" eaLnBrk="1" latinLnBrk="0" hangingPunct="1">
              <a:lnSpc>
                <a:spcPct val="90000"/>
              </a:lnSpc>
              <a:spcBef>
                <a:spcPct val="0"/>
              </a:spcBef>
              <a:buNone/>
              <a:defRPr sz="4400" kern="1200">
                <a:solidFill>
                  <a:srgbClr val="C00000"/>
                </a:solidFill>
                <a:latin typeface="+mj-lt"/>
                <a:ea typeface="+mj-ea"/>
                <a:cs typeface="+mj-cs"/>
              </a:defRPr>
            </a:lvl1pPr>
          </a:lstStyle>
          <a:p>
            <a:r>
              <a:rPr lang="zh-CN" altLang="en-US" sz="2800" b="1" dirty="0">
                <a:solidFill>
                  <a:srgbClr val="002060"/>
                </a:solidFill>
                <a:latin typeface="+mn-ea"/>
                <a:ea typeface="+mn-ea"/>
                <a:cs typeface="+mn-cs"/>
              </a:rPr>
              <a:t>例</a:t>
            </a:r>
            <a:r>
              <a:rPr lang="en-US" altLang="zh-CN" sz="2800" b="1" dirty="0">
                <a:solidFill>
                  <a:srgbClr val="002060"/>
                </a:solidFill>
                <a:latin typeface="+mn-ea"/>
                <a:ea typeface="+mn-ea"/>
                <a:cs typeface="+mn-cs"/>
              </a:rPr>
              <a:t>8.2</a:t>
            </a:r>
            <a:r>
              <a:rPr lang="zh-CN" altLang="en-US" sz="2800" b="1" dirty="0">
                <a:solidFill>
                  <a:srgbClr val="002060"/>
                </a:solidFill>
                <a:latin typeface="+mn-ea"/>
                <a:ea typeface="+mn-ea"/>
                <a:cs typeface="+mn-cs"/>
                <a:sym typeface="Wingdings" panose="05000000000000000000" pitchFamily="2" charset="2"/>
              </a:rPr>
              <a:t> </a:t>
            </a:r>
            <a:r>
              <a:rPr lang="zh-CN" altLang="en-US" sz="2800" dirty="0">
                <a:solidFill>
                  <a:srgbClr val="C00000"/>
                </a:solidFill>
                <a:sym typeface="Wingdings" panose="05000000000000000000" pitchFamily="2" charset="2"/>
              </a:rPr>
              <a:t> </a:t>
            </a:r>
            <a:r>
              <a:rPr lang="zh-CN" altLang="en-US" sz="2800" b="1" dirty="0">
                <a:solidFill>
                  <a:srgbClr val="002060"/>
                </a:solidFill>
                <a:latin typeface="+mn-ea"/>
                <a:ea typeface="+mn-ea"/>
                <a:cs typeface="+mn-cs"/>
              </a:rPr>
              <a:t>：给定主视图和俯视图，求辅助视图</a:t>
            </a:r>
            <a:endParaRPr lang="en-US" sz="2800" b="1" dirty="0">
              <a:solidFill>
                <a:srgbClr val="002060"/>
              </a:solidFill>
              <a:latin typeface="+mn-ea"/>
              <a:ea typeface="+mn-ea"/>
              <a:cs typeface="+mn-cs"/>
            </a:endParaRPr>
          </a:p>
        </p:txBody>
      </p:sp>
      <p:cxnSp>
        <p:nvCxnSpPr>
          <p:cNvPr id="7" name="直接连接符 6">
            <a:extLst>
              <a:ext uri="{FF2B5EF4-FFF2-40B4-BE49-F238E27FC236}">
                <a16:creationId xmlns:a16="http://schemas.microsoft.com/office/drawing/2014/main" id="{FD855B5D-AFD1-ADA2-8E2B-92C008FC4DC6}"/>
              </a:ext>
            </a:extLst>
          </p:cNvPr>
          <p:cNvCxnSpPr/>
          <p:nvPr/>
        </p:nvCxnSpPr>
        <p:spPr>
          <a:xfrm>
            <a:off x="5683382" y="861846"/>
            <a:ext cx="12700" cy="2412197"/>
          </a:xfrm>
          <a:prstGeom prst="line">
            <a:avLst/>
          </a:prstGeom>
          <a:ln w="38100">
            <a:solidFill>
              <a:schemeClr val="bg1"/>
            </a:solidFill>
            <a:prstDash val="dash"/>
          </a:ln>
        </p:spPr>
        <p:style>
          <a:lnRef idx="3">
            <a:schemeClr val="dk1"/>
          </a:lnRef>
          <a:fillRef idx="0">
            <a:schemeClr val="dk1"/>
          </a:fillRef>
          <a:effectRef idx="2">
            <a:schemeClr val="dk1"/>
          </a:effectRef>
          <a:fontRef idx="minor">
            <a:schemeClr val="tx1"/>
          </a:fontRef>
        </p:style>
      </p:cxnSp>
      <p:cxnSp>
        <p:nvCxnSpPr>
          <p:cNvPr id="8" name="直接连接符 7">
            <a:extLst>
              <a:ext uri="{FF2B5EF4-FFF2-40B4-BE49-F238E27FC236}">
                <a16:creationId xmlns:a16="http://schemas.microsoft.com/office/drawing/2014/main" id="{D2B2AE32-D047-DF92-7142-6D1F8258BCE7}"/>
              </a:ext>
            </a:extLst>
          </p:cNvPr>
          <p:cNvCxnSpPr/>
          <p:nvPr/>
        </p:nvCxnSpPr>
        <p:spPr>
          <a:xfrm flipH="1">
            <a:off x="4511454" y="5219257"/>
            <a:ext cx="1155700" cy="304800"/>
          </a:xfrm>
          <a:prstGeom prst="line">
            <a:avLst/>
          </a:prstGeom>
          <a:ln w="38100">
            <a:solidFill>
              <a:schemeClr val="bg1"/>
            </a:solidFill>
            <a:prstDash val="dash"/>
          </a:ln>
        </p:spPr>
        <p:style>
          <a:lnRef idx="3">
            <a:schemeClr val="dk1"/>
          </a:lnRef>
          <a:fillRef idx="0">
            <a:schemeClr val="dk1"/>
          </a:fillRef>
          <a:effectRef idx="2">
            <a:schemeClr val="dk1"/>
          </a:effectRef>
          <a:fontRef idx="minor">
            <a:schemeClr val="tx1"/>
          </a:fontRef>
        </p:style>
      </p:cxnSp>
      <p:cxnSp>
        <p:nvCxnSpPr>
          <p:cNvPr id="9" name="直接连接符 8">
            <a:extLst>
              <a:ext uri="{FF2B5EF4-FFF2-40B4-BE49-F238E27FC236}">
                <a16:creationId xmlns:a16="http://schemas.microsoft.com/office/drawing/2014/main" id="{2650FEAF-93A6-7B04-8EA0-19AAFCFB57B3}"/>
              </a:ext>
            </a:extLst>
          </p:cNvPr>
          <p:cNvCxnSpPr/>
          <p:nvPr/>
        </p:nvCxnSpPr>
        <p:spPr>
          <a:xfrm>
            <a:off x="5770761" y="5282757"/>
            <a:ext cx="1115593" cy="1022350"/>
          </a:xfrm>
          <a:prstGeom prst="line">
            <a:avLst/>
          </a:prstGeom>
          <a:ln w="38100">
            <a:solidFill>
              <a:schemeClr val="bg1"/>
            </a:solidFill>
            <a:prstDash val="dash"/>
          </a:ln>
        </p:spPr>
        <p:style>
          <a:lnRef idx="3">
            <a:schemeClr val="dk1"/>
          </a:lnRef>
          <a:fillRef idx="0">
            <a:schemeClr val="dk1"/>
          </a:fillRef>
          <a:effectRef idx="2">
            <a:schemeClr val="dk1"/>
          </a:effectRef>
          <a:fontRef idx="minor">
            <a:schemeClr val="tx1"/>
          </a:fontRef>
        </p:style>
      </p:cxnSp>
      <p:pic>
        <p:nvPicPr>
          <p:cNvPr id="10" name="图片 9">
            <a:extLst>
              <a:ext uri="{FF2B5EF4-FFF2-40B4-BE49-F238E27FC236}">
                <a16:creationId xmlns:a16="http://schemas.microsoft.com/office/drawing/2014/main" id="{067A72A7-3D08-B0F2-299A-85195BA83055}"/>
              </a:ext>
            </a:extLst>
          </p:cNvPr>
          <p:cNvPicPr>
            <a:picLocks noChangeAspect="1"/>
          </p:cNvPicPr>
          <p:nvPr/>
        </p:nvPicPr>
        <p:blipFill>
          <a:blip r:embed="rId3"/>
          <a:stretch>
            <a:fillRect/>
          </a:stretch>
        </p:blipFill>
        <p:spPr>
          <a:xfrm flipH="1">
            <a:off x="9416127" y="2534346"/>
            <a:ext cx="1714026" cy="3312127"/>
          </a:xfrm>
          <a:prstGeom prst="rect">
            <a:avLst/>
          </a:prstGeom>
        </p:spPr>
      </p:pic>
    </p:spTree>
    <p:extLst>
      <p:ext uri="{BB962C8B-B14F-4D97-AF65-F5344CB8AC3E}">
        <p14:creationId xmlns:p14="http://schemas.microsoft.com/office/powerpoint/2010/main" val="3060860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7C65AD-66AB-7B36-01FF-CE45B3FB0EDE}"/>
              </a:ext>
            </a:extLst>
          </p:cNvPr>
          <p:cNvSpPr>
            <a:spLocks noGrp="1"/>
          </p:cNvSpPr>
          <p:nvPr>
            <p:ph type="dt" sz="half" idx="10"/>
          </p:nvPr>
        </p:nvSpPr>
        <p:spPr/>
        <p:txBody>
          <a:bodyPr/>
          <a:lstStyle/>
          <a:p>
            <a:fld id="{1A2C2743-50FE-4940-83B0-DFD9CCD7FB3F}" type="datetime1">
              <a:rPr lang="en-US" altLang="zh-CN" smtClean="0"/>
              <a:t>10/14/25</a:t>
            </a:fld>
            <a:endParaRPr lang="en-US"/>
          </a:p>
        </p:txBody>
      </p:sp>
      <p:sp>
        <p:nvSpPr>
          <p:cNvPr id="3" name="页脚占位符 2">
            <a:extLst>
              <a:ext uri="{FF2B5EF4-FFF2-40B4-BE49-F238E27FC236}">
                <a16:creationId xmlns:a16="http://schemas.microsoft.com/office/drawing/2014/main" id="{DF0D3E78-DC7B-233B-5264-1249EE2127CE}"/>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4" name="灯片编号占位符 3">
            <a:extLst>
              <a:ext uri="{FF2B5EF4-FFF2-40B4-BE49-F238E27FC236}">
                <a16:creationId xmlns:a16="http://schemas.microsoft.com/office/drawing/2014/main" id="{914C5034-93FD-309E-A161-158B59765DB3}"/>
              </a:ext>
            </a:extLst>
          </p:cNvPr>
          <p:cNvSpPr>
            <a:spLocks noGrp="1"/>
          </p:cNvSpPr>
          <p:nvPr>
            <p:ph type="sldNum" sz="quarter" idx="12"/>
          </p:nvPr>
        </p:nvSpPr>
        <p:spPr/>
        <p:txBody>
          <a:bodyPr/>
          <a:lstStyle/>
          <a:p>
            <a:fld id="{558F952B-8205-4A3F-8B8C-DB9DCBA03AAE}" type="slidenum">
              <a:rPr lang="en-US" smtClean="0"/>
              <a:t>25</a:t>
            </a:fld>
            <a:endParaRPr lang="en-US"/>
          </a:p>
        </p:txBody>
      </p:sp>
      <p:pic>
        <p:nvPicPr>
          <p:cNvPr id="5" name="图片 4">
            <a:extLst>
              <a:ext uri="{FF2B5EF4-FFF2-40B4-BE49-F238E27FC236}">
                <a16:creationId xmlns:a16="http://schemas.microsoft.com/office/drawing/2014/main" id="{7667AA61-016E-AB7C-3460-2A65FA09A245}"/>
              </a:ext>
            </a:extLst>
          </p:cNvPr>
          <p:cNvPicPr>
            <a:picLocks noChangeAspect="1"/>
          </p:cNvPicPr>
          <p:nvPr/>
        </p:nvPicPr>
        <p:blipFill rotWithShape="1">
          <a:blip r:embed="rId2"/>
          <a:srcRect l="1454"/>
          <a:stretch/>
        </p:blipFill>
        <p:spPr>
          <a:xfrm>
            <a:off x="4828376" y="761157"/>
            <a:ext cx="5145112" cy="5689140"/>
          </a:xfrm>
          <a:prstGeom prst="rect">
            <a:avLst/>
          </a:prstGeom>
        </p:spPr>
      </p:pic>
      <p:pic>
        <p:nvPicPr>
          <p:cNvPr id="6" name="图片 5">
            <a:extLst>
              <a:ext uri="{FF2B5EF4-FFF2-40B4-BE49-F238E27FC236}">
                <a16:creationId xmlns:a16="http://schemas.microsoft.com/office/drawing/2014/main" id="{126393B8-07B3-7990-85FD-543BCDDF85F4}"/>
              </a:ext>
            </a:extLst>
          </p:cNvPr>
          <p:cNvPicPr>
            <a:picLocks noChangeAspect="1"/>
          </p:cNvPicPr>
          <p:nvPr/>
        </p:nvPicPr>
        <p:blipFill>
          <a:blip r:embed="rId3"/>
          <a:stretch>
            <a:fillRect/>
          </a:stretch>
        </p:blipFill>
        <p:spPr>
          <a:xfrm>
            <a:off x="9733073" y="970184"/>
            <a:ext cx="1818664" cy="2514970"/>
          </a:xfrm>
          <a:prstGeom prst="rect">
            <a:avLst/>
          </a:prstGeom>
        </p:spPr>
      </p:pic>
      <p:pic>
        <p:nvPicPr>
          <p:cNvPr id="7" name="图片 6">
            <a:extLst>
              <a:ext uri="{FF2B5EF4-FFF2-40B4-BE49-F238E27FC236}">
                <a16:creationId xmlns:a16="http://schemas.microsoft.com/office/drawing/2014/main" id="{473042A2-1551-837E-197E-BDF14B9D8709}"/>
              </a:ext>
            </a:extLst>
          </p:cNvPr>
          <p:cNvPicPr>
            <a:picLocks noChangeAspect="1"/>
          </p:cNvPicPr>
          <p:nvPr/>
        </p:nvPicPr>
        <p:blipFill>
          <a:blip r:embed="rId4"/>
          <a:stretch>
            <a:fillRect/>
          </a:stretch>
        </p:blipFill>
        <p:spPr>
          <a:xfrm>
            <a:off x="1069591" y="76161"/>
            <a:ext cx="3639794" cy="6708421"/>
          </a:xfrm>
          <a:prstGeom prst="rect">
            <a:avLst/>
          </a:prstGeom>
        </p:spPr>
      </p:pic>
      <p:cxnSp>
        <p:nvCxnSpPr>
          <p:cNvPr id="8" name="直接连接符 7">
            <a:extLst>
              <a:ext uri="{FF2B5EF4-FFF2-40B4-BE49-F238E27FC236}">
                <a16:creationId xmlns:a16="http://schemas.microsoft.com/office/drawing/2014/main" id="{B702BCBD-ABC1-0117-2E55-57BE4688FC79}"/>
              </a:ext>
            </a:extLst>
          </p:cNvPr>
          <p:cNvCxnSpPr/>
          <p:nvPr/>
        </p:nvCxnSpPr>
        <p:spPr>
          <a:xfrm>
            <a:off x="2792523" y="571878"/>
            <a:ext cx="7311" cy="2327411"/>
          </a:xfrm>
          <a:prstGeom prst="line">
            <a:avLst/>
          </a:prstGeom>
          <a:ln w="38100">
            <a:solidFill>
              <a:schemeClr val="bg1"/>
            </a:solidFill>
            <a:prstDash val="dash"/>
          </a:ln>
        </p:spPr>
        <p:style>
          <a:lnRef idx="3">
            <a:schemeClr val="dk1"/>
          </a:lnRef>
          <a:fillRef idx="0">
            <a:schemeClr val="dk1"/>
          </a:fillRef>
          <a:effectRef idx="2">
            <a:schemeClr val="dk1"/>
          </a:effectRef>
          <a:fontRef idx="minor">
            <a:schemeClr val="tx1"/>
          </a:fontRef>
        </p:style>
      </p:cxnSp>
      <p:cxnSp>
        <p:nvCxnSpPr>
          <p:cNvPr id="9" name="直接连接符 8">
            <a:extLst>
              <a:ext uri="{FF2B5EF4-FFF2-40B4-BE49-F238E27FC236}">
                <a16:creationId xmlns:a16="http://schemas.microsoft.com/office/drawing/2014/main" id="{ADC732F2-A07B-5F92-2FDF-9EDB7846E362}"/>
              </a:ext>
            </a:extLst>
          </p:cNvPr>
          <p:cNvCxnSpPr/>
          <p:nvPr/>
        </p:nvCxnSpPr>
        <p:spPr>
          <a:xfrm flipH="1">
            <a:off x="1533640" y="5165263"/>
            <a:ext cx="1155700" cy="304800"/>
          </a:xfrm>
          <a:prstGeom prst="line">
            <a:avLst/>
          </a:prstGeom>
          <a:ln w="38100">
            <a:solidFill>
              <a:schemeClr val="bg1"/>
            </a:solidFill>
            <a:prstDash val="dash"/>
          </a:ln>
        </p:spPr>
        <p:style>
          <a:lnRef idx="3">
            <a:schemeClr val="dk1"/>
          </a:lnRef>
          <a:fillRef idx="0">
            <a:schemeClr val="dk1"/>
          </a:fillRef>
          <a:effectRef idx="2">
            <a:schemeClr val="dk1"/>
          </a:effectRef>
          <a:fontRef idx="minor">
            <a:schemeClr val="tx1"/>
          </a:fontRef>
        </p:style>
      </p:cxnSp>
      <p:cxnSp>
        <p:nvCxnSpPr>
          <p:cNvPr id="10" name="直接连接符 9">
            <a:extLst>
              <a:ext uri="{FF2B5EF4-FFF2-40B4-BE49-F238E27FC236}">
                <a16:creationId xmlns:a16="http://schemas.microsoft.com/office/drawing/2014/main" id="{45FA0EED-9C82-C363-1200-B3B471B582EF}"/>
              </a:ext>
            </a:extLst>
          </p:cNvPr>
          <p:cNvCxnSpPr/>
          <p:nvPr/>
        </p:nvCxnSpPr>
        <p:spPr>
          <a:xfrm>
            <a:off x="2889488" y="5212169"/>
            <a:ext cx="1134935" cy="1028700"/>
          </a:xfrm>
          <a:prstGeom prst="line">
            <a:avLst/>
          </a:prstGeom>
          <a:ln w="38100">
            <a:solidFill>
              <a:schemeClr val="bg1"/>
            </a:solidFill>
            <a:prstDash val="dash"/>
          </a:ln>
        </p:spPr>
        <p:style>
          <a:lnRef idx="3">
            <a:schemeClr val="dk1"/>
          </a:lnRef>
          <a:fillRef idx="0">
            <a:schemeClr val="dk1"/>
          </a:fillRef>
          <a:effectRef idx="2">
            <a:schemeClr val="dk1"/>
          </a:effectRef>
          <a:fontRef idx="minor">
            <a:schemeClr val="tx1"/>
          </a:fontRef>
        </p:style>
      </p:cxnSp>
      <p:cxnSp>
        <p:nvCxnSpPr>
          <p:cNvPr id="11" name="直接连接符 10">
            <a:extLst>
              <a:ext uri="{FF2B5EF4-FFF2-40B4-BE49-F238E27FC236}">
                <a16:creationId xmlns:a16="http://schemas.microsoft.com/office/drawing/2014/main" id="{1F97151F-A080-4A76-E9F5-05C978632584}"/>
              </a:ext>
            </a:extLst>
          </p:cNvPr>
          <p:cNvCxnSpPr/>
          <p:nvPr/>
        </p:nvCxnSpPr>
        <p:spPr>
          <a:xfrm>
            <a:off x="6388338" y="5015319"/>
            <a:ext cx="938085" cy="1016000"/>
          </a:xfrm>
          <a:prstGeom prst="line">
            <a:avLst/>
          </a:prstGeom>
          <a:ln w="38100">
            <a:solidFill>
              <a:schemeClr val="bg1"/>
            </a:solidFill>
            <a:prstDash val="dash"/>
          </a:ln>
        </p:spPr>
        <p:style>
          <a:lnRef idx="3">
            <a:schemeClr val="dk1"/>
          </a:lnRef>
          <a:fillRef idx="0">
            <a:schemeClr val="dk1"/>
          </a:fillRef>
          <a:effectRef idx="2">
            <a:schemeClr val="dk1"/>
          </a:effectRef>
          <a:fontRef idx="minor">
            <a:schemeClr val="tx1"/>
          </a:fontRef>
        </p:style>
      </p:cxnSp>
      <p:cxnSp>
        <p:nvCxnSpPr>
          <p:cNvPr id="12" name="直接连接符 11">
            <a:extLst>
              <a:ext uri="{FF2B5EF4-FFF2-40B4-BE49-F238E27FC236}">
                <a16:creationId xmlns:a16="http://schemas.microsoft.com/office/drawing/2014/main" id="{A337D7A1-D1CE-C0BA-3038-6CB75C957385}"/>
              </a:ext>
            </a:extLst>
          </p:cNvPr>
          <p:cNvCxnSpPr/>
          <p:nvPr/>
        </p:nvCxnSpPr>
        <p:spPr>
          <a:xfrm flipV="1">
            <a:off x="5246954" y="4970869"/>
            <a:ext cx="930119" cy="374141"/>
          </a:xfrm>
          <a:prstGeom prst="line">
            <a:avLst/>
          </a:prstGeom>
          <a:ln w="38100">
            <a:solidFill>
              <a:schemeClr val="bg1"/>
            </a:solidFill>
            <a:prstDash val="dash"/>
          </a:ln>
        </p:spPr>
        <p:style>
          <a:lnRef idx="3">
            <a:schemeClr val="dk1"/>
          </a:lnRef>
          <a:fillRef idx="0">
            <a:schemeClr val="dk1"/>
          </a:fillRef>
          <a:effectRef idx="2">
            <a:schemeClr val="dk1"/>
          </a:effectRef>
          <a:fontRef idx="minor">
            <a:schemeClr val="tx1"/>
          </a:fontRef>
        </p:style>
      </p:cxnSp>
      <p:cxnSp>
        <p:nvCxnSpPr>
          <p:cNvPr id="13" name="直接连接符 12">
            <a:extLst>
              <a:ext uri="{FF2B5EF4-FFF2-40B4-BE49-F238E27FC236}">
                <a16:creationId xmlns:a16="http://schemas.microsoft.com/office/drawing/2014/main" id="{483375A6-F02A-03E5-7460-9876FDECADD1}"/>
              </a:ext>
            </a:extLst>
          </p:cNvPr>
          <p:cNvCxnSpPr/>
          <p:nvPr/>
        </p:nvCxnSpPr>
        <p:spPr>
          <a:xfrm>
            <a:off x="6297723" y="1281519"/>
            <a:ext cx="0" cy="1892300"/>
          </a:xfrm>
          <a:prstGeom prst="line">
            <a:avLst/>
          </a:prstGeom>
          <a:ln w="38100">
            <a:solidFill>
              <a:schemeClr val="bg1"/>
            </a:solidFill>
            <a:prstDash val="dash"/>
          </a:ln>
        </p:spPr>
        <p:style>
          <a:lnRef idx="3">
            <a:schemeClr val="dk1"/>
          </a:lnRef>
          <a:fillRef idx="0">
            <a:schemeClr val="dk1"/>
          </a:fillRef>
          <a:effectRef idx="2">
            <a:schemeClr val="dk1"/>
          </a:effectRef>
          <a:fontRef idx="minor">
            <a:schemeClr val="tx1"/>
          </a:fontRef>
        </p:style>
      </p:cxnSp>
      <p:cxnSp>
        <p:nvCxnSpPr>
          <p:cNvPr id="14" name="直接连接符 13">
            <a:extLst>
              <a:ext uri="{FF2B5EF4-FFF2-40B4-BE49-F238E27FC236}">
                <a16:creationId xmlns:a16="http://schemas.microsoft.com/office/drawing/2014/main" id="{414EB42B-24B2-3825-3ECD-206C63E8E870}"/>
              </a:ext>
            </a:extLst>
          </p:cNvPr>
          <p:cNvCxnSpPr/>
          <p:nvPr/>
        </p:nvCxnSpPr>
        <p:spPr>
          <a:xfrm flipH="1">
            <a:off x="8158360" y="2669280"/>
            <a:ext cx="736600" cy="993489"/>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4">
            <a:extLst>
              <a:ext uri="{FF2B5EF4-FFF2-40B4-BE49-F238E27FC236}">
                <a16:creationId xmlns:a16="http://schemas.microsoft.com/office/drawing/2014/main" id="{00384AE4-AB51-135F-6A07-7081A02C1F3D}"/>
              </a:ext>
            </a:extLst>
          </p:cNvPr>
          <p:cNvCxnSpPr/>
          <p:nvPr/>
        </p:nvCxnSpPr>
        <p:spPr>
          <a:xfrm flipH="1">
            <a:off x="8526573" y="4139019"/>
            <a:ext cx="1206500" cy="71635"/>
          </a:xfrm>
          <a:prstGeom prst="line">
            <a:avLst/>
          </a:prstGeom>
        </p:spPr>
        <p:style>
          <a:lnRef idx="2">
            <a:schemeClr val="dk1"/>
          </a:lnRef>
          <a:fillRef idx="0">
            <a:schemeClr val="dk1"/>
          </a:fillRef>
          <a:effectRef idx="1">
            <a:schemeClr val="dk1"/>
          </a:effectRef>
          <a:fontRef idx="minor">
            <a:schemeClr val="tx1"/>
          </a:fontRef>
        </p:style>
      </p:cxnSp>
      <p:cxnSp>
        <p:nvCxnSpPr>
          <p:cNvPr id="16" name="直接连接符 15">
            <a:extLst>
              <a:ext uri="{FF2B5EF4-FFF2-40B4-BE49-F238E27FC236}">
                <a16:creationId xmlns:a16="http://schemas.microsoft.com/office/drawing/2014/main" id="{D2D0AE38-AA90-B2B2-B163-21AE1D9309B3}"/>
              </a:ext>
            </a:extLst>
          </p:cNvPr>
          <p:cNvCxnSpPr/>
          <p:nvPr/>
        </p:nvCxnSpPr>
        <p:spPr>
          <a:xfrm flipH="1">
            <a:off x="7809025" y="4226708"/>
            <a:ext cx="666748" cy="1023561"/>
          </a:xfrm>
          <a:prstGeom prst="line">
            <a:avLst/>
          </a:prstGeom>
        </p:spPr>
        <p:style>
          <a:lnRef idx="2">
            <a:schemeClr val="dk1"/>
          </a:lnRef>
          <a:fillRef idx="0">
            <a:schemeClr val="dk1"/>
          </a:fillRef>
          <a:effectRef idx="1">
            <a:schemeClr val="dk1"/>
          </a:effectRef>
          <a:fontRef idx="minor">
            <a:schemeClr val="tx1"/>
          </a:fontRef>
        </p:style>
      </p:cxnSp>
      <p:cxnSp>
        <p:nvCxnSpPr>
          <p:cNvPr id="17" name="直接连接符 16">
            <a:extLst>
              <a:ext uri="{FF2B5EF4-FFF2-40B4-BE49-F238E27FC236}">
                <a16:creationId xmlns:a16="http://schemas.microsoft.com/office/drawing/2014/main" id="{ED3A8AF3-E356-14AA-EE00-820BF3A56F57}"/>
              </a:ext>
            </a:extLst>
          </p:cNvPr>
          <p:cNvCxnSpPr/>
          <p:nvPr/>
        </p:nvCxnSpPr>
        <p:spPr>
          <a:xfrm flipH="1" flipV="1">
            <a:off x="8170888" y="3672407"/>
            <a:ext cx="311148" cy="511780"/>
          </a:xfrm>
          <a:prstGeom prst="line">
            <a:avLst/>
          </a:prstGeom>
        </p:spPr>
        <p:style>
          <a:lnRef idx="2">
            <a:schemeClr val="dk1"/>
          </a:lnRef>
          <a:fillRef idx="0">
            <a:schemeClr val="dk1"/>
          </a:fillRef>
          <a:effectRef idx="1">
            <a:schemeClr val="dk1"/>
          </a:effectRef>
          <a:fontRef idx="minor">
            <a:schemeClr val="tx1"/>
          </a:fontRef>
        </p:style>
      </p:cxnSp>
      <p:cxnSp>
        <p:nvCxnSpPr>
          <p:cNvPr id="18" name="直接连接符 17">
            <a:extLst>
              <a:ext uri="{FF2B5EF4-FFF2-40B4-BE49-F238E27FC236}">
                <a16:creationId xmlns:a16="http://schemas.microsoft.com/office/drawing/2014/main" id="{D4BD9A9E-9F97-780E-FDD7-023FC5ED36BC}"/>
              </a:ext>
            </a:extLst>
          </p:cNvPr>
          <p:cNvCxnSpPr/>
          <p:nvPr/>
        </p:nvCxnSpPr>
        <p:spPr>
          <a:xfrm flipV="1">
            <a:off x="7316141" y="3659880"/>
            <a:ext cx="848482" cy="671939"/>
          </a:xfrm>
          <a:prstGeom prst="line">
            <a:avLst/>
          </a:prstGeom>
        </p:spPr>
        <p:style>
          <a:lnRef idx="2">
            <a:schemeClr val="dk1"/>
          </a:lnRef>
          <a:fillRef idx="0">
            <a:schemeClr val="dk1"/>
          </a:fillRef>
          <a:effectRef idx="1">
            <a:schemeClr val="dk1"/>
          </a:effectRef>
          <a:fontRef idx="minor">
            <a:schemeClr val="tx1"/>
          </a:fontRef>
        </p:style>
      </p:cxnSp>
      <p:cxnSp>
        <p:nvCxnSpPr>
          <p:cNvPr id="19" name="直接连接符 18">
            <a:extLst>
              <a:ext uri="{FF2B5EF4-FFF2-40B4-BE49-F238E27FC236}">
                <a16:creationId xmlns:a16="http://schemas.microsoft.com/office/drawing/2014/main" id="{8DA4B706-F8F1-00AF-26E9-B226314B0FB3}"/>
              </a:ext>
            </a:extLst>
          </p:cNvPr>
          <p:cNvCxnSpPr/>
          <p:nvPr/>
        </p:nvCxnSpPr>
        <p:spPr>
          <a:xfrm flipH="1" flipV="1">
            <a:off x="8901224" y="2686031"/>
            <a:ext cx="153228" cy="2471908"/>
          </a:xfrm>
          <a:prstGeom prst="line">
            <a:avLst/>
          </a:prstGeom>
          <a:ln w="38100">
            <a:solidFill>
              <a:schemeClr val="bg1"/>
            </a:solidFill>
            <a:prstDash val="dash"/>
          </a:ln>
        </p:spPr>
        <p:style>
          <a:lnRef idx="3">
            <a:schemeClr val="dk1"/>
          </a:lnRef>
          <a:fillRef idx="0">
            <a:schemeClr val="dk1"/>
          </a:fillRef>
          <a:effectRef idx="2">
            <a:schemeClr val="dk1"/>
          </a:effectRef>
          <a:fontRef idx="minor">
            <a:schemeClr val="tx1"/>
          </a:fontRef>
        </p:style>
      </p:cxnSp>
      <p:cxnSp>
        <p:nvCxnSpPr>
          <p:cNvPr id="20" name="直接连接符 19">
            <a:extLst>
              <a:ext uri="{FF2B5EF4-FFF2-40B4-BE49-F238E27FC236}">
                <a16:creationId xmlns:a16="http://schemas.microsoft.com/office/drawing/2014/main" id="{7B1BE56A-7134-035E-87DB-A65559B03A18}"/>
              </a:ext>
            </a:extLst>
          </p:cNvPr>
          <p:cNvCxnSpPr/>
          <p:nvPr/>
        </p:nvCxnSpPr>
        <p:spPr>
          <a:xfrm flipH="1" flipV="1">
            <a:off x="7335118" y="4412069"/>
            <a:ext cx="1685096" cy="753194"/>
          </a:xfrm>
          <a:prstGeom prst="line">
            <a:avLst/>
          </a:prstGeom>
          <a:ln w="38100">
            <a:solidFill>
              <a:schemeClr val="bg1"/>
            </a:solidFill>
            <a:prstDash val="dash"/>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98671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EE040C0-369C-F13D-DF3F-40CE1519A732}"/>
              </a:ext>
            </a:extLst>
          </p:cNvPr>
          <p:cNvSpPr>
            <a:spLocks noGrp="1"/>
          </p:cNvSpPr>
          <p:nvPr>
            <p:ph type="dt" sz="half" idx="10"/>
          </p:nvPr>
        </p:nvSpPr>
        <p:spPr/>
        <p:txBody>
          <a:bodyPr/>
          <a:lstStyle/>
          <a:p>
            <a:fld id="{121B7472-8D2E-0840-B490-439A78592C5C}" type="datetime1">
              <a:rPr lang="en-US" altLang="zh-CN" smtClean="0"/>
              <a:t>10/14/25</a:t>
            </a:fld>
            <a:endParaRPr lang="en-US"/>
          </a:p>
        </p:txBody>
      </p:sp>
      <p:sp>
        <p:nvSpPr>
          <p:cNvPr id="3" name="页脚占位符 2">
            <a:extLst>
              <a:ext uri="{FF2B5EF4-FFF2-40B4-BE49-F238E27FC236}">
                <a16:creationId xmlns:a16="http://schemas.microsoft.com/office/drawing/2014/main" id="{4CDE21A4-929A-A559-65A2-E5880CE07674}"/>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4" name="灯片编号占位符 3">
            <a:extLst>
              <a:ext uri="{FF2B5EF4-FFF2-40B4-BE49-F238E27FC236}">
                <a16:creationId xmlns:a16="http://schemas.microsoft.com/office/drawing/2014/main" id="{8EE4C399-43F6-218A-9A61-54C781BF0822}"/>
              </a:ext>
            </a:extLst>
          </p:cNvPr>
          <p:cNvSpPr>
            <a:spLocks noGrp="1"/>
          </p:cNvSpPr>
          <p:nvPr>
            <p:ph type="sldNum" sz="quarter" idx="12"/>
          </p:nvPr>
        </p:nvSpPr>
        <p:spPr/>
        <p:txBody>
          <a:bodyPr/>
          <a:lstStyle/>
          <a:p>
            <a:fld id="{558F952B-8205-4A3F-8B8C-DB9DCBA03AAE}" type="slidenum">
              <a:rPr lang="en-US" smtClean="0"/>
              <a:t>26</a:t>
            </a:fld>
            <a:endParaRPr lang="en-US"/>
          </a:p>
        </p:txBody>
      </p:sp>
      <p:sp>
        <p:nvSpPr>
          <p:cNvPr id="5" name="Line 103">
            <a:extLst>
              <a:ext uri="{FF2B5EF4-FFF2-40B4-BE49-F238E27FC236}">
                <a16:creationId xmlns:a16="http://schemas.microsoft.com/office/drawing/2014/main" id="{A299B29C-D77B-B46A-4474-EED89297DC3F}"/>
              </a:ext>
            </a:extLst>
          </p:cNvPr>
          <p:cNvSpPr>
            <a:spLocks noChangeShapeType="1"/>
          </p:cNvSpPr>
          <p:nvPr/>
        </p:nvSpPr>
        <p:spPr bwMode="auto">
          <a:xfrm flipV="1">
            <a:off x="2041015" y="3222565"/>
            <a:ext cx="3716069" cy="6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 name="Freeform 104">
            <a:extLst>
              <a:ext uri="{FF2B5EF4-FFF2-40B4-BE49-F238E27FC236}">
                <a16:creationId xmlns:a16="http://schemas.microsoft.com/office/drawing/2014/main" id="{B63EFE5E-1924-36D3-68BC-14A2AE1F1BB4}"/>
              </a:ext>
            </a:extLst>
          </p:cNvPr>
          <p:cNvSpPr>
            <a:spLocks/>
          </p:cNvSpPr>
          <p:nvPr/>
        </p:nvSpPr>
        <p:spPr bwMode="auto">
          <a:xfrm>
            <a:off x="2602722" y="1492190"/>
            <a:ext cx="2217737" cy="1528762"/>
          </a:xfrm>
          <a:custGeom>
            <a:avLst/>
            <a:gdLst>
              <a:gd name="T0" fmla="*/ 766 w 766"/>
              <a:gd name="T1" fmla="*/ 0 h 606"/>
              <a:gd name="T2" fmla="*/ 0 w 766"/>
              <a:gd name="T3" fmla="*/ 229 h 606"/>
              <a:gd name="T4" fmla="*/ 377 w 766"/>
              <a:gd name="T5" fmla="*/ 606 h 606"/>
              <a:gd name="T6" fmla="*/ 766 w 766"/>
              <a:gd name="T7" fmla="*/ 0 h 606"/>
            </a:gdLst>
            <a:ahLst/>
            <a:cxnLst>
              <a:cxn ang="0">
                <a:pos x="T0" y="T1"/>
              </a:cxn>
              <a:cxn ang="0">
                <a:pos x="T2" y="T3"/>
              </a:cxn>
              <a:cxn ang="0">
                <a:pos x="T4" y="T5"/>
              </a:cxn>
              <a:cxn ang="0">
                <a:pos x="T6" y="T7"/>
              </a:cxn>
            </a:cxnLst>
            <a:rect l="0" t="0" r="r" b="b"/>
            <a:pathLst>
              <a:path w="766" h="606">
                <a:moveTo>
                  <a:pt x="766" y="0"/>
                </a:moveTo>
                <a:lnTo>
                  <a:pt x="0" y="229"/>
                </a:lnTo>
                <a:lnTo>
                  <a:pt x="377" y="606"/>
                </a:lnTo>
                <a:lnTo>
                  <a:pt x="766" y="0"/>
                </a:ln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endParaRPr lang="en-US"/>
          </a:p>
        </p:txBody>
      </p:sp>
      <p:sp>
        <p:nvSpPr>
          <p:cNvPr id="7" name="Line 105">
            <a:extLst>
              <a:ext uri="{FF2B5EF4-FFF2-40B4-BE49-F238E27FC236}">
                <a16:creationId xmlns:a16="http://schemas.microsoft.com/office/drawing/2014/main" id="{7F3DFAD8-B3CF-DE7E-8321-DAC0CB25774B}"/>
              </a:ext>
            </a:extLst>
          </p:cNvPr>
          <p:cNvSpPr>
            <a:spLocks noChangeShapeType="1"/>
          </p:cNvSpPr>
          <p:nvPr/>
        </p:nvSpPr>
        <p:spPr bwMode="auto">
          <a:xfrm flipH="1">
            <a:off x="2597960" y="2077705"/>
            <a:ext cx="6349" cy="123217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 name="Line 107">
            <a:extLst>
              <a:ext uri="{FF2B5EF4-FFF2-40B4-BE49-F238E27FC236}">
                <a16:creationId xmlns:a16="http://schemas.microsoft.com/office/drawing/2014/main" id="{74DED59B-EDA7-0EFA-6AB3-C4EC5AEC4393}"/>
              </a:ext>
            </a:extLst>
          </p:cNvPr>
          <p:cNvSpPr>
            <a:spLocks noChangeShapeType="1"/>
          </p:cNvSpPr>
          <p:nvPr/>
        </p:nvSpPr>
        <p:spPr bwMode="auto">
          <a:xfrm>
            <a:off x="4802997" y="1506477"/>
            <a:ext cx="15875" cy="2462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9" name="Freeform 108">
            <a:extLst>
              <a:ext uri="{FF2B5EF4-FFF2-40B4-BE49-F238E27FC236}">
                <a16:creationId xmlns:a16="http://schemas.microsoft.com/office/drawing/2014/main" id="{D9FC35F9-D470-D47C-752D-F1BAE759ED6C}"/>
              </a:ext>
            </a:extLst>
          </p:cNvPr>
          <p:cNvSpPr>
            <a:spLocks/>
          </p:cNvSpPr>
          <p:nvPr/>
        </p:nvSpPr>
        <p:spPr bwMode="auto">
          <a:xfrm>
            <a:off x="2613834" y="3298765"/>
            <a:ext cx="2187575" cy="1431925"/>
          </a:xfrm>
          <a:custGeom>
            <a:avLst/>
            <a:gdLst>
              <a:gd name="T0" fmla="*/ 0 w 756"/>
              <a:gd name="T1" fmla="*/ 0 h 567"/>
              <a:gd name="T2" fmla="*/ 371 w 756"/>
              <a:gd name="T3" fmla="*/ 567 h 567"/>
              <a:gd name="T4" fmla="*/ 756 w 756"/>
              <a:gd name="T5" fmla="*/ 262 h 567"/>
              <a:gd name="T6" fmla="*/ 0 w 756"/>
              <a:gd name="T7" fmla="*/ 0 h 567"/>
            </a:gdLst>
            <a:ahLst/>
            <a:cxnLst>
              <a:cxn ang="0">
                <a:pos x="T0" y="T1"/>
              </a:cxn>
              <a:cxn ang="0">
                <a:pos x="T2" y="T3"/>
              </a:cxn>
              <a:cxn ang="0">
                <a:pos x="T4" y="T5"/>
              </a:cxn>
              <a:cxn ang="0">
                <a:pos x="T6" y="T7"/>
              </a:cxn>
            </a:cxnLst>
            <a:rect l="0" t="0" r="r" b="b"/>
            <a:pathLst>
              <a:path w="756" h="567">
                <a:moveTo>
                  <a:pt x="0" y="0"/>
                </a:moveTo>
                <a:lnTo>
                  <a:pt x="371" y="567"/>
                </a:lnTo>
                <a:lnTo>
                  <a:pt x="756" y="262"/>
                </a:lnTo>
                <a:lnTo>
                  <a:pt x="0" y="0"/>
                </a:ln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endParaRPr lang="en-US"/>
          </a:p>
        </p:txBody>
      </p:sp>
      <p:sp>
        <p:nvSpPr>
          <p:cNvPr id="10" name="Text Box 109">
            <a:extLst>
              <a:ext uri="{FF2B5EF4-FFF2-40B4-BE49-F238E27FC236}">
                <a16:creationId xmlns:a16="http://schemas.microsoft.com/office/drawing/2014/main" id="{F260C7DD-3AA1-0C1A-18C9-1494DFBC91BB}"/>
              </a:ext>
            </a:extLst>
          </p:cNvPr>
          <p:cNvSpPr txBox="1">
            <a:spLocks noChangeArrowheads="1"/>
          </p:cNvSpPr>
          <p:nvPr/>
        </p:nvSpPr>
        <p:spPr bwMode="auto">
          <a:xfrm>
            <a:off x="2153459" y="1762065"/>
            <a:ext cx="450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sz="2400" i="1" dirty="0"/>
              <a:t> </a:t>
            </a:r>
            <a:r>
              <a:rPr lang="en-US" altLang="zh-CN" sz="2000" i="1" dirty="0"/>
              <a:t>a</a:t>
            </a:r>
            <a:r>
              <a:rPr lang="en-US" altLang="zh-CN" sz="2000" i="1" dirty="0">
                <a:sym typeface="Symbol" charset="2"/>
              </a:rPr>
              <a:t></a:t>
            </a:r>
          </a:p>
        </p:txBody>
      </p:sp>
      <p:sp>
        <p:nvSpPr>
          <p:cNvPr id="11" name="Text Box 110">
            <a:extLst>
              <a:ext uri="{FF2B5EF4-FFF2-40B4-BE49-F238E27FC236}">
                <a16:creationId xmlns:a16="http://schemas.microsoft.com/office/drawing/2014/main" id="{EA078060-6747-3DCB-CC0B-7CE2B7EE106C}"/>
              </a:ext>
            </a:extLst>
          </p:cNvPr>
          <p:cNvSpPr txBox="1">
            <a:spLocks noChangeArrowheads="1"/>
          </p:cNvSpPr>
          <p:nvPr/>
        </p:nvSpPr>
        <p:spPr bwMode="auto">
          <a:xfrm>
            <a:off x="4728384" y="1166752"/>
            <a:ext cx="465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sz="2400" i="1" dirty="0"/>
              <a:t> </a:t>
            </a:r>
            <a:r>
              <a:rPr lang="en-US" altLang="zh-CN" sz="2000" i="1" dirty="0"/>
              <a:t>b</a:t>
            </a:r>
            <a:r>
              <a:rPr lang="en-US" altLang="zh-CN" sz="2000" i="1" dirty="0">
                <a:sym typeface="Symbol" charset="2"/>
              </a:rPr>
              <a:t></a:t>
            </a:r>
          </a:p>
        </p:txBody>
      </p:sp>
      <p:sp>
        <p:nvSpPr>
          <p:cNvPr id="12" name="Text Box 111">
            <a:extLst>
              <a:ext uri="{FF2B5EF4-FFF2-40B4-BE49-F238E27FC236}">
                <a16:creationId xmlns:a16="http://schemas.microsoft.com/office/drawing/2014/main" id="{5EBFDED5-F816-75CC-909D-3962068636AF}"/>
              </a:ext>
            </a:extLst>
          </p:cNvPr>
          <p:cNvSpPr txBox="1">
            <a:spLocks noChangeArrowheads="1"/>
          </p:cNvSpPr>
          <p:nvPr/>
        </p:nvSpPr>
        <p:spPr bwMode="auto">
          <a:xfrm>
            <a:off x="3201209" y="2868552"/>
            <a:ext cx="4175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sz="2000" i="1" dirty="0"/>
              <a:t> c</a:t>
            </a:r>
            <a:r>
              <a:rPr lang="en-US" altLang="zh-CN" sz="2000" i="1" dirty="0">
                <a:sym typeface="Symbol" charset="2"/>
              </a:rPr>
              <a:t></a:t>
            </a:r>
          </a:p>
        </p:txBody>
      </p:sp>
      <p:sp>
        <p:nvSpPr>
          <p:cNvPr id="13" name="Text Box 112">
            <a:extLst>
              <a:ext uri="{FF2B5EF4-FFF2-40B4-BE49-F238E27FC236}">
                <a16:creationId xmlns:a16="http://schemas.microsoft.com/office/drawing/2014/main" id="{670B9197-54F0-2F13-E2EE-0F4412F93518}"/>
              </a:ext>
            </a:extLst>
          </p:cNvPr>
          <p:cNvSpPr txBox="1">
            <a:spLocks noChangeArrowheads="1"/>
          </p:cNvSpPr>
          <p:nvPr/>
        </p:nvSpPr>
        <p:spPr bwMode="auto">
          <a:xfrm>
            <a:off x="2305634" y="3150936"/>
            <a:ext cx="31931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sz="2000" i="1" dirty="0"/>
              <a:t>a</a:t>
            </a:r>
          </a:p>
        </p:txBody>
      </p:sp>
      <p:sp>
        <p:nvSpPr>
          <p:cNvPr id="14" name="Text Box 113">
            <a:extLst>
              <a:ext uri="{FF2B5EF4-FFF2-40B4-BE49-F238E27FC236}">
                <a16:creationId xmlns:a16="http://schemas.microsoft.com/office/drawing/2014/main" id="{9793CD73-A633-CB91-1137-FA0DC0AF989F}"/>
              </a:ext>
            </a:extLst>
          </p:cNvPr>
          <p:cNvSpPr txBox="1">
            <a:spLocks noChangeArrowheads="1"/>
          </p:cNvSpPr>
          <p:nvPr/>
        </p:nvSpPr>
        <p:spPr bwMode="auto">
          <a:xfrm>
            <a:off x="3490134" y="4633852"/>
            <a:ext cx="296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sz="2000" i="1" dirty="0"/>
              <a:t>c</a:t>
            </a:r>
          </a:p>
        </p:txBody>
      </p:sp>
      <p:sp>
        <p:nvSpPr>
          <p:cNvPr id="15" name="Text Box 114">
            <a:extLst>
              <a:ext uri="{FF2B5EF4-FFF2-40B4-BE49-F238E27FC236}">
                <a16:creationId xmlns:a16="http://schemas.microsoft.com/office/drawing/2014/main" id="{B327D457-C338-8D2D-906F-19A239997438}"/>
              </a:ext>
            </a:extLst>
          </p:cNvPr>
          <p:cNvSpPr txBox="1">
            <a:spLocks noChangeArrowheads="1"/>
          </p:cNvSpPr>
          <p:nvPr/>
        </p:nvSpPr>
        <p:spPr bwMode="auto">
          <a:xfrm>
            <a:off x="4764103" y="3670239"/>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sz="2000" i="1" dirty="0"/>
              <a:t>b</a:t>
            </a:r>
          </a:p>
        </p:txBody>
      </p:sp>
      <p:sp>
        <p:nvSpPr>
          <p:cNvPr id="16" name="Text Box 115">
            <a:extLst>
              <a:ext uri="{FF2B5EF4-FFF2-40B4-BE49-F238E27FC236}">
                <a16:creationId xmlns:a16="http://schemas.microsoft.com/office/drawing/2014/main" id="{32FB4374-6A73-78EC-BC9E-AC182F377DA6}"/>
              </a:ext>
            </a:extLst>
          </p:cNvPr>
          <p:cNvSpPr txBox="1">
            <a:spLocks noChangeArrowheads="1"/>
          </p:cNvSpPr>
          <p:nvPr/>
        </p:nvSpPr>
        <p:spPr bwMode="auto">
          <a:xfrm>
            <a:off x="1736123" y="3044250"/>
            <a:ext cx="3048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i="1" dirty="0"/>
              <a:t>X</a:t>
            </a:r>
          </a:p>
        </p:txBody>
      </p:sp>
      <p:sp>
        <p:nvSpPr>
          <p:cNvPr id="17" name="Text Box 116">
            <a:extLst>
              <a:ext uri="{FF2B5EF4-FFF2-40B4-BE49-F238E27FC236}">
                <a16:creationId xmlns:a16="http://schemas.microsoft.com/office/drawing/2014/main" id="{ECB7AFBC-07D6-8FE5-212B-F799A8A2C7CE}"/>
              </a:ext>
            </a:extLst>
          </p:cNvPr>
          <p:cNvSpPr txBox="1">
            <a:spLocks noChangeArrowheads="1"/>
          </p:cNvSpPr>
          <p:nvPr/>
        </p:nvSpPr>
        <p:spPr bwMode="auto">
          <a:xfrm>
            <a:off x="1964898" y="2836286"/>
            <a:ext cx="316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i="1" dirty="0"/>
              <a:t>V</a:t>
            </a:r>
          </a:p>
        </p:txBody>
      </p:sp>
      <p:sp>
        <p:nvSpPr>
          <p:cNvPr id="18" name="Text Box 117">
            <a:extLst>
              <a:ext uri="{FF2B5EF4-FFF2-40B4-BE49-F238E27FC236}">
                <a16:creationId xmlns:a16="http://schemas.microsoft.com/office/drawing/2014/main" id="{AC56A20B-E46B-BCEF-D512-625FE3819C4F}"/>
              </a:ext>
            </a:extLst>
          </p:cNvPr>
          <p:cNvSpPr txBox="1">
            <a:spLocks noChangeArrowheads="1"/>
          </p:cNvSpPr>
          <p:nvPr/>
        </p:nvSpPr>
        <p:spPr bwMode="auto">
          <a:xfrm>
            <a:off x="1934654" y="3192069"/>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i="1" dirty="0"/>
              <a:t>H</a:t>
            </a:r>
          </a:p>
        </p:txBody>
      </p:sp>
      <p:sp>
        <p:nvSpPr>
          <p:cNvPr id="19" name="Line 118">
            <a:extLst>
              <a:ext uri="{FF2B5EF4-FFF2-40B4-BE49-F238E27FC236}">
                <a16:creationId xmlns:a16="http://schemas.microsoft.com/office/drawing/2014/main" id="{ECB96230-E42D-A3B3-9404-30681C6A74A9}"/>
              </a:ext>
            </a:extLst>
          </p:cNvPr>
          <p:cNvSpPr>
            <a:spLocks noChangeShapeType="1"/>
          </p:cNvSpPr>
          <p:nvPr/>
        </p:nvSpPr>
        <p:spPr bwMode="auto">
          <a:xfrm>
            <a:off x="2624947" y="3311465"/>
            <a:ext cx="3122612" cy="1708150"/>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 name="Line 119">
            <a:extLst>
              <a:ext uri="{FF2B5EF4-FFF2-40B4-BE49-F238E27FC236}">
                <a16:creationId xmlns:a16="http://schemas.microsoft.com/office/drawing/2014/main" id="{C5A0CAF6-3B7B-AD40-A614-4AC0B1248887}"/>
              </a:ext>
            </a:extLst>
          </p:cNvPr>
          <p:cNvSpPr>
            <a:spLocks noChangeShapeType="1"/>
          </p:cNvSpPr>
          <p:nvPr/>
        </p:nvSpPr>
        <p:spPr bwMode="auto">
          <a:xfrm>
            <a:off x="3696509" y="4748152"/>
            <a:ext cx="862013" cy="4794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1" name="Line 121">
            <a:extLst>
              <a:ext uri="{FF2B5EF4-FFF2-40B4-BE49-F238E27FC236}">
                <a16:creationId xmlns:a16="http://schemas.microsoft.com/office/drawing/2014/main" id="{47730F46-7802-4225-48C4-78C993017CBC}"/>
              </a:ext>
            </a:extLst>
          </p:cNvPr>
          <p:cNvSpPr>
            <a:spLocks noChangeShapeType="1"/>
          </p:cNvSpPr>
          <p:nvPr/>
        </p:nvSpPr>
        <p:spPr bwMode="auto">
          <a:xfrm flipV="1">
            <a:off x="4509309" y="4881502"/>
            <a:ext cx="1908175" cy="32861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2" name="Line 120">
            <a:extLst>
              <a:ext uri="{FF2B5EF4-FFF2-40B4-BE49-F238E27FC236}">
                <a16:creationId xmlns:a16="http://schemas.microsoft.com/office/drawing/2014/main" id="{0EE283D3-A2D7-C590-DBC7-22237FC861C3}"/>
              </a:ext>
            </a:extLst>
          </p:cNvPr>
          <p:cNvSpPr>
            <a:spLocks noChangeShapeType="1"/>
          </p:cNvSpPr>
          <p:nvPr/>
        </p:nvSpPr>
        <p:spPr bwMode="auto">
          <a:xfrm>
            <a:off x="4815697" y="3968690"/>
            <a:ext cx="1635125" cy="9413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i="1"/>
          </a:p>
        </p:txBody>
      </p:sp>
      <p:grpSp>
        <p:nvGrpSpPr>
          <p:cNvPr id="23" name="Group 122">
            <a:extLst>
              <a:ext uri="{FF2B5EF4-FFF2-40B4-BE49-F238E27FC236}">
                <a16:creationId xmlns:a16="http://schemas.microsoft.com/office/drawing/2014/main" id="{934F49B0-3C1A-FF12-42BF-EB0A1CEA91D7}"/>
              </a:ext>
            </a:extLst>
          </p:cNvPr>
          <p:cNvGrpSpPr>
            <a:grpSpLocks/>
          </p:cNvGrpSpPr>
          <p:nvPr/>
        </p:nvGrpSpPr>
        <p:grpSpPr bwMode="auto">
          <a:xfrm rot="-578578">
            <a:off x="3588037" y="3515967"/>
            <a:ext cx="2018998" cy="2362994"/>
            <a:chOff x="2103" y="2778"/>
            <a:chExt cx="698" cy="936"/>
          </a:xfrm>
        </p:grpSpPr>
        <p:sp>
          <p:nvSpPr>
            <p:cNvPr id="24" name="Line 123">
              <a:extLst>
                <a:ext uri="{FF2B5EF4-FFF2-40B4-BE49-F238E27FC236}">
                  <a16:creationId xmlns:a16="http://schemas.microsoft.com/office/drawing/2014/main" id="{A2E9BFBA-4693-F8A6-00C5-6AB460D26D4A}"/>
                </a:ext>
              </a:extLst>
            </p:cNvPr>
            <p:cNvSpPr>
              <a:spLocks noChangeShapeType="1"/>
            </p:cNvSpPr>
            <p:nvPr/>
          </p:nvSpPr>
          <p:spPr bwMode="auto">
            <a:xfrm flipH="1">
              <a:off x="2196" y="2778"/>
              <a:ext cx="605" cy="8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5" name="Text Box 124">
              <a:extLst>
                <a:ext uri="{FF2B5EF4-FFF2-40B4-BE49-F238E27FC236}">
                  <a16:creationId xmlns:a16="http://schemas.microsoft.com/office/drawing/2014/main" id="{6F90F7CC-C4A8-5E7D-CC72-C4E2E0FC2E06}"/>
                </a:ext>
              </a:extLst>
            </p:cNvPr>
            <p:cNvSpPr txBox="1">
              <a:spLocks noChangeArrowheads="1"/>
            </p:cNvSpPr>
            <p:nvPr/>
          </p:nvSpPr>
          <p:spPr bwMode="auto">
            <a:xfrm>
              <a:off x="2133" y="3424"/>
              <a:ext cx="114" cy="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i="1" dirty="0"/>
                <a:t>H</a:t>
              </a:r>
            </a:p>
          </p:txBody>
        </p:sp>
        <p:sp>
          <p:nvSpPr>
            <p:cNvPr id="26" name="Text Box 125">
              <a:extLst>
                <a:ext uri="{FF2B5EF4-FFF2-40B4-BE49-F238E27FC236}">
                  <a16:creationId xmlns:a16="http://schemas.microsoft.com/office/drawing/2014/main" id="{E4937019-792B-159F-27F1-34ABAC119660}"/>
                </a:ext>
              </a:extLst>
            </p:cNvPr>
            <p:cNvSpPr txBox="1">
              <a:spLocks noChangeArrowheads="1"/>
            </p:cNvSpPr>
            <p:nvPr/>
          </p:nvSpPr>
          <p:spPr bwMode="auto">
            <a:xfrm>
              <a:off x="2196" y="3547"/>
              <a:ext cx="136" cy="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i="1" dirty="0"/>
                <a:t>V</a:t>
              </a:r>
              <a:r>
                <a:rPr lang="en-US" altLang="zh-CN" i="1" baseline="-20000" dirty="0"/>
                <a:t>1</a:t>
              </a:r>
              <a:endParaRPr lang="en-US" altLang="zh-CN" i="1" dirty="0"/>
            </a:p>
          </p:txBody>
        </p:sp>
        <p:sp>
          <p:nvSpPr>
            <p:cNvPr id="27" name="Text Box 126">
              <a:extLst>
                <a:ext uri="{FF2B5EF4-FFF2-40B4-BE49-F238E27FC236}">
                  <a16:creationId xmlns:a16="http://schemas.microsoft.com/office/drawing/2014/main" id="{7710F7A4-293F-597D-5AA8-E05D734A19EE}"/>
                </a:ext>
              </a:extLst>
            </p:cNvPr>
            <p:cNvSpPr txBox="1">
              <a:spLocks noChangeArrowheads="1"/>
            </p:cNvSpPr>
            <p:nvPr/>
          </p:nvSpPr>
          <p:spPr bwMode="auto">
            <a:xfrm>
              <a:off x="2103" y="3568"/>
              <a:ext cx="133" cy="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i="1" dirty="0"/>
                <a:t>X</a:t>
              </a:r>
              <a:r>
                <a:rPr lang="en-US" altLang="zh-CN" i="1" baseline="-20000" dirty="0"/>
                <a:t>1</a:t>
              </a:r>
              <a:endParaRPr lang="en-US" altLang="zh-CN" i="1" dirty="0"/>
            </a:p>
          </p:txBody>
        </p:sp>
      </p:grpSp>
      <p:grpSp>
        <p:nvGrpSpPr>
          <p:cNvPr id="28" name="Group 127">
            <a:extLst>
              <a:ext uri="{FF2B5EF4-FFF2-40B4-BE49-F238E27FC236}">
                <a16:creationId xmlns:a16="http://schemas.microsoft.com/office/drawing/2014/main" id="{C2437CCB-EE64-6B8F-D74E-028BFF9C96CD}"/>
              </a:ext>
            </a:extLst>
          </p:cNvPr>
          <p:cNvGrpSpPr>
            <a:grpSpLocks/>
          </p:cNvGrpSpPr>
          <p:nvPr/>
        </p:nvGrpSpPr>
        <p:grpSpPr bwMode="auto">
          <a:xfrm>
            <a:off x="2607777" y="1971615"/>
            <a:ext cx="2263481" cy="457200"/>
            <a:chOff x="1252" y="918"/>
            <a:chExt cx="781" cy="181"/>
          </a:xfrm>
        </p:grpSpPr>
        <p:sp>
          <p:nvSpPr>
            <p:cNvPr id="29" name="Line 128">
              <a:extLst>
                <a:ext uri="{FF2B5EF4-FFF2-40B4-BE49-F238E27FC236}">
                  <a16:creationId xmlns:a16="http://schemas.microsoft.com/office/drawing/2014/main" id="{6B84654F-B4FB-CC35-0D70-F6C6EC970CBB}"/>
                </a:ext>
              </a:extLst>
            </p:cNvPr>
            <p:cNvSpPr>
              <a:spLocks noChangeShapeType="1"/>
            </p:cNvSpPr>
            <p:nvPr/>
          </p:nvSpPr>
          <p:spPr bwMode="auto">
            <a:xfrm flipV="1">
              <a:off x="1252" y="960"/>
              <a:ext cx="620" cy="1"/>
            </a:xfrm>
            <a:prstGeom prst="line">
              <a:avLst/>
            </a:prstGeom>
            <a:noFill/>
            <a:ln w="127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0" name="Text Box 129">
              <a:extLst>
                <a:ext uri="{FF2B5EF4-FFF2-40B4-BE49-F238E27FC236}">
                  <a16:creationId xmlns:a16="http://schemas.microsoft.com/office/drawing/2014/main" id="{B3C2BA24-C661-ACEE-E4BC-5064B6572239}"/>
                </a:ext>
              </a:extLst>
            </p:cNvPr>
            <p:cNvSpPr txBox="1">
              <a:spLocks noChangeArrowheads="1"/>
            </p:cNvSpPr>
            <p:nvPr/>
          </p:nvSpPr>
          <p:spPr bwMode="auto">
            <a:xfrm>
              <a:off x="1900" y="918"/>
              <a:ext cx="133"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i="1" dirty="0"/>
                <a:t>d</a:t>
              </a:r>
              <a:r>
                <a:rPr lang="en-US" altLang="zh-CN" sz="2400" i="1" dirty="0">
                  <a:sym typeface="Symbol" charset="2"/>
                </a:rPr>
                <a:t></a:t>
              </a:r>
            </a:p>
          </p:txBody>
        </p:sp>
      </p:grpSp>
      <p:grpSp>
        <p:nvGrpSpPr>
          <p:cNvPr id="31" name="Group 130">
            <a:extLst>
              <a:ext uri="{FF2B5EF4-FFF2-40B4-BE49-F238E27FC236}">
                <a16:creationId xmlns:a16="http://schemas.microsoft.com/office/drawing/2014/main" id="{E89EFF60-AB64-EAE3-7F83-4C7462C718B2}"/>
              </a:ext>
            </a:extLst>
          </p:cNvPr>
          <p:cNvGrpSpPr>
            <a:grpSpLocks/>
          </p:cNvGrpSpPr>
          <p:nvPr/>
        </p:nvGrpSpPr>
        <p:grpSpPr bwMode="auto">
          <a:xfrm>
            <a:off x="4123420" y="2112902"/>
            <a:ext cx="325438" cy="2166925"/>
            <a:chOff x="1786" y="977"/>
            <a:chExt cx="113" cy="1299"/>
          </a:xfrm>
        </p:grpSpPr>
        <p:sp>
          <p:nvSpPr>
            <p:cNvPr id="32" name="Line 131">
              <a:extLst>
                <a:ext uri="{FF2B5EF4-FFF2-40B4-BE49-F238E27FC236}">
                  <a16:creationId xmlns:a16="http://schemas.microsoft.com/office/drawing/2014/main" id="{18562576-E60C-6CAD-0207-1047C0E25AA2}"/>
                </a:ext>
              </a:extLst>
            </p:cNvPr>
            <p:cNvSpPr>
              <a:spLocks noChangeShapeType="1"/>
            </p:cNvSpPr>
            <p:nvPr/>
          </p:nvSpPr>
          <p:spPr bwMode="auto">
            <a:xfrm>
              <a:off x="1871" y="977"/>
              <a:ext cx="0" cy="1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3" name="Text Box 132">
              <a:extLst>
                <a:ext uri="{FF2B5EF4-FFF2-40B4-BE49-F238E27FC236}">
                  <a16:creationId xmlns:a16="http://schemas.microsoft.com/office/drawing/2014/main" id="{EA1B3BA2-B69D-1085-120C-99A59C176D85}"/>
                </a:ext>
              </a:extLst>
            </p:cNvPr>
            <p:cNvSpPr txBox="1">
              <a:spLocks noChangeArrowheads="1"/>
            </p:cNvSpPr>
            <p:nvPr/>
          </p:nvSpPr>
          <p:spPr bwMode="auto">
            <a:xfrm>
              <a:off x="1786" y="2038"/>
              <a:ext cx="113"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r>
                <a:rPr lang="en-US" altLang="zh-CN" sz="2000" i="1" dirty="0"/>
                <a:t>d</a:t>
              </a:r>
            </a:p>
          </p:txBody>
        </p:sp>
      </p:grpSp>
      <p:grpSp>
        <p:nvGrpSpPr>
          <p:cNvPr id="34" name="Group 154">
            <a:extLst>
              <a:ext uri="{FF2B5EF4-FFF2-40B4-BE49-F238E27FC236}">
                <a16:creationId xmlns:a16="http://schemas.microsoft.com/office/drawing/2014/main" id="{CA8FBD00-EE8D-8210-91E4-FB93D0216D81}"/>
              </a:ext>
            </a:extLst>
          </p:cNvPr>
          <p:cNvGrpSpPr>
            <a:grpSpLocks/>
          </p:cNvGrpSpPr>
          <p:nvPr/>
        </p:nvGrpSpPr>
        <p:grpSpPr bwMode="auto">
          <a:xfrm>
            <a:off x="4594340" y="4180250"/>
            <a:ext cx="214312" cy="274637"/>
            <a:chOff x="2028" y="2281"/>
            <a:chExt cx="144" cy="109"/>
          </a:xfrm>
        </p:grpSpPr>
        <p:sp>
          <p:nvSpPr>
            <p:cNvPr id="35" name="Freeform 155">
              <a:extLst>
                <a:ext uri="{FF2B5EF4-FFF2-40B4-BE49-F238E27FC236}">
                  <a16:creationId xmlns:a16="http://schemas.microsoft.com/office/drawing/2014/main" id="{03B3AE40-0B13-448E-6C0E-C4633F5AA1F3}"/>
                </a:ext>
              </a:extLst>
            </p:cNvPr>
            <p:cNvSpPr>
              <a:spLocks/>
            </p:cNvSpPr>
            <p:nvPr/>
          </p:nvSpPr>
          <p:spPr bwMode="auto">
            <a:xfrm>
              <a:off x="2028" y="2320"/>
              <a:ext cx="144" cy="46"/>
            </a:xfrm>
            <a:custGeom>
              <a:avLst/>
              <a:gdLst>
                <a:gd name="T0" fmla="*/ 0 w 144"/>
                <a:gd name="T1" fmla="*/ 46 h 46"/>
                <a:gd name="T2" fmla="*/ 43 w 144"/>
                <a:gd name="T3" fmla="*/ 12 h 46"/>
                <a:gd name="T4" fmla="*/ 91 w 144"/>
                <a:gd name="T5" fmla="*/ 2 h 46"/>
                <a:gd name="T6" fmla="*/ 144 w 144"/>
                <a:gd name="T7" fmla="*/ 22 h 46"/>
              </a:gdLst>
              <a:ahLst/>
              <a:cxnLst>
                <a:cxn ang="0">
                  <a:pos x="T0" y="T1"/>
                </a:cxn>
                <a:cxn ang="0">
                  <a:pos x="T2" y="T3"/>
                </a:cxn>
                <a:cxn ang="0">
                  <a:pos x="T4" y="T5"/>
                </a:cxn>
                <a:cxn ang="0">
                  <a:pos x="T6" y="T7"/>
                </a:cxn>
              </a:cxnLst>
              <a:rect l="0" t="0" r="r" b="b"/>
              <a:pathLst>
                <a:path w="144" h="46">
                  <a:moveTo>
                    <a:pt x="0" y="46"/>
                  </a:moveTo>
                  <a:cubicBezTo>
                    <a:pt x="7" y="40"/>
                    <a:pt x="28" y="19"/>
                    <a:pt x="43" y="12"/>
                  </a:cubicBezTo>
                  <a:cubicBezTo>
                    <a:pt x="58" y="5"/>
                    <a:pt x="74" y="0"/>
                    <a:pt x="91" y="2"/>
                  </a:cubicBezTo>
                  <a:cubicBezTo>
                    <a:pt x="108" y="4"/>
                    <a:pt x="133" y="18"/>
                    <a:pt x="144" y="22"/>
                  </a:cubicBezTo>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lstStyle/>
            <a:p>
              <a:endParaRPr lang="en-US"/>
            </a:p>
          </p:txBody>
        </p:sp>
        <p:sp>
          <p:nvSpPr>
            <p:cNvPr id="36" name="Text Box 156">
              <a:extLst>
                <a:ext uri="{FF2B5EF4-FFF2-40B4-BE49-F238E27FC236}">
                  <a16:creationId xmlns:a16="http://schemas.microsoft.com/office/drawing/2014/main" id="{96FD9611-1011-A278-D4CD-0B496C300EA8}"/>
                </a:ext>
              </a:extLst>
            </p:cNvPr>
            <p:cNvSpPr txBox="1">
              <a:spLocks noChangeArrowheads="1"/>
            </p:cNvSpPr>
            <p:nvPr/>
          </p:nvSpPr>
          <p:spPr bwMode="auto">
            <a:xfrm>
              <a:off x="2043" y="2281"/>
              <a:ext cx="76" cy="1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eaLnBrk="0" hangingPunct="0"/>
              <a:r>
                <a:rPr lang="en-US" altLang="zh-CN" sz="1200" b="1" dirty="0"/>
                <a:t>.</a:t>
              </a:r>
            </a:p>
          </p:txBody>
        </p:sp>
      </p:grpSp>
      <p:grpSp>
        <p:nvGrpSpPr>
          <p:cNvPr id="37" name="Group 159">
            <a:extLst>
              <a:ext uri="{FF2B5EF4-FFF2-40B4-BE49-F238E27FC236}">
                <a16:creationId xmlns:a16="http://schemas.microsoft.com/office/drawing/2014/main" id="{9F4A669A-7A40-80CB-74FB-285F93EBDA89}"/>
              </a:ext>
            </a:extLst>
          </p:cNvPr>
          <p:cNvGrpSpPr>
            <a:grpSpLocks/>
          </p:cNvGrpSpPr>
          <p:nvPr/>
        </p:nvGrpSpPr>
        <p:grpSpPr bwMode="auto">
          <a:xfrm>
            <a:off x="4371197" y="2089090"/>
            <a:ext cx="1382712" cy="2640013"/>
            <a:chOff x="2367" y="1303"/>
            <a:chExt cx="871" cy="1663"/>
          </a:xfrm>
        </p:grpSpPr>
        <p:sp>
          <p:nvSpPr>
            <p:cNvPr id="38" name="Line 134">
              <a:extLst>
                <a:ext uri="{FF2B5EF4-FFF2-40B4-BE49-F238E27FC236}">
                  <a16:creationId xmlns:a16="http://schemas.microsoft.com/office/drawing/2014/main" id="{9A703847-AE47-798E-50C2-DEE896F9BF63}"/>
                </a:ext>
              </a:extLst>
            </p:cNvPr>
            <p:cNvSpPr>
              <a:spLocks noChangeShapeType="1"/>
            </p:cNvSpPr>
            <p:nvPr/>
          </p:nvSpPr>
          <p:spPr bwMode="auto">
            <a:xfrm flipH="1">
              <a:off x="2367" y="1303"/>
              <a:ext cx="7" cy="710"/>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nchor="ctr">
              <a:spAutoFit/>
            </a:bodyPr>
            <a:lstStyle/>
            <a:p>
              <a:endParaRPr lang="en-US" dirty="0"/>
            </a:p>
          </p:txBody>
        </p:sp>
        <p:sp>
          <p:nvSpPr>
            <p:cNvPr id="39" name="Line 158">
              <a:extLst>
                <a:ext uri="{FF2B5EF4-FFF2-40B4-BE49-F238E27FC236}">
                  <a16:creationId xmlns:a16="http://schemas.microsoft.com/office/drawing/2014/main" id="{6D5BA710-D37A-CB81-8C55-CD41454CF4C2}"/>
                </a:ext>
              </a:extLst>
            </p:cNvPr>
            <p:cNvSpPr>
              <a:spLocks noChangeShapeType="1"/>
            </p:cNvSpPr>
            <p:nvPr/>
          </p:nvSpPr>
          <p:spPr bwMode="auto">
            <a:xfrm rot="7100423" flipH="1">
              <a:off x="2887" y="2614"/>
              <a:ext cx="8" cy="695"/>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grpSp>
      <p:grpSp>
        <p:nvGrpSpPr>
          <p:cNvPr id="40" name="Group 161">
            <a:extLst>
              <a:ext uri="{FF2B5EF4-FFF2-40B4-BE49-F238E27FC236}">
                <a16:creationId xmlns:a16="http://schemas.microsoft.com/office/drawing/2014/main" id="{E3EC2E51-21B9-9262-3BE1-47292D6DE6C6}"/>
              </a:ext>
            </a:extLst>
          </p:cNvPr>
          <p:cNvGrpSpPr>
            <a:grpSpLocks/>
          </p:cNvGrpSpPr>
          <p:nvPr/>
        </p:nvGrpSpPr>
        <p:grpSpPr bwMode="auto">
          <a:xfrm>
            <a:off x="3696511" y="3005078"/>
            <a:ext cx="827088" cy="2163763"/>
            <a:chOff x="1942" y="1880"/>
            <a:chExt cx="521" cy="1363"/>
          </a:xfrm>
        </p:grpSpPr>
        <p:sp>
          <p:nvSpPr>
            <p:cNvPr id="41" name="Line 140">
              <a:extLst>
                <a:ext uri="{FF2B5EF4-FFF2-40B4-BE49-F238E27FC236}">
                  <a16:creationId xmlns:a16="http://schemas.microsoft.com/office/drawing/2014/main" id="{E19E537B-288E-A049-35C5-D767F533CD2B}"/>
                </a:ext>
              </a:extLst>
            </p:cNvPr>
            <p:cNvSpPr>
              <a:spLocks noChangeShapeType="1"/>
            </p:cNvSpPr>
            <p:nvPr/>
          </p:nvSpPr>
          <p:spPr bwMode="auto">
            <a:xfrm>
              <a:off x="1942" y="1880"/>
              <a:ext cx="1" cy="141"/>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nchor="ctr">
              <a:spAutoFit/>
            </a:bodyPr>
            <a:lstStyle/>
            <a:p>
              <a:endParaRPr lang="en-US" dirty="0"/>
            </a:p>
          </p:txBody>
        </p:sp>
        <p:sp>
          <p:nvSpPr>
            <p:cNvPr id="42" name="Line 160">
              <a:extLst>
                <a:ext uri="{FF2B5EF4-FFF2-40B4-BE49-F238E27FC236}">
                  <a16:creationId xmlns:a16="http://schemas.microsoft.com/office/drawing/2014/main" id="{497984BF-C06C-798E-B683-F62C1D295D2A}"/>
                </a:ext>
              </a:extLst>
            </p:cNvPr>
            <p:cNvSpPr>
              <a:spLocks noChangeShapeType="1"/>
            </p:cNvSpPr>
            <p:nvPr/>
          </p:nvSpPr>
          <p:spPr bwMode="auto">
            <a:xfrm rot="6946265" flipV="1">
              <a:off x="2404" y="3184"/>
              <a:ext cx="1" cy="117"/>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grpSp>
      <p:grpSp>
        <p:nvGrpSpPr>
          <p:cNvPr id="43" name="Group 148">
            <a:extLst>
              <a:ext uri="{FF2B5EF4-FFF2-40B4-BE49-F238E27FC236}">
                <a16:creationId xmlns:a16="http://schemas.microsoft.com/office/drawing/2014/main" id="{DF9B82BA-B3EF-F448-8342-A9EE31609F8E}"/>
              </a:ext>
            </a:extLst>
          </p:cNvPr>
          <p:cNvGrpSpPr>
            <a:grpSpLocks/>
          </p:cNvGrpSpPr>
          <p:nvPr/>
        </p:nvGrpSpPr>
        <p:grpSpPr bwMode="auto">
          <a:xfrm>
            <a:off x="4071162" y="5089468"/>
            <a:ext cx="810079" cy="518454"/>
            <a:chOff x="2022" y="2738"/>
            <a:chExt cx="282" cy="206"/>
          </a:xfrm>
        </p:grpSpPr>
        <p:sp>
          <p:nvSpPr>
            <p:cNvPr id="44" name="Text Box 149">
              <a:extLst>
                <a:ext uri="{FF2B5EF4-FFF2-40B4-BE49-F238E27FC236}">
                  <a16:creationId xmlns:a16="http://schemas.microsoft.com/office/drawing/2014/main" id="{BF2C4204-4A38-8911-8BE2-0B476898562B}"/>
                </a:ext>
              </a:extLst>
            </p:cNvPr>
            <p:cNvSpPr txBox="1">
              <a:spLocks noChangeArrowheads="1"/>
            </p:cNvSpPr>
            <p:nvPr/>
          </p:nvSpPr>
          <p:spPr bwMode="auto">
            <a:xfrm>
              <a:off x="2022" y="2785"/>
              <a:ext cx="282" cy="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i="1" dirty="0"/>
                <a:t>       </a:t>
              </a:r>
              <a:r>
                <a:rPr lang="en-US" altLang="zh-CN" sz="2000" i="1" dirty="0"/>
                <a:t>c</a:t>
              </a:r>
              <a:r>
                <a:rPr lang="en-US" altLang="zh-CN" sz="2000" i="1" dirty="0">
                  <a:latin typeface="Italic" charset="0"/>
                  <a:ea typeface="楷体_GB2312" charset="0"/>
                  <a:sym typeface="Symbol" charset="2"/>
                </a:rPr>
                <a:t></a:t>
              </a:r>
              <a:r>
                <a:rPr lang="en-US" altLang="zh-CN" sz="2000" i="1" baseline="-20000" dirty="0"/>
                <a:t>1</a:t>
              </a:r>
            </a:p>
          </p:txBody>
        </p:sp>
        <p:sp>
          <p:nvSpPr>
            <p:cNvPr id="45" name="Text Box 150">
              <a:extLst>
                <a:ext uri="{FF2B5EF4-FFF2-40B4-BE49-F238E27FC236}">
                  <a16:creationId xmlns:a16="http://schemas.microsoft.com/office/drawing/2014/main" id="{D170CEF0-C324-5A44-9858-EE20A8729E2A}"/>
                </a:ext>
              </a:extLst>
            </p:cNvPr>
            <p:cNvSpPr txBox="1">
              <a:spLocks noChangeArrowheads="1"/>
            </p:cNvSpPr>
            <p:nvPr/>
          </p:nvSpPr>
          <p:spPr bwMode="auto">
            <a:xfrm>
              <a:off x="2126" y="2738"/>
              <a:ext cx="104" cy="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900" b="1" dirty="0">
                  <a:solidFill>
                    <a:srgbClr val="FF0000"/>
                  </a:solidFill>
                </a:rPr>
                <a:t>●</a:t>
              </a:r>
            </a:p>
          </p:txBody>
        </p:sp>
      </p:grpSp>
      <p:grpSp>
        <p:nvGrpSpPr>
          <p:cNvPr id="46" name="Group 163">
            <a:extLst>
              <a:ext uri="{FF2B5EF4-FFF2-40B4-BE49-F238E27FC236}">
                <a16:creationId xmlns:a16="http://schemas.microsoft.com/office/drawing/2014/main" id="{B936F97D-C64A-2EC4-05E6-9588EE92E546}"/>
              </a:ext>
            </a:extLst>
          </p:cNvPr>
          <p:cNvGrpSpPr>
            <a:grpSpLocks/>
          </p:cNvGrpSpPr>
          <p:nvPr/>
        </p:nvGrpSpPr>
        <p:grpSpPr bwMode="auto">
          <a:xfrm>
            <a:off x="4817284" y="1506477"/>
            <a:ext cx="1628775" cy="3390900"/>
            <a:chOff x="2648" y="936"/>
            <a:chExt cx="1026" cy="2136"/>
          </a:xfrm>
        </p:grpSpPr>
        <p:sp>
          <p:nvSpPr>
            <p:cNvPr id="47" name="Freeform 141">
              <a:extLst>
                <a:ext uri="{FF2B5EF4-FFF2-40B4-BE49-F238E27FC236}">
                  <a16:creationId xmlns:a16="http://schemas.microsoft.com/office/drawing/2014/main" id="{C4207214-E319-8F8C-F723-4C87FC4AF037}"/>
                </a:ext>
              </a:extLst>
            </p:cNvPr>
            <p:cNvSpPr>
              <a:spLocks/>
            </p:cNvSpPr>
            <p:nvPr/>
          </p:nvSpPr>
          <p:spPr bwMode="auto">
            <a:xfrm>
              <a:off x="2735" y="2543"/>
              <a:ext cx="939" cy="529"/>
            </a:xfrm>
            <a:custGeom>
              <a:avLst/>
              <a:gdLst>
                <a:gd name="T0" fmla="*/ 0 w 563"/>
                <a:gd name="T1" fmla="*/ 0 h 358"/>
                <a:gd name="T2" fmla="*/ 563 w 563"/>
                <a:gd name="T3" fmla="*/ 358 h 358"/>
              </a:gdLst>
              <a:ahLst/>
              <a:cxnLst>
                <a:cxn ang="0">
                  <a:pos x="T0" y="T1"/>
                </a:cxn>
                <a:cxn ang="0">
                  <a:pos x="T2" y="T3"/>
                </a:cxn>
              </a:cxnLst>
              <a:rect l="0" t="0" r="r" b="b"/>
              <a:pathLst>
                <a:path w="563" h="358">
                  <a:moveTo>
                    <a:pt x="0" y="0"/>
                  </a:moveTo>
                  <a:lnTo>
                    <a:pt x="563" y="358"/>
                  </a:lnTo>
                </a:path>
              </a:pathLst>
            </a:custGeom>
            <a:noFill/>
            <a:ln w="38100" cap="flat" cmpd="sng">
              <a:solidFill>
                <a:srgbClr val="FFC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anchor="ctr">
              <a:spAutoFit/>
            </a:bodyPr>
            <a:lstStyle/>
            <a:p>
              <a:endParaRPr lang="en-US" dirty="0"/>
            </a:p>
          </p:txBody>
        </p:sp>
        <p:sp>
          <p:nvSpPr>
            <p:cNvPr id="48" name="Line 162">
              <a:extLst>
                <a:ext uri="{FF2B5EF4-FFF2-40B4-BE49-F238E27FC236}">
                  <a16:creationId xmlns:a16="http://schemas.microsoft.com/office/drawing/2014/main" id="{995BD6FA-6B4F-51CA-C538-FA924E40481C}"/>
                </a:ext>
              </a:extLst>
            </p:cNvPr>
            <p:cNvSpPr>
              <a:spLocks noChangeShapeType="1"/>
            </p:cNvSpPr>
            <p:nvPr/>
          </p:nvSpPr>
          <p:spPr bwMode="auto">
            <a:xfrm>
              <a:off x="2648" y="936"/>
              <a:ext cx="8" cy="1072"/>
            </a:xfrm>
            <a:prstGeom prst="line">
              <a:avLst/>
            </a:prstGeom>
            <a:noFill/>
            <a:ln w="38100">
              <a:solidFill>
                <a:srgbClr val="FFC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grpSp>
      <p:grpSp>
        <p:nvGrpSpPr>
          <p:cNvPr id="49" name="Group 142">
            <a:extLst>
              <a:ext uri="{FF2B5EF4-FFF2-40B4-BE49-F238E27FC236}">
                <a16:creationId xmlns:a16="http://schemas.microsoft.com/office/drawing/2014/main" id="{9473246F-1413-9EA8-6634-23261EF61644}"/>
              </a:ext>
            </a:extLst>
          </p:cNvPr>
          <p:cNvGrpSpPr>
            <a:grpSpLocks/>
          </p:cNvGrpSpPr>
          <p:nvPr/>
        </p:nvGrpSpPr>
        <p:grpSpPr bwMode="auto">
          <a:xfrm>
            <a:off x="6277784" y="4771970"/>
            <a:ext cx="696913" cy="548617"/>
            <a:chOff x="2992" y="2738"/>
            <a:chExt cx="240" cy="218"/>
          </a:xfrm>
        </p:grpSpPr>
        <p:sp>
          <p:nvSpPr>
            <p:cNvPr id="50" name="Text Box 143">
              <a:extLst>
                <a:ext uri="{FF2B5EF4-FFF2-40B4-BE49-F238E27FC236}">
                  <a16:creationId xmlns:a16="http://schemas.microsoft.com/office/drawing/2014/main" id="{603F0AAA-15ED-F6B5-6D9C-2E0799C49D15}"/>
                </a:ext>
              </a:extLst>
            </p:cNvPr>
            <p:cNvSpPr txBox="1">
              <a:spLocks noChangeArrowheads="1"/>
            </p:cNvSpPr>
            <p:nvPr/>
          </p:nvSpPr>
          <p:spPr bwMode="auto">
            <a:xfrm>
              <a:off x="3070" y="2797"/>
              <a:ext cx="162" cy="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sz="2000" b="1" i="1" dirty="0">
                  <a:sym typeface="Symbol" charset="2"/>
                </a:rPr>
                <a:t>b</a:t>
              </a:r>
              <a:r>
                <a:rPr lang="en-US" altLang="zh-CN" sz="2000" b="1" i="1" baseline="-20000" dirty="0"/>
                <a:t>1</a:t>
              </a:r>
            </a:p>
          </p:txBody>
        </p:sp>
        <p:sp>
          <p:nvSpPr>
            <p:cNvPr id="51" name="Text Box 144">
              <a:extLst>
                <a:ext uri="{FF2B5EF4-FFF2-40B4-BE49-F238E27FC236}">
                  <a16:creationId xmlns:a16="http://schemas.microsoft.com/office/drawing/2014/main" id="{27D2A62C-F2D4-8D44-DD76-F966F08F523F}"/>
                </a:ext>
              </a:extLst>
            </p:cNvPr>
            <p:cNvSpPr txBox="1">
              <a:spLocks noChangeArrowheads="1"/>
            </p:cNvSpPr>
            <p:nvPr/>
          </p:nvSpPr>
          <p:spPr bwMode="auto">
            <a:xfrm>
              <a:off x="2992" y="2738"/>
              <a:ext cx="103" cy="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900" b="1" dirty="0">
                  <a:solidFill>
                    <a:srgbClr val="FF0000"/>
                  </a:solidFill>
                </a:rPr>
                <a:t>●</a:t>
              </a:r>
            </a:p>
          </p:txBody>
        </p:sp>
      </p:grpSp>
      <p:sp>
        <p:nvSpPr>
          <p:cNvPr id="52" name="Line 164">
            <a:extLst>
              <a:ext uri="{FF2B5EF4-FFF2-40B4-BE49-F238E27FC236}">
                <a16:creationId xmlns:a16="http://schemas.microsoft.com/office/drawing/2014/main" id="{711E1423-1352-9835-45D5-5142ED9DA233}"/>
              </a:ext>
            </a:extLst>
          </p:cNvPr>
          <p:cNvSpPr>
            <a:spLocks noChangeShapeType="1"/>
          </p:cNvSpPr>
          <p:nvPr/>
        </p:nvSpPr>
        <p:spPr bwMode="auto">
          <a:xfrm>
            <a:off x="2899584" y="1620777"/>
            <a:ext cx="15113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53" name="Line 166">
            <a:extLst>
              <a:ext uri="{FF2B5EF4-FFF2-40B4-BE49-F238E27FC236}">
                <a16:creationId xmlns:a16="http://schemas.microsoft.com/office/drawing/2014/main" id="{F57F5F62-31D4-55EE-D0F8-0FDFFB02FC32}"/>
              </a:ext>
            </a:extLst>
          </p:cNvPr>
          <p:cNvSpPr>
            <a:spLocks noChangeShapeType="1"/>
          </p:cNvSpPr>
          <p:nvPr/>
        </p:nvSpPr>
        <p:spPr bwMode="auto">
          <a:xfrm rot="21019070">
            <a:off x="4063222" y="2501840"/>
            <a:ext cx="387350" cy="458787"/>
          </a:xfrm>
          <a:prstGeom prst="line">
            <a:avLst/>
          </a:prstGeom>
          <a:noFill/>
          <a:ln w="2857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54" name="Line 168">
            <a:extLst>
              <a:ext uri="{FF2B5EF4-FFF2-40B4-BE49-F238E27FC236}">
                <a16:creationId xmlns:a16="http://schemas.microsoft.com/office/drawing/2014/main" id="{D9514C02-AD4E-987D-3807-76C945D80192}"/>
              </a:ext>
            </a:extLst>
          </p:cNvPr>
          <p:cNvSpPr>
            <a:spLocks noChangeShapeType="1"/>
          </p:cNvSpPr>
          <p:nvPr/>
        </p:nvSpPr>
        <p:spPr bwMode="auto">
          <a:xfrm>
            <a:off x="2886884" y="1646177"/>
            <a:ext cx="38100" cy="2959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55" name="Line 169">
            <a:extLst>
              <a:ext uri="{FF2B5EF4-FFF2-40B4-BE49-F238E27FC236}">
                <a16:creationId xmlns:a16="http://schemas.microsoft.com/office/drawing/2014/main" id="{A95CF972-DA48-9026-9F77-6FDDCEE0C657}"/>
              </a:ext>
            </a:extLst>
          </p:cNvPr>
          <p:cNvSpPr>
            <a:spLocks noChangeShapeType="1"/>
          </p:cNvSpPr>
          <p:nvPr/>
        </p:nvSpPr>
        <p:spPr bwMode="auto">
          <a:xfrm>
            <a:off x="4499784" y="2916177"/>
            <a:ext cx="0" cy="584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56" name="Line 170">
            <a:extLst>
              <a:ext uri="{FF2B5EF4-FFF2-40B4-BE49-F238E27FC236}">
                <a16:creationId xmlns:a16="http://schemas.microsoft.com/office/drawing/2014/main" id="{7771BCA0-EA5B-C467-B2BC-9C1CA0CA0D43}"/>
              </a:ext>
            </a:extLst>
          </p:cNvPr>
          <p:cNvSpPr>
            <a:spLocks noChangeShapeType="1"/>
          </p:cNvSpPr>
          <p:nvPr/>
        </p:nvSpPr>
        <p:spPr bwMode="auto">
          <a:xfrm flipH="1">
            <a:off x="2988484" y="3487677"/>
            <a:ext cx="1511300" cy="1079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57" name="Line 171">
            <a:extLst>
              <a:ext uri="{FF2B5EF4-FFF2-40B4-BE49-F238E27FC236}">
                <a16:creationId xmlns:a16="http://schemas.microsoft.com/office/drawing/2014/main" id="{4491E9ED-3D94-2914-5858-8B7BF192781E}"/>
              </a:ext>
            </a:extLst>
          </p:cNvPr>
          <p:cNvSpPr>
            <a:spLocks noChangeShapeType="1"/>
          </p:cNvSpPr>
          <p:nvPr/>
        </p:nvSpPr>
        <p:spPr bwMode="auto">
          <a:xfrm flipH="1">
            <a:off x="2912284" y="4325877"/>
            <a:ext cx="444500" cy="30480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58" name="Line 172">
            <a:extLst>
              <a:ext uri="{FF2B5EF4-FFF2-40B4-BE49-F238E27FC236}">
                <a16:creationId xmlns:a16="http://schemas.microsoft.com/office/drawing/2014/main" id="{5E94166A-B79D-6E98-784C-C1F4642A7670}"/>
              </a:ext>
            </a:extLst>
          </p:cNvPr>
          <p:cNvSpPr>
            <a:spLocks noChangeShapeType="1"/>
          </p:cNvSpPr>
          <p:nvPr/>
        </p:nvSpPr>
        <p:spPr bwMode="auto">
          <a:xfrm flipH="1">
            <a:off x="4169584" y="3462277"/>
            <a:ext cx="355600" cy="27940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59" name="Line 173">
            <a:extLst>
              <a:ext uri="{FF2B5EF4-FFF2-40B4-BE49-F238E27FC236}">
                <a16:creationId xmlns:a16="http://schemas.microsoft.com/office/drawing/2014/main" id="{BFC7310B-FFEA-0EED-8DB6-92CFE6914F12}"/>
              </a:ext>
            </a:extLst>
          </p:cNvPr>
          <p:cNvSpPr>
            <a:spLocks noChangeShapeType="1"/>
          </p:cNvSpPr>
          <p:nvPr/>
        </p:nvSpPr>
        <p:spPr bwMode="auto">
          <a:xfrm>
            <a:off x="2937684" y="4643377"/>
            <a:ext cx="2679700" cy="149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0" name="Line 174">
            <a:extLst>
              <a:ext uri="{FF2B5EF4-FFF2-40B4-BE49-F238E27FC236}">
                <a16:creationId xmlns:a16="http://schemas.microsoft.com/office/drawing/2014/main" id="{5495D743-52CD-048A-0DDC-ADD3B81442D1}"/>
              </a:ext>
            </a:extLst>
          </p:cNvPr>
          <p:cNvSpPr>
            <a:spLocks noChangeShapeType="1"/>
          </p:cNvSpPr>
          <p:nvPr/>
        </p:nvSpPr>
        <p:spPr bwMode="auto">
          <a:xfrm>
            <a:off x="4534709" y="3478152"/>
            <a:ext cx="862013" cy="4794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61" name="Group 184">
            <a:extLst>
              <a:ext uri="{FF2B5EF4-FFF2-40B4-BE49-F238E27FC236}">
                <a16:creationId xmlns:a16="http://schemas.microsoft.com/office/drawing/2014/main" id="{4D6CABC9-B9E4-4AB5-6F06-35E41632E788}"/>
              </a:ext>
            </a:extLst>
          </p:cNvPr>
          <p:cNvGrpSpPr>
            <a:grpSpLocks/>
          </p:cNvGrpSpPr>
          <p:nvPr/>
        </p:nvGrpSpPr>
        <p:grpSpPr bwMode="auto">
          <a:xfrm>
            <a:off x="4499784" y="2928877"/>
            <a:ext cx="896938" cy="958850"/>
            <a:chOff x="2448" y="1832"/>
            <a:chExt cx="565" cy="604"/>
          </a:xfrm>
        </p:grpSpPr>
        <p:sp>
          <p:nvSpPr>
            <p:cNvPr id="62" name="Line 177">
              <a:extLst>
                <a:ext uri="{FF2B5EF4-FFF2-40B4-BE49-F238E27FC236}">
                  <a16:creationId xmlns:a16="http://schemas.microsoft.com/office/drawing/2014/main" id="{4B9B3002-18E1-4269-02FA-AF74100CD6F3}"/>
                </a:ext>
              </a:extLst>
            </p:cNvPr>
            <p:cNvSpPr>
              <a:spLocks noChangeShapeType="1"/>
            </p:cNvSpPr>
            <p:nvPr/>
          </p:nvSpPr>
          <p:spPr bwMode="auto">
            <a:xfrm>
              <a:off x="2448" y="1832"/>
              <a:ext cx="0" cy="18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63" name="Line 178">
              <a:extLst>
                <a:ext uri="{FF2B5EF4-FFF2-40B4-BE49-F238E27FC236}">
                  <a16:creationId xmlns:a16="http://schemas.microsoft.com/office/drawing/2014/main" id="{58413833-1BD7-A74E-B616-BFC20ECA4AE3}"/>
                </a:ext>
              </a:extLst>
            </p:cNvPr>
            <p:cNvSpPr>
              <a:spLocks noChangeShapeType="1"/>
            </p:cNvSpPr>
            <p:nvPr/>
          </p:nvSpPr>
          <p:spPr bwMode="auto">
            <a:xfrm rot="-3671353">
              <a:off x="2920" y="2344"/>
              <a:ext cx="1" cy="18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grpSp>
      <p:sp>
        <p:nvSpPr>
          <p:cNvPr id="64" name="Line 181">
            <a:extLst>
              <a:ext uri="{FF2B5EF4-FFF2-40B4-BE49-F238E27FC236}">
                <a16:creationId xmlns:a16="http://schemas.microsoft.com/office/drawing/2014/main" id="{641FA7A1-4980-E939-6228-719E8E2B7322}"/>
              </a:ext>
            </a:extLst>
          </p:cNvPr>
          <p:cNvSpPr>
            <a:spLocks noChangeShapeType="1"/>
          </p:cNvSpPr>
          <p:nvPr/>
        </p:nvSpPr>
        <p:spPr bwMode="auto">
          <a:xfrm>
            <a:off x="5363384" y="3944877"/>
            <a:ext cx="254000" cy="217170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grpSp>
        <p:nvGrpSpPr>
          <p:cNvPr id="65" name="Group 183">
            <a:extLst>
              <a:ext uri="{FF2B5EF4-FFF2-40B4-BE49-F238E27FC236}">
                <a16:creationId xmlns:a16="http://schemas.microsoft.com/office/drawing/2014/main" id="{B7E6A930-741B-70F5-2659-D5920B8A2B7B}"/>
              </a:ext>
            </a:extLst>
          </p:cNvPr>
          <p:cNvGrpSpPr>
            <a:grpSpLocks/>
          </p:cNvGrpSpPr>
          <p:nvPr/>
        </p:nvGrpSpPr>
        <p:grpSpPr bwMode="auto">
          <a:xfrm>
            <a:off x="2899584" y="1620777"/>
            <a:ext cx="2833688" cy="4127500"/>
            <a:chOff x="1440" y="1008"/>
            <a:chExt cx="1785" cy="2600"/>
          </a:xfrm>
        </p:grpSpPr>
        <p:sp>
          <p:nvSpPr>
            <p:cNvPr id="66" name="Line 175">
              <a:extLst>
                <a:ext uri="{FF2B5EF4-FFF2-40B4-BE49-F238E27FC236}">
                  <a16:creationId xmlns:a16="http://schemas.microsoft.com/office/drawing/2014/main" id="{B693FEDC-B12B-544D-26D5-C1A9F413D4E1}"/>
                </a:ext>
              </a:extLst>
            </p:cNvPr>
            <p:cNvSpPr>
              <a:spLocks noChangeShapeType="1"/>
            </p:cNvSpPr>
            <p:nvPr/>
          </p:nvSpPr>
          <p:spPr bwMode="auto">
            <a:xfrm>
              <a:off x="1440" y="1008"/>
              <a:ext cx="0" cy="102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67" name="Line 182">
              <a:extLst>
                <a:ext uri="{FF2B5EF4-FFF2-40B4-BE49-F238E27FC236}">
                  <a16:creationId xmlns:a16="http://schemas.microsoft.com/office/drawing/2014/main" id="{88CA0A86-C1EC-2C42-AA75-CADF407928E1}"/>
                </a:ext>
              </a:extLst>
            </p:cNvPr>
            <p:cNvSpPr>
              <a:spLocks noChangeShapeType="1"/>
            </p:cNvSpPr>
            <p:nvPr/>
          </p:nvSpPr>
          <p:spPr bwMode="auto">
            <a:xfrm rot="7130159">
              <a:off x="2712" y="3096"/>
              <a:ext cx="1" cy="102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dirty="0"/>
            </a:p>
          </p:txBody>
        </p:sp>
      </p:grpSp>
      <p:sp>
        <p:nvSpPr>
          <p:cNvPr id="68" name="Line 165">
            <a:extLst>
              <a:ext uri="{FF2B5EF4-FFF2-40B4-BE49-F238E27FC236}">
                <a16:creationId xmlns:a16="http://schemas.microsoft.com/office/drawing/2014/main" id="{54D5AB1E-42D4-9006-CA7F-79A0186AA961}"/>
              </a:ext>
            </a:extLst>
          </p:cNvPr>
          <p:cNvSpPr>
            <a:spLocks noChangeShapeType="1"/>
          </p:cNvSpPr>
          <p:nvPr/>
        </p:nvSpPr>
        <p:spPr bwMode="auto">
          <a:xfrm rot="21065247">
            <a:off x="2910697" y="1587440"/>
            <a:ext cx="301625" cy="355600"/>
          </a:xfrm>
          <a:prstGeom prst="line">
            <a:avLst/>
          </a:prstGeom>
          <a:noFill/>
          <a:ln w="2857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69" name="Line 186">
            <a:extLst>
              <a:ext uri="{FF2B5EF4-FFF2-40B4-BE49-F238E27FC236}">
                <a16:creationId xmlns:a16="http://schemas.microsoft.com/office/drawing/2014/main" id="{5B331F3F-7613-E213-220D-69A8A451CBF0}"/>
              </a:ext>
            </a:extLst>
          </p:cNvPr>
          <p:cNvSpPr>
            <a:spLocks noChangeShapeType="1"/>
          </p:cNvSpPr>
          <p:nvPr/>
        </p:nvSpPr>
        <p:spPr bwMode="auto">
          <a:xfrm flipH="1" flipV="1">
            <a:off x="3699684" y="4046477"/>
            <a:ext cx="1765300" cy="965200"/>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70" name="Line 187">
            <a:extLst>
              <a:ext uri="{FF2B5EF4-FFF2-40B4-BE49-F238E27FC236}">
                <a16:creationId xmlns:a16="http://schemas.microsoft.com/office/drawing/2014/main" id="{67493C4A-6ED2-074D-5231-0E990B06FCFB}"/>
              </a:ext>
            </a:extLst>
          </p:cNvPr>
          <p:cNvSpPr>
            <a:spLocks noChangeShapeType="1"/>
          </p:cNvSpPr>
          <p:nvPr/>
        </p:nvSpPr>
        <p:spPr bwMode="auto">
          <a:xfrm flipV="1">
            <a:off x="3712384" y="2281177"/>
            <a:ext cx="0" cy="1774825"/>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71" name="Line 190">
            <a:extLst>
              <a:ext uri="{FF2B5EF4-FFF2-40B4-BE49-F238E27FC236}">
                <a16:creationId xmlns:a16="http://schemas.microsoft.com/office/drawing/2014/main" id="{A400D5B9-E8D1-CCED-CE65-F1D1885454AA}"/>
              </a:ext>
            </a:extLst>
          </p:cNvPr>
          <p:cNvSpPr>
            <a:spLocks noChangeShapeType="1"/>
          </p:cNvSpPr>
          <p:nvPr/>
        </p:nvSpPr>
        <p:spPr bwMode="auto">
          <a:xfrm flipH="1">
            <a:off x="3356784" y="4049652"/>
            <a:ext cx="371475" cy="26670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72" name="Line 191">
            <a:extLst>
              <a:ext uri="{FF2B5EF4-FFF2-40B4-BE49-F238E27FC236}">
                <a16:creationId xmlns:a16="http://schemas.microsoft.com/office/drawing/2014/main" id="{C8D4C87E-5C66-FB5E-1BCA-FFBA90C6D643}"/>
              </a:ext>
            </a:extLst>
          </p:cNvPr>
          <p:cNvSpPr>
            <a:spLocks noChangeShapeType="1"/>
          </p:cNvSpPr>
          <p:nvPr/>
        </p:nvSpPr>
        <p:spPr bwMode="auto">
          <a:xfrm flipH="1">
            <a:off x="3756834" y="3735327"/>
            <a:ext cx="409575" cy="266700"/>
          </a:xfrm>
          <a:prstGeom prst="line">
            <a:avLst/>
          </a:prstGeom>
          <a:noFill/>
          <a:ln w="19050">
            <a:solidFill>
              <a:srgbClr val="FF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73" name="Line 192">
            <a:extLst>
              <a:ext uri="{FF2B5EF4-FFF2-40B4-BE49-F238E27FC236}">
                <a16:creationId xmlns:a16="http://schemas.microsoft.com/office/drawing/2014/main" id="{70E7BC26-FAE3-08C8-02F3-4210BFBA2C7C}"/>
              </a:ext>
            </a:extLst>
          </p:cNvPr>
          <p:cNvSpPr>
            <a:spLocks noChangeShapeType="1"/>
          </p:cNvSpPr>
          <p:nvPr/>
        </p:nvSpPr>
        <p:spPr bwMode="auto">
          <a:xfrm>
            <a:off x="3223434" y="1897002"/>
            <a:ext cx="457200" cy="36195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74" name="Line 193">
            <a:extLst>
              <a:ext uri="{FF2B5EF4-FFF2-40B4-BE49-F238E27FC236}">
                <a16:creationId xmlns:a16="http://schemas.microsoft.com/office/drawing/2014/main" id="{7C6B3CDD-4B7E-F2C2-035D-B1C4739A9DEB}"/>
              </a:ext>
            </a:extLst>
          </p:cNvPr>
          <p:cNvSpPr>
            <a:spLocks noChangeShapeType="1"/>
          </p:cNvSpPr>
          <p:nvPr/>
        </p:nvSpPr>
        <p:spPr bwMode="auto">
          <a:xfrm>
            <a:off x="3756834" y="2316102"/>
            <a:ext cx="247650" cy="209550"/>
          </a:xfrm>
          <a:prstGeom prst="line">
            <a:avLst/>
          </a:prstGeom>
          <a:noFill/>
          <a:ln w="19050">
            <a:solidFill>
              <a:srgbClr val="FF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75" name="Text Box 194">
            <a:extLst>
              <a:ext uri="{FF2B5EF4-FFF2-40B4-BE49-F238E27FC236}">
                <a16:creationId xmlns:a16="http://schemas.microsoft.com/office/drawing/2014/main" id="{D6474FCF-3B5B-BECA-7192-0D0EF485D517}"/>
              </a:ext>
            </a:extLst>
          </p:cNvPr>
          <p:cNvSpPr txBox="1">
            <a:spLocks noChangeArrowheads="1"/>
          </p:cNvSpPr>
          <p:nvPr/>
        </p:nvSpPr>
        <p:spPr bwMode="auto">
          <a:xfrm>
            <a:off x="968906" y="519934"/>
            <a:ext cx="8855632" cy="46166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spcBef>
                <a:spcPct val="50000"/>
              </a:spcBef>
            </a:pPr>
            <a:r>
              <a:rPr lang="zh-CN" altLang="en-US" sz="2400" b="1" dirty="0">
                <a:solidFill>
                  <a:srgbClr val="002060"/>
                </a:solidFill>
                <a:latin typeface="+mn-ea"/>
              </a:rPr>
              <a:t>例</a:t>
            </a:r>
            <a:r>
              <a:rPr lang="en-US" altLang="zh-CN" sz="2400" b="1" dirty="0">
                <a:solidFill>
                  <a:srgbClr val="002060"/>
                </a:solidFill>
                <a:latin typeface="+mn-ea"/>
              </a:rPr>
              <a:t>8.3</a:t>
            </a:r>
            <a:r>
              <a:rPr lang="zh-CN" altLang="en-US" sz="2400" b="1" dirty="0">
                <a:solidFill>
                  <a:srgbClr val="C00000"/>
                </a:solidFill>
                <a:latin typeface="+mn-ea"/>
                <a:sym typeface="Wingdings" panose="05000000000000000000" pitchFamily="2" charset="2"/>
              </a:rPr>
              <a:t></a:t>
            </a:r>
            <a:r>
              <a:rPr lang="zh-CN" altLang="en-US" sz="2400" b="1" dirty="0">
                <a:solidFill>
                  <a:srgbClr val="002060"/>
                </a:solidFill>
                <a:latin typeface="+mn-ea"/>
              </a:rPr>
              <a:t>：用换面法求△</a:t>
            </a:r>
            <a:r>
              <a:rPr lang="en-US" altLang="zh-CN" sz="2400" b="1" dirty="0">
                <a:solidFill>
                  <a:srgbClr val="002060"/>
                </a:solidFill>
                <a:latin typeface="+mn-ea"/>
              </a:rPr>
              <a:t>ABC</a:t>
            </a:r>
            <a:r>
              <a:rPr lang="zh-CN" altLang="en-US" sz="2400" b="1" dirty="0">
                <a:solidFill>
                  <a:srgbClr val="002060"/>
                </a:solidFill>
                <a:latin typeface="+mn-ea"/>
              </a:rPr>
              <a:t>与</a:t>
            </a:r>
            <a:r>
              <a:rPr lang="en-US" altLang="zh-CN" sz="2400" b="1" dirty="0">
                <a:solidFill>
                  <a:srgbClr val="002060"/>
                </a:solidFill>
                <a:latin typeface="+mn-ea"/>
              </a:rPr>
              <a:t>EF</a:t>
            </a:r>
            <a:r>
              <a:rPr lang="zh-CN" altLang="en-US" sz="2400" b="1" dirty="0">
                <a:solidFill>
                  <a:srgbClr val="002060"/>
                </a:solidFill>
                <a:latin typeface="+mn-ea"/>
              </a:rPr>
              <a:t>的交点，并判别可见性</a:t>
            </a:r>
            <a:endParaRPr lang="en-US" altLang="zh-CN" sz="2400" b="1" dirty="0">
              <a:solidFill>
                <a:srgbClr val="002060"/>
              </a:solidFill>
              <a:latin typeface="+mn-ea"/>
            </a:endParaRPr>
          </a:p>
        </p:txBody>
      </p:sp>
      <p:sp>
        <p:nvSpPr>
          <p:cNvPr id="76" name="Rectangle 195">
            <a:extLst>
              <a:ext uri="{FF2B5EF4-FFF2-40B4-BE49-F238E27FC236}">
                <a16:creationId xmlns:a16="http://schemas.microsoft.com/office/drawing/2014/main" id="{4D737929-A5A2-05CB-016F-75C820C4A54D}"/>
              </a:ext>
            </a:extLst>
          </p:cNvPr>
          <p:cNvSpPr>
            <a:spLocks noChangeArrowheads="1"/>
          </p:cNvSpPr>
          <p:nvPr/>
        </p:nvSpPr>
        <p:spPr bwMode="auto">
          <a:xfrm>
            <a:off x="2731309" y="1263590"/>
            <a:ext cx="619125"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r>
              <a:rPr lang="en-US" altLang="zh-CN" sz="2000" i="1" dirty="0"/>
              <a:t>e</a:t>
            </a:r>
            <a:r>
              <a:rPr lang="en-US" altLang="zh-CN" sz="2000" i="1" dirty="0">
                <a:sym typeface="Symbol" charset="2"/>
              </a:rPr>
              <a:t></a:t>
            </a:r>
          </a:p>
        </p:txBody>
      </p:sp>
      <p:sp>
        <p:nvSpPr>
          <p:cNvPr id="77" name="Rectangle 196">
            <a:extLst>
              <a:ext uri="{FF2B5EF4-FFF2-40B4-BE49-F238E27FC236}">
                <a16:creationId xmlns:a16="http://schemas.microsoft.com/office/drawing/2014/main" id="{2C69EA50-7C6F-BF25-8C86-0CA99F40A15A}"/>
              </a:ext>
            </a:extLst>
          </p:cNvPr>
          <p:cNvSpPr>
            <a:spLocks noChangeArrowheads="1"/>
          </p:cNvSpPr>
          <p:nvPr/>
        </p:nvSpPr>
        <p:spPr bwMode="auto">
          <a:xfrm>
            <a:off x="4468001" y="2558990"/>
            <a:ext cx="331787"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000" i="1" dirty="0"/>
              <a:t>f</a:t>
            </a:r>
            <a:r>
              <a:rPr lang="en-US" altLang="zh-CN" sz="2000" i="1" dirty="0">
                <a:sym typeface="Symbol" charset="2"/>
              </a:rPr>
              <a:t></a:t>
            </a:r>
          </a:p>
        </p:txBody>
      </p:sp>
      <p:sp>
        <p:nvSpPr>
          <p:cNvPr id="78" name="Rectangle 197">
            <a:extLst>
              <a:ext uri="{FF2B5EF4-FFF2-40B4-BE49-F238E27FC236}">
                <a16:creationId xmlns:a16="http://schemas.microsoft.com/office/drawing/2014/main" id="{06D3D7CA-58E1-455B-ECC0-94B35ACC25C1}"/>
              </a:ext>
            </a:extLst>
          </p:cNvPr>
          <p:cNvSpPr>
            <a:spLocks noChangeArrowheads="1"/>
          </p:cNvSpPr>
          <p:nvPr/>
        </p:nvSpPr>
        <p:spPr bwMode="auto">
          <a:xfrm>
            <a:off x="2659872" y="4486215"/>
            <a:ext cx="311304" cy="40011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000" i="1" dirty="0"/>
              <a:t>e</a:t>
            </a:r>
            <a:endParaRPr lang="en-US" altLang="zh-CN" sz="2000" i="1" dirty="0">
              <a:sym typeface="Symbol" charset="2"/>
            </a:endParaRPr>
          </a:p>
        </p:txBody>
      </p:sp>
      <p:sp>
        <p:nvSpPr>
          <p:cNvPr id="79" name="Rectangle 198">
            <a:extLst>
              <a:ext uri="{FF2B5EF4-FFF2-40B4-BE49-F238E27FC236}">
                <a16:creationId xmlns:a16="http://schemas.microsoft.com/office/drawing/2014/main" id="{7048C6B0-31D3-F66F-7CCF-8287C5B831ED}"/>
              </a:ext>
            </a:extLst>
          </p:cNvPr>
          <p:cNvSpPr>
            <a:spLocks noChangeArrowheads="1"/>
          </p:cNvSpPr>
          <p:nvPr/>
        </p:nvSpPr>
        <p:spPr bwMode="auto">
          <a:xfrm>
            <a:off x="4509309" y="3154174"/>
            <a:ext cx="406400"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r>
              <a:rPr lang="en-US" altLang="zh-CN" sz="2000" i="1" dirty="0"/>
              <a:t>f</a:t>
            </a:r>
            <a:endParaRPr lang="en-US" altLang="zh-CN" sz="2000" i="1" dirty="0">
              <a:sym typeface="Symbol" charset="2"/>
            </a:endParaRPr>
          </a:p>
        </p:txBody>
      </p:sp>
      <p:sp>
        <p:nvSpPr>
          <p:cNvPr id="80" name="Rectangle 199">
            <a:extLst>
              <a:ext uri="{FF2B5EF4-FFF2-40B4-BE49-F238E27FC236}">
                <a16:creationId xmlns:a16="http://schemas.microsoft.com/office/drawing/2014/main" id="{4C27DECD-1206-0A70-6077-A7C2038CA34B}"/>
              </a:ext>
            </a:extLst>
          </p:cNvPr>
          <p:cNvSpPr>
            <a:spLocks noChangeArrowheads="1"/>
          </p:cNvSpPr>
          <p:nvPr/>
        </p:nvSpPr>
        <p:spPr bwMode="auto">
          <a:xfrm>
            <a:off x="5363384" y="3601977"/>
            <a:ext cx="413896" cy="40011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000" i="1" dirty="0"/>
              <a:t>f</a:t>
            </a:r>
            <a:r>
              <a:rPr lang="en-US" altLang="zh-CN" sz="2000" i="1" dirty="0">
                <a:sym typeface="Symbol" charset="2"/>
              </a:rPr>
              <a:t></a:t>
            </a:r>
            <a:r>
              <a:rPr lang="en-US" altLang="zh-CN" sz="2000" i="1" baseline="-25000" dirty="0">
                <a:sym typeface="Symbol" charset="2"/>
              </a:rPr>
              <a:t>1</a:t>
            </a:r>
          </a:p>
        </p:txBody>
      </p:sp>
      <p:sp>
        <p:nvSpPr>
          <p:cNvPr id="81" name="Text Box 200">
            <a:extLst>
              <a:ext uri="{FF2B5EF4-FFF2-40B4-BE49-F238E27FC236}">
                <a16:creationId xmlns:a16="http://schemas.microsoft.com/office/drawing/2014/main" id="{F81363EC-26C6-3620-9F63-AB3575C3977A}"/>
              </a:ext>
            </a:extLst>
          </p:cNvPr>
          <p:cNvSpPr txBox="1">
            <a:spLocks noChangeArrowheads="1"/>
          </p:cNvSpPr>
          <p:nvPr/>
        </p:nvSpPr>
        <p:spPr bwMode="auto">
          <a:xfrm>
            <a:off x="7362018" y="4151258"/>
            <a:ext cx="3745609" cy="461665"/>
          </a:xfrm>
          <a:prstGeom prst="rect">
            <a:avLst/>
          </a:prstGeom>
          <a:noFill/>
          <a:ln w="28575">
            <a:no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spcBef>
                <a:spcPct val="50000"/>
              </a:spcBef>
            </a:pPr>
            <a:r>
              <a:rPr lang="zh-CN" altLang="en-US" sz="2400">
                <a:latin typeface="+mn-ea"/>
              </a:rPr>
              <a:t>用重影点判别可见性</a:t>
            </a:r>
          </a:p>
        </p:txBody>
      </p:sp>
      <p:sp>
        <p:nvSpPr>
          <p:cNvPr id="82" name="Rectangle 201">
            <a:extLst>
              <a:ext uri="{FF2B5EF4-FFF2-40B4-BE49-F238E27FC236}">
                <a16:creationId xmlns:a16="http://schemas.microsoft.com/office/drawing/2014/main" id="{AD637E34-C05F-C118-06F6-EA1EFF0882FC}"/>
              </a:ext>
            </a:extLst>
          </p:cNvPr>
          <p:cNvSpPr>
            <a:spLocks noChangeArrowheads="1"/>
          </p:cNvSpPr>
          <p:nvPr/>
        </p:nvSpPr>
        <p:spPr bwMode="auto">
          <a:xfrm>
            <a:off x="5618972" y="5956240"/>
            <a:ext cx="465192" cy="40011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000" b="1" dirty="0"/>
              <a:t>e</a:t>
            </a:r>
            <a:r>
              <a:rPr lang="en-US" altLang="zh-CN" sz="2000" b="1" dirty="0">
                <a:sym typeface="Symbol" charset="2"/>
              </a:rPr>
              <a:t></a:t>
            </a:r>
            <a:r>
              <a:rPr lang="en-US" altLang="zh-CN" sz="2000" b="1" baseline="-25000" dirty="0">
                <a:sym typeface="Symbol" charset="2"/>
              </a:rPr>
              <a:t>1</a:t>
            </a:r>
          </a:p>
        </p:txBody>
      </p:sp>
      <p:sp>
        <p:nvSpPr>
          <p:cNvPr id="83" name="Text Box 202">
            <a:extLst>
              <a:ext uri="{FF2B5EF4-FFF2-40B4-BE49-F238E27FC236}">
                <a16:creationId xmlns:a16="http://schemas.microsoft.com/office/drawing/2014/main" id="{A0300DB8-F47C-8C9F-4DA5-BF447E9B4069}"/>
              </a:ext>
            </a:extLst>
          </p:cNvPr>
          <p:cNvSpPr txBox="1">
            <a:spLocks noChangeArrowheads="1"/>
          </p:cNvSpPr>
          <p:nvPr/>
        </p:nvSpPr>
        <p:spPr bwMode="auto">
          <a:xfrm>
            <a:off x="7362018" y="3103244"/>
            <a:ext cx="3695546" cy="830997"/>
          </a:xfrm>
          <a:prstGeom prst="rect">
            <a:avLst/>
          </a:prstGeom>
          <a:noFill/>
          <a:ln w="28575">
            <a:no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spcBef>
                <a:spcPct val="50000"/>
              </a:spcBef>
            </a:pPr>
            <a:r>
              <a:rPr lang="zh-CN" altLang="en-US" sz="2400" dirty="0">
                <a:solidFill>
                  <a:srgbClr val="C00000"/>
                </a:solidFill>
                <a:latin typeface="+mn-ea"/>
              </a:rPr>
              <a:t>分析：</a:t>
            </a:r>
            <a:r>
              <a:rPr lang="zh-CN" altLang="en-US" sz="2400" dirty="0">
                <a:latin typeface="+mn-ea"/>
              </a:rPr>
              <a:t>把△</a:t>
            </a:r>
            <a:r>
              <a:rPr lang="en-US" altLang="zh-CN" sz="2400" dirty="0">
                <a:latin typeface="+mn-ea"/>
              </a:rPr>
              <a:t>ABC</a:t>
            </a:r>
            <a:r>
              <a:rPr lang="zh-CN" altLang="en-US" sz="2400" dirty="0">
                <a:latin typeface="+mn-ea"/>
              </a:rPr>
              <a:t>换成投影面垂直面</a:t>
            </a:r>
          </a:p>
        </p:txBody>
      </p:sp>
      <p:grpSp>
        <p:nvGrpSpPr>
          <p:cNvPr id="84" name="Group 206">
            <a:extLst>
              <a:ext uri="{FF2B5EF4-FFF2-40B4-BE49-F238E27FC236}">
                <a16:creationId xmlns:a16="http://schemas.microsoft.com/office/drawing/2014/main" id="{15E720E6-F680-4F5B-8644-E0484E1CDB41}"/>
              </a:ext>
            </a:extLst>
          </p:cNvPr>
          <p:cNvGrpSpPr>
            <a:grpSpLocks/>
          </p:cNvGrpSpPr>
          <p:nvPr/>
        </p:nvGrpSpPr>
        <p:grpSpPr bwMode="auto">
          <a:xfrm>
            <a:off x="5109384" y="5011677"/>
            <a:ext cx="533400" cy="536575"/>
            <a:chOff x="2832" y="3144"/>
            <a:chExt cx="336" cy="338"/>
          </a:xfrm>
        </p:grpSpPr>
        <p:sp>
          <p:nvSpPr>
            <p:cNvPr id="85" name="Oval 185">
              <a:extLst>
                <a:ext uri="{FF2B5EF4-FFF2-40B4-BE49-F238E27FC236}">
                  <a16:creationId xmlns:a16="http://schemas.microsoft.com/office/drawing/2014/main" id="{09548C7A-EBE3-4873-7EB0-F5F6D67A0E49}"/>
                </a:ext>
              </a:extLst>
            </p:cNvPr>
            <p:cNvSpPr>
              <a:spLocks noChangeArrowheads="1"/>
            </p:cNvSpPr>
            <p:nvPr/>
          </p:nvSpPr>
          <p:spPr bwMode="auto">
            <a:xfrm>
              <a:off x="3048" y="3144"/>
              <a:ext cx="56" cy="56"/>
            </a:xfrm>
            <a:prstGeom prst="ellipse">
              <a:avLst/>
            </a:prstGeom>
            <a:solidFill>
              <a:schemeClr val="accent2"/>
            </a:solidFill>
            <a:ln w="28575">
              <a:solidFill>
                <a:srgbClr val="FF00FF"/>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86" name="Text Box 203">
              <a:extLst>
                <a:ext uri="{FF2B5EF4-FFF2-40B4-BE49-F238E27FC236}">
                  <a16:creationId xmlns:a16="http://schemas.microsoft.com/office/drawing/2014/main" id="{4C853E11-7A2F-50D5-93FA-758E1A1838AC}"/>
                </a:ext>
              </a:extLst>
            </p:cNvPr>
            <p:cNvSpPr txBox="1">
              <a:spLocks noChangeArrowheads="1"/>
            </p:cNvSpPr>
            <p:nvPr/>
          </p:nvSpPr>
          <p:spPr bwMode="auto">
            <a:xfrm>
              <a:off x="2832" y="3232"/>
              <a:ext cx="336" cy="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spcBef>
                  <a:spcPct val="50000"/>
                </a:spcBef>
              </a:pPr>
              <a:r>
                <a:rPr lang="en-US" altLang="zh-CN" sz="2000" i="1" dirty="0"/>
                <a:t>k</a:t>
              </a:r>
              <a:r>
                <a:rPr lang="en-US" altLang="zh-CN" sz="2000" i="1" dirty="0">
                  <a:sym typeface="Symbol" charset="2"/>
                </a:rPr>
                <a:t></a:t>
              </a:r>
              <a:r>
                <a:rPr lang="en-US" altLang="zh-CN" sz="2000" i="1" baseline="-20000" dirty="0"/>
                <a:t>1</a:t>
              </a:r>
            </a:p>
          </p:txBody>
        </p:sp>
      </p:grpSp>
      <p:grpSp>
        <p:nvGrpSpPr>
          <p:cNvPr id="87" name="Group 207">
            <a:extLst>
              <a:ext uri="{FF2B5EF4-FFF2-40B4-BE49-F238E27FC236}">
                <a16:creationId xmlns:a16="http://schemas.microsoft.com/office/drawing/2014/main" id="{7D9665F1-B753-2740-2F02-7247B19C7130}"/>
              </a:ext>
            </a:extLst>
          </p:cNvPr>
          <p:cNvGrpSpPr>
            <a:grpSpLocks/>
          </p:cNvGrpSpPr>
          <p:nvPr/>
        </p:nvGrpSpPr>
        <p:grpSpPr bwMode="auto">
          <a:xfrm>
            <a:off x="3388534" y="3784545"/>
            <a:ext cx="749300" cy="366713"/>
            <a:chOff x="1748" y="2371"/>
            <a:chExt cx="472" cy="231"/>
          </a:xfrm>
        </p:grpSpPr>
        <p:sp>
          <p:nvSpPr>
            <p:cNvPr id="88" name="Oval 188">
              <a:extLst>
                <a:ext uri="{FF2B5EF4-FFF2-40B4-BE49-F238E27FC236}">
                  <a16:creationId xmlns:a16="http://schemas.microsoft.com/office/drawing/2014/main" id="{F2B62E15-3875-D848-04F6-34C7503764C0}"/>
                </a:ext>
              </a:extLst>
            </p:cNvPr>
            <p:cNvSpPr>
              <a:spLocks noChangeArrowheads="1"/>
            </p:cNvSpPr>
            <p:nvPr/>
          </p:nvSpPr>
          <p:spPr bwMode="auto">
            <a:xfrm>
              <a:off x="1930" y="2500"/>
              <a:ext cx="56" cy="56"/>
            </a:xfrm>
            <a:prstGeom prst="ellipse">
              <a:avLst/>
            </a:prstGeom>
            <a:solidFill>
              <a:schemeClr val="accent2"/>
            </a:solidFill>
            <a:ln w="28575">
              <a:solidFill>
                <a:srgbClr val="FF00FF"/>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89" name="Rectangle 204">
              <a:extLst>
                <a:ext uri="{FF2B5EF4-FFF2-40B4-BE49-F238E27FC236}">
                  <a16:creationId xmlns:a16="http://schemas.microsoft.com/office/drawing/2014/main" id="{E5516310-F217-4171-F849-BFDBB4C98F39}"/>
                </a:ext>
              </a:extLst>
            </p:cNvPr>
            <p:cNvSpPr>
              <a:spLocks noChangeArrowheads="1"/>
            </p:cNvSpPr>
            <p:nvPr/>
          </p:nvSpPr>
          <p:spPr bwMode="auto">
            <a:xfrm>
              <a:off x="1748" y="2371"/>
              <a:ext cx="472" cy="23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spcBef>
                  <a:spcPct val="50000"/>
                </a:spcBef>
              </a:pPr>
              <a:r>
                <a:rPr lang="en-US" altLang="zh-CN" i="1" dirty="0"/>
                <a:t>k</a:t>
              </a:r>
              <a:endParaRPr lang="en-US" altLang="zh-CN" i="1" baseline="-20000" dirty="0"/>
            </a:p>
          </p:txBody>
        </p:sp>
      </p:grpSp>
      <p:grpSp>
        <p:nvGrpSpPr>
          <p:cNvPr id="90" name="Group 208">
            <a:extLst>
              <a:ext uri="{FF2B5EF4-FFF2-40B4-BE49-F238E27FC236}">
                <a16:creationId xmlns:a16="http://schemas.microsoft.com/office/drawing/2014/main" id="{FAC671E7-FE4A-DEC7-6A9B-D8CAF4529F66}"/>
              </a:ext>
            </a:extLst>
          </p:cNvPr>
          <p:cNvGrpSpPr>
            <a:grpSpLocks/>
          </p:cNvGrpSpPr>
          <p:nvPr/>
        </p:nvGrpSpPr>
        <p:grpSpPr bwMode="auto">
          <a:xfrm>
            <a:off x="3252009" y="2116079"/>
            <a:ext cx="504825" cy="400051"/>
            <a:chOff x="1662" y="1320"/>
            <a:chExt cx="318" cy="252"/>
          </a:xfrm>
        </p:grpSpPr>
        <p:sp>
          <p:nvSpPr>
            <p:cNvPr id="91" name="Oval 189">
              <a:extLst>
                <a:ext uri="{FF2B5EF4-FFF2-40B4-BE49-F238E27FC236}">
                  <a16:creationId xmlns:a16="http://schemas.microsoft.com/office/drawing/2014/main" id="{03D51FA5-A286-6A30-6AD6-48442CD42938}"/>
                </a:ext>
              </a:extLst>
            </p:cNvPr>
            <p:cNvSpPr>
              <a:spLocks noChangeArrowheads="1"/>
            </p:cNvSpPr>
            <p:nvPr/>
          </p:nvSpPr>
          <p:spPr bwMode="auto">
            <a:xfrm>
              <a:off x="1924" y="1402"/>
              <a:ext cx="56" cy="56"/>
            </a:xfrm>
            <a:prstGeom prst="ellipse">
              <a:avLst/>
            </a:prstGeom>
            <a:solidFill>
              <a:schemeClr val="accent2"/>
            </a:solidFill>
            <a:ln w="28575">
              <a:solidFill>
                <a:srgbClr val="FF00FF"/>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92" name="Rectangle 205">
              <a:extLst>
                <a:ext uri="{FF2B5EF4-FFF2-40B4-BE49-F238E27FC236}">
                  <a16:creationId xmlns:a16="http://schemas.microsoft.com/office/drawing/2014/main" id="{255A42BA-0658-C5EB-8393-AE8D4CA4F3DF}"/>
                </a:ext>
              </a:extLst>
            </p:cNvPr>
            <p:cNvSpPr>
              <a:spLocks noChangeArrowheads="1"/>
            </p:cNvSpPr>
            <p:nvPr/>
          </p:nvSpPr>
          <p:spPr bwMode="auto">
            <a:xfrm>
              <a:off x="1662" y="1320"/>
              <a:ext cx="245" cy="25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spcBef>
                  <a:spcPct val="50000"/>
                </a:spcBef>
              </a:pPr>
              <a:r>
                <a:rPr lang="en-US" altLang="zh-CN" sz="2000" i="1" dirty="0"/>
                <a:t>k</a:t>
              </a:r>
              <a:r>
                <a:rPr lang="en-US" altLang="zh-CN" sz="2000" i="1" baseline="-20000" dirty="0"/>
                <a:t>1</a:t>
              </a:r>
              <a:endParaRPr lang="en-US" altLang="zh-CN" i="1" baseline="-20000" dirty="0"/>
            </a:p>
          </p:txBody>
        </p:sp>
      </p:grpSp>
      <p:grpSp>
        <p:nvGrpSpPr>
          <p:cNvPr id="93" name="Group 145">
            <a:extLst>
              <a:ext uri="{FF2B5EF4-FFF2-40B4-BE49-F238E27FC236}">
                <a16:creationId xmlns:a16="http://schemas.microsoft.com/office/drawing/2014/main" id="{FA88A39A-7B86-96C2-7D1F-879A1988DFC4}"/>
              </a:ext>
            </a:extLst>
          </p:cNvPr>
          <p:cNvGrpSpPr>
            <a:grpSpLocks/>
          </p:cNvGrpSpPr>
          <p:nvPr/>
        </p:nvGrpSpPr>
        <p:grpSpPr bwMode="auto">
          <a:xfrm>
            <a:off x="5318932" y="4908490"/>
            <a:ext cx="1128476" cy="534987"/>
            <a:chOff x="2530" y="2738"/>
            <a:chExt cx="389" cy="213"/>
          </a:xfrm>
        </p:grpSpPr>
        <p:sp>
          <p:nvSpPr>
            <p:cNvPr id="94" name="Text Box 146">
              <a:extLst>
                <a:ext uri="{FF2B5EF4-FFF2-40B4-BE49-F238E27FC236}">
                  <a16:creationId xmlns:a16="http://schemas.microsoft.com/office/drawing/2014/main" id="{D51339C1-B351-6E7F-F86A-4A8EC76E21F2}"/>
                </a:ext>
              </a:extLst>
            </p:cNvPr>
            <p:cNvSpPr txBox="1">
              <a:spLocks noChangeArrowheads="1"/>
            </p:cNvSpPr>
            <p:nvPr/>
          </p:nvSpPr>
          <p:spPr bwMode="auto">
            <a:xfrm>
              <a:off x="2530" y="2792"/>
              <a:ext cx="389" cy="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0" hangingPunct="0"/>
              <a:r>
                <a:rPr lang="en-US" altLang="zh-CN" i="1" dirty="0"/>
                <a:t>    </a:t>
              </a:r>
              <a:r>
                <a:rPr lang="en-US" altLang="zh-CN" sz="2000" i="1" dirty="0"/>
                <a:t>a</a:t>
              </a:r>
              <a:r>
                <a:rPr lang="en-US" altLang="zh-CN" sz="2000" i="1" dirty="0">
                  <a:sym typeface="Symbol" charset="2"/>
                </a:rPr>
                <a:t></a:t>
              </a:r>
              <a:r>
                <a:rPr lang="en-US" altLang="zh-CN" sz="2000" i="1" baseline="-20000" dirty="0"/>
                <a:t>1</a:t>
              </a:r>
              <a:r>
                <a:rPr lang="en-US" altLang="zh-CN" sz="2000" i="1" dirty="0"/>
                <a:t>(</a:t>
              </a:r>
              <a:r>
                <a:rPr lang="en-US" altLang="zh-CN" sz="2000" i="1" dirty="0">
                  <a:sym typeface="Symbol" charset="2"/>
                </a:rPr>
                <a:t>d</a:t>
              </a:r>
              <a:r>
                <a:rPr lang="en-US" altLang="zh-CN" sz="2000" i="1" baseline="-20000" dirty="0">
                  <a:sym typeface="Symbol" charset="2"/>
                </a:rPr>
                <a:t>1</a:t>
              </a:r>
              <a:r>
                <a:rPr lang="en-US" altLang="zh-CN" sz="2000" i="1" dirty="0">
                  <a:sym typeface="Symbol" charset="2"/>
                </a:rPr>
                <a:t>)</a:t>
              </a:r>
            </a:p>
          </p:txBody>
        </p:sp>
        <p:sp>
          <p:nvSpPr>
            <p:cNvPr id="95" name="Text Box 147">
              <a:extLst>
                <a:ext uri="{FF2B5EF4-FFF2-40B4-BE49-F238E27FC236}">
                  <a16:creationId xmlns:a16="http://schemas.microsoft.com/office/drawing/2014/main" id="{582DEF22-9367-428F-F23A-BAF610421BB2}"/>
                </a:ext>
              </a:extLst>
            </p:cNvPr>
            <p:cNvSpPr txBox="1">
              <a:spLocks noChangeArrowheads="1"/>
            </p:cNvSpPr>
            <p:nvPr/>
          </p:nvSpPr>
          <p:spPr bwMode="auto">
            <a:xfrm>
              <a:off x="2606" y="2738"/>
              <a:ext cx="103" cy="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900" dirty="0">
                  <a:solidFill>
                    <a:srgbClr val="FF0000"/>
                  </a:solidFill>
                </a:rPr>
                <a:t>●</a:t>
              </a:r>
            </a:p>
          </p:txBody>
        </p:sp>
      </p:grpSp>
      <p:cxnSp>
        <p:nvCxnSpPr>
          <p:cNvPr id="96" name="Straight Connector 3">
            <a:extLst>
              <a:ext uri="{FF2B5EF4-FFF2-40B4-BE49-F238E27FC236}">
                <a16:creationId xmlns:a16="http://schemas.microsoft.com/office/drawing/2014/main" id="{E25E5A3F-44AA-1A5F-65AD-F7FCDAE6A338}"/>
              </a:ext>
            </a:extLst>
          </p:cNvPr>
          <p:cNvCxnSpPr>
            <a:stCxn id="6" idx="2"/>
          </p:cNvCxnSpPr>
          <p:nvPr/>
        </p:nvCxnSpPr>
        <p:spPr>
          <a:xfrm>
            <a:off x="3694219" y="3020952"/>
            <a:ext cx="2290" cy="17097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cxnSp>
      <p:sp>
        <p:nvSpPr>
          <p:cNvPr id="97" name="Smiley Face 1">
            <a:extLst>
              <a:ext uri="{FF2B5EF4-FFF2-40B4-BE49-F238E27FC236}">
                <a16:creationId xmlns:a16="http://schemas.microsoft.com/office/drawing/2014/main" id="{242265FF-EF15-6967-DD6D-4A3BADF06078}"/>
              </a:ext>
            </a:extLst>
          </p:cNvPr>
          <p:cNvSpPr/>
          <p:nvPr/>
        </p:nvSpPr>
        <p:spPr>
          <a:xfrm>
            <a:off x="10909772" y="5917766"/>
            <a:ext cx="397621" cy="397621"/>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8" name="文本框 97">
            <a:extLst>
              <a:ext uri="{FF2B5EF4-FFF2-40B4-BE49-F238E27FC236}">
                <a16:creationId xmlns:a16="http://schemas.microsoft.com/office/drawing/2014/main" id="{52A6C4E5-8496-5B87-EC0A-5FA7CED717CE}"/>
              </a:ext>
            </a:extLst>
          </p:cNvPr>
          <p:cNvSpPr txBox="1"/>
          <p:nvPr/>
        </p:nvSpPr>
        <p:spPr>
          <a:xfrm>
            <a:off x="7468343" y="2177592"/>
            <a:ext cx="3057247" cy="523220"/>
          </a:xfrm>
          <a:prstGeom prst="rect">
            <a:avLst/>
          </a:prstGeom>
          <a:effectLst>
            <a:outerShdw blurRad="50800" dist="38100" dir="5400000" algn="t" rotWithShape="0">
              <a:prstClr val="black">
                <a:alpha val="40000"/>
              </a:prstClr>
            </a:outerShdw>
            <a:reflection blurRad="6350" stA="52000" endA="300" endPos="35000" dir="5400000" sy="-100000" algn="bl" rotWithShape="0"/>
          </a:effectLst>
        </p:spPr>
        <p:style>
          <a:lnRef idx="1">
            <a:schemeClr val="accent4"/>
          </a:lnRef>
          <a:fillRef idx="2">
            <a:schemeClr val="accent4"/>
          </a:fillRef>
          <a:effectRef idx="1">
            <a:schemeClr val="accent4"/>
          </a:effectRef>
          <a:fontRef idx="minor">
            <a:schemeClr val="dk1"/>
          </a:fontRef>
        </p:style>
        <p:txBody>
          <a:bodyPr wrap="none" rtlCol="0">
            <a:spAutoFit/>
          </a:bodyPr>
          <a:lstStyle/>
          <a:p>
            <a:r>
              <a:rPr lang="zh-CN" altLang="en-US" sz="2800" b="1" dirty="0">
                <a:solidFill>
                  <a:srgbClr val="FF0000"/>
                </a:solidFill>
              </a:rPr>
              <a:t>直线与平面的关系</a:t>
            </a:r>
            <a:endParaRPr lang="en-US" sz="2800" b="1" dirty="0">
              <a:solidFill>
                <a:srgbClr val="FF0000"/>
              </a:solidFill>
            </a:endParaRPr>
          </a:p>
        </p:txBody>
      </p:sp>
    </p:spTree>
    <p:extLst>
      <p:ext uri="{BB962C8B-B14F-4D97-AF65-F5344CB8AC3E}">
        <p14:creationId xmlns:p14="http://schemas.microsoft.com/office/powerpoint/2010/main" val="1277699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anim calcmode="lin" valueType="num">
                                      <p:cBhvr additive="base">
                                        <p:cTn id="7" dur="500" fill="hold"/>
                                        <p:tgtEl>
                                          <p:spTgt spid="98"/>
                                        </p:tgtEl>
                                        <p:attrNameLst>
                                          <p:attrName>ppt_x</p:attrName>
                                        </p:attrNameLst>
                                      </p:cBhvr>
                                      <p:tavLst>
                                        <p:tav tm="0">
                                          <p:val>
                                            <p:strVal val="#ppt_x"/>
                                          </p:val>
                                        </p:tav>
                                        <p:tav tm="100000">
                                          <p:val>
                                            <p:strVal val="#ppt_x"/>
                                          </p:val>
                                        </p:tav>
                                      </p:tavLst>
                                    </p:anim>
                                    <p:anim calcmode="lin" valueType="num">
                                      <p:cBhvr additive="base">
                                        <p:cTn id="8" dur="500" fill="hold"/>
                                        <p:tgtEl>
                                          <p:spTgt spid="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83"/>
                                        </p:tgtEl>
                                        <p:attrNameLst>
                                          <p:attrName>style.visibility</p:attrName>
                                        </p:attrNameLst>
                                      </p:cBhvr>
                                      <p:to>
                                        <p:strVal val="visible"/>
                                      </p:to>
                                    </p:set>
                                    <p:animEffect transition="in" filter="box(in)">
                                      <p:cBhvr>
                                        <p:cTn id="13" dur="500"/>
                                        <p:tgtEl>
                                          <p:spTgt spid="8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wipe(left)">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up)">
                                      <p:cBhvr>
                                        <p:cTn id="23" dur="500"/>
                                        <p:tgtEl>
                                          <p:spTgt spid="3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down)">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nodeType="clickEffect">
                                  <p:stCondLst>
                                    <p:cond delay="0"/>
                                  </p:stCondLst>
                                  <p:childTnLst>
                                    <p:set>
                                      <p:cBhvr>
                                        <p:cTn id="37" dur="1" fill="hold">
                                          <p:stCondLst>
                                            <p:cond delay="0"/>
                                          </p:stCondLst>
                                        </p:cTn>
                                        <p:tgtEl>
                                          <p:spTgt spid="34"/>
                                        </p:tgtEl>
                                        <p:attrNameLst>
                                          <p:attrName>style.visibility</p:attrName>
                                        </p:attrNameLst>
                                      </p:cBhvr>
                                      <p:to>
                                        <p:strVal val="visible"/>
                                      </p:to>
                                    </p:set>
                                    <p:anim calcmode="lin" valueType="num">
                                      <p:cBhvr>
                                        <p:cTn id="38" dur="500" fill="hold"/>
                                        <p:tgtEl>
                                          <p:spTgt spid="34"/>
                                        </p:tgtEl>
                                        <p:attrNameLst>
                                          <p:attrName>ppt_w</p:attrName>
                                        </p:attrNameLst>
                                      </p:cBhvr>
                                      <p:tavLst>
                                        <p:tav tm="0">
                                          <p:val>
                                            <p:fltVal val="0"/>
                                          </p:val>
                                        </p:tav>
                                        <p:tav tm="100000">
                                          <p:val>
                                            <p:strVal val="#ppt_w"/>
                                          </p:val>
                                        </p:tav>
                                      </p:tavLst>
                                    </p:anim>
                                    <p:anim calcmode="lin" valueType="num">
                                      <p:cBhvr>
                                        <p:cTn id="39" dur="500" fill="hold"/>
                                        <p:tgtEl>
                                          <p:spTgt spid="34"/>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wipe(up)">
                                      <p:cBhvr>
                                        <p:cTn id="44" dur="500"/>
                                        <p:tgtEl>
                                          <p:spTgt spid="37"/>
                                        </p:tgtEl>
                                      </p:cBhvr>
                                    </p:animEffect>
                                  </p:childTnLst>
                                  <p:subTnLst>
                                    <p:set>
                                      <p:cBhvr override="childStyle">
                                        <p:cTn dur="1" fill="hold" display="0" masterRel="nextClick" afterEffect="1"/>
                                        <p:tgtEl>
                                          <p:spTgt spid="37"/>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93"/>
                                        </p:tgtEl>
                                        <p:attrNameLst>
                                          <p:attrName>style.visibility</p:attrName>
                                        </p:attrNameLst>
                                      </p:cBhvr>
                                      <p:to>
                                        <p:strVal val="visible"/>
                                      </p:to>
                                    </p:set>
                                    <p:anim calcmode="lin" valueType="num">
                                      <p:cBhvr>
                                        <p:cTn id="49" dur="500" fill="hold"/>
                                        <p:tgtEl>
                                          <p:spTgt spid="93"/>
                                        </p:tgtEl>
                                        <p:attrNameLst>
                                          <p:attrName>ppt_w</p:attrName>
                                        </p:attrNameLst>
                                      </p:cBhvr>
                                      <p:tavLst>
                                        <p:tav tm="0">
                                          <p:val>
                                            <p:fltVal val="0"/>
                                          </p:val>
                                        </p:tav>
                                        <p:tav tm="100000">
                                          <p:val>
                                            <p:strVal val="#ppt_w"/>
                                          </p:val>
                                        </p:tav>
                                      </p:tavLst>
                                    </p:anim>
                                    <p:anim calcmode="lin" valueType="num">
                                      <p:cBhvr>
                                        <p:cTn id="50" dur="500" fill="hold"/>
                                        <p:tgtEl>
                                          <p:spTgt spid="93"/>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500"/>
                                        <p:tgtEl>
                                          <p:spTgt spid="2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wipe(up)">
                                      <p:cBhvr>
                                        <p:cTn id="60" dur="500"/>
                                        <p:tgtEl>
                                          <p:spTgt spid="40"/>
                                        </p:tgtEl>
                                      </p:cBhvr>
                                    </p:animEffect>
                                  </p:childTnLst>
                                  <p:subTnLst>
                                    <p:set>
                                      <p:cBhvr override="childStyle">
                                        <p:cTn dur="1" fill="hold" display="0" masterRel="nextClick" afterEffect="1"/>
                                        <p:tgtEl>
                                          <p:spTgt spid="40"/>
                                        </p:tgtEl>
                                        <p:attrNameLst>
                                          <p:attrName>style.visibility</p:attrName>
                                        </p:attrNameLst>
                                      </p:cBhvr>
                                      <p:to>
                                        <p:strVal val="hidden"/>
                                      </p:to>
                                    </p:set>
                                  </p:sub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499"/>
                                          </p:stCondLst>
                                        </p:cTn>
                                        <p:tgtEl>
                                          <p:spTgt spid="4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left)">
                                      <p:cBhvr>
                                        <p:cTn id="69" dur="500"/>
                                        <p:tgtEl>
                                          <p:spTgt spid="2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wipe(up)">
                                      <p:cBhvr>
                                        <p:cTn id="74" dur="500"/>
                                        <p:tgtEl>
                                          <p:spTgt spid="46"/>
                                        </p:tgtEl>
                                      </p:cBhvr>
                                    </p:animEffect>
                                  </p:childTnLst>
                                  <p:subTnLst>
                                    <p:set>
                                      <p:cBhvr override="childStyle">
                                        <p:cTn dur="1" fill="hold" display="0" masterRel="nextClick" afterEffect="1"/>
                                        <p:tgtEl>
                                          <p:spTgt spid="46"/>
                                        </p:tgtEl>
                                        <p:attrNameLst>
                                          <p:attrName>style.visibility</p:attrName>
                                        </p:attrNameLst>
                                      </p:cBhvr>
                                      <p:to>
                                        <p:strVal val="hidden"/>
                                      </p:to>
                                    </p:set>
                                  </p:sub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499"/>
                                          </p:stCondLst>
                                        </p:cTn>
                                        <p:tgtEl>
                                          <p:spTgt spid="4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wipe(left)">
                                      <p:cBhvr>
                                        <p:cTn id="83" dur="500"/>
                                        <p:tgtEl>
                                          <p:spTgt spid="21"/>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grpId="0" nodeType="clickEffect">
                                  <p:stCondLst>
                                    <p:cond delay="0"/>
                                  </p:stCondLst>
                                  <p:childTnLst>
                                    <p:set>
                                      <p:cBhvr>
                                        <p:cTn id="87" dur="1" fill="hold">
                                          <p:stCondLst>
                                            <p:cond delay="0"/>
                                          </p:stCondLst>
                                        </p:cTn>
                                        <p:tgtEl>
                                          <p:spTgt spid="59"/>
                                        </p:tgtEl>
                                        <p:attrNameLst>
                                          <p:attrName>style.visibility</p:attrName>
                                        </p:attrNameLst>
                                      </p:cBhvr>
                                      <p:to>
                                        <p:strVal val="visible"/>
                                      </p:to>
                                    </p:set>
                                    <p:animEffect transition="in" filter="wipe(up)">
                                      <p:cBhvr>
                                        <p:cTn id="88" dur="500"/>
                                        <p:tgtEl>
                                          <p:spTgt spid="59"/>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1" fill="hold" nodeType="clickEffect">
                                  <p:stCondLst>
                                    <p:cond delay="0"/>
                                  </p:stCondLst>
                                  <p:childTnLst>
                                    <p:set>
                                      <p:cBhvr>
                                        <p:cTn id="92" dur="1" fill="hold">
                                          <p:stCondLst>
                                            <p:cond delay="0"/>
                                          </p:stCondLst>
                                        </p:cTn>
                                        <p:tgtEl>
                                          <p:spTgt spid="65"/>
                                        </p:tgtEl>
                                        <p:attrNameLst>
                                          <p:attrName>style.visibility</p:attrName>
                                        </p:attrNameLst>
                                      </p:cBhvr>
                                      <p:to>
                                        <p:strVal val="visible"/>
                                      </p:to>
                                    </p:set>
                                    <p:animEffect transition="in" filter="wipe(up)">
                                      <p:cBhvr>
                                        <p:cTn id="93" dur="500"/>
                                        <p:tgtEl>
                                          <p:spTgt spid="65"/>
                                        </p:tgtEl>
                                      </p:cBhvr>
                                    </p:animEffect>
                                  </p:childTnLst>
                                  <p:subTnLst>
                                    <p:set>
                                      <p:cBhvr override="childStyle">
                                        <p:cTn dur="1" fill="hold" display="0" masterRel="nextClick" afterEffect="1"/>
                                        <p:tgtEl>
                                          <p:spTgt spid="65"/>
                                        </p:tgtEl>
                                        <p:attrNameLst>
                                          <p:attrName>style.visibility</p:attrName>
                                        </p:attrNameLst>
                                      </p:cBhvr>
                                      <p:to>
                                        <p:strVal val="hidden"/>
                                      </p:to>
                                    </p:set>
                                  </p:subTnLst>
                                </p:cTn>
                              </p:par>
                            </p:childTnLst>
                          </p:cTn>
                        </p:par>
                        <p:par>
                          <p:cTn id="94" fill="hold">
                            <p:stCondLst>
                              <p:cond delay="500"/>
                            </p:stCondLst>
                            <p:childTnLst>
                              <p:par>
                                <p:cTn id="95" presetID="23" presetClass="entr" presetSubtype="32" fill="hold" grpId="0" nodeType="afterEffect">
                                  <p:stCondLst>
                                    <p:cond delay="0"/>
                                  </p:stCondLst>
                                  <p:childTnLst>
                                    <p:set>
                                      <p:cBhvr>
                                        <p:cTn id="96" dur="1" fill="hold">
                                          <p:stCondLst>
                                            <p:cond delay="0"/>
                                          </p:stCondLst>
                                        </p:cTn>
                                        <p:tgtEl>
                                          <p:spTgt spid="82"/>
                                        </p:tgtEl>
                                        <p:attrNameLst>
                                          <p:attrName>style.visibility</p:attrName>
                                        </p:attrNameLst>
                                      </p:cBhvr>
                                      <p:to>
                                        <p:strVal val="visible"/>
                                      </p:to>
                                    </p:set>
                                    <p:anim calcmode="lin" valueType="num">
                                      <p:cBhvr>
                                        <p:cTn id="97" dur="500" fill="hold"/>
                                        <p:tgtEl>
                                          <p:spTgt spid="82"/>
                                        </p:tgtEl>
                                        <p:attrNameLst>
                                          <p:attrName>ppt_w</p:attrName>
                                        </p:attrNameLst>
                                      </p:cBhvr>
                                      <p:tavLst>
                                        <p:tav tm="0">
                                          <p:val>
                                            <p:strVal val="4*#ppt_w"/>
                                          </p:val>
                                        </p:tav>
                                        <p:tav tm="100000">
                                          <p:val>
                                            <p:strVal val="#ppt_w"/>
                                          </p:val>
                                        </p:tav>
                                      </p:tavLst>
                                    </p:anim>
                                    <p:anim calcmode="lin" valueType="num">
                                      <p:cBhvr>
                                        <p:cTn id="98" dur="500" fill="hold"/>
                                        <p:tgtEl>
                                          <p:spTgt spid="82"/>
                                        </p:tgtEl>
                                        <p:attrNameLst>
                                          <p:attrName>ppt_h</p:attrName>
                                        </p:attrNameLst>
                                      </p:cBhvr>
                                      <p:tavLst>
                                        <p:tav tm="0">
                                          <p:val>
                                            <p:strVal val="4*#ppt_h"/>
                                          </p:val>
                                        </p:tav>
                                        <p:tav tm="100000">
                                          <p:val>
                                            <p:strVal val="#ppt_h"/>
                                          </p:val>
                                        </p:tav>
                                      </p:tavLst>
                                    </p:anim>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60"/>
                                        </p:tgtEl>
                                        <p:attrNameLst>
                                          <p:attrName>style.visibility</p:attrName>
                                        </p:attrNameLst>
                                      </p:cBhvr>
                                      <p:to>
                                        <p:strVal val="visible"/>
                                      </p:to>
                                    </p:set>
                                    <p:animEffect transition="in" filter="wipe(left)">
                                      <p:cBhvr>
                                        <p:cTn id="103" dur="500"/>
                                        <p:tgtEl>
                                          <p:spTgt spid="60"/>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61"/>
                                        </p:tgtEl>
                                        <p:attrNameLst>
                                          <p:attrName>style.visibility</p:attrName>
                                        </p:attrNameLst>
                                      </p:cBhvr>
                                      <p:to>
                                        <p:strVal val="visible"/>
                                      </p:to>
                                    </p:set>
                                    <p:animEffect transition="in" filter="wipe(up)">
                                      <p:cBhvr>
                                        <p:cTn id="108" dur="500"/>
                                        <p:tgtEl>
                                          <p:spTgt spid="61"/>
                                        </p:tgtEl>
                                      </p:cBhvr>
                                    </p:animEffect>
                                  </p:childTnLst>
                                  <p:subTnLst>
                                    <p:set>
                                      <p:cBhvr override="childStyle">
                                        <p:cTn dur="1" fill="hold" display="0" masterRel="nextClick" afterEffect="1"/>
                                        <p:tgtEl>
                                          <p:spTgt spid="61"/>
                                        </p:tgtEl>
                                        <p:attrNameLst>
                                          <p:attrName>style.visibility</p:attrName>
                                        </p:attrNameLst>
                                      </p:cBhvr>
                                      <p:to>
                                        <p:strVal val="hidden"/>
                                      </p:to>
                                    </p:set>
                                  </p:subTnLst>
                                </p:cTn>
                              </p:par>
                            </p:childTnLst>
                          </p:cTn>
                        </p:par>
                        <p:par>
                          <p:cTn id="109" fill="hold">
                            <p:stCondLst>
                              <p:cond delay="500"/>
                            </p:stCondLst>
                            <p:childTnLst>
                              <p:par>
                                <p:cTn id="110" presetID="23" presetClass="entr" presetSubtype="32" fill="hold" grpId="0" nodeType="afterEffect">
                                  <p:stCondLst>
                                    <p:cond delay="0"/>
                                  </p:stCondLst>
                                  <p:childTnLst>
                                    <p:set>
                                      <p:cBhvr>
                                        <p:cTn id="111" dur="1" fill="hold">
                                          <p:stCondLst>
                                            <p:cond delay="0"/>
                                          </p:stCondLst>
                                        </p:cTn>
                                        <p:tgtEl>
                                          <p:spTgt spid="80"/>
                                        </p:tgtEl>
                                        <p:attrNameLst>
                                          <p:attrName>style.visibility</p:attrName>
                                        </p:attrNameLst>
                                      </p:cBhvr>
                                      <p:to>
                                        <p:strVal val="visible"/>
                                      </p:to>
                                    </p:set>
                                    <p:anim calcmode="lin" valueType="num">
                                      <p:cBhvr>
                                        <p:cTn id="112" dur="500" fill="hold"/>
                                        <p:tgtEl>
                                          <p:spTgt spid="80"/>
                                        </p:tgtEl>
                                        <p:attrNameLst>
                                          <p:attrName>ppt_w</p:attrName>
                                        </p:attrNameLst>
                                      </p:cBhvr>
                                      <p:tavLst>
                                        <p:tav tm="0">
                                          <p:val>
                                            <p:strVal val="4*#ppt_w"/>
                                          </p:val>
                                        </p:tav>
                                        <p:tav tm="100000">
                                          <p:val>
                                            <p:strVal val="#ppt_w"/>
                                          </p:val>
                                        </p:tav>
                                      </p:tavLst>
                                    </p:anim>
                                    <p:anim calcmode="lin" valueType="num">
                                      <p:cBhvr>
                                        <p:cTn id="113" dur="500" fill="hold"/>
                                        <p:tgtEl>
                                          <p:spTgt spid="80"/>
                                        </p:tgtEl>
                                        <p:attrNameLst>
                                          <p:attrName>ppt_h</p:attrName>
                                        </p:attrNameLst>
                                      </p:cBhvr>
                                      <p:tavLst>
                                        <p:tav tm="0">
                                          <p:val>
                                            <p:strVal val="4*#ppt_h"/>
                                          </p:val>
                                        </p:tav>
                                        <p:tav tm="100000">
                                          <p:val>
                                            <p:strVal val="#ppt_h"/>
                                          </p:val>
                                        </p:tav>
                                      </p:tavLst>
                                    </p:anim>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grpId="0" nodeType="clickEffect">
                                  <p:stCondLst>
                                    <p:cond delay="0"/>
                                  </p:stCondLst>
                                  <p:childTnLst>
                                    <p:set>
                                      <p:cBhvr>
                                        <p:cTn id="117" dur="1" fill="hold">
                                          <p:stCondLst>
                                            <p:cond delay="0"/>
                                          </p:stCondLst>
                                        </p:cTn>
                                        <p:tgtEl>
                                          <p:spTgt spid="64"/>
                                        </p:tgtEl>
                                        <p:attrNameLst>
                                          <p:attrName>style.visibility</p:attrName>
                                        </p:attrNameLst>
                                      </p:cBhvr>
                                      <p:to>
                                        <p:strVal val="visible"/>
                                      </p:to>
                                    </p:set>
                                    <p:animEffect transition="in" filter="wipe(up)">
                                      <p:cBhvr>
                                        <p:cTn id="118" dur="500"/>
                                        <p:tgtEl>
                                          <p:spTgt spid="64"/>
                                        </p:tgtEl>
                                      </p:cBhvr>
                                    </p:animEffect>
                                  </p:childTnLst>
                                </p:cTn>
                              </p:par>
                            </p:childTnLst>
                          </p:cTn>
                        </p:par>
                      </p:childTnLst>
                    </p:cTn>
                  </p:par>
                  <p:par>
                    <p:cTn id="119" fill="hold">
                      <p:stCondLst>
                        <p:cond delay="indefinite"/>
                      </p:stCondLst>
                      <p:childTnLst>
                        <p:par>
                          <p:cTn id="120" fill="hold">
                            <p:stCondLst>
                              <p:cond delay="0"/>
                            </p:stCondLst>
                            <p:childTnLst>
                              <p:par>
                                <p:cTn id="121" presetID="23" presetClass="entr" presetSubtype="16" fill="hold" nodeType="clickEffect">
                                  <p:stCondLst>
                                    <p:cond delay="0"/>
                                  </p:stCondLst>
                                  <p:childTnLst>
                                    <p:set>
                                      <p:cBhvr>
                                        <p:cTn id="122" dur="1" fill="hold">
                                          <p:stCondLst>
                                            <p:cond delay="0"/>
                                          </p:stCondLst>
                                        </p:cTn>
                                        <p:tgtEl>
                                          <p:spTgt spid="84"/>
                                        </p:tgtEl>
                                        <p:attrNameLst>
                                          <p:attrName>style.visibility</p:attrName>
                                        </p:attrNameLst>
                                      </p:cBhvr>
                                      <p:to>
                                        <p:strVal val="visible"/>
                                      </p:to>
                                    </p:set>
                                    <p:anim calcmode="lin" valueType="num">
                                      <p:cBhvr>
                                        <p:cTn id="123" dur="500" fill="hold"/>
                                        <p:tgtEl>
                                          <p:spTgt spid="84"/>
                                        </p:tgtEl>
                                        <p:attrNameLst>
                                          <p:attrName>ppt_w</p:attrName>
                                        </p:attrNameLst>
                                      </p:cBhvr>
                                      <p:tavLst>
                                        <p:tav tm="0">
                                          <p:val>
                                            <p:fltVal val="0"/>
                                          </p:val>
                                        </p:tav>
                                        <p:tav tm="100000">
                                          <p:val>
                                            <p:strVal val="#ppt_w"/>
                                          </p:val>
                                        </p:tav>
                                      </p:tavLst>
                                    </p:anim>
                                    <p:anim calcmode="lin" valueType="num">
                                      <p:cBhvr>
                                        <p:cTn id="124" dur="500" fill="hold"/>
                                        <p:tgtEl>
                                          <p:spTgt spid="84"/>
                                        </p:tgtEl>
                                        <p:attrNameLst>
                                          <p:attrName>ppt_h</p:attrName>
                                        </p:attrNameLst>
                                      </p:cBhvr>
                                      <p:tavLst>
                                        <p:tav tm="0">
                                          <p:val>
                                            <p:fltVal val="0"/>
                                          </p:val>
                                        </p:tav>
                                        <p:tav tm="100000">
                                          <p:val>
                                            <p:strVal val="#ppt_h"/>
                                          </p:val>
                                        </p:tav>
                                      </p:tavLst>
                                    </p:anim>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grpId="0" nodeType="clickEffect">
                                  <p:stCondLst>
                                    <p:cond delay="0"/>
                                  </p:stCondLst>
                                  <p:childTnLst>
                                    <p:set>
                                      <p:cBhvr>
                                        <p:cTn id="128" dur="1" fill="hold">
                                          <p:stCondLst>
                                            <p:cond delay="0"/>
                                          </p:stCondLst>
                                        </p:cTn>
                                        <p:tgtEl>
                                          <p:spTgt spid="69"/>
                                        </p:tgtEl>
                                        <p:attrNameLst>
                                          <p:attrName>style.visibility</p:attrName>
                                        </p:attrNameLst>
                                      </p:cBhvr>
                                      <p:to>
                                        <p:strVal val="visible"/>
                                      </p:to>
                                    </p:set>
                                    <p:animEffect transition="in" filter="wipe(down)">
                                      <p:cBhvr>
                                        <p:cTn id="129" dur="500"/>
                                        <p:tgtEl>
                                          <p:spTgt spid="69"/>
                                        </p:tgtEl>
                                      </p:cBhvr>
                                    </p:animEffect>
                                  </p:childTnLst>
                                </p:cTn>
                              </p:par>
                            </p:childTnLst>
                          </p:cTn>
                        </p:par>
                      </p:childTnLst>
                    </p:cTn>
                  </p:par>
                  <p:par>
                    <p:cTn id="130" fill="hold">
                      <p:stCondLst>
                        <p:cond delay="indefinite"/>
                      </p:stCondLst>
                      <p:childTnLst>
                        <p:par>
                          <p:cTn id="131" fill="hold">
                            <p:stCondLst>
                              <p:cond delay="0"/>
                            </p:stCondLst>
                            <p:childTnLst>
                              <p:par>
                                <p:cTn id="132" presetID="23" presetClass="entr" presetSubtype="16" fill="hold" nodeType="clickEffect">
                                  <p:stCondLst>
                                    <p:cond delay="0"/>
                                  </p:stCondLst>
                                  <p:childTnLst>
                                    <p:set>
                                      <p:cBhvr>
                                        <p:cTn id="133" dur="1" fill="hold">
                                          <p:stCondLst>
                                            <p:cond delay="0"/>
                                          </p:stCondLst>
                                        </p:cTn>
                                        <p:tgtEl>
                                          <p:spTgt spid="87"/>
                                        </p:tgtEl>
                                        <p:attrNameLst>
                                          <p:attrName>style.visibility</p:attrName>
                                        </p:attrNameLst>
                                      </p:cBhvr>
                                      <p:to>
                                        <p:strVal val="visible"/>
                                      </p:to>
                                    </p:set>
                                    <p:anim calcmode="lin" valueType="num">
                                      <p:cBhvr>
                                        <p:cTn id="134" dur="500" fill="hold"/>
                                        <p:tgtEl>
                                          <p:spTgt spid="87"/>
                                        </p:tgtEl>
                                        <p:attrNameLst>
                                          <p:attrName>ppt_w</p:attrName>
                                        </p:attrNameLst>
                                      </p:cBhvr>
                                      <p:tavLst>
                                        <p:tav tm="0">
                                          <p:val>
                                            <p:fltVal val="0"/>
                                          </p:val>
                                        </p:tav>
                                        <p:tav tm="100000">
                                          <p:val>
                                            <p:strVal val="#ppt_w"/>
                                          </p:val>
                                        </p:tav>
                                      </p:tavLst>
                                    </p:anim>
                                    <p:anim calcmode="lin" valueType="num">
                                      <p:cBhvr>
                                        <p:cTn id="135" dur="500" fill="hold"/>
                                        <p:tgtEl>
                                          <p:spTgt spid="87"/>
                                        </p:tgtEl>
                                        <p:attrNameLst>
                                          <p:attrName>ppt_h</p:attrName>
                                        </p:attrNameLst>
                                      </p:cBhvr>
                                      <p:tavLst>
                                        <p:tav tm="0">
                                          <p:val>
                                            <p:fltVal val="0"/>
                                          </p:val>
                                        </p:tav>
                                        <p:tav tm="100000">
                                          <p:val>
                                            <p:strVal val="#ppt_h"/>
                                          </p:val>
                                        </p:tav>
                                      </p:tavLst>
                                    </p:anim>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70"/>
                                        </p:tgtEl>
                                        <p:attrNameLst>
                                          <p:attrName>style.visibility</p:attrName>
                                        </p:attrNameLst>
                                      </p:cBhvr>
                                      <p:to>
                                        <p:strVal val="visible"/>
                                      </p:to>
                                    </p:set>
                                    <p:animEffect transition="in" filter="wipe(down)">
                                      <p:cBhvr>
                                        <p:cTn id="140" dur="500"/>
                                        <p:tgtEl>
                                          <p:spTgt spid="70"/>
                                        </p:tgtEl>
                                      </p:cBhvr>
                                    </p:animEffect>
                                  </p:childTnLst>
                                </p:cTn>
                              </p:par>
                            </p:childTnLst>
                          </p:cTn>
                        </p:par>
                      </p:childTnLst>
                    </p:cTn>
                  </p:par>
                  <p:par>
                    <p:cTn id="141" fill="hold">
                      <p:stCondLst>
                        <p:cond delay="indefinite"/>
                      </p:stCondLst>
                      <p:childTnLst>
                        <p:par>
                          <p:cTn id="142" fill="hold">
                            <p:stCondLst>
                              <p:cond delay="0"/>
                            </p:stCondLst>
                            <p:childTnLst>
                              <p:par>
                                <p:cTn id="143" presetID="23" presetClass="entr" presetSubtype="16" fill="hold" nodeType="clickEffect">
                                  <p:stCondLst>
                                    <p:cond delay="0"/>
                                  </p:stCondLst>
                                  <p:childTnLst>
                                    <p:set>
                                      <p:cBhvr>
                                        <p:cTn id="144" dur="1" fill="hold">
                                          <p:stCondLst>
                                            <p:cond delay="0"/>
                                          </p:stCondLst>
                                        </p:cTn>
                                        <p:tgtEl>
                                          <p:spTgt spid="90"/>
                                        </p:tgtEl>
                                        <p:attrNameLst>
                                          <p:attrName>style.visibility</p:attrName>
                                        </p:attrNameLst>
                                      </p:cBhvr>
                                      <p:to>
                                        <p:strVal val="visible"/>
                                      </p:to>
                                    </p:set>
                                    <p:anim calcmode="lin" valueType="num">
                                      <p:cBhvr>
                                        <p:cTn id="145" dur="500" fill="hold"/>
                                        <p:tgtEl>
                                          <p:spTgt spid="90"/>
                                        </p:tgtEl>
                                        <p:attrNameLst>
                                          <p:attrName>ppt_w</p:attrName>
                                        </p:attrNameLst>
                                      </p:cBhvr>
                                      <p:tavLst>
                                        <p:tav tm="0">
                                          <p:val>
                                            <p:fltVal val="0"/>
                                          </p:val>
                                        </p:tav>
                                        <p:tav tm="100000">
                                          <p:val>
                                            <p:strVal val="#ppt_w"/>
                                          </p:val>
                                        </p:tav>
                                      </p:tavLst>
                                    </p:anim>
                                    <p:anim calcmode="lin" valueType="num">
                                      <p:cBhvr>
                                        <p:cTn id="146" dur="500" fill="hold"/>
                                        <p:tgtEl>
                                          <p:spTgt spid="90"/>
                                        </p:tgtEl>
                                        <p:attrNameLst>
                                          <p:attrName>ppt_h</p:attrName>
                                        </p:attrNameLst>
                                      </p:cBhvr>
                                      <p:tavLst>
                                        <p:tav tm="0">
                                          <p:val>
                                            <p:fltVal val="0"/>
                                          </p:val>
                                        </p:tav>
                                        <p:tav tm="100000">
                                          <p:val>
                                            <p:strVal val="#ppt_h"/>
                                          </p:val>
                                        </p:tav>
                                      </p:tavLst>
                                    </p:anim>
                                  </p:childTnLst>
                                </p:cTn>
                              </p:par>
                            </p:childTnLst>
                          </p:cTn>
                        </p:par>
                      </p:childTnLst>
                    </p:cTn>
                  </p:par>
                  <p:par>
                    <p:cTn id="147" fill="hold">
                      <p:stCondLst>
                        <p:cond delay="indefinite"/>
                      </p:stCondLst>
                      <p:childTnLst>
                        <p:par>
                          <p:cTn id="148" fill="hold">
                            <p:stCondLst>
                              <p:cond delay="0"/>
                            </p:stCondLst>
                            <p:childTnLst>
                              <p:par>
                                <p:cTn id="149" presetID="3" presetClass="entr" presetSubtype="10" fill="hold" grpId="0" nodeType="clickEffect">
                                  <p:stCondLst>
                                    <p:cond delay="0"/>
                                  </p:stCondLst>
                                  <p:childTnLst>
                                    <p:set>
                                      <p:cBhvr>
                                        <p:cTn id="150" dur="1" fill="hold">
                                          <p:stCondLst>
                                            <p:cond delay="0"/>
                                          </p:stCondLst>
                                        </p:cTn>
                                        <p:tgtEl>
                                          <p:spTgt spid="81"/>
                                        </p:tgtEl>
                                        <p:attrNameLst>
                                          <p:attrName>style.visibility</p:attrName>
                                        </p:attrNameLst>
                                      </p:cBhvr>
                                      <p:to>
                                        <p:strVal val="visible"/>
                                      </p:to>
                                    </p:set>
                                    <p:animEffect transition="in" filter="blinds(horizontal)">
                                      <p:cBhvr>
                                        <p:cTn id="151" dur="500"/>
                                        <p:tgtEl>
                                          <p:spTgt spid="81"/>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4" fill="hold" grpId="0" nodeType="clickEffect">
                                  <p:stCondLst>
                                    <p:cond delay="0"/>
                                  </p:stCondLst>
                                  <p:childTnLst>
                                    <p:set>
                                      <p:cBhvr>
                                        <p:cTn id="155" dur="1" fill="hold">
                                          <p:stCondLst>
                                            <p:cond delay="0"/>
                                          </p:stCondLst>
                                        </p:cTn>
                                        <p:tgtEl>
                                          <p:spTgt spid="71"/>
                                        </p:tgtEl>
                                        <p:attrNameLst>
                                          <p:attrName>style.visibility</p:attrName>
                                        </p:attrNameLst>
                                      </p:cBhvr>
                                      <p:to>
                                        <p:strVal val="visible"/>
                                      </p:to>
                                    </p:set>
                                    <p:animEffect transition="in" filter="wipe(down)">
                                      <p:cBhvr>
                                        <p:cTn id="156" dur="500"/>
                                        <p:tgtEl>
                                          <p:spTgt spid="71"/>
                                        </p:tgtEl>
                                      </p:cBhvr>
                                    </p:animEffect>
                                  </p:childTnLst>
                                </p:cTn>
                              </p:par>
                            </p:childTnLst>
                          </p:cTn>
                        </p:par>
                        <p:par>
                          <p:cTn id="157" fill="hold">
                            <p:stCondLst>
                              <p:cond delay="500"/>
                            </p:stCondLst>
                            <p:childTnLst>
                              <p:par>
                                <p:cTn id="158" presetID="22" presetClass="entr" presetSubtype="4" fill="hold" grpId="0" nodeType="afterEffect">
                                  <p:stCondLst>
                                    <p:cond delay="0"/>
                                  </p:stCondLst>
                                  <p:childTnLst>
                                    <p:set>
                                      <p:cBhvr>
                                        <p:cTn id="159" dur="1" fill="hold">
                                          <p:stCondLst>
                                            <p:cond delay="0"/>
                                          </p:stCondLst>
                                        </p:cTn>
                                        <p:tgtEl>
                                          <p:spTgt spid="72"/>
                                        </p:tgtEl>
                                        <p:attrNameLst>
                                          <p:attrName>style.visibility</p:attrName>
                                        </p:attrNameLst>
                                      </p:cBhvr>
                                      <p:to>
                                        <p:strVal val="visible"/>
                                      </p:to>
                                    </p:set>
                                    <p:animEffect transition="in" filter="wipe(down)">
                                      <p:cBhvr>
                                        <p:cTn id="160" dur="500"/>
                                        <p:tgtEl>
                                          <p:spTgt spid="72"/>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1" fill="hold" grpId="0" nodeType="clickEffect">
                                  <p:stCondLst>
                                    <p:cond delay="0"/>
                                  </p:stCondLst>
                                  <p:childTnLst>
                                    <p:set>
                                      <p:cBhvr>
                                        <p:cTn id="164" dur="1" fill="hold">
                                          <p:stCondLst>
                                            <p:cond delay="0"/>
                                          </p:stCondLst>
                                        </p:cTn>
                                        <p:tgtEl>
                                          <p:spTgt spid="73"/>
                                        </p:tgtEl>
                                        <p:attrNameLst>
                                          <p:attrName>style.visibility</p:attrName>
                                        </p:attrNameLst>
                                      </p:cBhvr>
                                      <p:to>
                                        <p:strVal val="visible"/>
                                      </p:to>
                                    </p:set>
                                    <p:animEffect transition="in" filter="wipe(up)">
                                      <p:cBhvr>
                                        <p:cTn id="165" dur="500"/>
                                        <p:tgtEl>
                                          <p:spTgt spid="73"/>
                                        </p:tgtEl>
                                      </p:cBhvr>
                                    </p:animEffect>
                                  </p:childTnLst>
                                </p:cTn>
                              </p:par>
                            </p:childTnLst>
                          </p:cTn>
                        </p:par>
                        <p:par>
                          <p:cTn id="166" fill="hold">
                            <p:stCondLst>
                              <p:cond delay="500"/>
                            </p:stCondLst>
                            <p:childTnLst>
                              <p:par>
                                <p:cTn id="167" presetID="22" presetClass="entr" presetSubtype="1" fill="hold" grpId="0" nodeType="afterEffect">
                                  <p:stCondLst>
                                    <p:cond delay="0"/>
                                  </p:stCondLst>
                                  <p:childTnLst>
                                    <p:set>
                                      <p:cBhvr>
                                        <p:cTn id="168" dur="1" fill="hold">
                                          <p:stCondLst>
                                            <p:cond delay="0"/>
                                          </p:stCondLst>
                                        </p:cTn>
                                        <p:tgtEl>
                                          <p:spTgt spid="74"/>
                                        </p:tgtEl>
                                        <p:attrNameLst>
                                          <p:attrName>style.visibility</p:attrName>
                                        </p:attrNameLst>
                                      </p:cBhvr>
                                      <p:to>
                                        <p:strVal val="visible"/>
                                      </p:to>
                                    </p:set>
                                    <p:animEffect transition="in" filter="wipe(up)">
                                      <p:cBhvr>
                                        <p:cTn id="169" dur="500"/>
                                        <p:tgtEl>
                                          <p:spTgt spid="74"/>
                                        </p:tgtEl>
                                      </p:cBhvr>
                                    </p:animEffec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grpId="0" nodeType="clickEffect">
                                  <p:stCondLst>
                                    <p:cond delay="0"/>
                                  </p:stCondLst>
                                  <p:childTnLst>
                                    <p:set>
                                      <p:cBhvr>
                                        <p:cTn id="173"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59" grpId="0" animBg="1"/>
      <p:bldP spid="60" grpId="0" animBg="1"/>
      <p:bldP spid="64" grpId="0" animBg="1"/>
      <p:bldP spid="69" grpId="0" animBg="1"/>
      <p:bldP spid="70" grpId="0" animBg="1"/>
      <p:bldP spid="71" grpId="0" animBg="1"/>
      <p:bldP spid="72" grpId="0" animBg="1"/>
      <p:bldP spid="73" grpId="0" animBg="1"/>
      <p:bldP spid="74" grpId="0" animBg="1"/>
      <p:bldP spid="80" grpId="0" autoUpdateAnimBg="0"/>
      <p:bldP spid="81" grpId="0"/>
      <p:bldP spid="82" grpId="0" autoUpdateAnimBg="0"/>
      <p:bldP spid="83" grpId="0"/>
      <p:bldP spid="97" grpId="0" animBg="1"/>
      <p:bldP spid="9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5D24C20-F22D-5630-7E6A-1A5607F92C21}"/>
              </a:ext>
            </a:extLst>
          </p:cNvPr>
          <p:cNvSpPr>
            <a:spLocks noGrp="1"/>
          </p:cNvSpPr>
          <p:nvPr>
            <p:ph type="dt" sz="half" idx="10"/>
          </p:nvPr>
        </p:nvSpPr>
        <p:spPr/>
        <p:txBody>
          <a:bodyPr/>
          <a:lstStyle/>
          <a:p>
            <a:fld id="{D8515367-C3C0-7B4E-A2D2-FBED10F7F8F3}" type="datetime1">
              <a:rPr lang="en-US" altLang="zh-CN" smtClean="0"/>
              <a:t>10/14/25</a:t>
            </a:fld>
            <a:endParaRPr lang="en-US"/>
          </a:p>
        </p:txBody>
      </p:sp>
      <p:sp>
        <p:nvSpPr>
          <p:cNvPr id="3" name="页脚占位符 2">
            <a:extLst>
              <a:ext uri="{FF2B5EF4-FFF2-40B4-BE49-F238E27FC236}">
                <a16:creationId xmlns:a16="http://schemas.microsoft.com/office/drawing/2014/main" id="{23244047-35BC-4893-2C08-313CD5F45983}"/>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4" name="灯片编号占位符 3">
            <a:extLst>
              <a:ext uri="{FF2B5EF4-FFF2-40B4-BE49-F238E27FC236}">
                <a16:creationId xmlns:a16="http://schemas.microsoft.com/office/drawing/2014/main" id="{5813D930-D0A6-F4FF-4D34-A81974FA2E87}"/>
              </a:ext>
            </a:extLst>
          </p:cNvPr>
          <p:cNvSpPr>
            <a:spLocks noGrp="1"/>
          </p:cNvSpPr>
          <p:nvPr>
            <p:ph type="sldNum" sz="quarter" idx="12"/>
          </p:nvPr>
        </p:nvSpPr>
        <p:spPr/>
        <p:txBody>
          <a:bodyPr/>
          <a:lstStyle/>
          <a:p>
            <a:fld id="{558F952B-8205-4A3F-8B8C-DB9DCBA03AAE}" type="slidenum">
              <a:rPr lang="en-US" smtClean="0"/>
              <a:t>27</a:t>
            </a:fld>
            <a:endParaRPr lang="en-US"/>
          </a:p>
        </p:txBody>
      </p:sp>
      <p:grpSp>
        <p:nvGrpSpPr>
          <p:cNvPr id="5" name="Group 2">
            <a:extLst>
              <a:ext uri="{FF2B5EF4-FFF2-40B4-BE49-F238E27FC236}">
                <a16:creationId xmlns:a16="http://schemas.microsoft.com/office/drawing/2014/main" id="{8CF7EB7D-7F11-37F3-51A9-BA3D1BE9237A}"/>
              </a:ext>
            </a:extLst>
          </p:cNvPr>
          <p:cNvGrpSpPr>
            <a:grpSpLocks/>
          </p:cNvGrpSpPr>
          <p:nvPr/>
        </p:nvGrpSpPr>
        <p:grpSpPr bwMode="auto">
          <a:xfrm>
            <a:off x="2013069" y="1809617"/>
            <a:ext cx="6116638" cy="4808538"/>
            <a:chOff x="1296" y="1344"/>
            <a:chExt cx="3569" cy="2805"/>
          </a:xfrm>
        </p:grpSpPr>
        <p:grpSp>
          <p:nvGrpSpPr>
            <p:cNvPr id="6" name="Group 3">
              <a:extLst>
                <a:ext uri="{FF2B5EF4-FFF2-40B4-BE49-F238E27FC236}">
                  <a16:creationId xmlns:a16="http://schemas.microsoft.com/office/drawing/2014/main" id="{20D729FA-6C86-3CA5-7C54-76C46849A2CE}"/>
                </a:ext>
              </a:extLst>
            </p:cNvPr>
            <p:cNvGrpSpPr>
              <a:grpSpLocks/>
            </p:cNvGrpSpPr>
            <p:nvPr/>
          </p:nvGrpSpPr>
          <p:grpSpPr bwMode="auto">
            <a:xfrm>
              <a:off x="1296" y="1344"/>
              <a:ext cx="2286" cy="2805"/>
              <a:chOff x="1296" y="1344"/>
              <a:chExt cx="2286" cy="2805"/>
            </a:xfrm>
          </p:grpSpPr>
          <p:sp>
            <p:nvSpPr>
              <p:cNvPr id="10" name="Text Box 4">
                <a:extLst>
                  <a:ext uri="{FF2B5EF4-FFF2-40B4-BE49-F238E27FC236}">
                    <a16:creationId xmlns:a16="http://schemas.microsoft.com/office/drawing/2014/main" id="{EEDA4912-231C-2007-91B1-B5F9B2213FF7}"/>
                  </a:ext>
                </a:extLst>
              </p:cNvPr>
              <p:cNvSpPr txBox="1">
                <a:spLocks noChangeArrowheads="1"/>
              </p:cNvSpPr>
              <p:nvPr/>
            </p:nvSpPr>
            <p:spPr bwMode="auto">
              <a:xfrm>
                <a:off x="1392" y="2256"/>
                <a:ext cx="437" cy="2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i="1"/>
                  <a:t>a</a:t>
                </a:r>
                <a:r>
                  <a:rPr lang="en-US" altLang="zh-CN" i="1">
                    <a:sym typeface="Symbol" charset="2"/>
                  </a:rPr>
                  <a:t></a:t>
                </a:r>
                <a:endParaRPr lang="en-US" altLang="zh-CN" i="1"/>
              </a:p>
            </p:txBody>
          </p:sp>
          <p:sp>
            <p:nvSpPr>
              <p:cNvPr id="11" name="Text Box 5">
                <a:extLst>
                  <a:ext uri="{FF2B5EF4-FFF2-40B4-BE49-F238E27FC236}">
                    <a16:creationId xmlns:a16="http://schemas.microsoft.com/office/drawing/2014/main" id="{D3726A33-4660-4705-19A8-5C2D2D43691F}"/>
                  </a:ext>
                </a:extLst>
              </p:cNvPr>
              <p:cNvSpPr txBox="1">
                <a:spLocks noChangeArrowheads="1"/>
              </p:cNvSpPr>
              <p:nvPr/>
            </p:nvSpPr>
            <p:spPr bwMode="auto">
              <a:xfrm>
                <a:off x="3023" y="2400"/>
                <a:ext cx="546"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i="1"/>
                  <a:t> c</a:t>
                </a:r>
                <a:r>
                  <a:rPr lang="en-US" altLang="zh-CN" i="1">
                    <a:sym typeface="Symbol" charset="2"/>
                  </a:rPr>
                  <a:t></a:t>
                </a:r>
                <a:endParaRPr lang="en-US" altLang="zh-CN" i="1"/>
              </a:p>
            </p:txBody>
          </p:sp>
          <p:sp>
            <p:nvSpPr>
              <p:cNvPr id="12" name="Line 6">
                <a:extLst>
                  <a:ext uri="{FF2B5EF4-FFF2-40B4-BE49-F238E27FC236}">
                    <a16:creationId xmlns:a16="http://schemas.microsoft.com/office/drawing/2014/main" id="{C7EA2FA1-749A-4573-F8FF-DE1C9EA92CBD}"/>
                  </a:ext>
                </a:extLst>
              </p:cNvPr>
              <p:cNvSpPr>
                <a:spLocks noChangeShapeType="1"/>
              </p:cNvSpPr>
              <p:nvPr/>
            </p:nvSpPr>
            <p:spPr bwMode="auto">
              <a:xfrm>
                <a:off x="1296" y="2928"/>
                <a:ext cx="224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Freeform 7">
                <a:extLst>
                  <a:ext uri="{FF2B5EF4-FFF2-40B4-BE49-F238E27FC236}">
                    <a16:creationId xmlns:a16="http://schemas.microsoft.com/office/drawing/2014/main" id="{9D06D639-F474-0AE3-C2A3-054DFED31BCE}"/>
                  </a:ext>
                </a:extLst>
              </p:cNvPr>
              <p:cNvSpPr>
                <a:spLocks/>
              </p:cNvSpPr>
              <p:nvPr/>
            </p:nvSpPr>
            <p:spPr bwMode="auto">
              <a:xfrm>
                <a:off x="1632" y="1569"/>
                <a:ext cx="1427" cy="920"/>
              </a:xfrm>
              <a:custGeom>
                <a:avLst/>
                <a:gdLst>
                  <a:gd name="T0" fmla="*/ 0 w 672"/>
                  <a:gd name="T1" fmla="*/ 592 h 624"/>
                  <a:gd name="T2" fmla="*/ 672 w 672"/>
                  <a:gd name="T3" fmla="*/ 624 h 624"/>
                  <a:gd name="T4" fmla="*/ 480 w 672"/>
                  <a:gd name="T5" fmla="*/ 0 h 624"/>
                  <a:gd name="T6" fmla="*/ 0 w 672"/>
                  <a:gd name="T7" fmla="*/ 592 h 624"/>
                </a:gdLst>
                <a:ahLst/>
                <a:cxnLst>
                  <a:cxn ang="0">
                    <a:pos x="T0" y="T1"/>
                  </a:cxn>
                  <a:cxn ang="0">
                    <a:pos x="T2" y="T3"/>
                  </a:cxn>
                  <a:cxn ang="0">
                    <a:pos x="T4" y="T5"/>
                  </a:cxn>
                  <a:cxn ang="0">
                    <a:pos x="T6" y="T7"/>
                  </a:cxn>
                </a:cxnLst>
                <a:rect l="0" t="0" r="r" b="b"/>
                <a:pathLst>
                  <a:path w="672" h="624">
                    <a:moveTo>
                      <a:pt x="0" y="592"/>
                    </a:moveTo>
                    <a:lnTo>
                      <a:pt x="672" y="624"/>
                    </a:lnTo>
                    <a:lnTo>
                      <a:pt x="480" y="0"/>
                    </a:lnTo>
                    <a:lnTo>
                      <a:pt x="0" y="592"/>
                    </a:lnTo>
                    <a:close/>
                  </a:path>
                </a:pathLst>
              </a:custGeom>
              <a:noFill/>
              <a:ln w="38100" cmpd="sng">
                <a:solidFill>
                  <a:schemeClr val="accent2"/>
                </a:solidFill>
                <a:round/>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 name="Freeform 8">
                <a:extLst>
                  <a:ext uri="{FF2B5EF4-FFF2-40B4-BE49-F238E27FC236}">
                    <a16:creationId xmlns:a16="http://schemas.microsoft.com/office/drawing/2014/main" id="{341065FC-9F9B-B0B7-70D4-A212E76CD75E}"/>
                  </a:ext>
                </a:extLst>
              </p:cNvPr>
              <p:cNvSpPr>
                <a:spLocks/>
              </p:cNvSpPr>
              <p:nvPr/>
            </p:nvSpPr>
            <p:spPr bwMode="auto">
              <a:xfrm>
                <a:off x="1615" y="3344"/>
                <a:ext cx="1444" cy="744"/>
              </a:xfrm>
              <a:custGeom>
                <a:avLst/>
                <a:gdLst>
                  <a:gd name="T0" fmla="*/ 0 w 680"/>
                  <a:gd name="T1" fmla="*/ 268 h 504"/>
                  <a:gd name="T2" fmla="*/ 488 w 680"/>
                  <a:gd name="T3" fmla="*/ 0 h 504"/>
                  <a:gd name="T4" fmla="*/ 680 w 680"/>
                  <a:gd name="T5" fmla="*/ 504 h 504"/>
                  <a:gd name="T6" fmla="*/ 0 w 680"/>
                  <a:gd name="T7" fmla="*/ 268 h 504"/>
                </a:gdLst>
                <a:ahLst/>
                <a:cxnLst>
                  <a:cxn ang="0">
                    <a:pos x="T0" y="T1"/>
                  </a:cxn>
                  <a:cxn ang="0">
                    <a:pos x="T2" y="T3"/>
                  </a:cxn>
                  <a:cxn ang="0">
                    <a:pos x="T4" y="T5"/>
                  </a:cxn>
                  <a:cxn ang="0">
                    <a:pos x="T6" y="T7"/>
                  </a:cxn>
                </a:cxnLst>
                <a:rect l="0" t="0" r="r" b="b"/>
                <a:pathLst>
                  <a:path w="680" h="504">
                    <a:moveTo>
                      <a:pt x="0" y="268"/>
                    </a:moveTo>
                    <a:lnTo>
                      <a:pt x="488" y="0"/>
                    </a:lnTo>
                    <a:lnTo>
                      <a:pt x="680" y="504"/>
                    </a:lnTo>
                    <a:lnTo>
                      <a:pt x="0" y="268"/>
                    </a:lnTo>
                    <a:close/>
                  </a:path>
                </a:pathLst>
              </a:custGeom>
              <a:noFill/>
              <a:ln w="38100" cmpd="sng">
                <a:solidFill>
                  <a:schemeClr val="accent2"/>
                </a:solidFill>
                <a:round/>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 name="Freeform 9">
                <a:extLst>
                  <a:ext uri="{FF2B5EF4-FFF2-40B4-BE49-F238E27FC236}">
                    <a16:creationId xmlns:a16="http://schemas.microsoft.com/office/drawing/2014/main" id="{D6853B0C-C55E-B028-9BAC-46317972755D}"/>
                  </a:ext>
                </a:extLst>
              </p:cNvPr>
              <p:cNvSpPr>
                <a:spLocks/>
              </p:cNvSpPr>
              <p:nvPr/>
            </p:nvSpPr>
            <p:spPr bwMode="auto">
              <a:xfrm>
                <a:off x="1632" y="2436"/>
                <a:ext cx="2" cy="1297"/>
              </a:xfrm>
              <a:custGeom>
                <a:avLst/>
                <a:gdLst>
                  <a:gd name="T0" fmla="*/ 0 w 1"/>
                  <a:gd name="T1" fmla="*/ 0 h 880"/>
                  <a:gd name="T2" fmla="*/ 1 w 1"/>
                  <a:gd name="T3" fmla="*/ 880 h 880"/>
                </a:gdLst>
                <a:ahLst/>
                <a:cxnLst>
                  <a:cxn ang="0">
                    <a:pos x="T0" y="T1"/>
                  </a:cxn>
                  <a:cxn ang="0">
                    <a:pos x="T2" y="T3"/>
                  </a:cxn>
                </a:cxnLst>
                <a:rect l="0" t="0" r="r" b="b"/>
                <a:pathLst>
                  <a:path w="1" h="880">
                    <a:moveTo>
                      <a:pt x="0" y="0"/>
                    </a:moveTo>
                    <a:lnTo>
                      <a:pt x="1" y="88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Line 10">
                <a:extLst>
                  <a:ext uri="{FF2B5EF4-FFF2-40B4-BE49-F238E27FC236}">
                    <a16:creationId xmlns:a16="http://schemas.microsoft.com/office/drawing/2014/main" id="{6F5A0884-5533-EB8E-4189-376EBADCC3FF}"/>
                  </a:ext>
                </a:extLst>
              </p:cNvPr>
              <p:cNvSpPr>
                <a:spLocks noChangeShapeType="1"/>
              </p:cNvSpPr>
              <p:nvPr/>
            </p:nvSpPr>
            <p:spPr bwMode="auto">
              <a:xfrm>
                <a:off x="3059" y="2459"/>
                <a:ext cx="0" cy="162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Text Box 11">
                <a:extLst>
                  <a:ext uri="{FF2B5EF4-FFF2-40B4-BE49-F238E27FC236}">
                    <a16:creationId xmlns:a16="http://schemas.microsoft.com/office/drawing/2014/main" id="{2D122E46-D262-F106-85F3-9FEA882CC373}"/>
                  </a:ext>
                </a:extLst>
              </p:cNvPr>
              <p:cNvSpPr txBox="1">
                <a:spLocks noChangeArrowheads="1"/>
              </p:cNvSpPr>
              <p:nvPr/>
            </p:nvSpPr>
            <p:spPr bwMode="auto">
              <a:xfrm>
                <a:off x="2399" y="1344"/>
                <a:ext cx="467" cy="2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i="1"/>
                  <a:t>  b</a:t>
                </a:r>
                <a:r>
                  <a:rPr lang="en-US" altLang="zh-CN" i="1">
                    <a:sym typeface="Symbol" charset="2"/>
                  </a:rPr>
                  <a:t></a:t>
                </a:r>
                <a:endParaRPr lang="en-US" altLang="zh-CN" i="1"/>
              </a:p>
            </p:txBody>
          </p:sp>
          <p:sp>
            <p:nvSpPr>
              <p:cNvPr id="18" name="Text Box 12">
                <a:extLst>
                  <a:ext uri="{FF2B5EF4-FFF2-40B4-BE49-F238E27FC236}">
                    <a16:creationId xmlns:a16="http://schemas.microsoft.com/office/drawing/2014/main" id="{150EF362-D4F3-D510-D56D-18F8A85A006C}"/>
                  </a:ext>
                </a:extLst>
              </p:cNvPr>
              <p:cNvSpPr txBox="1">
                <a:spLocks noChangeArrowheads="1"/>
              </p:cNvSpPr>
              <p:nvPr/>
            </p:nvSpPr>
            <p:spPr bwMode="auto">
              <a:xfrm>
                <a:off x="2593" y="3120"/>
                <a:ext cx="351" cy="2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i="1"/>
                  <a:t> b</a:t>
                </a:r>
              </a:p>
            </p:txBody>
          </p:sp>
          <p:sp>
            <p:nvSpPr>
              <p:cNvPr id="19" name="Text Box 13">
                <a:extLst>
                  <a:ext uri="{FF2B5EF4-FFF2-40B4-BE49-F238E27FC236}">
                    <a16:creationId xmlns:a16="http://schemas.microsoft.com/office/drawing/2014/main" id="{01AF9DDE-D0D4-7197-17F2-C95C3498AB4B}"/>
                  </a:ext>
                </a:extLst>
              </p:cNvPr>
              <p:cNvSpPr txBox="1">
                <a:spLocks noChangeArrowheads="1"/>
              </p:cNvSpPr>
              <p:nvPr/>
            </p:nvSpPr>
            <p:spPr bwMode="auto">
              <a:xfrm>
                <a:off x="1392" y="3554"/>
                <a:ext cx="450" cy="2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i="1"/>
                  <a:t>a</a:t>
                </a:r>
              </a:p>
            </p:txBody>
          </p:sp>
          <p:sp>
            <p:nvSpPr>
              <p:cNvPr id="20" name="Text Box 14">
                <a:extLst>
                  <a:ext uri="{FF2B5EF4-FFF2-40B4-BE49-F238E27FC236}">
                    <a16:creationId xmlns:a16="http://schemas.microsoft.com/office/drawing/2014/main" id="{123857F4-2A64-2B7E-6C45-D80B16910BD5}"/>
                  </a:ext>
                </a:extLst>
              </p:cNvPr>
              <p:cNvSpPr txBox="1">
                <a:spLocks noChangeArrowheads="1"/>
              </p:cNvSpPr>
              <p:nvPr/>
            </p:nvSpPr>
            <p:spPr bwMode="auto">
              <a:xfrm>
                <a:off x="3037" y="3882"/>
                <a:ext cx="545"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i="1"/>
                  <a:t>c</a:t>
                </a:r>
              </a:p>
            </p:txBody>
          </p:sp>
          <p:sp>
            <p:nvSpPr>
              <p:cNvPr id="21" name="Freeform 15">
                <a:extLst>
                  <a:ext uri="{FF2B5EF4-FFF2-40B4-BE49-F238E27FC236}">
                    <a16:creationId xmlns:a16="http://schemas.microsoft.com/office/drawing/2014/main" id="{67ED8DEC-51C7-0439-F968-BECDC842F949}"/>
                  </a:ext>
                </a:extLst>
              </p:cNvPr>
              <p:cNvSpPr>
                <a:spLocks/>
              </p:cNvSpPr>
              <p:nvPr/>
            </p:nvSpPr>
            <p:spPr bwMode="auto">
              <a:xfrm>
                <a:off x="2651" y="1569"/>
                <a:ext cx="3" cy="1781"/>
              </a:xfrm>
              <a:custGeom>
                <a:avLst/>
                <a:gdLst>
                  <a:gd name="T0" fmla="*/ 0 w 1"/>
                  <a:gd name="T1" fmla="*/ 0 h 1208"/>
                  <a:gd name="T2" fmla="*/ 0 w 1"/>
                  <a:gd name="T3" fmla="*/ 1208 h 1208"/>
                </a:gdLst>
                <a:ahLst/>
                <a:cxnLst>
                  <a:cxn ang="0">
                    <a:pos x="T0" y="T1"/>
                  </a:cxn>
                  <a:cxn ang="0">
                    <a:pos x="T2" y="T3"/>
                  </a:cxn>
                </a:cxnLst>
                <a:rect l="0" t="0" r="r" b="b"/>
                <a:pathLst>
                  <a:path w="1" h="1208">
                    <a:moveTo>
                      <a:pt x="0" y="0"/>
                    </a:moveTo>
                    <a:lnTo>
                      <a:pt x="0" y="1208"/>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Text Box 16">
                <a:extLst>
                  <a:ext uri="{FF2B5EF4-FFF2-40B4-BE49-F238E27FC236}">
                    <a16:creationId xmlns:a16="http://schemas.microsoft.com/office/drawing/2014/main" id="{DFE2E6F3-57C8-D3E9-610E-5C197B1BC385}"/>
                  </a:ext>
                </a:extLst>
              </p:cNvPr>
              <p:cNvSpPr txBox="1">
                <a:spLocks noChangeArrowheads="1"/>
              </p:cNvSpPr>
              <p:nvPr/>
            </p:nvSpPr>
            <p:spPr bwMode="auto">
              <a:xfrm rot="-26119">
                <a:off x="2352" y="2976"/>
                <a:ext cx="434" cy="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i="1"/>
                  <a:t> e</a:t>
                </a:r>
              </a:p>
            </p:txBody>
          </p:sp>
          <p:sp>
            <p:nvSpPr>
              <p:cNvPr id="23" name="Oval 17">
                <a:extLst>
                  <a:ext uri="{FF2B5EF4-FFF2-40B4-BE49-F238E27FC236}">
                    <a16:creationId xmlns:a16="http://schemas.microsoft.com/office/drawing/2014/main" id="{4DB396AF-569A-B028-2262-0E2CBB278555}"/>
                  </a:ext>
                </a:extLst>
              </p:cNvPr>
              <p:cNvSpPr>
                <a:spLocks noChangeArrowheads="1"/>
              </p:cNvSpPr>
              <p:nvPr/>
            </p:nvSpPr>
            <p:spPr bwMode="auto">
              <a:xfrm>
                <a:off x="2304" y="3120"/>
                <a:ext cx="96" cy="96"/>
              </a:xfrm>
              <a:prstGeom prst="ellipse">
                <a:avLst/>
              </a:prstGeom>
              <a:solidFill>
                <a:schemeClr val="accent2"/>
              </a:solidFill>
              <a:ln w="9525">
                <a:solidFill>
                  <a:schemeClr val="tx1"/>
                </a:solidFill>
                <a:round/>
                <a:headEnd/>
                <a:tailEnd/>
              </a:ln>
            </p:spPr>
            <p:txBody>
              <a:bodyPr wrap="none" anchor="ctr"/>
              <a:lstStyle/>
              <a:p>
                <a:endParaRPr lang="en-US"/>
              </a:p>
            </p:txBody>
          </p:sp>
        </p:grpSp>
        <p:grpSp>
          <p:nvGrpSpPr>
            <p:cNvPr id="7" name="Group 18">
              <a:extLst>
                <a:ext uri="{FF2B5EF4-FFF2-40B4-BE49-F238E27FC236}">
                  <a16:creationId xmlns:a16="http://schemas.microsoft.com/office/drawing/2014/main" id="{2358B522-10BA-14C4-9004-CFA73AEDCA21}"/>
                </a:ext>
              </a:extLst>
            </p:cNvPr>
            <p:cNvGrpSpPr>
              <a:grpSpLocks/>
            </p:cNvGrpSpPr>
            <p:nvPr/>
          </p:nvGrpSpPr>
          <p:grpSpPr bwMode="auto">
            <a:xfrm>
              <a:off x="4080" y="3504"/>
              <a:ext cx="785" cy="288"/>
              <a:chOff x="4032" y="3216"/>
              <a:chExt cx="785" cy="288"/>
            </a:xfrm>
          </p:grpSpPr>
          <p:sp>
            <p:nvSpPr>
              <p:cNvPr id="8" name="Line 19">
                <a:extLst>
                  <a:ext uri="{FF2B5EF4-FFF2-40B4-BE49-F238E27FC236}">
                    <a16:creationId xmlns:a16="http://schemas.microsoft.com/office/drawing/2014/main" id="{825765F7-9C15-2424-ADA3-45A59F0C13A5}"/>
                  </a:ext>
                </a:extLst>
              </p:cNvPr>
              <p:cNvSpPr>
                <a:spLocks noChangeShapeType="1"/>
              </p:cNvSpPr>
              <p:nvPr/>
            </p:nvSpPr>
            <p:spPr bwMode="auto">
              <a:xfrm>
                <a:off x="4032" y="3504"/>
                <a:ext cx="672" cy="0"/>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 name="Text Box 20">
                <a:extLst>
                  <a:ext uri="{FF2B5EF4-FFF2-40B4-BE49-F238E27FC236}">
                    <a16:creationId xmlns:a16="http://schemas.microsoft.com/office/drawing/2014/main" id="{084616CC-7D0F-0D18-F681-85A42B75433A}"/>
                  </a:ext>
                </a:extLst>
              </p:cNvPr>
              <p:cNvSpPr txBox="1">
                <a:spLocks noChangeArrowheads="1"/>
              </p:cNvSpPr>
              <p:nvPr/>
            </p:nvSpPr>
            <p:spPr bwMode="auto">
              <a:xfrm>
                <a:off x="4272" y="3216"/>
                <a:ext cx="545"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i="1"/>
                  <a:t>n</a:t>
                </a:r>
              </a:p>
            </p:txBody>
          </p:sp>
        </p:grpSp>
      </p:grpSp>
      <p:sp>
        <p:nvSpPr>
          <p:cNvPr id="24" name="Freeform 21">
            <a:extLst>
              <a:ext uri="{FF2B5EF4-FFF2-40B4-BE49-F238E27FC236}">
                <a16:creationId xmlns:a16="http://schemas.microsoft.com/office/drawing/2014/main" id="{F315E7B8-6697-EF43-3C94-339FF82A4361}"/>
              </a:ext>
            </a:extLst>
          </p:cNvPr>
          <p:cNvSpPr>
            <a:spLocks/>
          </p:cNvSpPr>
          <p:nvPr/>
        </p:nvSpPr>
        <p:spPr bwMode="auto">
          <a:xfrm>
            <a:off x="3521194" y="4936992"/>
            <a:ext cx="301625" cy="849313"/>
          </a:xfrm>
          <a:custGeom>
            <a:avLst/>
            <a:gdLst>
              <a:gd name="T0" fmla="*/ 176 w 176"/>
              <a:gd name="T1" fmla="*/ 0 h 496"/>
              <a:gd name="T2" fmla="*/ 0 w 176"/>
              <a:gd name="T3" fmla="*/ 496 h 496"/>
            </a:gdLst>
            <a:ahLst/>
            <a:cxnLst>
              <a:cxn ang="0">
                <a:pos x="T0" y="T1"/>
              </a:cxn>
              <a:cxn ang="0">
                <a:pos x="T2" y="T3"/>
              </a:cxn>
            </a:cxnLst>
            <a:rect l="0" t="0" r="r" b="b"/>
            <a:pathLst>
              <a:path w="176" h="496">
                <a:moveTo>
                  <a:pt x="176" y="0"/>
                </a:moveTo>
                <a:lnTo>
                  <a:pt x="0" y="496"/>
                </a:lnTo>
              </a:path>
            </a:pathLst>
          </a:custGeom>
          <a:noFill/>
          <a:ln w="57150" cmpd="sng">
            <a:solidFill>
              <a:srgbClr val="FF0066"/>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 name="Freeform 22">
            <a:extLst>
              <a:ext uri="{FF2B5EF4-FFF2-40B4-BE49-F238E27FC236}">
                <a16:creationId xmlns:a16="http://schemas.microsoft.com/office/drawing/2014/main" id="{F944AFF0-F616-26F5-C3A1-A65E2C575C33}"/>
              </a:ext>
            </a:extLst>
          </p:cNvPr>
          <p:cNvSpPr>
            <a:spLocks/>
          </p:cNvSpPr>
          <p:nvPr/>
        </p:nvSpPr>
        <p:spPr bwMode="auto">
          <a:xfrm>
            <a:off x="3822819" y="3197092"/>
            <a:ext cx="2386013" cy="752475"/>
          </a:xfrm>
          <a:custGeom>
            <a:avLst/>
            <a:gdLst>
              <a:gd name="T0" fmla="*/ 0 w 1292"/>
              <a:gd name="T1" fmla="*/ 420 h 420"/>
              <a:gd name="T2" fmla="*/ 1292 w 1292"/>
              <a:gd name="T3" fmla="*/ 0 h 420"/>
            </a:gdLst>
            <a:ahLst/>
            <a:cxnLst>
              <a:cxn ang="0">
                <a:pos x="T0" y="T1"/>
              </a:cxn>
              <a:cxn ang="0">
                <a:pos x="T2" y="T3"/>
              </a:cxn>
            </a:cxnLst>
            <a:rect l="0" t="0" r="r" b="b"/>
            <a:pathLst>
              <a:path w="1292" h="420">
                <a:moveTo>
                  <a:pt x="0" y="420"/>
                </a:moveTo>
                <a:lnTo>
                  <a:pt x="1292"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26" name="Group 23">
            <a:extLst>
              <a:ext uri="{FF2B5EF4-FFF2-40B4-BE49-F238E27FC236}">
                <a16:creationId xmlns:a16="http://schemas.microsoft.com/office/drawing/2014/main" id="{5A9B33FB-BDDD-1E7D-B1DD-1885DB1326CF}"/>
              </a:ext>
            </a:extLst>
          </p:cNvPr>
          <p:cNvGrpSpPr>
            <a:grpSpLocks/>
          </p:cNvGrpSpPr>
          <p:nvPr/>
        </p:nvGrpSpPr>
        <p:grpSpPr bwMode="auto">
          <a:xfrm>
            <a:off x="3411657" y="2209667"/>
            <a:ext cx="3290887" cy="1766888"/>
            <a:chOff x="2112" y="1577"/>
            <a:chExt cx="1920" cy="1031"/>
          </a:xfrm>
        </p:grpSpPr>
        <p:sp>
          <p:nvSpPr>
            <p:cNvPr id="27" name="Freeform 24">
              <a:extLst>
                <a:ext uri="{FF2B5EF4-FFF2-40B4-BE49-F238E27FC236}">
                  <a16:creationId xmlns:a16="http://schemas.microsoft.com/office/drawing/2014/main" id="{BF6D7FC0-40E8-4BAB-7757-63213323F042}"/>
                </a:ext>
              </a:extLst>
            </p:cNvPr>
            <p:cNvSpPr>
              <a:spLocks/>
            </p:cNvSpPr>
            <p:nvPr/>
          </p:nvSpPr>
          <p:spPr bwMode="auto">
            <a:xfrm>
              <a:off x="2172" y="1577"/>
              <a:ext cx="1860" cy="595"/>
            </a:xfrm>
            <a:custGeom>
              <a:avLst/>
              <a:gdLst>
                <a:gd name="T0" fmla="*/ 0 w 1860"/>
                <a:gd name="T1" fmla="*/ 595 h 595"/>
                <a:gd name="T2" fmla="*/ 1860 w 1860"/>
                <a:gd name="T3" fmla="*/ 0 h 595"/>
              </a:gdLst>
              <a:ahLst/>
              <a:cxnLst>
                <a:cxn ang="0">
                  <a:pos x="T0" y="T1"/>
                </a:cxn>
                <a:cxn ang="0">
                  <a:pos x="T2" y="T3"/>
                </a:cxn>
              </a:cxnLst>
              <a:rect l="0" t="0" r="r" b="b"/>
              <a:pathLst>
                <a:path w="1860" h="595">
                  <a:moveTo>
                    <a:pt x="0" y="595"/>
                  </a:moveTo>
                  <a:lnTo>
                    <a:pt x="186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Freeform 25">
              <a:extLst>
                <a:ext uri="{FF2B5EF4-FFF2-40B4-BE49-F238E27FC236}">
                  <a16:creationId xmlns:a16="http://schemas.microsoft.com/office/drawing/2014/main" id="{01EDB6C8-1856-4FC4-6940-F1DC7104DB61}"/>
                </a:ext>
              </a:extLst>
            </p:cNvPr>
            <p:cNvSpPr>
              <a:spLocks/>
            </p:cNvSpPr>
            <p:nvPr/>
          </p:nvSpPr>
          <p:spPr bwMode="auto">
            <a:xfrm>
              <a:off x="2172" y="2168"/>
              <a:ext cx="176" cy="440"/>
            </a:xfrm>
            <a:custGeom>
              <a:avLst/>
              <a:gdLst>
                <a:gd name="T0" fmla="*/ 176 w 176"/>
                <a:gd name="T1" fmla="*/ 440 h 440"/>
                <a:gd name="T2" fmla="*/ 0 w 176"/>
                <a:gd name="T3" fmla="*/ 0 h 440"/>
              </a:gdLst>
              <a:ahLst/>
              <a:cxnLst>
                <a:cxn ang="0">
                  <a:pos x="T0" y="T1"/>
                </a:cxn>
                <a:cxn ang="0">
                  <a:pos x="T2" y="T3"/>
                </a:cxn>
              </a:cxnLst>
              <a:rect l="0" t="0" r="r" b="b"/>
              <a:pathLst>
                <a:path w="176" h="440">
                  <a:moveTo>
                    <a:pt x="176" y="440"/>
                  </a:moveTo>
                  <a:lnTo>
                    <a:pt x="0" y="0"/>
                  </a:lnTo>
                </a:path>
              </a:pathLst>
            </a:custGeom>
            <a:solidFill>
              <a:srgbClr val="FF0066"/>
            </a:solidFill>
            <a:ln w="57150" cmpd="sng">
              <a:solidFill>
                <a:srgbClr val="FF0066"/>
              </a:solidFill>
              <a:round/>
              <a:headEnd type="none" w="med" len="med"/>
              <a:tailEnd type="none" w="med" len="med"/>
            </a:ln>
          </p:spPr>
          <p:txBody>
            <a:bodyPr wrap="none" anchor="ctr"/>
            <a:lstStyle/>
            <a:p>
              <a:endParaRPr lang="en-US"/>
            </a:p>
          </p:txBody>
        </p:sp>
        <p:sp>
          <p:nvSpPr>
            <p:cNvPr id="29" name="Text Box 26">
              <a:extLst>
                <a:ext uri="{FF2B5EF4-FFF2-40B4-BE49-F238E27FC236}">
                  <a16:creationId xmlns:a16="http://schemas.microsoft.com/office/drawing/2014/main" id="{C207B52B-A3E5-1905-5F84-5C869A9F6372}"/>
                </a:ext>
              </a:extLst>
            </p:cNvPr>
            <p:cNvSpPr txBox="1">
              <a:spLocks noChangeArrowheads="1"/>
            </p:cNvSpPr>
            <p:nvPr/>
          </p:nvSpPr>
          <p:spPr bwMode="auto">
            <a:xfrm>
              <a:off x="2112" y="1919"/>
              <a:ext cx="466" cy="2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i="1"/>
                <a:t>k</a:t>
              </a:r>
              <a:r>
                <a:rPr lang="en-US" altLang="zh-CN" i="1">
                  <a:sym typeface="Symbol" charset="2"/>
                </a:rPr>
                <a:t></a:t>
              </a:r>
            </a:p>
          </p:txBody>
        </p:sp>
      </p:grpSp>
      <p:grpSp>
        <p:nvGrpSpPr>
          <p:cNvPr id="30" name="Group 27">
            <a:extLst>
              <a:ext uri="{FF2B5EF4-FFF2-40B4-BE49-F238E27FC236}">
                <a16:creationId xmlns:a16="http://schemas.microsoft.com/office/drawing/2014/main" id="{31A060A0-18B1-5157-E04E-4ECA114B833E}"/>
              </a:ext>
            </a:extLst>
          </p:cNvPr>
          <p:cNvGrpSpPr>
            <a:grpSpLocks/>
          </p:cNvGrpSpPr>
          <p:nvPr/>
        </p:nvGrpSpPr>
        <p:grpSpPr bwMode="auto">
          <a:xfrm>
            <a:off x="3740269" y="3784467"/>
            <a:ext cx="1016000" cy="1152525"/>
            <a:chOff x="2304" y="2496"/>
            <a:chExt cx="593" cy="672"/>
          </a:xfrm>
        </p:grpSpPr>
        <p:sp>
          <p:nvSpPr>
            <p:cNvPr id="31" name="Line 28">
              <a:extLst>
                <a:ext uri="{FF2B5EF4-FFF2-40B4-BE49-F238E27FC236}">
                  <a16:creationId xmlns:a16="http://schemas.microsoft.com/office/drawing/2014/main" id="{7F075466-996F-D2E8-6AB4-4C8E0D2F27CE}"/>
                </a:ext>
              </a:extLst>
            </p:cNvPr>
            <p:cNvSpPr>
              <a:spLocks noChangeShapeType="1"/>
            </p:cNvSpPr>
            <p:nvPr/>
          </p:nvSpPr>
          <p:spPr bwMode="auto">
            <a:xfrm>
              <a:off x="2352" y="2592"/>
              <a:ext cx="0" cy="5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Oval 29">
              <a:extLst>
                <a:ext uri="{FF2B5EF4-FFF2-40B4-BE49-F238E27FC236}">
                  <a16:creationId xmlns:a16="http://schemas.microsoft.com/office/drawing/2014/main" id="{78F485B0-8AE9-7D02-C8AD-44924AFAB231}"/>
                </a:ext>
              </a:extLst>
            </p:cNvPr>
            <p:cNvSpPr>
              <a:spLocks noChangeArrowheads="1"/>
            </p:cNvSpPr>
            <p:nvPr/>
          </p:nvSpPr>
          <p:spPr bwMode="auto">
            <a:xfrm>
              <a:off x="2304" y="2544"/>
              <a:ext cx="96" cy="96"/>
            </a:xfrm>
            <a:prstGeom prst="ellipse">
              <a:avLst/>
            </a:prstGeom>
            <a:solidFill>
              <a:srgbClr val="00CC00"/>
            </a:solidFill>
            <a:ln w="9525">
              <a:solidFill>
                <a:schemeClr val="tx1"/>
              </a:solidFill>
              <a:round/>
              <a:headEnd/>
              <a:tailEnd/>
            </a:ln>
          </p:spPr>
          <p:txBody>
            <a:bodyPr wrap="none" anchor="ctr"/>
            <a:lstStyle/>
            <a:p>
              <a:endParaRPr lang="en-US"/>
            </a:p>
          </p:txBody>
        </p:sp>
        <p:sp>
          <p:nvSpPr>
            <p:cNvPr id="33" name="Text Box 30">
              <a:extLst>
                <a:ext uri="{FF2B5EF4-FFF2-40B4-BE49-F238E27FC236}">
                  <a16:creationId xmlns:a16="http://schemas.microsoft.com/office/drawing/2014/main" id="{91B2066E-EE01-A1C6-EA22-14BF742DD7D7}"/>
                </a:ext>
              </a:extLst>
            </p:cNvPr>
            <p:cNvSpPr txBox="1">
              <a:spLocks noChangeArrowheads="1"/>
            </p:cNvSpPr>
            <p:nvPr/>
          </p:nvSpPr>
          <p:spPr bwMode="auto">
            <a:xfrm>
              <a:off x="2352" y="2496"/>
              <a:ext cx="545"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i="1"/>
                <a:t>e</a:t>
              </a:r>
              <a:r>
                <a:rPr lang="en-US" altLang="zh-CN" i="1">
                  <a:sym typeface="Symbol" charset="2"/>
                </a:rPr>
                <a:t></a:t>
              </a:r>
              <a:endParaRPr lang="en-US" altLang="zh-CN" i="1"/>
            </a:p>
          </p:txBody>
        </p:sp>
      </p:grpSp>
      <p:grpSp>
        <p:nvGrpSpPr>
          <p:cNvPr id="34" name="Group 31">
            <a:extLst>
              <a:ext uri="{FF2B5EF4-FFF2-40B4-BE49-F238E27FC236}">
                <a16:creationId xmlns:a16="http://schemas.microsoft.com/office/drawing/2014/main" id="{CAEDC197-D623-5380-9F4C-264D28C6FC8E}"/>
              </a:ext>
            </a:extLst>
          </p:cNvPr>
          <p:cNvGrpSpPr>
            <a:grpSpLocks/>
          </p:cNvGrpSpPr>
          <p:nvPr/>
        </p:nvGrpSpPr>
        <p:grpSpPr bwMode="auto">
          <a:xfrm>
            <a:off x="5797669" y="1069842"/>
            <a:ext cx="3485243" cy="2882900"/>
            <a:chOff x="3504" y="912"/>
            <a:chExt cx="2034" cy="1682"/>
          </a:xfrm>
        </p:grpSpPr>
        <p:sp>
          <p:nvSpPr>
            <p:cNvPr id="35" name="Freeform 32">
              <a:extLst>
                <a:ext uri="{FF2B5EF4-FFF2-40B4-BE49-F238E27FC236}">
                  <a16:creationId xmlns:a16="http://schemas.microsoft.com/office/drawing/2014/main" id="{74BC8371-54F2-6064-46BE-D6C21AC19011}"/>
                </a:ext>
              </a:extLst>
            </p:cNvPr>
            <p:cNvSpPr>
              <a:spLocks/>
            </p:cNvSpPr>
            <p:nvPr/>
          </p:nvSpPr>
          <p:spPr bwMode="auto">
            <a:xfrm>
              <a:off x="3504" y="2064"/>
              <a:ext cx="1152" cy="530"/>
            </a:xfrm>
            <a:custGeom>
              <a:avLst/>
              <a:gdLst>
                <a:gd name="T0" fmla="*/ 0 w 1338"/>
                <a:gd name="T1" fmla="*/ 0 h 616"/>
                <a:gd name="T2" fmla="*/ 1338 w 1338"/>
                <a:gd name="T3" fmla="*/ 616 h 616"/>
              </a:gdLst>
              <a:ahLst/>
              <a:cxnLst>
                <a:cxn ang="0">
                  <a:pos x="T0" y="T1"/>
                </a:cxn>
                <a:cxn ang="0">
                  <a:pos x="T2" y="T3"/>
                </a:cxn>
              </a:cxnLst>
              <a:rect l="0" t="0" r="r" b="b"/>
              <a:pathLst>
                <a:path w="1338" h="616">
                  <a:moveTo>
                    <a:pt x="0" y="0"/>
                  </a:moveTo>
                  <a:lnTo>
                    <a:pt x="1338" y="616"/>
                  </a:lnTo>
                </a:path>
              </a:pathLst>
            </a:custGeom>
            <a:noFill/>
            <a:ln w="19050" cmpd="sng">
              <a:solidFill>
                <a:schemeClr val="accent2"/>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Freeform 33">
              <a:extLst>
                <a:ext uri="{FF2B5EF4-FFF2-40B4-BE49-F238E27FC236}">
                  <a16:creationId xmlns:a16="http://schemas.microsoft.com/office/drawing/2014/main" id="{C3E69D71-8D5E-A9C7-382D-CAA998B5CDC7}"/>
                </a:ext>
              </a:extLst>
            </p:cNvPr>
            <p:cNvSpPr>
              <a:spLocks/>
            </p:cNvSpPr>
            <p:nvPr/>
          </p:nvSpPr>
          <p:spPr bwMode="auto">
            <a:xfrm>
              <a:off x="4128" y="912"/>
              <a:ext cx="1056" cy="486"/>
            </a:xfrm>
            <a:custGeom>
              <a:avLst/>
              <a:gdLst>
                <a:gd name="T0" fmla="*/ 0 w 1338"/>
                <a:gd name="T1" fmla="*/ 0 h 616"/>
                <a:gd name="T2" fmla="*/ 1338 w 1338"/>
                <a:gd name="T3" fmla="*/ 616 h 616"/>
              </a:gdLst>
              <a:ahLst/>
              <a:cxnLst>
                <a:cxn ang="0">
                  <a:pos x="T0" y="T1"/>
                </a:cxn>
                <a:cxn ang="0">
                  <a:pos x="T2" y="T3"/>
                </a:cxn>
              </a:cxnLst>
              <a:rect l="0" t="0" r="r" b="b"/>
              <a:pathLst>
                <a:path w="1338" h="616">
                  <a:moveTo>
                    <a:pt x="0" y="0"/>
                  </a:moveTo>
                  <a:lnTo>
                    <a:pt x="1338" y="616"/>
                  </a:lnTo>
                </a:path>
              </a:pathLst>
            </a:custGeom>
            <a:noFill/>
            <a:ln w="19050" cmpd="sng">
              <a:solidFill>
                <a:schemeClr val="accent2"/>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 name="Line 34">
              <a:extLst>
                <a:ext uri="{FF2B5EF4-FFF2-40B4-BE49-F238E27FC236}">
                  <a16:creationId xmlns:a16="http://schemas.microsoft.com/office/drawing/2014/main" id="{68506FD3-2509-6740-9663-11C51144CD54}"/>
                </a:ext>
              </a:extLst>
            </p:cNvPr>
            <p:cNvSpPr>
              <a:spLocks noChangeShapeType="1"/>
            </p:cNvSpPr>
            <p:nvPr/>
          </p:nvSpPr>
          <p:spPr bwMode="auto">
            <a:xfrm flipH="1">
              <a:off x="4464" y="1920"/>
              <a:ext cx="288" cy="576"/>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en-US"/>
            </a:p>
          </p:txBody>
        </p:sp>
        <p:sp>
          <p:nvSpPr>
            <p:cNvPr id="38" name="Line 35">
              <a:extLst>
                <a:ext uri="{FF2B5EF4-FFF2-40B4-BE49-F238E27FC236}">
                  <a16:creationId xmlns:a16="http://schemas.microsoft.com/office/drawing/2014/main" id="{796E5A05-4A18-33E2-D886-F956F8B90561}"/>
                </a:ext>
              </a:extLst>
            </p:cNvPr>
            <p:cNvSpPr>
              <a:spLocks noChangeShapeType="1"/>
            </p:cNvSpPr>
            <p:nvPr/>
          </p:nvSpPr>
          <p:spPr bwMode="auto">
            <a:xfrm flipH="1">
              <a:off x="4752" y="1344"/>
              <a:ext cx="288" cy="576"/>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en-US"/>
            </a:p>
          </p:txBody>
        </p:sp>
        <p:sp>
          <p:nvSpPr>
            <p:cNvPr id="39" name="AutoShape 36">
              <a:extLst>
                <a:ext uri="{FF2B5EF4-FFF2-40B4-BE49-F238E27FC236}">
                  <a16:creationId xmlns:a16="http://schemas.microsoft.com/office/drawing/2014/main" id="{D5D021FE-8C25-95B1-D522-6729311F0F1F}"/>
                </a:ext>
              </a:extLst>
            </p:cNvPr>
            <p:cNvSpPr>
              <a:spLocks noChangeArrowheads="1"/>
            </p:cNvSpPr>
            <p:nvPr/>
          </p:nvSpPr>
          <p:spPr bwMode="auto">
            <a:xfrm>
              <a:off x="5154" y="2016"/>
              <a:ext cx="384" cy="288"/>
            </a:xfrm>
            <a:prstGeom prst="wedgeEllipseCallout">
              <a:avLst>
                <a:gd name="adj1" fmla="val -189583"/>
                <a:gd name="adj2" fmla="val 17361"/>
              </a:avLst>
            </a:prstGeom>
            <a:gradFill rotWithShape="0">
              <a:gsLst>
                <a:gs pos="0">
                  <a:srgbClr val="CCFFFF"/>
                </a:gs>
                <a:gs pos="50000">
                  <a:srgbClr val="CCFFFF">
                    <a:gamma/>
                    <a:tint val="0"/>
                    <a:invGamma/>
                  </a:srgbClr>
                </a:gs>
                <a:gs pos="100000">
                  <a:srgbClr val="CCFFFF"/>
                </a:gs>
              </a:gsLst>
              <a:lin ang="1890000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1" hangingPunct="1">
                <a:spcBef>
                  <a:spcPct val="0"/>
                </a:spcBef>
              </a:pPr>
              <a:endParaRPr lang="en-US" altLang="en-US" i="1"/>
            </a:p>
          </p:txBody>
        </p:sp>
        <p:sp>
          <p:nvSpPr>
            <p:cNvPr id="40" name="AutoShape 37">
              <a:extLst>
                <a:ext uri="{FF2B5EF4-FFF2-40B4-BE49-F238E27FC236}">
                  <a16:creationId xmlns:a16="http://schemas.microsoft.com/office/drawing/2014/main" id="{D7F6DB95-387C-109D-8331-0C3DAAA901D9}"/>
                </a:ext>
              </a:extLst>
            </p:cNvPr>
            <p:cNvSpPr>
              <a:spLocks noChangeArrowheads="1"/>
            </p:cNvSpPr>
            <p:nvPr/>
          </p:nvSpPr>
          <p:spPr bwMode="auto">
            <a:xfrm>
              <a:off x="5152" y="2016"/>
              <a:ext cx="384" cy="288"/>
            </a:xfrm>
            <a:prstGeom prst="wedgeEllipseCallout">
              <a:avLst>
                <a:gd name="adj1" fmla="val -106250"/>
                <a:gd name="adj2" fmla="val -210417"/>
              </a:avLst>
            </a:prstGeom>
            <a:gradFill rotWithShape="0">
              <a:gsLst>
                <a:gs pos="0">
                  <a:srgbClr val="CCFFFF"/>
                </a:gs>
                <a:gs pos="50000">
                  <a:srgbClr val="CCFFFF">
                    <a:gamma/>
                    <a:tint val="0"/>
                    <a:invGamma/>
                  </a:srgbClr>
                </a:gs>
                <a:gs pos="100000">
                  <a:srgbClr val="CCFFFF"/>
                </a:gs>
              </a:gsLst>
              <a:lin ang="18900000" scaled="1"/>
            </a:gradFill>
            <a:ln w="9525">
              <a:solidFill>
                <a:schemeClr val="tx1"/>
              </a:solidFill>
              <a:miter lim="800000"/>
              <a:headEnd/>
              <a:tailEnd/>
            </a:ln>
          </p:spPr>
          <p:txBody>
            <a:bodyPr wrap="none" anchor="ctr"/>
            <a:lstStyle/>
            <a:p>
              <a:pPr algn="ctr" eaLnBrk="1" hangingPunct="1">
                <a:spcBef>
                  <a:spcPct val="0"/>
                </a:spcBef>
              </a:pPr>
              <a:r>
                <a:rPr lang="en-US" altLang="zh-CN" i="1"/>
                <a:t>n</a:t>
              </a:r>
            </a:p>
          </p:txBody>
        </p:sp>
      </p:grpSp>
      <p:grpSp>
        <p:nvGrpSpPr>
          <p:cNvPr id="41" name="Group 38">
            <a:extLst>
              <a:ext uri="{FF2B5EF4-FFF2-40B4-BE49-F238E27FC236}">
                <a16:creationId xmlns:a16="http://schemas.microsoft.com/office/drawing/2014/main" id="{D0DBB7CD-7F2F-0C92-4145-85E5BA48E361}"/>
              </a:ext>
            </a:extLst>
          </p:cNvPr>
          <p:cNvGrpSpPr>
            <a:grpSpLocks/>
          </p:cNvGrpSpPr>
          <p:nvPr/>
        </p:nvGrpSpPr>
        <p:grpSpPr bwMode="auto">
          <a:xfrm>
            <a:off x="2590919" y="2879592"/>
            <a:ext cx="3070225" cy="3090863"/>
            <a:chOff x="1633" y="1968"/>
            <a:chExt cx="1792" cy="1803"/>
          </a:xfrm>
        </p:grpSpPr>
        <p:sp>
          <p:nvSpPr>
            <p:cNvPr id="42" name="Text Box 39">
              <a:extLst>
                <a:ext uri="{FF2B5EF4-FFF2-40B4-BE49-F238E27FC236}">
                  <a16:creationId xmlns:a16="http://schemas.microsoft.com/office/drawing/2014/main" id="{B29BE432-762C-D3D1-B4FF-DC7747D7AEBF}"/>
                </a:ext>
              </a:extLst>
            </p:cNvPr>
            <p:cNvSpPr txBox="1">
              <a:spLocks noChangeArrowheads="1"/>
            </p:cNvSpPr>
            <p:nvPr/>
          </p:nvSpPr>
          <p:spPr bwMode="auto">
            <a:xfrm>
              <a:off x="2880" y="1968"/>
              <a:ext cx="545"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i="1"/>
                <a:t> d</a:t>
              </a:r>
              <a:r>
                <a:rPr lang="en-US" altLang="zh-CN" i="1">
                  <a:sym typeface="Symbol" charset="2"/>
                </a:rPr>
                <a:t></a:t>
              </a:r>
              <a:endParaRPr lang="en-US" altLang="zh-CN" i="1"/>
            </a:p>
          </p:txBody>
        </p:sp>
        <p:sp>
          <p:nvSpPr>
            <p:cNvPr id="43" name="Line 40">
              <a:extLst>
                <a:ext uri="{FF2B5EF4-FFF2-40B4-BE49-F238E27FC236}">
                  <a16:creationId xmlns:a16="http://schemas.microsoft.com/office/drawing/2014/main" id="{2DCF5F5B-1D9D-E176-EC99-E3D6E36646D6}"/>
                </a:ext>
              </a:extLst>
            </p:cNvPr>
            <p:cNvSpPr>
              <a:spLocks noChangeShapeType="1"/>
            </p:cNvSpPr>
            <p:nvPr/>
          </p:nvSpPr>
          <p:spPr bwMode="auto">
            <a:xfrm>
              <a:off x="2855" y="2035"/>
              <a:ext cx="1" cy="169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41">
              <a:extLst>
                <a:ext uri="{FF2B5EF4-FFF2-40B4-BE49-F238E27FC236}">
                  <a16:creationId xmlns:a16="http://schemas.microsoft.com/office/drawing/2014/main" id="{FD76901C-5BC6-6056-A5F0-AB294AFD9A7C}"/>
                </a:ext>
              </a:extLst>
            </p:cNvPr>
            <p:cNvSpPr>
              <a:spLocks noChangeShapeType="1"/>
            </p:cNvSpPr>
            <p:nvPr/>
          </p:nvSpPr>
          <p:spPr bwMode="auto">
            <a:xfrm>
              <a:off x="1633" y="3732"/>
              <a:ext cx="1222" cy="3"/>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Text Box 42">
              <a:extLst>
                <a:ext uri="{FF2B5EF4-FFF2-40B4-BE49-F238E27FC236}">
                  <a16:creationId xmlns:a16="http://schemas.microsoft.com/office/drawing/2014/main" id="{1E09E209-8EB5-C051-CB8E-DC85E3863B40}"/>
                </a:ext>
              </a:extLst>
            </p:cNvPr>
            <p:cNvSpPr txBox="1">
              <a:spLocks noChangeArrowheads="1"/>
            </p:cNvSpPr>
            <p:nvPr/>
          </p:nvSpPr>
          <p:spPr bwMode="auto">
            <a:xfrm>
              <a:off x="2832" y="3504"/>
              <a:ext cx="288"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i="1"/>
                <a:t>d</a:t>
              </a:r>
            </a:p>
          </p:txBody>
        </p:sp>
        <p:sp>
          <p:nvSpPr>
            <p:cNvPr id="46" name="Freeform 43">
              <a:extLst>
                <a:ext uri="{FF2B5EF4-FFF2-40B4-BE49-F238E27FC236}">
                  <a16:creationId xmlns:a16="http://schemas.microsoft.com/office/drawing/2014/main" id="{6A398F5C-DE2E-FEEA-DC98-574907BE16F7}"/>
                </a:ext>
              </a:extLst>
            </p:cNvPr>
            <p:cNvSpPr>
              <a:spLocks/>
            </p:cNvSpPr>
            <p:nvPr/>
          </p:nvSpPr>
          <p:spPr bwMode="auto">
            <a:xfrm>
              <a:off x="1633" y="2059"/>
              <a:ext cx="1232" cy="382"/>
            </a:xfrm>
            <a:custGeom>
              <a:avLst/>
              <a:gdLst>
                <a:gd name="T0" fmla="*/ 580 w 580"/>
                <a:gd name="T1" fmla="*/ 0 h 260"/>
                <a:gd name="T2" fmla="*/ 0 w 580"/>
                <a:gd name="T3" fmla="*/ 260 h 260"/>
              </a:gdLst>
              <a:ahLst/>
              <a:cxnLst>
                <a:cxn ang="0">
                  <a:pos x="T0" y="T1"/>
                </a:cxn>
                <a:cxn ang="0">
                  <a:pos x="T2" y="T3"/>
                </a:cxn>
              </a:cxnLst>
              <a:rect l="0" t="0" r="r" b="b"/>
              <a:pathLst>
                <a:path w="580" h="260">
                  <a:moveTo>
                    <a:pt x="580" y="0"/>
                  </a:moveTo>
                  <a:lnTo>
                    <a:pt x="0" y="260"/>
                  </a:lnTo>
                </a:path>
              </a:pathLst>
            </a:custGeom>
            <a:noFill/>
            <a:ln w="38100" cmpd="sng">
              <a:solidFill>
                <a:srgbClr val="FF00FF"/>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7" name="Group 44">
            <a:extLst>
              <a:ext uri="{FF2B5EF4-FFF2-40B4-BE49-F238E27FC236}">
                <a16:creationId xmlns:a16="http://schemas.microsoft.com/office/drawing/2014/main" id="{7F0F6E58-F6E9-1B1C-3C48-E5936E9116F3}"/>
              </a:ext>
            </a:extLst>
          </p:cNvPr>
          <p:cNvGrpSpPr>
            <a:grpSpLocks/>
          </p:cNvGrpSpPr>
          <p:nvPr/>
        </p:nvGrpSpPr>
        <p:grpSpPr bwMode="auto">
          <a:xfrm>
            <a:off x="5451594" y="2495417"/>
            <a:ext cx="290513" cy="206375"/>
            <a:chOff x="3302" y="1744"/>
            <a:chExt cx="170" cy="120"/>
          </a:xfrm>
        </p:grpSpPr>
        <p:sp>
          <p:nvSpPr>
            <p:cNvPr id="48" name="Freeform 45">
              <a:extLst>
                <a:ext uri="{FF2B5EF4-FFF2-40B4-BE49-F238E27FC236}">
                  <a16:creationId xmlns:a16="http://schemas.microsoft.com/office/drawing/2014/main" id="{1C452A90-B00B-6DF2-B3AB-24C9013F1524}"/>
                </a:ext>
              </a:extLst>
            </p:cNvPr>
            <p:cNvSpPr>
              <a:spLocks/>
            </p:cNvSpPr>
            <p:nvPr/>
          </p:nvSpPr>
          <p:spPr bwMode="auto">
            <a:xfrm rot="-427548">
              <a:off x="3302" y="1753"/>
              <a:ext cx="121" cy="26"/>
            </a:xfrm>
            <a:custGeom>
              <a:avLst/>
              <a:gdLst>
                <a:gd name="T0" fmla="*/ 0 w 78"/>
                <a:gd name="T1" fmla="*/ 21 h 21"/>
                <a:gd name="T2" fmla="*/ 78 w 78"/>
                <a:gd name="T3" fmla="*/ 0 h 21"/>
              </a:gdLst>
              <a:ahLst/>
              <a:cxnLst>
                <a:cxn ang="0">
                  <a:pos x="T0" y="T1"/>
                </a:cxn>
                <a:cxn ang="0">
                  <a:pos x="T2" y="T3"/>
                </a:cxn>
              </a:cxnLst>
              <a:rect l="0" t="0" r="r" b="b"/>
              <a:pathLst>
                <a:path w="78" h="21">
                  <a:moveTo>
                    <a:pt x="0" y="21"/>
                  </a:moveTo>
                  <a:lnTo>
                    <a:pt x="78"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 name="Freeform 46">
              <a:extLst>
                <a:ext uri="{FF2B5EF4-FFF2-40B4-BE49-F238E27FC236}">
                  <a16:creationId xmlns:a16="http://schemas.microsoft.com/office/drawing/2014/main" id="{0FE64749-251B-7922-F4CC-006D1FC3B7E7}"/>
                </a:ext>
              </a:extLst>
            </p:cNvPr>
            <p:cNvSpPr>
              <a:spLocks/>
            </p:cNvSpPr>
            <p:nvPr/>
          </p:nvSpPr>
          <p:spPr bwMode="auto">
            <a:xfrm>
              <a:off x="3432" y="1744"/>
              <a:ext cx="40" cy="120"/>
            </a:xfrm>
            <a:custGeom>
              <a:avLst/>
              <a:gdLst>
                <a:gd name="T0" fmla="*/ 0 w 40"/>
                <a:gd name="T1" fmla="*/ 0 h 120"/>
                <a:gd name="T2" fmla="*/ 40 w 40"/>
                <a:gd name="T3" fmla="*/ 120 h 120"/>
              </a:gdLst>
              <a:ahLst/>
              <a:cxnLst>
                <a:cxn ang="0">
                  <a:pos x="T0" y="T1"/>
                </a:cxn>
                <a:cxn ang="0">
                  <a:pos x="T2" y="T3"/>
                </a:cxn>
              </a:cxnLst>
              <a:rect l="0" t="0" r="r" b="b"/>
              <a:pathLst>
                <a:path w="40" h="120">
                  <a:moveTo>
                    <a:pt x="0" y="0"/>
                  </a:moveTo>
                  <a:lnTo>
                    <a:pt x="40" y="12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50" name="Group 47">
            <a:extLst>
              <a:ext uri="{FF2B5EF4-FFF2-40B4-BE49-F238E27FC236}">
                <a16:creationId xmlns:a16="http://schemas.microsoft.com/office/drawing/2014/main" id="{06B94D2B-B645-EE6F-A5A7-675D8D506F94}"/>
              </a:ext>
            </a:extLst>
          </p:cNvPr>
          <p:cNvGrpSpPr>
            <a:grpSpLocks/>
          </p:cNvGrpSpPr>
          <p:nvPr/>
        </p:nvGrpSpPr>
        <p:grpSpPr bwMode="auto">
          <a:xfrm>
            <a:off x="4510207" y="637289"/>
            <a:ext cx="990600" cy="3286878"/>
            <a:chOff x="2753" y="660"/>
            <a:chExt cx="578" cy="1917"/>
          </a:xfrm>
        </p:grpSpPr>
        <p:sp>
          <p:nvSpPr>
            <p:cNvPr id="51" name="Text Box 48">
              <a:extLst>
                <a:ext uri="{FF2B5EF4-FFF2-40B4-BE49-F238E27FC236}">
                  <a16:creationId xmlns:a16="http://schemas.microsoft.com/office/drawing/2014/main" id="{05614B85-61CB-25C0-E14F-54741DD550A9}"/>
                </a:ext>
              </a:extLst>
            </p:cNvPr>
            <p:cNvSpPr txBox="1">
              <a:spLocks noChangeArrowheads="1"/>
            </p:cNvSpPr>
            <p:nvPr/>
          </p:nvSpPr>
          <p:spPr bwMode="auto">
            <a:xfrm rot="3934708" flipH="1">
              <a:off x="2676" y="849"/>
              <a:ext cx="645" cy="2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r>
                <a:rPr lang="en-US" altLang="zh-CN" i="1" dirty="0"/>
                <a:t>X</a:t>
              </a:r>
              <a:r>
                <a:rPr lang="en-US" altLang="zh-CN" i="1" baseline="-25000" dirty="0"/>
                <a:t>1</a:t>
              </a:r>
              <a:endParaRPr lang="en-US" altLang="zh-CN" i="1" dirty="0"/>
            </a:p>
          </p:txBody>
        </p:sp>
        <p:grpSp>
          <p:nvGrpSpPr>
            <p:cNvPr id="52" name="Group 49">
              <a:extLst>
                <a:ext uri="{FF2B5EF4-FFF2-40B4-BE49-F238E27FC236}">
                  <a16:creationId xmlns:a16="http://schemas.microsoft.com/office/drawing/2014/main" id="{261CC3E0-0581-FAED-4838-440A956A8FE3}"/>
                </a:ext>
              </a:extLst>
            </p:cNvPr>
            <p:cNvGrpSpPr>
              <a:grpSpLocks/>
            </p:cNvGrpSpPr>
            <p:nvPr/>
          </p:nvGrpSpPr>
          <p:grpSpPr bwMode="auto">
            <a:xfrm>
              <a:off x="2753" y="778"/>
              <a:ext cx="578" cy="1799"/>
              <a:chOff x="2753" y="778"/>
              <a:chExt cx="578" cy="1799"/>
            </a:xfrm>
          </p:grpSpPr>
          <p:sp>
            <p:nvSpPr>
              <p:cNvPr id="53" name="Text Box 50">
                <a:extLst>
                  <a:ext uri="{FF2B5EF4-FFF2-40B4-BE49-F238E27FC236}">
                    <a16:creationId xmlns:a16="http://schemas.microsoft.com/office/drawing/2014/main" id="{9A88D24B-87DE-E886-2763-7E46D8A12F42}"/>
                  </a:ext>
                </a:extLst>
              </p:cNvPr>
              <p:cNvSpPr txBox="1">
                <a:spLocks noChangeArrowheads="1"/>
              </p:cNvSpPr>
              <p:nvPr/>
            </p:nvSpPr>
            <p:spPr bwMode="auto">
              <a:xfrm rot="3934708">
                <a:off x="2685" y="930"/>
                <a:ext cx="403" cy="2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r>
                  <a:rPr lang="en-US" altLang="zh-CN" i="1"/>
                  <a:t>V</a:t>
                </a:r>
              </a:p>
            </p:txBody>
          </p:sp>
          <p:grpSp>
            <p:nvGrpSpPr>
              <p:cNvPr id="54" name="Group 51">
                <a:extLst>
                  <a:ext uri="{FF2B5EF4-FFF2-40B4-BE49-F238E27FC236}">
                    <a16:creationId xmlns:a16="http://schemas.microsoft.com/office/drawing/2014/main" id="{9A2AE1C4-2E15-8488-1DEA-357303CD606A}"/>
                  </a:ext>
                </a:extLst>
              </p:cNvPr>
              <p:cNvGrpSpPr>
                <a:grpSpLocks/>
              </p:cNvGrpSpPr>
              <p:nvPr/>
            </p:nvGrpSpPr>
            <p:grpSpPr bwMode="auto">
              <a:xfrm>
                <a:off x="2970" y="778"/>
                <a:ext cx="361" cy="1799"/>
                <a:chOff x="2970" y="778"/>
                <a:chExt cx="361" cy="1799"/>
              </a:xfrm>
            </p:grpSpPr>
            <p:sp>
              <p:nvSpPr>
                <p:cNvPr id="55" name="Text Box 52">
                  <a:extLst>
                    <a:ext uri="{FF2B5EF4-FFF2-40B4-BE49-F238E27FC236}">
                      <a16:creationId xmlns:a16="http://schemas.microsoft.com/office/drawing/2014/main" id="{38C3F522-F143-9462-35F1-624C744C0169}"/>
                    </a:ext>
                  </a:extLst>
                </p:cNvPr>
                <p:cNvSpPr txBox="1">
                  <a:spLocks noChangeArrowheads="1"/>
                </p:cNvSpPr>
                <p:nvPr/>
              </p:nvSpPr>
              <p:spPr bwMode="auto">
                <a:xfrm rot="3934708">
                  <a:off x="2805" y="943"/>
                  <a:ext cx="597" cy="2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r>
                    <a:rPr lang="en-US" altLang="zh-CN" i="1" dirty="0"/>
                    <a:t>H</a:t>
                  </a:r>
                  <a:r>
                    <a:rPr lang="en-US" altLang="zh-CN" i="1" baseline="-25000" dirty="0"/>
                    <a:t>1</a:t>
                  </a:r>
                  <a:endParaRPr lang="en-US" altLang="zh-CN" i="1" dirty="0"/>
                </a:p>
              </p:txBody>
            </p:sp>
            <p:sp>
              <p:nvSpPr>
                <p:cNvPr id="56" name="Freeform 53">
                  <a:extLst>
                    <a:ext uri="{FF2B5EF4-FFF2-40B4-BE49-F238E27FC236}">
                      <a16:creationId xmlns:a16="http://schemas.microsoft.com/office/drawing/2014/main" id="{CE2222A3-91C1-03DC-16AB-69EBC342949B}"/>
                    </a:ext>
                  </a:extLst>
                </p:cNvPr>
                <p:cNvSpPr>
                  <a:spLocks/>
                </p:cNvSpPr>
                <p:nvPr/>
              </p:nvSpPr>
              <p:spPr bwMode="auto">
                <a:xfrm rot="-1115600">
                  <a:off x="3210" y="836"/>
                  <a:ext cx="121" cy="1741"/>
                </a:xfrm>
                <a:custGeom>
                  <a:avLst/>
                  <a:gdLst>
                    <a:gd name="T0" fmla="*/ 0 w 78"/>
                    <a:gd name="T1" fmla="*/ 0 h 1383"/>
                    <a:gd name="T2" fmla="*/ 78 w 78"/>
                    <a:gd name="T3" fmla="*/ 1383 h 1383"/>
                  </a:gdLst>
                  <a:ahLst/>
                  <a:cxnLst>
                    <a:cxn ang="0">
                      <a:pos x="T0" y="T1"/>
                    </a:cxn>
                    <a:cxn ang="0">
                      <a:pos x="T2" y="T3"/>
                    </a:cxn>
                  </a:cxnLst>
                  <a:rect l="0" t="0" r="r" b="b"/>
                  <a:pathLst>
                    <a:path w="78" h="1383">
                      <a:moveTo>
                        <a:pt x="0" y="0"/>
                      </a:moveTo>
                      <a:lnTo>
                        <a:pt x="78" y="1383"/>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grpSp>
        <p:nvGrpSpPr>
          <p:cNvPr id="57" name="Group 54">
            <a:extLst>
              <a:ext uri="{FF2B5EF4-FFF2-40B4-BE49-F238E27FC236}">
                <a16:creationId xmlns:a16="http://schemas.microsoft.com/office/drawing/2014/main" id="{0ED0DB3B-E19B-05CC-026A-BE4E696D22D5}"/>
              </a:ext>
            </a:extLst>
          </p:cNvPr>
          <p:cNvGrpSpPr>
            <a:grpSpLocks/>
          </p:cNvGrpSpPr>
          <p:nvPr/>
        </p:nvGrpSpPr>
        <p:grpSpPr bwMode="auto">
          <a:xfrm>
            <a:off x="4335582" y="1315905"/>
            <a:ext cx="4451350" cy="2417762"/>
            <a:chOff x="2651" y="1056"/>
            <a:chExt cx="2598" cy="1410"/>
          </a:xfrm>
        </p:grpSpPr>
        <p:sp>
          <p:nvSpPr>
            <p:cNvPr id="58" name="Freeform 55">
              <a:extLst>
                <a:ext uri="{FF2B5EF4-FFF2-40B4-BE49-F238E27FC236}">
                  <a16:creationId xmlns:a16="http://schemas.microsoft.com/office/drawing/2014/main" id="{7166758D-75BC-239D-8302-10C6960E4BAD}"/>
                </a:ext>
              </a:extLst>
            </p:cNvPr>
            <p:cNvSpPr>
              <a:spLocks/>
            </p:cNvSpPr>
            <p:nvPr/>
          </p:nvSpPr>
          <p:spPr bwMode="auto">
            <a:xfrm>
              <a:off x="3436" y="1322"/>
              <a:ext cx="1338" cy="616"/>
            </a:xfrm>
            <a:custGeom>
              <a:avLst/>
              <a:gdLst>
                <a:gd name="T0" fmla="*/ 0 w 1338"/>
                <a:gd name="T1" fmla="*/ 0 h 616"/>
                <a:gd name="T2" fmla="*/ 1338 w 1338"/>
                <a:gd name="T3" fmla="*/ 616 h 616"/>
              </a:gdLst>
              <a:ahLst/>
              <a:cxnLst>
                <a:cxn ang="0">
                  <a:pos x="T0" y="T1"/>
                </a:cxn>
                <a:cxn ang="0">
                  <a:pos x="T2" y="T3"/>
                </a:cxn>
              </a:cxnLst>
              <a:rect l="0" t="0" r="r" b="b"/>
              <a:pathLst>
                <a:path w="1338" h="616">
                  <a:moveTo>
                    <a:pt x="0" y="0"/>
                  </a:moveTo>
                  <a:lnTo>
                    <a:pt x="1338" y="616"/>
                  </a:lnTo>
                </a:path>
              </a:pathLst>
            </a:custGeom>
            <a:noFill/>
            <a:ln w="57150" cmpd="sng">
              <a:solidFill>
                <a:schemeClr val="accent2"/>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 name="Freeform 56">
              <a:extLst>
                <a:ext uri="{FF2B5EF4-FFF2-40B4-BE49-F238E27FC236}">
                  <a16:creationId xmlns:a16="http://schemas.microsoft.com/office/drawing/2014/main" id="{DD352EA4-00FA-0B21-836E-144F46AC8A31}"/>
                </a:ext>
              </a:extLst>
            </p:cNvPr>
            <p:cNvSpPr>
              <a:spLocks/>
            </p:cNvSpPr>
            <p:nvPr/>
          </p:nvSpPr>
          <p:spPr bwMode="auto">
            <a:xfrm>
              <a:off x="2864" y="1644"/>
              <a:ext cx="1292" cy="420"/>
            </a:xfrm>
            <a:custGeom>
              <a:avLst/>
              <a:gdLst>
                <a:gd name="T0" fmla="*/ 0 w 1292"/>
                <a:gd name="T1" fmla="*/ 420 h 420"/>
                <a:gd name="T2" fmla="*/ 1292 w 1292"/>
                <a:gd name="T3" fmla="*/ 0 h 420"/>
              </a:gdLst>
              <a:ahLst/>
              <a:cxnLst>
                <a:cxn ang="0">
                  <a:pos x="T0" y="T1"/>
                </a:cxn>
                <a:cxn ang="0">
                  <a:pos x="T2" y="T3"/>
                </a:cxn>
              </a:cxnLst>
              <a:rect l="0" t="0" r="r" b="b"/>
              <a:pathLst>
                <a:path w="1292" h="420">
                  <a:moveTo>
                    <a:pt x="0" y="420"/>
                  </a:moveTo>
                  <a:lnTo>
                    <a:pt x="1292"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 name="Freeform 57">
              <a:extLst>
                <a:ext uri="{FF2B5EF4-FFF2-40B4-BE49-F238E27FC236}">
                  <a16:creationId xmlns:a16="http://schemas.microsoft.com/office/drawing/2014/main" id="{700489F7-B55F-1FFA-5333-062AF58F00E6}"/>
                </a:ext>
              </a:extLst>
            </p:cNvPr>
            <p:cNvSpPr>
              <a:spLocks/>
            </p:cNvSpPr>
            <p:nvPr/>
          </p:nvSpPr>
          <p:spPr bwMode="auto">
            <a:xfrm>
              <a:off x="2651" y="1310"/>
              <a:ext cx="815" cy="265"/>
            </a:xfrm>
            <a:custGeom>
              <a:avLst/>
              <a:gdLst>
                <a:gd name="T0" fmla="*/ 0 w 523"/>
                <a:gd name="T1" fmla="*/ 211 h 211"/>
                <a:gd name="T2" fmla="*/ 523 w 523"/>
                <a:gd name="T3" fmla="*/ 0 h 211"/>
              </a:gdLst>
              <a:ahLst/>
              <a:cxnLst>
                <a:cxn ang="0">
                  <a:pos x="T0" y="T1"/>
                </a:cxn>
                <a:cxn ang="0">
                  <a:pos x="T2" y="T3"/>
                </a:cxn>
              </a:cxnLst>
              <a:rect l="0" t="0" r="r" b="b"/>
              <a:pathLst>
                <a:path w="523" h="211">
                  <a:moveTo>
                    <a:pt x="0" y="211"/>
                  </a:moveTo>
                  <a:lnTo>
                    <a:pt x="52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 name="Text Box 58">
              <a:extLst>
                <a:ext uri="{FF2B5EF4-FFF2-40B4-BE49-F238E27FC236}">
                  <a16:creationId xmlns:a16="http://schemas.microsoft.com/office/drawing/2014/main" id="{66B8BB43-F2CF-C75C-7C36-0D2AC0637C25}"/>
                </a:ext>
              </a:extLst>
            </p:cNvPr>
            <p:cNvSpPr txBox="1">
              <a:spLocks noChangeArrowheads="1"/>
            </p:cNvSpPr>
            <p:nvPr/>
          </p:nvSpPr>
          <p:spPr bwMode="auto">
            <a:xfrm rot="-26119">
              <a:off x="3313" y="1056"/>
              <a:ext cx="529" cy="2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i="1"/>
                <a:t>b</a:t>
              </a:r>
              <a:r>
                <a:rPr lang="en-US" altLang="zh-CN" i="1" baseline="-25000"/>
                <a:t>1</a:t>
              </a:r>
              <a:endParaRPr lang="en-US" altLang="zh-CN" i="1"/>
            </a:p>
          </p:txBody>
        </p:sp>
        <p:sp>
          <p:nvSpPr>
            <p:cNvPr id="62" name="Text Box 59">
              <a:extLst>
                <a:ext uri="{FF2B5EF4-FFF2-40B4-BE49-F238E27FC236}">
                  <a16:creationId xmlns:a16="http://schemas.microsoft.com/office/drawing/2014/main" id="{73D05919-06B1-9532-6A8A-97254EEB96A7}"/>
                </a:ext>
              </a:extLst>
            </p:cNvPr>
            <p:cNvSpPr txBox="1">
              <a:spLocks noChangeArrowheads="1"/>
            </p:cNvSpPr>
            <p:nvPr/>
          </p:nvSpPr>
          <p:spPr bwMode="auto">
            <a:xfrm rot="-26119">
              <a:off x="4128" y="1392"/>
              <a:ext cx="402" cy="2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i="1"/>
                <a:t>a</a:t>
              </a:r>
              <a:r>
                <a:rPr lang="en-US" altLang="zh-CN" i="1" baseline="-25000"/>
                <a:t>1</a:t>
              </a:r>
              <a:endParaRPr lang="en-US" altLang="zh-CN" i="1"/>
            </a:p>
          </p:txBody>
        </p:sp>
        <p:sp>
          <p:nvSpPr>
            <p:cNvPr id="63" name="Text Box 60">
              <a:extLst>
                <a:ext uri="{FF2B5EF4-FFF2-40B4-BE49-F238E27FC236}">
                  <a16:creationId xmlns:a16="http://schemas.microsoft.com/office/drawing/2014/main" id="{F55734C7-EEF7-39E9-3065-73A8F64C079A}"/>
                </a:ext>
              </a:extLst>
            </p:cNvPr>
            <p:cNvSpPr txBox="1">
              <a:spLocks noChangeArrowheads="1"/>
            </p:cNvSpPr>
            <p:nvPr/>
          </p:nvSpPr>
          <p:spPr bwMode="auto">
            <a:xfrm rot="-26119">
              <a:off x="4705" y="1826"/>
              <a:ext cx="544"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i="1"/>
                <a:t>c</a:t>
              </a:r>
              <a:r>
                <a:rPr lang="en-US" altLang="zh-CN" i="1" baseline="-25000"/>
                <a:t>1</a:t>
              </a:r>
              <a:endParaRPr lang="en-US" altLang="zh-CN" i="1"/>
            </a:p>
          </p:txBody>
        </p:sp>
        <p:sp>
          <p:nvSpPr>
            <p:cNvPr id="64" name="Text Box 61">
              <a:extLst>
                <a:ext uri="{FF2B5EF4-FFF2-40B4-BE49-F238E27FC236}">
                  <a16:creationId xmlns:a16="http://schemas.microsoft.com/office/drawing/2014/main" id="{D6EE5181-2233-24CB-25E4-BCB81E5DBB9D}"/>
                </a:ext>
              </a:extLst>
            </p:cNvPr>
            <p:cNvSpPr txBox="1">
              <a:spLocks noChangeArrowheads="1"/>
            </p:cNvSpPr>
            <p:nvPr/>
          </p:nvSpPr>
          <p:spPr bwMode="auto">
            <a:xfrm rot="-26119">
              <a:off x="3984" y="1633"/>
              <a:ext cx="433" cy="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i="1"/>
                <a:t>d</a:t>
              </a:r>
              <a:r>
                <a:rPr lang="en-US" altLang="zh-CN" i="1" baseline="-25000"/>
                <a:t>1</a:t>
              </a:r>
              <a:endParaRPr lang="en-US" altLang="zh-CN" i="1"/>
            </a:p>
          </p:txBody>
        </p:sp>
        <p:sp>
          <p:nvSpPr>
            <p:cNvPr id="65" name="Freeform 62">
              <a:extLst>
                <a:ext uri="{FF2B5EF4-FFF2-40B4-BE49-F238E27FC236}">
                  <a16:creationId xmlns:a16="http://schemas.microsoft.com/office/drawing/2014/main" id="{E406C782-D59C-7FE8-821E-F45E14764F74}"/>
                </a:ext>
              </a:extLst>
            </p:cNvPr>
            <p:cNvSpPr>
              <a:spLocks/>
            </p:cNvSpPr>
            <p:nvPr/>
          </p:nvSpPr>
          <p:spPr bwMode="auto">
            <a:xfrm>
              <a:off x="3072" y="1920"/>
              <a:ext cx="1680" cy="546"/>
            </a:xfrm>
            <a:custGeom>
              <a:avLst/>
              <a:gdLst>
                <a:gd name="T0" fmla="*/ 0 w 1292"/>
                <a:gd name="T1" fmla="*/ 420 h 420"/>
                <a:gd name="T2" fmla="*/ 1292 w 1292"/>
                <a:gd name="T3" fmla="*/ 0 h 420"/>
              </a:gdLst>
              <a:ahLst/>
              <a:cxnLst>
                <a:cxn ang="0">
                  <a:pos x="T0" y="T1"/>
                </a:cxn>
                <a:cxn ang="0">
                  <a:pos x="T2" y="T3"/>
                </a:cxn>
              </a:cxnLst>
              <a:rect l="0" t="0" r="r" b="b"/>
              <a:pathLst>
                <a:path w="1292" h="420">
                  <a:moveTo>
                    <a:pt x="0" y="420"/>
                  </a:moveTo>
                  <a:lnTo>
                    <a:pt x="1292"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66" name="Group 63">
            <a:extLst>
              <a:ext uri="{FF2B5EF4-FFF2-40B4-BE49-F238E27FC236}">
                <a16:creationId xmlns:a16="http://schemas.microsoft.com/office/drawing/2014/main" id="{272DFAEC-563D-4CD7-3D51-A9530A8D9C6B}"/>
              </a:ext>
            </a:extLst>
          </p:cNvPr>
          <p:cNvGrpSpPr>
            <a:grpSpLocks/>
          </p:cNvGrpSpPr>
          <p:nvPr/>
        </p:nvGrpSpPr>
        <p:grpSpPr bwMode="auto">
          <a:xfrm>
            <a:off x="6180257" y="1717542"/>
            <a:ext cx="987425" cy="1470025"/>
            <a:chOff x="3744" y="1295"/>
            <a:chExt cx="576" cy="858"/>
          </a:xfrm>
        </p:grpSpPr>
        <p:sp>
          <p:nvSpPr>
            <p:cNvPr id="67" name="Freeform 64">
              <a:extLst>
                <a:ext uri="{FF2B5EF4-FFF2-40B4-BE49-F238E27FC236}">
                  <a16:creationId xmlns:a16="http://schemas.microsoft.com/office/drawing/2014/main" id="{B55A54D7-BCBD-793C-623B-B1F4D5576078}"/>
                </a:ext>
              </a:extLst>
            </p:cNvPr>
            <p:cNvSpPr>
              <a:spLocks/>
            </p:cNvSpPr>
            <p:nvPr/>
          </p:nvSpPr>
          <p:spPr bwMode="auto">
            <a:xfrm>
              <a:off x="3744" y="1584"/>
              <a:ext cx="280" cy="569"/>
            </a:xfrm>
            <a:custGeom>
              <a:avLst/>
              <a:gdLst>
                <a:gd name="T0" fmla="*/ 0 w 168"/>
                <a:gd name="T1" fmla="*/ 377 h 377"/>
                <a:gd name="T2" fmla="*/ 168 w 168"/>
                <a:gd name="T3" fmla="*/ 0 h 377"/>
              </a:gdLst>
              <a:ahLst/>
              <a:cxnLst>
                <a:cxn ang="0">
                  <a:pos x="T0" y="T1"/>
                </a:cxn>
                <a:cxn ang="0">
                  <a:pos x="T2" y="T3"/>
                </a:cxn>
              </a:cxnLst>
              <a:rect l="0" t="0" r="r" b="b"/>
              <a:pathLst>
                <a:path w="168" h="377">
                  <a:moveTo>
                    <a:pt x="0" y="377"/>
                  </a:moveTo>
                  <a:lnTo>
                    <a:pt x="168" y="0"/>
                  </a:lnTo>
                </a:path>
              </a:pathLst>
            </a:custGeom>
            <a:noFill/>
            <a:ln w="57150" cmpd="sng">
              <a:solidFill>
                <a:srgbClr val="FF0066"/>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8" name="Text Box 65">
              <a:extLst>
                <a:ext uri="{FF2B5EF4-FFF2-40B4-BE49-F238E27FC236}">
                  <a16:creationId xmlns:a16="http://schemas.microsoft.com/office/drawing/2014/main" id="{D1A66DCF-DB3F-81A3-39F6-5AE183F9662C}"/>
                </a:ext>
              </a:extLst>
            </p:cNvPr>
            <p:cNvSpPr txBox="1">
              <a:spLocks noChangeArrowheads="1"/>
            </p:cNvSpPr>
            <p:nvPr/>
          </p:nvSpPr>
          <p:spPr bwMode="auto">
            <a:xfrm rot="-26119">
              <a:off x="3891" y="1295"/>
              <a:ext cx="429" cy="2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i="1"/>
                <a:t>k</a:t>
              </a:r>
              <a:r>
                <a:rPr lang="en-US" altLang="zh-CN" i="1" baseline="-25000"/>
                <a:t>1</a:t>
              </a:r>
              <a:endParaRPr lang="en-US" altLang="zh-CN" i="1"/>
            </a:p>
          </p:txBody>
        </p:sp>
      </p:grpSp>
      <p:grpSp>
        <p:nvGrpSpPr>
          <p:cNvPr id="69" name="Group 66">
            <a:extLst>
              <a:ext uri="{FF2B5EF4-FFF2-40B4-BE49-F238E27FC236}">
                <a16:creationId xmlns:a16="http://schemas.microsoft.com/office/drawing/2014/main" id="{F58C25FB-3216-AF8C-82B0-CB87EFCE277D}"/>
              </a:ext>
            </a:extLst>
          </p:cNvPr>
          <p:cNvGrpSpPr>
            <a:grpSpLocks/>
          </p:cNvGrpSpPr>
          <p:nvPr/>
        </p:nvGrpSpPr>
        <p:grpSpPr bwMode="auto">
          <a:xfrm>
            <a:off x="3411657" y="2222367"/>
            <a:ext cx="2797175" cy="2797175"/>
            <a:chOff x="2112" y="1584"/>
            <a:chExt cx="1632" cy="1632"/>
          </a:xfrm>
        </p:grpSpPr>
        <p:sp>
          <p:nvSpPr>
            <p:cNvPr id="70" name="Line 67">
              <a:extLst>
                <a:ext uri="{FF2B5EF4-FFF2-40B4-BE49-F238E27FC236}">
                  <a16:creationId xmlns:a16="http://schemas.microsoft.com/office/drawing/2014/main" id="{507EF2B5-BC43-E236-D063-9DA0EA9C1F6A}"/>
                </a:ext>
              </a:extLst>
            </p:cNvPr>
            <p:cNvSpPr>
              <a:spLocks noChangeShapeType="1"/>
            </p:cNvSpPr>
            <p:nvPr/>
          </p:nvSpPr>
          <p:spPr bwMode="auto">
            <a:xfrm>
              <a:off x="2112" y="3168"/>
              <a:ext cx="96" cy="48"/>
            </a:xfrm>
            <a:prstGeom prst="line">
              <a:avLst/>
            </a:prstGeom>
            <a:noFill/>
            <a:ln w="57150">
              <a:solidFill>
                <a:srgbClr val="FF66CC"/>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 name="Line 68">
              <a:extLst>
                <a:ext uri="{FF2B5EF4-FFF2-40B4-BE49-F238E27FC236}">
                  <a16:creationId xmlns:a16="http://schemas.microsoft.com/office/drawing/2014/main" id="{D62F458F-CD66-25A3-7478-093A1CC0CBC8}"/>
                </a:ext>
              </a:extLst>
            </p:cNvPr>
            <p:cNvSpPr>
              <a:spLocks noChangeShapeType="1"/>
            </p:cNvSpPr>
            <p:nvPr/>
          </p:nvSpPr>
          <p:spPr bwMode="auto">
            <a:xfrm flipH="1">
              <a:off x="3696" y="1584"/>
              <a:ext cx="48" cy="144"/>
            </a:xfrm>
            <a:prstGeom prst="line">
              <a:avLst/>
            </a:prstGeom>
            <a:noFill/>
            <a:ln w="57150">
              <a:solidFill>
                <a:srgbClr val="FF66CC"/>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72" name="Freeform 69">
            <a:extLst>
              <a:ext uri="{FF2B5EF4-FFF2-40B4-BE49-F238E27FC236}">
                <a16:creationId xmlns:a16="http://schemas.microsoft.com/office/drawing/2014/main" id="{E0AA8855-EEB6-2200-4B95-3DC0499AC274}"/>
              </a:ext>
            </a:extLst>
          </p:cNvPr>
          <p:cNvSpPr>
            <a:spLocks/>
          </p:cNvSpPr>
          <p:nvPr/>
        </p:nvSpPr>
        <p:spPr bwMode="auto">
          <a:xfrm rot="20484400">
            <a:off x="6075482" y="2087430"/>
            <a:ext cx="147637" cy="2139950"/>
          </a:xfrm>
          <a:custGeom>
            <a:avLst/>
            <a:gdLst>
              <a:gd name="T0" fmla="*/ 0 w 78"/>
              <a:gd name="T1" fmla="*/ 0 h 1383"/>
              <a:gd name="T2" fmla="*/ 78 w 78"/>
              <a:gd name="T3" fmla="*/ 1383 h 1383"/>
            </a:gdLst>
            <a:ahLst/>
            <a:cxnLst>
              <a:cxn ang="0">
                <a:pos x="T0" y="T1"/>
              </a:cxn>
              <a:cxn ang="0">
                <a:pos x="T2" y="T3"/>
              </a:cxn>
            </a:cxnLst>
            <a:rect l="0" t="0" r="r" b="b"/>
            <a:pathLst>
              <a:path w="78" h="1383">
                <a:moveTo>
                  <a:pt x="0" y="0"/>
                </a:moveTo>
                <a:lnTo>
                  <a:pt x="78" y="1383"/>
                </a:lnTo>
              </a:path>
            </a:pathLst>
          </a:custGeom>
          <a:noFill/>
          <a:ln w="190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3" name="Group 70">
            <a:extLst>
              <a:ext uri="{FF2B5EF4-FFF2-40B4-BE49-F238E27FC236}">
                <a16:creationId xmlns:a16="http://schemas.microsoft.com/office/drawing/2014/main" id="{69C490E7-6DD7-5728-D0B4-F33013A60A4F}"/>
              </a:ext>
            </a:extLst>
          </p:cNvPr>
          <p:cNvGrpSpPr>
            <a:grpSpLocks/>
          </p:cNvGrpSpPr>
          <p:nvPr/>
        </p:nvGrpSpPr>
        <p:grpSpPr bwMode="auto">
          <a:xfrm>
            <a:off x="3494207" y="3236780"/>
            <a:ext cx="768350" cy="2733675"/>
            <a:chOff x="2160" y="2176"/>
            <a:chExt cx="449" cy="1595"/>
          </a:xfrm>
        </p:grpSpPr>
        <p:sp>
          <p:nvSpPr>
            <p:cNvPr id="74" name="Freeform 71">
              <a:extLst>
                <a:ext uri="{FF2B5EF4-FFF2-40B4-BE49-F238E27FC236}">
                  <a16:creationId xmlns:a16="http://schemas.microsoft.com/office/drawing/2014/main" id="{FA5D1A21-B820-B53B-62B2-081FEB2578EF}"/>
                </a:ext>
              </a:extLst>
            </p:cNvPr>
            <p:cNvSpPr>
              <a:spLocks/>
            </p:cNvSpPr>
            <p:nvPr/>
          </p:nvSpPr>
          <p:spPr bwMode="auto">
            <a:xfrm>
              <a:off x="2168" y="2176"/>
              <a:ext cx="1" cy="1488"/>
            </a:xfrm>
            <a:custGeom>
              <a:avLst/>
              <a:gdLst>
                <a:gd name="T0" fmla="*/ 0 w 1"/>
                <a:gd name="T1" fmla="*/ 0 h 1488"/>
                <a:gd name="T2" fmla="*/ 0 w 1"/>
                <a:gd name="T3" fmla="*/ 1488 h 1488"/>
              </a:gdLst>
              <a:ahLst/>
              <a:cxnLst>
                <a:cxn ang="0">
                  <a:pos x="T0" y="T1"/>
                </a:cxn>
                <a:cxn ang="0">
                  <a:pos x="T2" y="T3"/>
                </a:cxn>
              </a:cxnLst>
              <a:rect l="0" t="0" r="r" b="b"/>
              <a:pathLst>
                <a:path w="1" h="1488">
                  <a:moveTo>
                    <a:pt x="0" y="0"/>
                  </a:moveTo>
                  <a:lnTo>
                    <a:pt x="0" y="1488"/>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 name="Text Box 72">
              <a:extLst>
                <a:ext uri="{FF2B5EF4-FFF2-40B4-BE49-F238E27FC236}">
                  <a16:creationId xmlns:a16="http://schemas.microsoft.com/office/drawing/2014/main" id="{3D8ECFC9-5098-FD94-C830-C36B432EB007}"/>
                </a:ext>
              </a:extLst>
            </p:cNvPr>
            <p:cNvSpPr txBox="1">
              <a:spLocks noChangeArrowheads="1"/>
            </p:cNvSpPr>
            <p:nvPr/>
          </p:nvSpPr>
          <p:spPr bwMode="auto">
            <a:xfrm>
              <a:off x="2160" y="3504"/>
              <a:ext cx="449" cy="2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i="1"/>
                <a:t>k</a:t>
              </a:r>
            </a:p>
          </p:txBody>
        </p:sp>
      </p:grpSp>
      <p:grpSp>
        <p:nvGrpSpPr>
          <p:cNvPr id="76" name="Group 73">
            <a:extLst>
              <a:ext uri="{FF2B5EF4-FFF2-40B4-BE49-F238E27FC236}">
                <a16:creationId xmlns:a16="http://schemas.microsoft.com/office/drawing/2014/main" id="{653B0159-D312-71F0-FA35-398A460BCB2D}"/>
              </a:ext>
            </a:extLst>
          </p:cNvPr>
          <p:cNvGrpSpPr>
            <a:grpSpLocks/>
          </p:cNvGrpSpPr>
          <p:nvPr/>
        </p:nvGrpSpPr>
        <p:grpSpPr bwMode="auto">
          <a:xfrm>
            <a:off x="6088182" y="2801805"/>
            <a:ext cx="904875" cy="495300"/>
            <a:chOff x="3696" y="1920"/>
            <a:chExt cx="528" cy="288"/>
          </a:xfrm>
        </p:grpSpPr>
        <p:sp>
          <p:nvSpPr>
            <p:cNvPr id="77" name="Oval 74">
              <a:extLst>
                <a:ext uri="{FF2B5EF4-FFF2-40B4-BE49-F238E27FC236}">
                  <a16:creationId xmlns:a16="http://schemas.microsoft.com/office/drawing/2014/main" id="{47E02032-0B20-15B5-F98C-2CF63B7FE703}"/>
                </a:ext>
              </a:extLst>
            </p:cNvPr>
            <p:cNvSpPr>
              <a:spLocks noChangeArrowheads="1"/>
            </p:cNvSpPr>
            <p:nvPr/>
          </p:nvSpPr>
          <p:spPr bwMode="auto">
            <a:xfrm>
              <a:off x="3696" y="2112"/>
              <a:ext cx="96" cy="96"/>
            </a:xfrm>
            <a:prstGeom prst="ellipse">
              <a:avLst/>
            </a:prstGeom>
            <a:solidFill>
              <a:srgbClr val="00CC00"/>
            </a:solidFill>
            <a:ln w="9525">
              <a:solidFill>
                <a:schemeClr val="tx1"/>
              </a:solidFill>
              <a:round/>
              <a:headEnd/>
              <a:tailEnd/>
            </a:ln>
          </p:spPr>
          <p:txBody>
            <a:bodyPr wrap="none" anchor="ctr"/>
            <a:lstStyle/>
            <a:p>
              <a:endParaRPr lang="en-US"/>
            </a:p>
          </p:txBody>
        </p:sp>
        <p:sp>
          <p:nvSpPr>
            <p:cNvPr id="78" name="Text Box 75">
              <a:extLst>
                <a:ext uri="{FF2B5EF4-FFF2-40B4-BE49-F238E27FC236}">
                  <a16:creationId xmlns:a16="http://schemas.microsoft.com/office/drawing/2014/main" id="{E90004A5-A562-4B00-4561-6C8F311CA929}"/>
                </a:ext>
              </a:extLst>
            </p:cNvPr>
            <p:cNvSpPr txBox="1">
              <a:spLocks noChangeArrowheads="1"/>
            </p:cNvSpPr>
            <p:nvPr/>
          </p:nvSpPr>
          <p:spPr bwMode="auto">
            <a:xfrm rot="-26119">
              <a:off x="3793" y="1920"/>
              <a:ext cx="431" cy="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i="1"/>
                <a:t>e</a:t>
              </a:r>
              <a:r>
                <a:rPr lang="en-US" altLang="zh-CN" i="1" baseline="-25000"/>
                <a:t>1</a:t>
              </a:r>
              <a:endParaRPr lang="en-US" altLang="zh-CN" i="1"/>
            </a:p>
          </p:txBody>
        </p:sp>
      </p:grpSp>
      <p:sp>
        <p:nvSpPr>
          <p:cNvPr id="79" name="Text Box 76">
            <a:extLst>
              <a:ext uri="{FF2B5EF4-FFF2-40B4-BE49-F238E27FC236}">
                <a16:creationId xmlns:a16="http://schemas.microsoft.com/office/drawing/2014/main" id="{3EE40479-4824-FA39-D16C-2BEF665BB8D9}"/>
              </a:ext>
            </a:extLst>
          </p:cNvPr>
          <p:cNvSpPr txBox="1">
            <a:spLocks noChangeArrowheads="1"/>
          </p:cNvSpPr>
          <p:nvPr/>
        </p:nvSpPr>
        <p:spPr bwMode="auto">
          <a:xfrm>
            <a:off x="217688" y="240452"/>
            <a:ext cx="4120183" cy="1200329"/>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defPPr>
              <a:defRPr lang="en-US"/>
            </a:defPPr>
            <a:lvl1pPr>
              <a:spcBef>
                <a:spcPct val="50000"/>
              </a:spcBef>
              <a:defRPr sz="2400" b="1">
                <a:solidFill>
                  <a:srgbClr val="002060"/>
                </a:solidFill>
                <a:latin typeface="+mn-ea"/>
              </a:defRPr>
            </a:lvl1pPr>
          </a:lstStyle>
          <a:p>
            <a:r>
              <a:rPr lang="zh-CN" altLang="en-US" dirty="0"/>
              <a:t>例</a:t>
            </a:r>
            <a:r>
              <a:rPr lang="en-US" altLang="zh-CN" dirty="0"/>
              <a:t>8.4</a:t>
            </a:r>
            <a:r>
              <a:rPr lang="zh-CN" altLang="en-US" dirty="0">
                <a:solidFill>
                  <a:srgbClr val="C00000"/>
                </a:solidFill>
                <a:sym typeface="Wingdings" panose="05000000000000000000" pitchFamily="2" charset="2"/>
              </a:rPr>
              <a:t></a:t>
            </a:r>
            <a:r>
              <a:rPr lang="zh-CN" altLang="en-US" dirty="0"/>
              <a:t>：已知</a:t>
            </a:r>
            <a:r>
              <a:rPr lang="en-US" altLang="zh-CN" dirty="0"/>
              <a:t>E</a:t>
            </a:r>
            <a:r>
              <a:rPr lang="zh-CN" altLang="en-US" dirty="0"/>
              <a:t>到平面</a:t>
            </a:r>
            <a:r>
              <a:rPr lang="el-GR" altLang="zh-CN" dirty="0"/>
              <a:t>Δ</a:t>
            </a:r>
            <a:r>
              <a:rPr lang="en-US" altLang="zh-CN" dirty="0"/>
              <a:t>ABC</a:t>
            </a:r>
            <a:r>
              <a:rPr lang="zh-CN" altLang="en-US" dirty="0"/>
              <a:t>的距离为</a:t>
            </a:r>
            <a:r>
              <a:rPr lang="en-US" altLang="zh-CN" dirty="0"/>
              <a:t>n</a:t>
            </a:r>
            <a:r>
              <a:rPr lang="zh-CN" altLang="en-US" dirty="0"/>
              <a:t>，用换面法求</a:t>
            </a:r>
            <a:r>
              <a:rPr lang="en-US" altLang="zh-CN" dirty="0"/>
              <a:t>E</a:t>
            </a:r>
            <a:r>
              <a:rPr lang="zh-CN" altLang="en-US" dirty="0"/>
              <a:t>点到</a:t>
            </a:r>
            <a:r>
              <a:rPr lang="el-GR" altLang="zh-CN" dirty="0"/>
              <a:t>Δ</a:t>
            </a:r>
            <a:r>
              <a:rPr lang="en-US" altLang="zh-CN" dirty="0"/>
              <a:t>ABC</a:t>
            </a:r>
            <a:r>
              <a:rPr lang="zh-CN" altLang="en-US" dirty="0"/>
              <a:t>垂线的投影</a:t>
            </a:r>
          </a:p>
        </p:txBody>
      </p:sp>
      <p:sp>
        <p:nvSpPr>
          <p:cNvPr id="80" name="Smiley Face 76">
            <a:extLst>
              <a:ext uri="{FF2B5EF4-FFF2-40B4-BE49-F238E27FC236}">
                <a16:creationId xmlns:a16="http://schemas.microsoft.com/office/drawing/2014/main" id="{5932BE29-2813-3A3A-67C0-2A637B259221}"/>
              </a:ext>
            </a:extLst>
          </p:cNvPr>
          <p:cNvSpPr/>
          <p:nvPr/>
        </p:nvSpPr>
        <p:spPr>
          <a:xfrm>
            <a:off x="10486103" y="5958729"/>
            <a:ext cx="397621" cy="397621"/>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1" name="文本框 80">
            <a:extLst>
              <a:ext uri="{FF2B5EF4-FFF2-40B4-BE49-F238E27FC236}">
                <a16:creationId xmlns:a16="http://schemas.microsoft.com/office/drawing/2014/main" id="{661F6828-E729-F8F5-3D1B-58209078EE79}"/>
              </a:ext>
            </a:extLst>
          </p:cNvPr>
          <p:cNvSpPr txBox="1"/>
          <p:nvPr/>
        </p:nvSpPr>
        <p:spPr>
          <a:xfrm>
            <a:off x="743623" y="2504191"/>
            <a:ext cx="1277337" cy="523220"/>
          </a:xfrm>
          <a:prstGeom prst="rect">
            <a:avLst/>
          </a:prstGeom>
          <a:effectLst>
            <a:outerShdw blurRad="50800" dist="38100" dir="5400000" algn="t" rotWithShape="0">
              <a:prstClr val="black">
                <a:alpha val="40000"/>
              </a:prstClr>
            </a:outerShdw>
            <a:reflection blurRad="6350" stA="52000" endA="300" endPos="35000" dir="5400000" sy="-100000" algn="bl" rotWithShape="0"/>
          </a:effectLst>
        </p:spPr>
        <p:style>
          <a:lnRef idx="1">
            <a:schemeClr val="accent4"/>
          </a:lnRef>
          <a:fillRef idx="2">
            <a:schemeClr val="accent4"/>
          </a:fillRef>
          <a:effectRef idx="1">
            <a:schemeClr val="accent4"/>
          </a:effectRef>
          <a:fontRef idx="minor">
            <a:schemeClr val="dk1"/>
          </a:fontRef>
        </p:style>
        <p:txBody>
          <a:bodyPr wrap="none" rtlCol="0">
            <a:spAutoFit/>
          </a:bodyPr>
          <a:lstStyle/>
          <a:p>
            <a:r>
              <a:rPr lang="zh-CN" altLang="en-US" sz="2800" dirty="0">
                <a:solidFill>
                  <a:srgbClr val="FF0000"/>
                </a:solidFill>
              </a:rPr>
              <a:t>逆推法</a:t>
            </a:r>
            <a:endParaRPr lang="en-US" sz="2800" dirty="0">
              <a:solidFill>
                <a:srgbClr val="FF0000"/>
              </a:solidFill>
            </a:endParaRPr>
          </a:p>
        </p:txBody>
      </p:sp>
      <p:sp>
        <p:nvSpPr>
          <p:cNvPr id="82" name="Text Box 48">
            <a:extLst>
              <a:ext uri="{FF2B5EF4-FFF2-40B4-BE49-F238E27FC236}">
                <a16:creationId xmlns:a16="http://schemas.microsoft.com/office/drawing/2014/main" id="{FCA8B2CB-9F06-2A7B-2292-70C76A0660F0}"/>
              </a:ext>
            </a:extLst>
          </p:cNvPr>
          <p:cNvSpPr txBox="1">
            <a:spLocks noChangeArrowheads="1"/>
          </p:cNvSpPr>
          <p:nvPr/>
        </p:nvSpPr>
        <p:spPr bwMode="auto">
          <a:xfrm flipH="1">
            <a:off x="1655107" y="4340361"/>
            <a:ext cx="659073"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r>
              <a:rPr lang="en-US" altLang="zh-CN" i="1" dirty="0"/>
              <a:t>X</a:t>
            </a:r>
          </a:p>
        </p:txBody>
      </p:sp>
      <p:sp>
        <p:nvSpPr>
          <p:cNvPr id="83" name="Text Box 48">
            <a:extLst>
              <a:ext uri="{FF2B5EF4-FFF2-40B4-BE49-F238E27FC236}">
                <a16:creationId xmlns:a16="http://schemas.microsoft.com/office/drawing/2014/main" id="{946F08A3-1A0E-D52A-4ACD-C88215E2443D}"/>
              </a:ext>
            </a:extLst>
          </p:cNvPr>
          <p:cNvSpPr txBox="1">
            <a:spLocks noChangeArrowheads="1"/>
          </p:cNvSpPr>
          <p:nvPr/>
        </p:nvSpPr>
        <p:spPr bwMode="auto">
          <a:xfrm flipH="1">
            <a:off x="1933269" y="4121269"/>
            <a:ext cx="659073"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r>
              <a:rPr lang="en-US" altLang="zh-CN" i="1" dirty="0"/>
              <a:t>V</a:t>
            </a:r>
          </a:p>
        </p:txBody>
      </p:sp>
      <p:sp>
        <p:nvSpPr>
          <p:cNvPr id="84" name="Text Box 48">
            <a:extLst>
              <a:ext uri="{FF2B5EF4-FFF2-40B4-BE49-F238E27FC236}">
                <a16:creationId xmlns:a16="http://schemas.microsoft.com/office/drawing/2014/main" id="{59B1EC6A-72A8-093D-6D97-5087CA0450A8}"/>
              </a:ext>
            </a:extLst>
          </p:cNvPr>
          <p:cNvSpPr txBox="1">
            <a:spLocks noChangeArrowheads="1"/>
          </p:cNvSpPr>
          <p:nvPr/>
        </p:nvSpPr>
        <p:spPr bwMode="auto">
          <a:xfrm flipH="1">
            <a:off x="1924952" y="4551170"/>
            <a:ext cx="659073"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r>
              <a:rPr lang="en-US" altLang="zh-CN" i="1" dirty="0"/>
              <a:t>H</a:t>
            </a:r>
          </a:p>
        </p:txBody>
      </p:sp>
      <p:grpSp>
        <p:nvGrpSpPr>
          <p:cNvPr id="114" name="组合 113">
            <a:extLst>
              <a:ext uri="{FF2B5EF4-FFF2-40B4-BE49-F238E27FC236}">
                <a16:creationId xmlns:a16="http://schemas.microsoft.com/office/drawing/2014/main" id="{632E92C5-83AC-90CA-8259-A9779FD9FEF4}"/>
              </a:ext>
            </a:extLst>
          </p:cNvPr>
          <p:cNvGrpSpPr/>
          <p:nvPr/>
        </p:nvGrpSpPr>
        <p:grpSpPr>
          <a:xfrm>
            <a:off x="6492410" y="1108458"/>
            <a:ext cx="5981131" cy="4476750"/>
            <a:chOff x="6626886" y="1381515"/>
            <a:chExt cx="5981131" cy="4476750"/>
          </a:xfrm>
        </p:grpSpPr>
        <p:grpSp>
          <p:nvGrpSpPr>
            <p:cNvPr id="85" name="组合 84">
              <a:extLst>
                <a:ext uri="{FF2B5EF4-FFF2-40B4-BE49-F238E27FC236}">
                  <a16:creationId xmlns:a16="http://schemas.microsoft.com/office/drawing/2014/main" id="{0B2841C6-25DD-E609-EA19-B9CCE3722D58}"/>
                </a:ext>
              </a:extLst>
            </p:cNvPr>
            <p:cNvGrpSpPr/>
            <p:nvPr/>
          </p:nvGrpSpPr>
          <p:grpSpPr>
            <a:xfrm>
              <a:off x="8557624" y="1381515"/>
              <a:ext cx="4050393" cy="4476750"/>
              <a:chOff x="6190585" y="999052"/>
              <a:chExt cx="4050393" cy="4476750"/>
            </a:xfrm>
          </p:grpSpPr>
          <p:sp>
            <p:nvSpPr>
              <p:cNvPr id="86" name="Rectangle 30">
                <a:extLst>
                  <a:ext uri="{FF2B5EF4-FFF2-40B4-BE49-F238E27FC236}">
                    <a16:creationId xmlns:a16="http://schemas.microsoft.com/office/drawing/2014/main" id="{B8D967E1-EFB5-4E27-CC83-71AFA04BFF2C}"/>
                  </a:ext>
                </a:extLst>
              </p:cNvPr>
              <p:cNvSpPr>
                <a:spLocks noChangeArrowheads="1"/>
              </p:cNvSpPr>
              <p:nvPr/>
            </p:nvSpPr>
            <p:spPr bwMode="auto">
              <a:xfrm>
                <a:off x="8713576" y="2825811"/>
                <a:ext cx="6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1279525">
                  <a:defRPr>
                    <a:solidFill>
                      <a:schemeClr val="tx1"/>
                    </a:solidFill>
                    <a:latin typeface="Arial" panose="020B0604020202020204" pitchFamily="34" charset="0"/>
                    <a:ea typeface="宋体" panose="02010600030101010101" pitchFamily="2" charset="-122"/>
                  </a:defRPr>
                </a:lvl1pPr>
                <a:lvl2pPr marL="639763" defTabSz="1279525">
                  <a:defRPr>
                    <a:solidFill>
                      <a:schemeClr val="tx1"/>
                    </a:solidFill>
                    <a:latin typeface="Arial" panose="020B0604020202020204" pitchFamily="34" charset="0"/>
                    <a:ea typeface="宋体" panose="02010600030101010101" pitchFamily="2" charset="-122"/>
                  </a:defRPr>
                </a:lvl2pPr>
                <a:lvl3pPr marL="1279525" defTabSz="1279525">
                  <a:defRPr>
                    <a:solidFill>
                      <a:schemeClr val="tx1"/>
                    </a:solidFill>
                    <a:latin typeface="Arial" panose="020B0604020202020204" pitchFamily="34" charset="0"/>
                    <a:ea typeface="宋体" panose="02010600030101010101" pitchFamily="2" charset="-122"/>
                  </a:defRPr>
                </a:lvl3pPr>
                <a:lvl4pPr marL="1920875" defTabSz="1279525">
                  <a:defRPr>
                    <a:solidFill>
                      <a:schemeClr val="tx1"/>
                    </a:solidFill>
                    <a:latin typeface="Arial" panose="020B0604020202020204" pitchFamily="34" charset="0"/>
                    <a:ea typeface="宋体" panose="02010600030101010101" pitchFamily="2" charset="-122"/>
                  </a:defRPr>
                </a:lvl4pPr>
                <a:lvl5pPr marL="2560638" defTabSz="1279525">
                  <a:defRPr>
                    <a:solidFill>
                      <a:schemeClr val="tx1"/>
                    </a:solidFill>
                    <a:latin typeface="Arial" panose="020B0604020202020204" pitchFamily="34" charset="0"/>
                    <a:ea typeface="宋体" panose="02010600030101010101" pitchFamily="2" charset="-122"/>
                  </a:defRPr>
                </a:lvl5pPr>
                <a:lvl6pPr marL="3017838"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475038"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932238"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389438"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en-US" sz="2000" i="1">
                  <a:latin typeface="方正姚体" panose="02010601030101010101" pitchFamily="2" charset="-122"/>
                  <a:ea typeface="方正姚体" panose="02010601030101010101" pitchFamily="2" charset="-122"/>
                </a:endParaRPr>
              </a:p>
            </p:txBody>
          </p:sp>
          <p:sp>
            <p:nvSpPr>
              <p:cNvPr id="87" name="Rectangle 32">
                <a:extLst>
                  <a:ext uri="{FF2B5EF4-FFF2-40B4-BE49-F238E27FC236}">
                    <a16:creationId xmlns:a16="http://schemas.microsoft.com/office/drawing/2014/main" id="{7FD8B42A-E820-D928-9691-476DBA6DFCC6}"/>
                  </a:ext>
                </a:extLst>
              </p:cNvPr>
              <p:cNvSpPr>
                <a:spLocks noChangeArrowheads="1"/>
              </p:cNvSpPr>
              <p:nvPr/>
            </p:nvSpPr>
            <p:spPr bwMode="auto">
              <a:xfrm>
                <a:off x="6190585" y="3292990"/>
                <a:ext cx="3968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1279525">
                  <a:defRPr>
                    <a:solidFill>
                      <a:schemeClr val="tx1"/>
                    </a:solidFill>
                    <a:latin typeface="Arial" panose="020B0604020202020204" pitchFamily="34" charset="0"/>
                    <a:ea typeface="宋体" panose="02010600030101010101" pitchFamily="2" charset="-122"/>
                  </a:defRPr>
                </a:lvl1pPr>
                <a:lvl2pPr marL="639763" defTabSz="1279525">
                  <a:defRPr>
                    <a:solidFill>
                      <a:schemeClr val="tx1"/>
                    </a:solidFill>
                    <a:latin typeface="Arial" panose="020B0604020202020204" pitchFamily="34" charset="0"/>
                    <a:ea typeface="宋体" panose="02010600030101010101" pitchFamily="2" charset="-122"/>
                  </a:defRPr>
                </a:lvl2pPr>
                <a:lvl3pPr marL="1279525" defTabSz="1279525">
                  <a:defRPr>
                    <a:solidFill>
                      <a:schemeClr val="tx1"/>
                    </a:solidFill>
                    <a:latin typeface="Arial" panose="020B0604020202020204" pitchFamily="34" charset="0"/>
                    <a:ea typeface="宋体" panose="02010600030101010101" pitchFamily="2" charset="-122"/>
                  </a:defRPr>
                </a:lvl3pPr>
                <a:lvl4pPr marL="1920875" defTabSz="1279525">
                  <a:defRPr>
                    <a:solidFill>
                      <a:schemeClr val="tx1"/>
                    </a:solidFill>
                    <a:latin typeface="Arial" panose="020B0604020202020204" pitchFamily="34" charset="0"/>
                    <a:ea typeface="宋体" panose="02010600030101010101" pitchFamily="2" charset="-122"/>
                  </a:defRPr>
                </a:lvl4pPr>
                <a:lvl5pPr marL="2560638" defTabSz="1279525">
                  <a:defRPr>
                    <a:solidFill>
                      <a:schemeClr val="tx1"/>
                    </a:solidFill>
                    <a:latin typeface="Arial" panose="020B0604020202020204" pitchFamily="34" charset="0"/>
                    <a:ea typeface="宋体" panose="02010600030101010101" pitchFamily="2" charset="-122"/>
                  </a:defRPr>
                </a:lvl5pPr>
                <a:lvl6pPr marL="3017838"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475038"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932238"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389438"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a:latin typeface="Times New Roman" panose="02020603050405020304" pitchFamily="18" charset="0"/>
                    <a:ea typeface="方正姚体" panose="02010601030101010101" pitchFamily="2" charset="-122"/>
                  </a:rPr>
                  <a:t>X</a:t>
                </a:r>
              </a:p>
            </p:txBody>
          </p:sp>
          <p:sp>
            <p:nvSpPr>
              <p:cNvPr id="88" name="Rectangle 33">
                <a:extLst>
                  <a:ext uri="{FF2B5EF4-FFF2-40B4-BE49-F238E27FC236}">
                    <a16:creationId xmlns:a16="http://schemas.microsoft.com/office/drawing/2014/main" id="{F8A99368-25AC-1839-6AC3-A4D6CCFE97B4}"/>
                  </a:ext>
                </a:extLst>
              </p:cNvPr>
              <p:cNvSpPr>
                <a:spLocks noChangeArrowheads="1"/>
              </p:cNvSpPr>
              <p:nvPr/>
            </p:nvSpPr>
            <p:spPr bwMode="auto">
              <a:xfrm>
                <a:off x="8232790" y="3417722"/>
                <a:ext cx="6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1279525">
                  <a:defRPr>
                    <a:solidFill>
                      <a:schemeClr val="tx1"/>
                    </a:solidFill>
                    <a:latin typeface="Arial" panose="020B0604020202020204" pitchFamily="34" charset="0"/>
                    <a:ea typeface="宋体" panose="02010600030101010101" pitchFamily="2" charset="-122"/>
                  </a:defRPr>
                </a:lvl1pPr>
                <a:lvl2pPr marL="639763" defTabSz="1279525">
                  <a:defRPr>
                    <a:solidFill>
                      <a:schemeClr val="tx1"/>
                    </a:solidFill>
                    <a:latin typeface="Arial" panose="020B0604020202020204" pitchFamily="34" charset="0"/>
                    <a:ea typeface="宋体" panose="02010600030101010101" pitchFamily="2" charset="-122"/>
                  </a:defRPr>
                </a:lvl2pPr>
                <a:lvl3pPr marL="1279525" defTabSz="1279525">
                  <a:defRPr>
                    <a:solidFill>
                      <a:schemeClr val="tx1"/>
                    </a:solidFill>
                    <a:latin typeface="Arial" panose="020B0604020202020204" pitchFamily="34" charset="0"/>
                    <a:ea typeface="宋体" panose="02010600030101010101" pitchFamily="2" charset="-122"/>
                  </a:defRPr>
                </a:lvl3pPr>
                <a:lvl4pPr marL="1920875" defTabSz="1279525">
                  <a:defRPr>
                    <a:solidFill>
                      <a:schemeClr val="tx1"/>
                    </a:solidFill>
                    <a:latin typeface="Arial" panose="020B0604020202020204" pitchFamily="34" charset="0"/>
                    <a:ea typeface="宋体" panose="02010600030101010101" pitchFamily="2" charset="-122"/>
                  </a:defRPr>
                </a:lvl4pPr>
                <a:lvl5pPr marL="2560638" defTabSz="1279525">
                  <a:defRPr>
                    <a:solidFill>
                      <a:schemeClr val="tx1"/>
                    </a:solidFill>
                    <a:latin typeface="Arial" panose="020B0604020202020204" pitchFamily="34" charset="0"/>
                    <a:ea typeface="宋体" panose="02010600030101010101" pitchFamily="2" charset="-122"/>
                  </a:defRPr>
                </a:lvl5pPr>
                <a:lvl6pPr marL="3017838"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475038"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932238"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389438"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en-US" sz="2000" i="1">
                  <a:latin typeface="方正姚体" panose="02010601030101010101" pitchFamily="2" charset="-122"/>
                  <a:ea typeface="方正姚体" panose="02010601030101010101" pitchFamily="2" charset="-122"/>
                </a:endParaRPr>
              </a:p>
            </p:txBody>
          </p:sp>
          <p:sp>
            <p:nvSpPr>
              <p:cNvPr id="89" name="Line 36">
                <a:extLst>
                  <a:ext uri="{FF2B5EF4-FFF2-40B4-BE49-F238E27FC236}">
                    <a16:creationId xmlns:a16="http://schemas.microsoft.com/office/drawing/2014/main" id="{45FDB993-AD91-2D7B-011E-B71DB307ACF4}"/>
                  </a:ext>
                </a:extLst>
              </p:cNvPr>
              <p:cNvSpPr>
                <a:spLocks noChangeShapeType="1"/>
              </p:cNvSpPr>
              <p:nvPr/>
            </p:nvSpPr>
            <p:spPr bwMode="auto">
              <a:xfrm>
                <a:off x="6441183" y="3414319"/>
                <a:ext cx="3331482"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sp>
            <p:nvSpPr>
              <p:cNvPr id="90" name="Text Box 37">
                <a:extLst>
                  <a:ext uri="{FF2B5EF4-FFF2-40B4-BE49-F238E27FC236}">
                    <a16:creationId xmlns:a16="http://schemas.microsoft.com/office/drawing/2014/main" id="{0B9A5167-7C88-E8E4-0998-C918DAF238EE}"/>
                  </a:ext>
                </a:extLst>
              </p:cNvPr>
              <p:cNvSpPr txBox="1">
                <a:spLocks noChangeArrowheads="1"/>
              </p:cNvSpPr>
              <p:nvPr/>
            </p:nvSpPr>
            <p:spPr bwMode="auto">
              <a:xfrm>
                <a:off x="9947290" y="3176194"/>
                <a:ext cx="293688" cy="461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5282" tIns="32641" rIns="65282" bIns="32641">
                <a:spAutoFit/>
              </a:bodyPr>
              <a:lstStyle>
                <a:lvl1pPr defTabSz="1279525">
                  <a:defRPr>
                    <a:solidFill>
                      <a:schemeClr val="tx1"/>
                    </a:solidFill>
                    <a:latin typeface="Arial" panose="020B0604020202020204" pitchFamily="34" charset="0"/>
                    <a:ea typeface="宋体" panose="02010600030101010101" pitchFamily="2" charset="-122"/>
                  </a:defRPr>
                </a:lvl1pPr>
                <a:lvl2pPr defTabSz="1279525">
                  <a:defRPr>
                    <a:solidFill>
                      <a:schemeClr val="tx1"/>
                    </a:solidFill>
                    <a:latin typeface="Arial" panose="020B0604020202020204" pitchFamily="34" charset="0"/>
                    <a:ea typeface="宋体" panose="02010600030101010101" pitchFamily="2" charset="-122"/>
                  </a:defRPr>
                </a:lvl2pPr>
                <a:lvl3pPr marL="912813" defTabSz="1279525">
                  <a:defRPr>
                    <a:solidFill>
                      <a:schemeClr val="tx1"/>
                    </a:solidFill>
                    <a:latin typeface="Arial" panose="020B0604020202020204" pitchFamily="34" charset="0"/>
                    <a:ea typeface="宋体" panose="02010600030101010101" pitchFamily="2" charset="-122"/>
                  </a:defRPr>
                </a:lvl3pPr>
                <a:lvl4pPr defTabSz="1279525">
                  <a:defRPr>
                    <a:solidFill>
                      <a:schemeClr val="tx1"/>
                    </a:solidFill>
                    <a:latin typeface="Arial" panose="020B0604020202020204" pitchFamily="34" charset="0"/>
                    <a:ea typeface="宋体" panose="02010600030101010101" pitchFamily="2" charset="-122"/>
                  </a:defRPr>
                </a:lvl4pPr>
                <a:lvl5pPr defTabSz="1279525">
                  <a:defRPr>
                    <a:solidFill>
                      <a:schemeClr val="tx1"/>
                    </a:solidFill>
                    <a:latin typeface="Arial" panose="020B0604020202020204" pitchFamily="34" charset="0"/>
                    <a:ea typeface="宋体" panose="02010600030101010101" pitchFamily="2" charset="-122"/>
                  </a:defRPr>
                </a:lvl5pPr>
                <a:lvl6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571"/>
                  <a:t>o</a:t>
                </a:r>
              </a:p>
            </p:txBody>
          </p:sp>
          <p:grpSp>
            <p:nvGrpSpPr>
              <p:cNvPr id="91" name="Group 58">
                <a:extLst>
                  <a:ext uri="{FF2B5EF4-FFF2-40B4-BE49-F238E27FC236}">
                    <a16:creationId xmlns:a16="http://schemas.microsoft.com/office/drawing/2014/main" id="{C2B0C715-EB9B-6506-A396-DDAB93DC2131}"/>
                  </a:ext>
                </a:extLst>
              </p:cNvPr>
              <p:cNvGrpSpPr>
                <a:grpSpLocks/>
              </p:cNvGrpSpPr>
              <p:nvPr/>
            </p:nvGrpSpPr>
            <p:grpSpPr bwMode="auto">
              <a:xfrm>
                <a:off x="8137540" y="3684195"/>
                <a:ext cx="1230313" cy="1791607"/>
                <a:chOff x="5405" y="1209"/>
                <a:chExt cx="1086" cy="1578"/>
              </a:xfrm>
            </p:grpSpPr>
            <p:grpSp>
              <p:nvGrpSpPr>
                <p:cNvPr id="107" name="Group 57">
                  <a:extLst>
                    <a:ext uri="{FF2B5EF4-FFF2-40B4-BE49-F238E27FC236}">
                      <a16:creationId xmlns:a16="http://schemas.microsoft.com/office/drawing/2014/main" id="{85730121-3F06-9414-E63A-ACD03164DEE9}"/>
                    </a:ext>
                  </a:extLst>
                </p:cNvPr>
                <p:cNvGrpSpPr>
                  <a:grpSpLocks/>
                </p:cNvGrpSpPr>
                <p:nvPr/>
              </p:nvGrpSpPr>
              <p:grpSpPr bwMode="auto">
                <a:xfrm>
                  <a:off x="5405" y="1209"/>
                  <a:ext cx="1086" cy="1578"/>
                  <a:chOff x="5405" y="1209"/>
                  <a:chExt cx="1086" cy="1578"/>
                </a:xfrm>
              </p:grpSpPr>
              <p:sp>
                <p:nvSpPr>
                  <p:cNvPr id="109" name="Line 53">
                    <a:extLst>
                      <a:ext uri="{FF2B5EF4-FFF2-40B4-BE49-F238E27FC236}">
                        <a16:creationId xmlns:a16="http://schemas.microsoft.com/office/drawing/2014/main" id="{29C782ED-09B9-99C0-A8C1-B59FA24B53DF}"/>
                      </a:ext>
                    </a:extLst>
                  </p:cNvPr>
                  <p:cNvSpPr>
                    <a:spLocks noChangeShapeType="1"/>
                  </p:cNvSpPr>
                  <p:nvPr/>
                </p:nvSpPr>
                <p:spPr bwMode="auto">
                  <a:xfrm flipV="1">
                    <a:off x="5405" y="1210"/>
                    <a:ext cx="0" cy="1577"/>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sp>
                <p:nvSpPr>
                  <p:cNvPr id="110" name="Line 54">
                    <a:extLst>
                      <a:ext uri="{FF2B5EF4-FFF2-40B4-BE49-F238E27FC236}">
                        <a16:creationId xmlns:a16="http://schemas.microsoft.com/office/drawing/2014/main" id="{F9A6278A-5419-D7EB-C93C-BE696BC28FE3}"/>
                      </a:ext>
                    </a:extLst>
                  </p:cNvPr>
                  <p:cNvSpPr>
                    <a:spLocks noChangeShapeType="1"/>
                  </p:cNvSpPr>
                  <p:nvPr/>
                </p:nvSpPr>
                <p:spPr bwMode="auto">
                  <a:xfrm>
                    <a:off x="5419" y="1220"/>
                    <a:ext cx="1066" cy="0"/>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sp>
                <p:nvSpPr>
                  <p:cNvPr id="111" name="Line 55">
                    <a:extLst>
                      <a:ext uri="{FF2B5EF4-FFF2-40B4-BE49-F238E27FC236}">
                        <a16:creationId xmlns:a16="http://schemas.microsoft.com/office/drawing/2014/main" id="{812DD79F-3E7D-12C4-B3BC-7056FEB381AE}"/>
                      </a:ext>
                    </a:extLst>
                  </p:cNvPr>
                  <p:cNvSpPr>
                    <a:spLocks noChangeShapeType="1"/>
                  </p:cNvSpPr>
                  <p:nvPr/>
                </p:nvSpPr>
                <p:spPr bwMode="auto">
                  <a:xfrm>
                    <a:off x="6491" y="1209"/>
                    <a:ext cx="0" cy="1578"/>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grpSp>
            <p:sp>
              <p:nvSpPr>
                <p:cNvPr id="108" name="Line 56">
                  <a:extLst>
                    <a:ext uri="{FF2B5EF4-FFF2-40B4-BE49-F238E27FC236}">
                      <a16:creationId xmlns:a16="http://schemas.microsoft.com/office/drawing/2014/main" id="{CB6166C7-2E81-E84E-18C9-C6DD81D698C0}"/>
                    </a:ext>
                  </a:extLst>
                </p:cNvPr>
                <p:cNvSpPr>
                  <a:spLocks noChangeShapeType="1"/>
                </p:cNvSpPr>
                <p:nvPr/>
              </p:nvSpPr>
              <p:spPr bwMode="auto">
                <a:xfrm flipH="1">
                  <a:off x="5406" y="2787"/>
                  <a:ext cx="1076" cy="0"/>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grpSp>
          <p:sp>
            <p:nvSpPr>
              <p:cNvPr id="92" name="Line 60">
                <a:extLst>
                  <a:ext uri="{FF2B5EF4-FFF2-40B4-BE49-F238E27FC236}">
                    <a16:creationId xmlns:a16="http://schemas.microsoft.com/office/drawing/2014/main" id="{47A8A124-BA5C-E111-0702-1A26FC995DFE}"/>
                  </a:ext>
                </a:extLst>
              </p:cNvPr>
              <p:cNvSpPr>
                <a:spLocks noChangeShapeType="1"/>
              </p:cNvSpPr>
              <p:nvPr/>
            </p:nvSpPr>
            <p:spPr bwMode="auto">
              <a:xfrm flipV="1">
                <a:off x="8131871" y="2316677"/>
                <a:ext cx="1225776" cy="732518"/>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sp>
            <p:nvSpPr>
              <p:cNvPr id="93" name="Line 75">
                <a:extLst>
                  <a:ext uri="{FF2B5EF4-FFF2-40B4-BE49-F238E27FC236}">
                    <a16:creationId xmlns:a16="http://schemas.microsoft.com/office/drawing/2014/main" id="{EC3DC6A6-0939-A418-E15E-E79CE454B134}"/>
                  </a:ext>
                </a:extLst>
              </p:cNvPr>
              <p:cNvSpPr>
                <a:spLocks noChangeShapeType="1"/>
              </p:cNvSpPr>
              <p:nvPr/>
            </p:nvSpPr>
            <p:spPr bwMode="auto">
              <a:xfrm flipV="1">
                <a:off x="9367852" y="2314409"/>
                <a:ext cx="0" cy="13720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sp>
            <p:nvSpPr>
              <p:cNvPr id="94" name="Line 76">
                <a:extLst>
                  <a:ext uri="{FF2B5EF4-FFF2-40B4-BE49-F238E27FC236}">
                    <a16:creationId xmlns:a16="http://schemas.microsoft.com/office/drawing/2014/main" id="{D6C3E43F-3F5D-3112-93E4-6175808A409E}"/>
                  </a:ext>
                </a:extLst>
              </p:cNvPr>
              <p:cNvSpPr>
                <a:spLocks noChangeShapeType="1"/>
              </p:cNvSpPr>
              <p:nvPr/>
            </p:nvSpPr>
            <p:spPr bwMode="auto">
              <a:xfrm flipV="1">
                <a:off x="8137540" y="3043526"/>
                <a:ext cx="0" cy="6644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sp>
            <p:nvSpPr>
              <p:cNvPr id="95" name="Line 77">
                <a:extLst>
                  <a:ext uri="{FF2B5EF4-FFF2-40B4-BE49-F238E27FC236}">
                    <a16:creationId xmlns:a16="http://schemas.microsoft.com/office/drawing/2014/main" id="{3161EF75-117C-3CA2-AA00-110F899FC574}"/>
                  </a:ext>
                </a:extLst>
              </p:cNvPr>
              <p:cNvSpPr>
                <a:spLocks noChangeShapeType="1"/>
              </p:cNvSpPr>
              <p:nvPr/>
            </p:nvSpPr>
            <p:spPr bwMode="auto">
              <a:xfrm flipH="1" flipV="1">
                <a:off x="7373272" y="1453758"/>
                <a:ext cx="1089706" cy="17337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sp>
            <p:nvSpPr>
              <p:cNvPr id="96" name="Line 78">
                <a:extLst>
                  <a:ext uri="{FF2B5EF4-FFF2-40B4-BE49-F238E27FC236}">
                    <a16:creationId xmlns:a16="http://schemas.microsoft.com/office/drawing/2014/main" id="{898C18D3-5836-C0E1-86BF-8BDF75A4EFA9}"/>
                  </a:ext>
                </a:extLst>
              </p:cNvPr>
              <p:cNvSpPr>
                <a:spLocks noChangeShapeType="1"/>
              </p:cNvSpPr>
              <p:nvPr/>
            </p:nvSpPr>
            <p:spPr bwMode="auto">
              <a:xfrm>
                <a:off x="7364200" y="1443552"/>
                <a:ext cx="0" cy="2984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sp>
            <p:nvSpPr>
              <p:cNvPr id="97" name="Line 79">
                <a:extLst>
                  <a:ext uri="{FF2B5EF4-FFF2-40B4-BE49-F238E27FC236}">
                    <a16:creationId xmlns:a16="http://schemas.microsoft.com/office/drawing/2014/main" id="{A6052C39-8347-4D72-B331-21D4E90C8D8E}"/>
                  </a:ext>
                </a:extLst>
              </p:cNvPr>
              <p:cNvSpPr>
                <a:spLocks noChangeShapeType="1"/>
              </p:cNvSpPr>
              <p:nvPr/>
            </p:nvSpPr>
            <p:spPr bwMode="auto">
              <a:xfrm>
                <a:off x="7375540" y="4437123"/>
                <a:ext cx="109991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sp>
            <p:nvSpPr>
              <p:cNvPr id="98" name="Line 80">
                <a:extLst>
                  <a:ext uri="{FF2B5EF4-FFF2-40B4-BE49-F238E27FC236}">
                    <a16:creationId xmlns:a16="http://schemas.microsoft.com/office/drawing/2014/main" id="{D00B1D6E-1FCA-38CC-7135-2703FDB29251}"/>
                  </a:ext>
                </a:extLst>
              </p:cNvPr>
              <p:cNvSpPr>
                <a:spLocks noChangeShapeType="1"/>
              </p:cNvSpPr>
              <p:nvPr/>
            </p:nvSpPr>
            <p:spPr bwMode="auto">
              <a:xfrm>
                <a:off x="8462977" y="3176195"/>
                <a:ext cx="0" cy="12405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sp>
            <p:nvSpPr>
              <p:cNvPr id="99" name="Text Box 82">
                <a:extLst>
                  <a:ext uri="{FF2B5EF4-FFF2-40B4-BE49-F238E27FC236}">
                    <a16:creationId xmlns:a16="http://schemas.microsoft.com/office/drawing/2014/main" id="{DE24774E-853A-1064-F1A1-BF9738BB7096}"/>
                  </a:ext>
                </a:extLst>
              </p:cNvPr>
              <p:cNvSpPr txBox="1">
                <a:spLocks noChangeArrowheads="1"/>
              </p:cNvSpPr>
              <p:nvPr/>
            </p:nvSpPr>
            <p:spPr bwMode="auto">
              <a:xfrm>
                <a:off x="8626264" y="4372490"/>
                <a:ext cx="315232" cy="461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5290" tIns="32645" rIns="65290" bIns="32645">
                <a:spAutoFit/>
              </a:bodyPr>
              <a:lstStyle>
                <a:lvl1pPr defTabSz="1279525">
                  <a:defRPr>
                    <a:solidFill>
                      <a:schemeClr val="tx1"/>
                    </a:solidFill>
                    <a:latin typeface="Arial" panose="020B0604020202020204" pitchFamily="34" charset="0"/>
                    <a:ea typeface="宋体" panose="02010600030101010101" pitchFamily="2" charset="-122"/>
                  </a:defRPr>
                </a:lvl1pPr>
                <a:lvl2pPr defTabSz="1279525">
                  <a:defRPr>
                    <a:solidFill>
                      <a:schemeClr val="tx1"/>
                    </a:solidFill>
                    <a:latin typeface="Arial" panose="020B0604020202020204" pitchFamily="34" charset="0"/>
                    <a:ea typeface="宋体" panose="02010600030101010101" pitchFamily="2" charset="-122"/>
                  </a:defRPr>
                </a:lvl2pPr>
                <a:lvl3pPr marL="912813" defTabSz="1279525">
                  <a:defRPr>
                    <a:solidFill>
                      <a:schemeClr val="tx1"/>
                    </a:solidFill>
                    <a:latin typeface="Arial" panose="020B0604020202020204" pitchFamily="34" charset="0"/>
                    <a:ea typeface="宋体" panose="02010600030101010101" pitchFamily="2" charset="-122"/>
                  </a:defRPr>
                </a:lvl3pPr>
                <a:lvl4pPr defTabSz="1279525">
                  <a:defRPr>
                    <a:solidFill>
                      <a:schemeClr val="tx1"/>
                    </a:solidFill>
                    <a:latin typeface="Arial" panose="020B0604020202020204" pitchFamily="34" charset="0"/>
                    <a:ea typeface="宋体" panose="02010600030101010101" pitchFamily="2" charset="-122"/>
                  </a:defRPr>
                </a:lvl4pPr>
                <a:lvl5pPr defTabSz="1279525">
                  <a:defRPr>
                    <a:solidFill>
                      <a:schemeClr val="tx1"/>
                    </a:solidFill>
                    <a:latin typeface="Arial" panose="020B0604020202020204" pitchFamily="34" charset="0"/>
                    <a:ea typeface="宋体" panose="02010600030101010101" pitchFamily="2" charset="-122"/>
                  </a:defRPr>
                </a:lvl5pPr>
                <a:lvl6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571">
                    <a:solidFill>
                      <a:srgbClr val="FF0000"/>
                    </a:solidFill>
                    <a:effectLst>
                      <a:outerShdw blurRad="38100" dist="38100" dir="2700000" algn="tl">
                        <a:srgbClr val="C0C0C0"/>
                      </a:outerShdw>
                    </a:effectLst>
                    <a:latin typeface="宋体" panose="02010600030101010101" pitchFamily="2" charset="-122"/>
                    <a:ea typeface="黑体" panose="02010609060101010101" pitchFamily="49" charset="-122"/>
                  </a:rPr>
                  <a:t>p</a:t>
                </a:r>
              </a:p>
            </p:txBody>
          </p:sp>
          <p:sp>
            <p:nvSpPr>
              <p:cNvPr id="100" name="Text Box 83">
                <a:extLst>
                  <a:ext uri="{FF2B5EF4-FFF2-40B4-BE49-F238E27FC236}">
                    <a16:creationId xmlns:a16="http://schemas.microsoft.com/office/drawing/2014/main" id="{3021A0FF-4E6D-FD2B-47AE-CA5517D2627D}"/>
                  </a:ext>
                </a:extLst>
              </p:cNvPr>
              <p:cNvSpPr txBox="1">
                <a:spLocks noChangeArrowheads="1"/>
              </p:cNvSpPr>
              <p:nvPr/>
            </p:nvSpPr>
            <p:spPr bwMode="auto">
              <a:xfrm>
                <a:off x="8626263" y="2194212"/>
                <a:ext cx="663348" cy="417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5290" tIns="32645" rIns="65290" bIns="32645">
                <a:spAutoFit/>
              </a:bodyPr>
              <a:lstStyle>
                <a:lvl1pPr defTabSz="1279525">
                  <a:defRPr>
                    <a:solidFill>
                      <a:schemeClr val="tx1"/>
                    </a:solidFill>
                    <a:latin typeface="Arial" panose="020B0604020202020204" pitchFamily="34" charset="0"/>
                    <a:ea typeface="宋体" panose="02010600030101010101" pitchFamily="2" charset="-122"/>
                  </a:defRPr>
                </a:lvl1pPr>
                <a:lvl2pPr defTabSz="1279525">
                  <a:defRPr>
                    <a:solidFill>
                      <a:schemeClr val="tx1"/>
                    </a:solidFill>
                    <a:latin typeface="Arial" panose="020B0604020202020204" pitchFamily="34" charset="0"/>
                    <a:ea typeface="宋体" panose="02010600030101010101" pitchFamily="2" charset="-122"/>
                  </a:defRPr>
                </a:lvl2pPr>
                <a:lvl3pPr marL="912813" defTabSz="1279525">
                  <a:defRPr>
                    <a:solidFill>
                      <a:schemeClr val="tx1"/>
                    </a:solidFill>
                    <a:latin typeface="Arial" panose="020B0604020202020204" pitchFamily="34" charset="0"/>
                    <a:ea typeface="宋体" panose="02010600030101010101" pitchFamily="2" charset="-122"/>
                  </a:defRPr>
                </a:lvl3pPr>
                <a:lvl4pPr defTabSz="1279525">
                  <a:defRPr>
                    <a:solidFill>
                      <a:schemeClr val="tx1"/>
                    </a:solidFill>
                    <a:latin typeface="Arial" panose="020B0604020202020204" pitchFamily="34" charset="0"/>
                    <a:ea typeface="宋体" panose="02010600030101010101" pitchFamily="2" charset="-122"/>
                  </a:defRPr>
                </a:lvl4pPr>
                <a:lvl5pPr defTabSz="1279525">
                  <a:defRPr>
                    <a:solidFill>
                      <a:schemeClr val="tx1"/>
                    </a:solidFill>
                    <a:latin typeface="Arial" panose="020B0604020202020204" pitchFamily="34" charset="0"/>
                    <a:ea typeface="宋体" panose="02010600030101010101" pitchFamily="2" charset="-122"/>
                  </a:defRPr>
                </a:lvl5pPr>
                <a:lvl6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286">
                    <a:solidFill>
                      <a:srgbClr val="FF0000"/>
                    </a:solidFill>
                    <a:effectLst>
                      <a:outerShdw blurRad="38100" dist="38100" dir="2700000" algn="tl">
                        <a:srgbClr val="C0C0C0"/>
                      </a:outerShdw>
                    </a:effectLst>
                    <a:latin typeface="宋体" panose="02010600030101010101" pitchFamily="2" charset="-122"/>
                    <a:ea typeface="黑体" panose="02010609060101010101" pitchFamily="49" charset="-122"/>
                  </a:rPr>
                  <a:t>P</a:t>
                </a:r>
                <a:r>
                  <a:rPr lang="en-US" altLang="zh-CN" sz="1714">
                    <a:solidFill>
                      <a:srgbClr val="FF0000"/>
                    </a:solidFill>
                    <a:effectLst>
                      <a:outerShdw blurRad="38100" dist="38100" dir="2700000" algn="tl">
                        <a:srgbClr val="C0C0C0"/>
                      </a:outerShdw>
                    </a:effectLst>
                    <a:latin typeface="宋体" panose="02010600030101010101" pitchFamily="2" charset="-122"/>
                    <a:ea typeface="黑体" panose="02010609060101010101" pitchFamily="49" charset="-122"/>
                  </a:rPr>
                  <a:t>V</a:t>
                </a:r>
              </a:p>
            </p:txBody>
          </p:sp>
          <p:sp>
            <p:nvSpPr>
              <p:cNvPr id="101" name="Text Box 84">
                <a:extLst>
                  <a:ext uri="{FF2B5EF4-FFF2-40B4-BE49-F238E27FC236}">
                    <a16:creationId xmlns:a16="http://schemas.microsoft.com/office/drawing/2014/main" id="{E74BD3BB-0F29-5B87-4873-1E3CF441613E}"/>
                  </a:ext>
                </a:extLst>
              </p:cNvPr>
              <p:cNvSpPr txBox="1">
                <a:spLocks noChangeArrowheads="1"/>
              </p:cNvSpPr>
              <p:nvPr/>
            </p:nvSpPr>
            <p:spPr bwMode="auto">
              <a:xfrm>
                <a:off x="8484522" y="3023115"/>
                <a:ext cx="1218974" cy="417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5290" tIns="32645" rIns="65290" bIns="32645">
                <a:spAutoFit/>
              </a:bodyPr>
              <a:lstStyle>
                <a:lvl1pPr defTabSz="1279525">
                  <a:defRPr>
                    <a:solidFill>
                      <a:schemeClr val="tx1"/>
                    </a:solidFill>
                    <a:latin typeface="Arial" panose="020B0604020202020204" pitchFamily="34" charset="0"/>
                    <a:ea typeface="宋体" panose="02010600030101010101" pitchFamily="2" charset="-122"/>
                  </a:defRPr>
                </a:lvl1pPr>
                <a:lvl2pPr defTabSz="1279525">
                  <a:defRPr>
                    <a:solidFill>
                      <a:schemeClr val="tx1"/>
                    </a:solidFill>
                    <a:latin typeface="Arial" panose="020B0604020202020204" pitchFamily="34" charset="0"/>
                    <a:ea typeface="宋体" panose="02010600030101010101" pitchFamily="2" charset="-122"/>
                  </a:defRPr>
                </a:lvl2pPr>
                <a:lvl3pPr marL="912813" defTabSz="1279525">
                  <a:defRPr>
                    <a:solidFill>
                      <a:schemeClr val="tx1"/>
                    </a:solidFill>
                    <a:latin typeface="Arial" panose="020B0604020202020204" pitchFamily="34" charset="0"/>
                    <a:ea typeface="宋体" panose="02010600030101010101" pitchFamily="2" charset="-122"/>
                  </a:defRPr>
                </a:lvl3pPr>
                <a:lvl4pPr defTabSz="1279525">
                  <a:defRPr>
                    <a:solidFill>
                      <a:schemeClr val="tx1"/>
                    </a:solidFill>
                    <a:latin typeface="Arial" panose="020B0604020202020204" pitchFamily="34" charset="0"/>
                    <a:ea typeface="宋体" panose="02010600030101010101" pitchFamily="2" charset="-122"/>
                  </a:defRPr>
                </a:lvl4pPr>
                <a:lvl5pPr defTabSz="1279525">
                  <a:defRPr>
                    <a:solidFill>
                      <a:schemeClr val="tx1"/>
                    </a:solidFill>
                    <a:latin typeface="Arial" panose="020B0604020202020204" pitchFamily="34" charset="0"/>
                    <a:ea typeface="宋体" panose="02010600030101010101" pitchFamily="2" charset="-122"/>
                  </a:defRPr>
                </a:lvl5pPr>
                <a:lvl6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286" i="1">
                    <a:effectLst>
                      <a:outerShdw blurRad="38100" dist="38100" dir="2700000" algn="tl">
                        <a:srgbClr val="C0C0C0"/>
                      </a:outerShdw>
                    </a:effectLst>
                    <a:latin typeface="+mn-lt"/>
                    <a:ea typeface="黑体" panose="02010609060101010101" pitchFamily="49" charset="-122"/>
                  </a:rPr>
                  <a:t>b′</a:t>
                </a:r>
              </a:p>
            </p:txBody>
          </p:sp>
          <p:sp>
            <p:nvSpPr>
              <p:cNvPr id="102" name="Text Box 85">
                <a:extLst>
                  <a:ext uri="{FF2B5EF4-FFF2-40B4-BE49-F238E27FC236}">
                    <a16:creationId xmlns:a16="http://schemas.microsoft.com/office/drawing/2014/main" id="{46B52D77-E93C-ABFF-CD75-FBB0E45F089E}"/>
                  </a:ext>
                </a:extLst>
              </p:cNvPr>
              <p:cNvSpPr txBox="1">
                <a:spLocks noChangeArrowheads="1"/>
              </p:cNvSpPr>
              <p:nvPr/>
            </p:nvSpPr>
            <p:spPr bwMode="auto">
              <a:xfrm>
                <a:off x="7206570" y="999052"/>
                <a:ext cx="946830" cy="417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5290" tIns="32645" rIns="65290" bIns="32645">
                <a:spAutoFit/>
              </a:bodyPr>
              <a:lstStyle>
                <a:lvl1pPr defTabSz="1279525">
                  <a:defRPr>
                    <a:solidFill>
                      <a:schemeClr val="tx1"/>
                    </a:solidFill>
                    <a:latin typeface="Arial" panose="020B0604020202020204" pitchFamily="34" charset="0"/>
                    <a:ea typeface="宋体" panose="02010600030101010101" pitchFamily="2" charset="-122"/>
                  </a:defRPr>
                </a:lvl1pPr>
                <a:lvl2pPr defTabSz="1279525">
                  <a:defRPr>
                    <a:solidFill>
                      <a:schemeClr val="tx1"/>
                    </a:solidFill>
                    <a:latin typeface="Arial" panose="020B0604020202020204" pitchFamily="34" charset="0"/>
                    <a:ea typeface="宋体" panose="02010600030101010101" pitchFamily="2" charset="-122"/>
                  </a:defRPr>
                </a:lvl2pPr>
                <a:lvl3pPr marL="912813" defTabSz="1279525">
                  <a:defRPr>
                    <a:solidFill>
                      <a:schemeClr val="tx1"/>
                    </a:solidFill>
                    <a:latin typeface="Arial" panose="020B0604020202020204" pitchFamily="34" charset="0"/>
                    <a:ea typeface="宋体" panose="02010600030101010101" pitchFamily="2" charset="-122"/>
                  </a:defRPr>
                </a:lvl3pPr>
                <a:lvl4pPr defTabSz="1279525">
                  <a:defRPr>
                    <a:solidFill>
                      <a:schemeClr val="tx1"/>
                    </a:solidFill>
                    <a:latin typeface="Arial" panose="020B0604020202020204" pitchFamily="34" charset="0"/>
                    <a:ea typeface="宋体" panose="02010600030101010101" pitchFamily="2" charset="-122"/>
                  </a:defRPr>
                </a:lvl4pPr>
                <a:lvl5pPr defTabSz="1279525">
                  <a:defRPr>
                    <a:solidFill>
                      <a:schemeClr val="tx1"/>
                    </a:solidFill>
                    <a:latin typeface="Arial" panose="020B0604020202020204" pitchFamily="34" charset="0"/>
                    <a:ea typeface="宋体" panose="02010600030101010101" pitchFamily="2" charset="-122"/>
                  </a:defRPr>
                </a:lvl5pPr>
                <a:lvl6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286" i="1" dirty="0">
                    <a:effectLst>
                      <a:outerShdw blurRad="38100" dist="38100" dir="2700000" algn="tl">
                        <a:srgbClr val="C0C0C0"/>
                      </a:outerShdw>
                    </a:effectLst>
                    <a:latin typeface="+mn-lt"/>
                    <a:ea typeface="黑体" panose="02010609060101010101" pitchFamily="49" charset="-122"/>
                  </a:rPr>
                  <a:t>a′</a:t>
                </a:r>
              </a:p>
            </p:txBody>
          </p:sp>
          <p:sp>
            <p:nvSpPr>
              <p:cNvPr id="103" name="Text Box 86">
                <a:extLst>
                  <a:ext uri="{FF2B5EF4-FFF2-40B4-BE49-F238E27FC236}">
                    <a16:creationId xmlns:a16="http://schemas.microsoft.com/office/drawing/2014/main" id="{E8015576-3079-DCC5-075E-6C2EC043EECF}"/>
                  </a:ext>
                </a:extLst>
              </p:cNvPr>
              <p:cNvSpPr txBox="1">
                <a:spLocks noChangeArrowheads="1"/>
              </p:cNvSpPr>
              <p:nvPr/>
            </p:nvSpPr>
            <p:spPr bwMode="auto">
              <a:xfrm>
                <a:off x="7073900" y="4271570"/>
                <a:ext cx="946831" cy="417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5290" tIns="32645" rIns="65290" bIns="32645">
                <a:spAutoFit/>
              </a:bodyPr>
              <a:lstStyle>
                <a:lvl1pPr defTabSz="1279525">
                  <a:defRPr>
                    <a:solidFill>
                      <a:schemeClr val="tx1"/>
                    </a:solidFill>
                    <a:latin typeface="Arial" panose="020B0604020202020204" pitchFamily="34" charset="0"/>
                    <a:ea typeface="宋体" panose="02010600030101010101" pitchFamily="2" charset="-122"/>
                  </a:defRPr>
                </a:lvl1pPr>
                <a:lvl2pPr defTabSz="1279525">
                  <a:defRPr>
                    <a:solidFill>
                      <a:schemeClr val="tx1"/>
                    </a:solidFill>
                    <a:latin typeface="Arial" panose="020B0604020202020204" pitchFamily="34" charset="0"/>
                    <a:ea typeface="宋体" panose="02010600030101010101" pitchFamily="2" charset="-122"/>
                  </a:defRPr>
                </a:lvl2pPr>
                <a:lvl3pPr marL="912813" defTabSz="1279525">
                  <a:defRPr>
                    <a:solidFill>
                      <a:schemeClr val="tx1"/>
                    </a:solidFill>
                    <a:latin typeface="Arial" panose="020B0604020202020204" pitchFamily="34" charset="0"/>
                    <a:ea typeface="宋体" panose="02010600030101010101" pitchFamily="2" charset="-122"/>
                  </a:defRPr>
                </a:lvl3pPr>
                <a:lvl4pPr defTabSz="1279525">
                  <a:defRPr>
                    <a:solidFill>
                      <a:schemeClr val="tx1"/>
                    </a:solidFill>
                    <a:latin typeface="Arial" panose="020B0604020202020204" pitchFamily="34" charset="0"/>
                    <a:ea typeface="宋体" panose="02010600030101010101" pitchFamily="2" charset="-122"/>
                  </a:defRPr>
                </a:lvl4pPr>
                <a:lvl5pPr defTabSz="1279525">
                  <a:defRPr>
                    <a:solidFill>
                      <a:schemeClr val="tx1"/>
                    </a:solidFill>
                    <a:latin typeface="Arial" panose="020B0604020202020204" pitchFamily="34" charset="0"/>
                    <a:ea typeface="宋体" panose="02010600030101010101" pitchFamily="2" charset="-122"/>
                  </a:defRPr>
                </a:lvl5pPr>
                <a:lvl6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286" i="1">
                    <a:effectLst>
                      <a:outerShdw blurRad="38100" dist="38100" dir="2700000" algn="tl">
                        <a:srgbClr val="C0C0C0"/>
                      </a:outerShdw>
                    </a:effectLst>
                    <a:latin typeface="+mn-lt"/>
                    <a:ea typeface="黑体" panose="02010609060101010101" pitchFamily="49" charset="-122"/>
                  </a:rPr>
                  <a:t>a</a:t>
                </a:r>
              </a:p>
            </p:txBody>
          </p:sp>
          <p:sp>
            <p:nvSpPr>
              <p:cNvPr id="104" name="Text Box 87">
                <a:extLst>
                  <a:ext uri="{FF2B5EF4-FFF2-40B4-BE49-F238E27FC236}">
                    <a16:creationId xmlns:a16="http://schemas.microsoft.com/office/drawing/2014/main" id="{09C2F753-3558-6384-FDDE-056ACDF3C431}"/>
                  </a:ext>
                </a:extLst>
              </p:cNvPr>
              <p:cNvSpPr txBox="1">
                <a:spLocks noChangeArrowheads="1"/>
              </p:cNvSpPr>
              <p:nvPr/>
            </p:nvSpPr>
            <p:spPr bwMode="auto">
              <a:xfrm>
                <a:off x="8393808" y="4293115"/>
                <a:ext cx="1221241" cy="417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5290" tIns="32645" rIns="65290" bIns="32645">
                <a:spAutoFit/>
              </a:bodyPr>
              <a:lstStyle>
                <a:lvl1pPr defTabSz="1279525">
                  <a:defRPr>
                    <a:solidFill>
                      <a:schemeClr val="tx1"/>
                    </a:solidFill>
                    <a:latin typeface="Arial" panose="020B0604020202020204" pitchFamily="34" charset="0"/>
                    <a:ea typeface="宋体" panose="02010600030101010101" pitchFamily="2" charset="-122"/>
                  </a:defRPr>
                </a:lvl1pPr>
                <a:lvl2pPr defTabSz="1279525">
                  <a:defRPr>
                    <a:solidFill>
                      <a:schemeClr val="tx1"/>
                    </a:solidFill>
                    <a:latin typeface="Arial" panose="020B0604020202020204" pitchFamily="34" charset="0"/>
                    <a:ea typeface="宋体" panose="02010600030101010101" pitchFamily="2" charset="-122"/>
                  </a:defRPr>
                </a:lvl2pPr>
                <a:lvl3pPr marL="912813" defTabSz="1279525">
                  <a:defRPr>
                    <a:solidFill>
                      <a:schemeClr val="tx1"/>
                    </a:solidFill>
                    <a:latin typeface="Arial" panose="020B0604020202020204" pitchFamily="34" charset="0"/>
                    <a:ea typeface="宋体" panose="02010600030101010101" pitchFamily="2" charset="-122"/>
                  </a:defRPr>
                </a:lvl3pPr>
                <a:lvl4pPr defTabSz="1279525">
                  <a:defRPr>
                    <a:solidFill>
                      <a:schemeClr val="tx1"/>
                    </a:solidFill>
                    <a:latin typeface="Arial" panose="020B0604020202020204" pitchFamily="34" charset="0"/>
                    <a:ea typeface="宋体" panose="02010600030101010101" pitchFamily="2" charset="-122"/>
                  </a:defRPr>
                </a:lvl4pPr>
                <a:lvl5pPr defTabSz="1279525">
                  <a:defRPr>
                    <a:solidFill>
                      <a:schemeClr val="tx1"/>
                    </a:solidFill>
                    <a:latin typeface="Arial" panose="020B0604020202020204" pitchFamily="34" charset="0"/>
                    <a:ea typeface="宋体" panose="02010600030101010101" pitchFamily="2" charset="-122"/>
                  </a:defRPr>
                </a:lvl5pPr>
                <a:lvl6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12795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286" i="1">
                    <a:effectLst>
                      <a:outerShdw blurRad="38100" dist="38100" dir="2700000" algn="tl">
                        <a:srgbClr val="C0C0C0"/>
                      </a:outerShdw>
                    </a:effectLst>
                    <a:latin typeface="+mn-lt"/>
                    <a:ea typeface="黑体" panose="02010609060101010101" pitchFamily="49" charset="-122"/>
                  </a:rPr>
                  <a:t>b</a:t>
                </a:r>
              </a:p>
            </p:txBody>
          </p:sp>
          <p:sp>
            <p:nvSpPr>
              <p:cNvPr id="105" name="Line 88">
                <a:extLst>
                  <a:ext uri="{FF2B5EF4-FFF2-40B4-BE49-F238E27FC236}">
                    <a16:creationId xmlns:a16="http://schemas.microsoft.com/office/drawing/2014/main" id="{430D0EAA-6118-AE5A-029E-A338C2B1423C}"/>
                  </a:ext>
                </a:extLst>
              </p:cNvPr>
              <p:cNvSpPr>
                <a:spLocks noChangeShapeType="1"/>
              </p:cNvSpPr>
              <p:nvPr/>
            </p:nvSpPr>
            <p:spPr bwMode="auto">
              <a:xfrm flipV="1">
                <a:off x="8193103" y="2638712"/>
                <a:ext cx="204107" cy="13267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sp>
            <p:nvSpPr>
              <p:cNvPr id="106" name="Line 89">
                <a:extLst>
                  <a:ext uri="{FF2B5EF4-FFF2-40B4-BE49-F238E27FC236}">
                    <a16:creationId xmlns:a16="http://schemas.microsoft.com/office/drawing/2014/main" id="{4B726FAF-C589-AC64-546A-B0438F8D45D3}"/>
                  </a:ext>
                </a:extLst>
              </p:cNvPr>
              <p:cNvSpPr>
                <a:spLocks noChangeShapeType="1"/>
              </p:cNvSpPr>
              <p:nvPr/>
            </p:nvSpPr>
            <p:spPr bwMode="auto">
              <a:xfrm>
                <a:off x="8385871" y="2652320"/>
                <a:ext cx="119062" cy="174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86"/>
              </a:p>
            </p:txBody>
          </p:sp>
        </p:grpSp>
        <p:sp>
          <p:nvSpPr>
            <p:cNvPr id="113" name="文本框 112">
              <a:extLst>
                <a:ext uri="{FF2B5EF4-FFF2-40B4-BE49-F238E27FC236}">
                  <a16:creationId xmlns:a16="http://schemas.microsoft.com/office/drawing/2014/main" id="{3BF44C9B-9F8D-97CD-CC36-6BFF59D8FD51}"/>
                </a:ext>
              </a:extLst>
            </p:cNvPr>
            <p:cNvSpPr txBox="1"/>
            <p:nvPr/>
          </p:nvSpPr>
          <p:spPr>
            <a:xfrm>
              <a:off x="6626886" y="5074011"/>
              <a:ext cx="3680602" cy="707886"/>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zh-CN" altLang="en-US" sz="2000" b="1" dirty="0">
                  <a:solidFill>
                    <a:srgbClr val="C00000"/>
                  </a:solidFill>
                </a:rPr>
                <a:t>与正垂面垂直的直线必定是正平线，且正面投影反映直角。</a:t>
              </a:r>
            </a:p>
          </p:txBody>
        </p:sp>
      </p:grpSp>
    </p:spTree>
    <p:extLst>
      <p:ext uri="{BB962C8B-B14F-4D97-AF65-F5344CB8AC3E}">
        <p14:creationId xmlns:p14="http://schemas.microsoft.com/office/powerpoint/2010/main" val="384093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 calcmode="lin" valueType="num">
                                      <p:cBhvr additive="base">
                                        <p:cTn id="7" dur="500" fill="hold"/>
                                        <p:tgtEl>
                                          <p:spTgt spid="81"/>
                                        </p:tgtEl>
                                        <p:attrNameLst>
                                          <p:attrName>ppt_x</p:attrName>
                                        </p:attrNameLst>
                                      </p:cBhvr>
                                      <p:tavLst>
                                        <p:tav tm="0">
                                          <p:val>
                                            <p:strVal val="#ppt_x"/>
                                          </p:val>
                                        </p:tav>
                                        <p:tav tm="100000">
                                          <p:val>
                                            <p:strVal val="#ppt_x"/>
                                          </p:val>
                                        </p:tav>
                                      </p:tavLst>
                                    </p:anim>
                                    <p:anim calcmode="lin" valueType="num">
                                      <p:cBhvr additive="base">
                                        <p:cTn id="8"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wipe(up)">
                                      <p:cBhvr>
                                        <p:cTn id="18" dur="500"/>
                                        <p:tgtEl>
                                          <p:spTgt spid="5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wipe(left)">
                                      <p:cBhvr>
                                        <p:cTn id="23" dur="500"/>
                                        <p:tgtEl>
                                          <p:spTgt spid="5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wipe(left)">
                                      <p:cBhvr>
                                        <p:cTn id="28" dur="500"/>
                                        <p:tgtEl>
                                          <p:spTgt spid="4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wipe(left)">
                                      <p:cBhvr>
                                        <p:cTn id="33" dur="500"/>
                                        <p:tgtEl>
                                          <p:spTgt spid="3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72"/>
                                        </p:tgtEl>
                                        <p:attrNameLst>
                                          <p:attrName>style.visibility</p:attrName>
                                        </p:attrNameLst>
                                      </p:cBhvr>
                                      <p:to>
                                        <p:strVal val="visible"/>
                                      </p:to>
                                    </p:set>
                                    <p:animEffect transition="in" filter="wipe(up)">
                                      <p:cBhvr>
                                        <p:cTn id="38" dur="500"/>
                                        <p:tgtEl>
                                          <p:spTgt spid="7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7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66"/>
                                        </p:tgtEl>
                                        <p:attrNameLst>
                                          <p:attrName>style.visibility</p:attrName>
                                        </p:attrNameLst>
                                      </p:cBhvr>
                                      <p:to>
                                        <p:strVal val="visible"/>
                                      </p:to>
                                    </p:set>
                                    <p:animEffect transition="in" filter="wipe(down)">
                                      <p:cBhvr>
                                        <p:cTn id="47" dur="500"/>
                                        <p:tgtEl>
                                          <p:spTgt spid="6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right)">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wipe(down)">
                                      <p:cBhvr>
                                        <p:cTn id="57" dur="500"/>
                                        <p:tgtEl>
                                          <p:spTgt spid="30"/>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114"/>
                                        </p:tgtEl>
                                        <p:attrNameLst>
                                          <p:attrName>style.visibility</p:attrName>
                                        </p:attrNameLst>
                                      </p:cBhvr>
                                      <p:to>
                                        <p:strVal val="visible"/>
                                      </p:to>
                                    </p:set>
                                    <p:anim calcmode="lin" valueType="num">
                                      <p:cBhvr>
                                        <p:cTn id="62" dur="500" fill="hold"/>
                                        <p:tgtEl>
                                          <p:spTgt spid="114"/>
                                        </p:tgtEl>
                                        <p:attrNameLst>
                                          <p:attrName>ppt_w</p:attrName>
                                        </p:attrNameLst>
                                      </p:cBhvr>
                                      <p:tavLst>
                                        <p:tav tm="0">
                                          <p:val>
                                            <p:fltVal val="0"/>
                                          </p:val>
                                        </p:tav>
                                        <p:tav tm="100000">
                                          <p:val>
                                            <p:strVal val="#ppt_w"/>
                                          </p:val>
                                        </p:tav>
                                      </p:tavLst>
                                    </p:anim>
                                    <p:anim calcmode="lin" valueType="num">
                                      <p:cBhvr>
                                        <p:cTn id="63" dur="500" fill="hold"/>
                                        <p:tgtEl>
                                          <p:spTgt spid="114"/>
                                        </p:tgtEl>
                                        <p:attrNameLst>
                                          <p:attrName>ppt_h</p:attrName>
                                        </p:attrNameLst>
                                      </p:cBhvr>
                                      <p:tavLst>
                                        <p:tav tm="0">
                                          <p:val>
                                            <p:fltVal val="0"/>
                                          </p:val>
                                        </p:tav>
                                        <p:tav tm="100000">
                                          <p:val>
                                            <p:strVal val="#ppt_h"/>
                                          </p:val>
                                        </p:tav>
                                      </p:tavLst>
                                    </p:anim>
                                    <p:animEffect transition="in" filter="fade">
                                      <p:cBhvr>
                                        <p:cTn id="64" dur="500"/>
                                        <p:tgtEl>
                                          <p:spTgt spid="11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xit" presetSubtype="0" fill="hold" nodeType="clickEffect">
                                  <p:stCondLst>
                                    <p:cond delay="0"/>
                                  </p:stCondLst>
                                  <p:childTnLst>
                                    <p:animEffect transition="out" filter="fade">
                                      <p:cBhvr>
                                        <p:cTn id="68" dur="500"/>
                                        <p:tgtEl>
                                          <p:spTgt spid="114"/>
                                        </p:tgtEl>
                                      </p:cBhvr>
                                    </p:animEffect>
                                    <p:set>
                                      <p:cBhvr>
                                        <p:cTn id="69" dur="1" fill="hold">
                                          <p:stCondLst>
                                            <p:cond delay="499"/>
                                          </p:stCondLst>
                                        </p:cTn>
                                        <p:tgtEl>
                                          <p:spTgt spid="114"/>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2" fill="hold" nodeType="click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wipe(right)">
                                      <p:cBhvr>
                                        <p:cTn id="74" dur="500"/>
                                        <p:tgtEl>
                                          <p:spTgt spid="2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73"/>
                                        </p:tgtEl>
                                        <p:attrNameLst>
                                          <p:attrName>style.visibility</p:attrName>
                                        </p:attrNameLst>
                                      </p:cBhvr>
                                      <p:to>
                                        <p:strVal val="visible"/>
                                      </p:to>
                                    </p:set>
                                    <p:animEffect transition="in" filter="wipe(up)">
                                      <p:cBhvr>
                                        <p:cTn id="79" dur="500"/>
                                        <p:tgtEl>
                                          <p:spTgt spid="73"/>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69"/>
                                        </p:tgtEl>
                                        <p:attrNameLst>
                                          <p:attrName>style.visibility</p:attrName>
                                        </p:attrNameLst>
                                      </p:cBhvr>
                                      <p:to>
                                        <p:strVal val="visible"/>
                                      </p:to>
                                    </p:set>
                                    <p:animEffect transition="in" filter="wipe(left)">
                                      <p:cBhvr>
                                        <p:cTn id="84" dur="500"/>
                                        <p:tgtEl>
                                          <p:spTgt spid="69"/>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wipe(up)">
                                      <p:cBhvr>
                                        <p:cTn id="89" dur="500"/>
                                        <p:tgtEl>
                                          <p:spTgt spid="2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72" grpId="0" animBg="1"/>
      <p:bldP spid="80" grpId="0" animBg="1"/>
      <p:bldP spid="8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52B2D81-DC49-7072-8876-DB69614EF919}"/>
              </a:ext>
            </a:extLst>
          </p:cNvPr>
          <p:cNvSpPr>
            <a:spLocks noGrp="1"/>
          </p:cNvSpPr>
          <p:nvPr>
            <p:ph type="dt" sz="half" idx="10"/>
          </p:nvPr>
        </p:nvSpPr>
        <p:spPr/>
        <p:txBody>
          <a:bodyPr/>
          <a:lstStyle/>
          <a:p>
            <a:fld id="{061C529B-74DF-3C49-B6F0-151FF96D1F20}" type="datetime1">
              <a:rPr lang="en-US" altLang="zh-CN" smtClean="0"/>
              <a:t>10/14/25</a:t>
            </a:fld>
            <a:endParaRPr lang="en-US"/>
          </a:p>
        </p:txBody>
      </p:sp>
      <p:sp>
        <p:nvSpPr>
          <p:cNvPr id="3" name="页脚占位符 2">
            <a:extLst>
              <a:ext uri="{FF2B5EF4-FFF2-40B4-BE49-F238E27FC236}">
                <a16:creationId xmlns:a16="http://schemas.microsoft.com/office/drawing/2014/main" id="{575A47EF-984B-1FF7-4F32-FD08B33E3B44}"/>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4" name="灯片编号占位符 3">
            <a:extLst>
              <a:ext uri="{FF2B5EF4-FFF2-40B4-BE49-F238E27FC236}">
                <a16:creationId xmlns:a16="http://schemas.microsoft.com/office/drawing/2014/main" id="{16446BAC-972B-0B0D-1D25-74D6C6D40262}"/>
              </a:ext>
            </a:extLst>
          </p:cNvPr>
          <p:cNvSpPr>
            <a:spLocks noGrp="1"/>
          </p:cNvSpPr>
          <p:nvPr>
            <p:ph type="sldNum" sz="quarter" idx="12"/>
          </p:nvPr>
        </p:nvSpPr>
        <p:spPr/>
        <p:txBody>
          <a:bodyPr/>
          <a:lstStyle/>
          <a:p>
            <a:fld id="{558F952B-8205-4A3F-8B8C-DB9DCBA03AAE}" type="slidenum">
              <a:rPr lang="en-US" smtClean="0"/>
              <a:t>28</a:t>
            </a:fld>
            <a:endParaRPr lang="en-US"/>
          </a:p>
        </p:txBody>
      </p:sp>
      <p:sp>
        <p:nvSpPr>
          <p:cNvPr id="5" name="Text Box 97">
            <a:extLst>
              <a:ext uri="{FF2B5EF4-FFF2-40B4-BE49-F238E27FC236}">
                <a16:creationId xmlns:a16="http://schemas.microsoft.com/office/drawing/2014/main" id="{E0914E88-B534-BE83-A1A6-288CD03EF3C6}"/>
              </a:ext>
            </a:extLst>
          </p:cNvPr>
          <p:cNvSpPr txBox="1">
            <a:spLocks noChangeArrowheads="1"/>
          </p:cNvSpPr>
          <p:nvPr/>
        </p:nvSpPr>
        <p:spPr bwMode="auto">
          <a:xfrm>
            <a:off x="274919" y="472525"/>
            <a:ext cx="5910208" cy="830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CCFF"/>
                </a:solidFill>
                <a:miter lim="800000"/>
                <a:headEnd/>
                <a:tailEnd/>
              </a14:hiddenLine>
            </a:ext>
          </a:extLst>
        </p:spPr>
        <p:txBody>
          <a:bodyPr wrap="square">
            <a:spAutoFit/>
          </a:bodyPr>
          <a:lstStyle/>
          <a:p>
            <a:r>
              <a:rPr lang="zh-CN" altLang="en-US" sz="2400" b="1" dirty="0">
                <a:solidFill>
                  <a:srgbClr val="002060"/>
                </a:solidFill>
                <a:latin typeface="+mn-ea"/>
                <a:cs typeface="DengXian" charset="-122"/>
              </a:rPr>
              <a:t>例</a:t>
            </a:r>
            <a:r>
              <a:rPr lang="en-US" altLang="zh-CN" sz="2400" b="1" dirty="0">
                <a:solidFill>
                  <a:srgbClr val="002060"/>
                </a:solidFill>
                <a:latin typeface="+mn-ea"/>
                <a:cs typeface="DengXian" charset="-122"/>
              </a:rPr>
              <a:t>8.5</a:t>
            </a:r>
            <a:r>
              <a:rPr lang="zh-CN" altLang="en-US" sz="2400" b="1" dirty="0">
                <a:solidFill>
                  <a:srgbClr val="C00000"/>
                </a:solidFill>
                <a:latin typeface="+mn-ea"/>
                <a:sym typeface="Wingdings" panose="05000000000000000000" pitchFamily="2" charset="2"/>
              </a:rPr>
              <a:t></a:t>
            </a:r>
            <a:r>
              <a:rPr lang="zh-CN" altLang="en-US" sz="2400" b="1" dirty="0">
                <a:solidFill>
                  <a:srgbClr val="002060"/>
                </a:solidFill>
                <a:latin typeface="+mn-ea"/>
                <a:cs typeface="DengXian" charset="-122"/>
              </a:rPr>
              <a:t>：</a:t>
            </a:r>
            <a:r>
              <a:rPr lang="en-US" altLang="zh-CN" sz="2400" b="1" dirty="0">
                <a:solidFill>
                  <a:srgbClr val="002060"/>
                </a:solidFill>
                <a:latin typeface="+mn-ea"/>
                <a:cs typeface="DengXian" charset="-122"/>
              </a:rPr>
              <a:t>  </a:t>
            </a:r>
            <a:r>
              <a:rPr lang="zh-CN" altLang="en-US" sz="2400" b="1" dirty="0">
                <a:solidFill>
                  <a:srgbClr val="002060"/>
                </a:solidFill>
                <a:latin typeface="+mn-ea"/>
                <a:cs typeface="DengXian" charset="-122"/>
              </a:rPr>
              <a:t>已知</a:t>
            </a:r>
            <a:r>
              <a:rPr lang="zh-CN" altLang="zh-CN" sz="2400" b="1" dirty="0">
                <a:solidFill>
                  <a:srgbClr val="002060"/>
                </a:solidFill>
                <a:latin typeface="+mn-ea"/>
                <a:cs typeface="DengXian" charset="-122"/>
              </a:rPr>
              <a:t>点</a:t>
            </a:r>
            <a:r>
              <a:rPr lang="en-US" altLang="zh-CN" sz="2400" b="1" dirty="0">
                <a:solidFill>
                  <a:srgbClr val="002060"/>
                </a:solidFill>
                <a:latin typeface="+mn-ea"/>
                <a:cs typeface="DengXian" charset="-122"/>
              </a:rPr>
              <a:t>E</a:t>
            </a:r>
            <a:r>
              <a:rPr lang="zh-CN" altLang="en-US" sz="2400" b="1" dirty="0">
                <a:solidFill>
                  <a:srgbClr val="002060"/>
                </a:solidFill>
                <a:latin typeface="+mn-ea"/>
                <a:cs typeface="DengXian" charset="-122"/>
              </a:rPr>
              <a:t>在</a:t>
            </a:r>
            <a:r>
              <a:rPr lang="el-GR" altLang="zh-CN" sz="2400" b="1" dirty="0">
                <a:solidFill>
                  <a:srgbClr val="002060"/>
                </a:solidFill>
                <a:latin typeface="+mn-ea"/>
                <a:cs typeface="DengXian" charset="-122"/>
              </a:rPr>
              <a:t>Δ</a:t>
            </a:r>
            <a:r>
              <a:rPr lang="en-US" altLang="zh-CN" sz="2400" b="1" dirty="0">
                <a:solidFill>
                  <a:srgbClr val="002060"/>
                </a:solidFill>
                <a:latin typeface="+mn-ea"/>
                <a:cs typeface="DengXian" charset="-122"/>
              </a:rPr>
              <a:t>ABC</a:t>
            </a:r>
            <a:r>
              <a:rPr lang="zh-CN" altLang="en-US" sz="2400" b="1" dirty="0">
                <a:solidFill>
                  <a:srgbClr val="002060"/>
                </a:solidFill>
                <a:latin typeface="+mn-ea"/>
                <a:cs typeface="DengXian" charset="-122"/>
              </a:rPr>
              <a:t>内，距离</a:t>
            </a:r>
            <a:r>
              <a:rPr lang="en-US" altLang="zh-CN" sz="2400" b="1" dirty="0">
                <a:solidFill>
                  <a:srgbClr val="002060"/>
                </a:solidFill>
                <a:latin typeface="+mn-ea"/>
                <a:cs typeface="DengXian" charset="-122"/>
              </a:rPr>
              <a:t>A</a:t>
            </a:r>
            <a:r>
              <a:rPr lang="zh-CN" altLang="en-US" sz="2400" b="1" dirty="0">
                <a:solidFill>
                  <a:srgbClr val="002060"/>
                </a:solidFill>
                <a:latin typeface="+mn-ea"/>
                <a:cs typeface="DengXian" charset="-122"/>
              </a:rPr>
              <a:t>、</a:t>
            </a:r>
            <a:r>
              <a:rPr lang="en-US" altLang="zh-CN" sz="2400" b="1" dirty="0">
                <a:solidFill>
                  <a:srgbClr val="002060"/>
                </a:solidFill>
                <a:latin typeface="+mn-ea"/>
                <a:cs typeface="DengXian" charset="-122"/>
              </a:rPr>
              <a:t>B</a:t>
            </a:r>
            <a:r>
              <a:rPr lang="zh-CN" altLang="en-US" sz="2400" b="1" dirty="0">
                <a:solidFill>
                  <a:srgbClr val="002060"/>
                </a:solidFill>
                <a:latin typeface="+mn-ea"/>
                <a:cs typeface="DengXian" charset="-122"/>
              </a:rPr>
              <a:t>为</a:t>
            </a:r>
            <a:r>
              <a:rPr lang="en-US" altLang="zh-CN" sz="2400" b="1" dirty="0">
                <a:solidFill>
                  <a:srgbClr val="002060"/>
                </a:solidFill>
                <a:latin typeface="+mn-ea"/>
                <a:cs typeface="DengXian" charset="-122"/>
              </a:rPr>
              <a:t>15</a:t>
            </a:r>
            <a:r>
              <a:rPr lang="zh-CN" altLang="en-US" sz="2400" b="1" dirty="0">
                <a:solidFill>
                  <a:srgbClr val="002060"/>
                </a:solidFill>
                <a:latin typeface="+mn-ea"/>
                <a:cs typeface="DengXian" charset="-122"/>
              </a:rPr>
              <a:t>，用换面法求</a:t>
            </a:r>
            <a:r>
              <a:rPr lang="en-US" altLang="zh-CN" sz="2400" b="1" dirty="0">
                <a:solidFill>
                  <a:srgbClr val="002060"/>
                </a:solidFill>
                <a:latin typeface="+mn-ea"/>
                <a:cs typeface="DengXian" charset="-122"/>
              </a:rPr>
              <a:t>E</a:t>
            </a:r>
            <a:r>
              <a:rPr lang="zh-CN" altLang="en-US" sz="2400" b="1" dirty="0">
                <a:solidFill>
                  <a:srgbClr val="002060"/>
                </a:solidFill>
                <a:latin typeface="+mn-ea"/>
                <a:cs typeface="DengXian" charset="-122"/>
              </a:rPr>
              <a:t>点的投影。</a:t>
            </a:r>
          </a:p>
        </p:txBody>
      </p:sp>
      <p:grpSp>
        <p:nvGrpSpPr>
          <p:cNvPr id="6" name="Group 108">
            <a:extLst>
              <a:ext uri="{FF2B5EF4-FFF2-40B4-BE49-F238E27FC236}">
                <a16:creationId xmlns:a16="http://schemas.microsoft.com/office/drawing/2014/main" id="{EA5D9B20-CECD-1EA5-20CF-32087E2414D5}"/>
              </a:ext>
            </a:extLst>
          </p:cNvPr>
          <p:cNvGrpSpPr>
            <a:grpSpLocks/>
          </p:cNvGrpSpPr>
          <p:nvPr/>
        </p:nvGrpSpPr>
        <p:grpSpPr bwMode="auto">
          <a:xfrm>
            <a:off x="3038955" y="3140260"/>
            <a:ext cx="2763837" cy="3810000"/>
            <a:chOff x="2929" y="576"/>
            <a:chExt cx="1741" cy="2400"/>
          </a:xfrm>
        </p:grpSpPr>
        <p:grpSp>
          <p:nvGrpSpPr>
            <p:cNvPr id="7" name="Group 109">
              <a:extLst>
                <a:ext uri="{FF2B5EF4-FFF2-40B4-BE49-F238E27FC236}">
                  <a16:creationId xmlns:a16="http://schemas.microsoft.com/office/drawing/2014/main" id="{0B9D5EC4-14D3-BE9F-D652-95F3298BD083}"/>
                </a:ext>
              </a:extLst>
            </p:cNvPr>
            <p:cNvGrpSpPr>
              <a:grpSpLocks/>
            </p:cNvGrpSpPr>
            <p:nvPr/>
          </p:nvGrpSpPr>
          <p:grpSpPr bwMode="auto">
            <a:xfrm>
              <a:off x="2929" y="576"/>
              <a:ext cx="1741" cy="2400"/>
              <a:chOff x="2929" y="576"/>
              <a:chExt cx="1741" cy="2400"/>
            </a:xfrm>
          </p:grpSpPr>
          <p:sp>
            <p:nvSpPr>
              <p:cNvPr id="9" name="Text Box 110">
                <a:extLst>
                  <a:ext uri="{FF2B5EF4-FFF2-40B4-BE49-F238E27FC236}">
                    <a16:creationId xmlns:a16="http://schemas.microsoft.com/office/drawing/2014/main" id="{135F72B0-F78B-B10C-05AF-3E30D0F2D5A8}"/>
                  </a:ext>
                </a:extLst>
              </p:cNvPr>
              <p:cNvSpPr txBox="1">
                <a:spLocks noChangeArrowheads="1"/>
              </p:cNvSpPr>
              <p:nvPr/>
            </p:nvSpPr>
            <p:spPr bwMode="auto">
              <a:xfrm>
                <a:off x="3168" y="1344"/>
                <a:ext cx="57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a</a:t>
                </a:r>
                <a:r>
                  <a:rPr kumimoji="1" lang="en-US" altLang="zh-CN" b="0" i="1">
                    <a:latin typeface="Times New Roman" panose="02020603050405020304" pitchFamily="18" charset="0"/>
                    <a:ea typeface="宋体" panose="02010600030101010101" pitchFamily="2" charset="-122"/>
                    <a:sym typeface="Symbol" panose="05050102010706020507" pitchFamily="18" charset="2"/>
                  </a:rPr>
                  <a:t></a:t>
                </a:r>
                <a:endParaRPr kumimoji="1" lang="en-US" altLang="zh-CN" b="0" i="1">
                  <a:latin typeface="Times New Roman" panose="02020603050405020304" pitchFamily="18" charset="0"/>
                  <a:ea typeface="宋体" panose="02010600030101010101" pitchFamily="2" charset="-122"/>
                </a:endParaRPr>
              </a:p>
            </p:txBody>
          </p:sp>
          <p:sp>
            <p:nvSpPr>
              <p:cNvPr id="10" name="Text Box 111">
                <a:extLst>
                  <a:ext uri="{FF2B5EF4-FFF2-40B4-BE49-F238E27FC236}">
                    <a16:creationId xmlns:a16="http://schemas.microsoft.com/office/drawing/2014/main" id="{FF383ACB-74B6-6AD5-5E85-1549F6A8EC78}"/>
                  </a:ext>
                </a:extLst>
              </p:cNvPr>
              <p:cNvSpPr txBox="1">
                <a:spLocks noChangeArrowheads="1"/>
              </p:cNvSpPr>
              <p:nvPr/>
            </p:nvSpPr>
            <p:spPr bwMode="auto">
              <a:xfrm>
                <a:off x="4272" y="1536"/>
                <a:ext cx="3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 c</a:t>
                </a:r>
                <a:r>
                  <a:rPr kumimoji="1" lang="en-US" altLang="zh-CN" b="0" i="1">
                    <a:latin typeface="Times New Roman" panose="02020603050405020304" pitchFamily="18" charset="0"/>
                    <a:ea typeface="宋体" panose="02010600030101010101" pitchFamily="2" charset="-122"/>
                    <a:sym typeface="Symbol" panose="05050102010706020507" pitchFamily="18" charset="2"/>
                  </a:rPr>
                  <a:t></a:t>
                </a:r>
                <a:endParaRPr kumimoji="1" lang="en-US" altLang="zh-CN" b="0" i="1">
                  <a:latin typeface="Times New Roman" panose="02020603050405020304" pitchFamily="18" charset="0"/>
                  <a:ea typeface="宋体" panose="02010600030101010101" pitchFamily="2" charset="-122"/>
                </a:endParaRPr>
              </a:p>
            </p:txBody>
          </p:sp>
          <p:sp>
            <p:nvSpPr>
              <p:cNvPr id="11" name="Line 112">
                <a:extLst>
                  <a:ext uri="{FF2B5EF4-FFF2-40B4-BE49-F238E27FC236}">
                    <a16:creationId xmlns:a16="http://schemas.microsoft.com/office/drawing/2014/main" id="{D0B3EFAB-4B30-A1F1-B73F-3FE507F7AF46}"/>
                  </a:ext>
                </a:extLst>
              </p:cNvPr>
              <p:cNvSpPr>
                <a:spLocks noChangeShapeType="1"/>
              </p:cNvSpPr>
              <p:nvPr/>
            </p:nvSpPr>
            <p:spPr bwMode="auto">
              <a:xfrm>
                <a:off x="3156" y="2064"/>
                <a:ext cx="14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2" name="Group 113">
                <a:extLst>
                  <a:ext uri="{FF2B5EF4-FFF2-40B4-BE49-F238E27FC236}">
                    <a16:creationId xmlns:a16="http://schemas.microsoft.com/office/drawing/2014/main" id="{18B030C4-6B1F-2741-4E20-7B9C0A85C2CD}"/>
                  </a:ext>
                </a:extLst>
              </p:cNvPr>
              <p:cNvGrpSpPr>
                <a:grpSpLocks/>
              </p:cNvGrpSpPr>
              <p:nvPr/>
            </p:nvGrpSpPr>
            <p:grpSpPr bwMode="auto">
              <a:xfrm>
                <a:off x="2929" y="1785"/>
                <a:ext cx="511" cy="567"/>
                <a:chOff x="2929" y="1785"/>
                <a:chExt cx="511" cy="567"/>
              </a:xfrm>
            </p:grpSpPr>
            <p:sp>
              <p:nvSpPr>
                <p:cNvPr id="21" name="Text Box 114">
                  <a:extLst>
                    <a:ext uri="{FF2B5EF4-FFF2-40B4-BE49-F238E27FC236}">
                      <a16:creationId xmlns:a16="http://schemas.microsoft.com/office/drawing/2014/main" id="{244696E2-4295-ADBA-5C3C-B067E3A1160D}"/>
                    </a:ext>
                  </a:extLst>
                </p:cNvPr>
                <p:cNvSpPr txBox="1">
                  <a:spLocks noChangeArrowheads="1"/>
                </p:cNvSpPr>
                <p:nvPr/>
              </p:nvSpPr>
              <p:spPr bwMode="auto">
                <a:xfrm flipH="1">
                  <a:off x="2929" y="1920"/>
                  <a:ext cx="51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b="0" i="1">
                      <a:latin typeface="Times New Roman" panose="02020603050405020304" pitchFamily="18" charset="0"/>
                      <a:ea typeface="宋体" panose="02010600030101010101" pitchFamily="2" charset="-122"/>
                    </a:rPr>
                    <a:t>X</a:t>
                  </a:r>
                </a:p>
              </p:txBody>
            </p:sp>
            <p:sp>
              <p:nvSpPr>
                <p:cNvPr id="22" name="Text Box 115">
                  <a:extLst>
                    <a:ext uri="{FF2B5EF4-FFF2-40B4-BE49-F238E27FC236}">
                      <a16:creationId xmlns:a16="http://schemas.microsoft.com/office/drawing/2014/main" id="{3D5CEE33-D61F-762C-E007-213EB97188AF}"/>
                    </a:ext>
                  </a:extLst>
                </p:cNvPr>
                <p:cNvSpPr txBox="1">
                  <a:spLocks noChangeArrowheads="1"/>
                </p:cNvSpPr>
                <p:nvPr/>
              </p:nvSpPr>
              <p:spPr bwMode="auto">
                <a:xfrm>
                  <a:off x="3091" y="1785"/>
                  <a:ext cx="32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b="0" i="1">
                      <a:latin typeface="Times New Roman" panose="02020603050405020304" pitchFamily="18" charset="0"/>
                      <a:ea typeface="宋体" panose="02010600030101010101" pitchFamily="2" charset="-122"/>
                    </a:rPr>
                    <a:t>V</a:t>
                  </a:r>
                </a:p>
              </p:txBody>
            </p:sp>
            <p:sp>
              <p:nvSpPr>
                <p:cNvPr id="23" name="Text Box 116">
                  <a:extLst>
                    <a:ext uri="{FF2B5EF4-FFF2-40B4-BE49-F238E27FC236}">
                      <a16:creationId xmlns:a16="http://schemas.microsoft.com/office/drawing/2014/main" id="{CCB54682-B8D2-67E1-7DDF-62AAFC018121}"/>
                    </a:ext>
                  </a:extLst>
                </p:cNvPr>
                <p:cNvSpPr txBox="1">
                  <a:spLocks noChangeArrowheads="1"/>
                </p:cNvSpPr>
                <p:nvPr/>
              </p:nvSpPr>
              <p:spPr bwMode="auto">
                <a:xfrm>
                  <a:off x="3091" y="2064"/>
                  <a:ext cx="32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b="0" i="1">
                      <a:latin typeface="Times New Roman" panose="02020603050405020304" pitchFamily="18" charset="0"/>
                      <a:ea typeface="宋体" panose="02010600030101010101" pitchFamily="2" charset="-122"/>
                    </a:rPr>
                    <a:t>H</a:t>
                  </a:r>
                </a:p>
              </p:txBody>
            </p:sp>
          </p:grpSp>
          <p:sp>
            <p:nvSpPr>
              <p:cNvPr id="13" name="Freeform 117">
                <a:extLst>
                  <a:ext uri="{FF2B5EF4-FFF2-40B4-BE49-F238E27FC236}">
                    <a16:creationId xmlns:a16="http://schemas.microsoft.com/office/drawing/2014/main" id="{D2D9D579-B808-7DBE-1E82-18464636156D}"/>
                  </a:ext>
                </a:extLst>
              </p:cNvPr>
              <p:cNvSpPr>
                <a:spLocks/>
              </p:cNvSpPr>
              <p:nvPr/>
            </p:nvSpPr>
            <p:spPr bwMode="auto">
              <a:xfrm>
                <a:off x="3418" y="851"/>
                <a:ext cx="916" cy="731"/>
              </a:xfrm>
              <a:custGeom>
                <a:avLst/>
                <a:gdLst>
                  <a:gd name="T0" fmla="*/ 0 w 672"/>
                  <a:gd name="T1" fmla="*/ 592 h 624"/>
                  <a:gd name="T2" fmla="*/ 672 w 672"/>
                  <a:gd name="T3" fmla="*/ 624 h 624"/>
                  <a:gd name="T4" fmla="*/ 480 w 672"/>
                  <a:gd name="T5" fmla="*/ 0 h 624"/>
                  <a:gd name="T6" fmla="*/ 0 w 672"/>
                  <a:gd name="T7" fmla="*/ 592 h 624"/>
                </a:gdLst>
                <a:ahLst/>
                <a:cxnLst>
                  <a:cxn ang="0">
                    <a:pos x="T0" y="T1"/>
                  </a:cxn>
                  <a:cxn ang="0">
                    <a:pos x="T2" y="T3"/>
                  </a:cxn>
                  <a:cxn ang="0">
                    <a:pos x="T4" y="T5"/>
                  </a:cxn>
                  <a:cxn ang="0">
                    <a:pos x="T6" y="T7"/>
                  </a:cxn>
                </a:cxnLst>
                <a:rect l="0" t="0" r="r" b="b"/>
                <a:pathLst>
                  <a:path w="672" h="624">
                    <a:moveTo>
                      <a:pt x="0" y="592"/>
                    </a:moveTo>
                    <a:lnTo>
                      <a:pt x="672" y="624"/>
                    </a:lnTo>
                    <a:lnTo>
                      <a:pt x="480" y="0"/>
                    </a:lnTo>
                    <a:lnTo>
                      <a:pt x="0" y="592"/>
                    </a:lnTo>
                    <a:close/>
                  </a:path>
                </a:pathLst>
              </a:custGeom>
              <a:noFill/>
              <a:ln w="38100" cmpd="sng">
                <a:solidFill>
                  <a:srgbClr val="000030"/>
                </a:solidFill>
                <a:round/>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Freeform 118">
                <a:extLst>
                  <a:ext uri="{FF2B5EF4-FFF2-40B4-BE49-F238E27FC236}">
                    <a16:creationId xmlns:a16="http://schemas.microsoft.com/office/drawing/2014/main" id="{B67BAC96-D7C4-CE8D-6ABB-A1F0C0058D45}"/>
                  </a:ext>
                </a:extLst>
              </p:cNvPr>
              <p:cNvSpPr>
                <a:spLocks/>
              </p:cNvSpPr>
              <p:nvPr/>
            </p:nvSpPr>
            <p:spPr bwMode="auto">
              <a:xfrm>
                <a:off x="3407" y="2261"/>
                <a:ext cx="927" cy="591"/>
              </a:xfrm>
              <a:custGeom>
                <a:avLst/>
                <a:gdLst>
                  <a:gd name="T0" fmla="*/ 0 w 680"/>
                  <a:gd name="T1" fmla="*/ 268 h 504"/>
                  <a:gd name="T2" fmla="*/ 488 w 680"/>
                  <a:gd name="T3" fmla="*/ 0 h 504"/>
                  <a:gd name="T4" fmla="*/ 680 w 680"/>
                  <a:gd name="T5" fmla="*/ 504 h 504"/>
                  <a:gd name="T6" fmla="*/ 0 w 680"/>
                  <a:gd name="T7" fmla="*/ 268 h 504"/>
                </a:gdLst>
                <a:ahLst/>
                <a:cxnLst>
                  <a:cxn ang="0">
                    <a:pos x="T0" y="T1"/>
                  </a:cxn>
                  <a:cxn ang="0">
                    <a:pos x="T2" y="T3"/>
                  </a:cxn>
                  <a:cxn ang="0">
                    <a:pos x="T4" y="T5"/>
                  </a:cxn>
                  <a:cxn ang="0">
                    <a:pos x="T6" y="T7"/>
                  </a:cxn>
                </a:cxnLst>
                <a:rect l="0" t="0" r="r" b="b"/>
                <a:pathLst>
                  <a:path w="680" h="504">
                    <a:moveTo>
                      <a:pt x="0" y="268"/>
                    </a:moveTo>
                    <a:lnTo>
                      <a:pt x="488" y="0"/>
                    </a:lnTo>
                    <a:lnTo>
                      <a:pt x="680" y="504"/>
                    </a:lnTo>
                    <a:lnTo>
                      <a:pt x="0" y="268"/>
                    </a:lnTo>
                    <a:close/>
                  </a:path>
                </a:pathLst>
              </a:custGeom>
              <a:noFill/>
              <a:ln w="38100" cmpd="sng">
                <a:solidFill>
                  <a:srgbClr val="000030"/>
                </a:solidFill>
                <a:round/>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Freeform 119">
                <a:extLst>
                  <a:ext uri="{FF2B5EF4-FFF2-40B4-BE49-F238E27FC236}">
                    <a16:creationId xmlns:a16="http://schemas.microsoft.com/office/drawing/2014/main" id="{E110E246-398A-8823-9D90-437E9A0CE238}"/>
                  </a:ext>
                </a:extLst>
              </p:cNvPr>
              <p:cNvSpPr>
                <a:spLocks/>
              </p:cNvSpPr>
              <p:nvPr/>
            </p:nvSpPr>
            <p:spPr bwMode="auto">
              <a:xfrm>
                <a:off x="3418" y="1540"/>
                <a:ext cx="1" cy="1030"/>
              </a:xfrm>
              <a:custGeom>
                <a:avLst/>
                <a:gdLst>
                  <a:gd name="T0" fmla="*/ 0 w 1"/>
                  <a:gd name="T1" fmla="*/ 0 h 880"/>
                  <a:gd name="T2" fmla="*/ 1 w 1"/>
                  <a:gd name="T3" fmla="*/ 880 h 880"/>
                </a:gdLst>
                <a:ahLst/>
                <a:cxnLst>
                  <a:cxn ang="0">
                    <a:pos x="T0" y="T1"/>
                  </a:cxn>
                  <a:cxn ang="0">
                    <a:pos x="T2" y="T3"/>
                  </a:cxn>
                </a:cxnLst>
                <a:rect l="0" t="0" r="r" b="b"/>
                <a:pathLst>
                  <a:path w="1" h="880">
                    <a:moveTo>
                      <a:pt x="0" y="0"/>
                    </a:moveTo>
                    <a:lnTo>
                      <a:pt x="1" y="88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Line 120">
                <a:extLst>
                  <a:ext uri="{FF2B5EF4-FFF2-40B4-BE49-F238E27FC236}">
                    <a16:creationId xmlns:a16="http://schemas.microsoft.com/office/drawing/2014/main" id="{5CEFB6CB-9969-7578-18B3-4CF86BE51B5F}"/>
                  </a:ext>
                </a:extLst>
              </p:cNvPr>
              <p:cNvSpPr>
                <a:spLocks noChangeShapeType="1"/>
              </p:cNvSpPr>
              <p:nvPr/>
            </p:nvSpPr>
            <p:spPr bwMode="auto">
              <a:xfrm>
                <a:off x="4334" y="1558"/>
                <a:ext cx="0" cy="129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Text Box 121">
                <a:extLst>
                  <a:ext uri="{FF2B5EF4-FFF2-40B4-BE49-F238E27FC236}">
                    <a16:creationId xmlns:a16="http://schemas.microsoft.com/office/drawing/2014/main" id="{0E1FE28A-C13E-9CAD-ED88-74D3ABA536EB}"/>
                  </a:ext>
                </a:extLst>
              </p:cNvPr>
              <p:cNvSpPr txBox="1">
                <a:spLocks noChangeArrowheads="1"/>
              </p:cNvSpPr>
              <p:nvPr/>
            </p:nvSpPr>
            <p:spPr bwMode="auto">
              <a:xfrm>
                <a:off x="3888" y="576"/>
                <a:ext cx="57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b</a:t>
                </a:r>
                <a:r>
                  <a:rPr kumimoji="1" lang="en-US" altLang="zh-CN" b="0" i="1">
                    <a:latin typeface="Times New Roman" panose="02020603050405020304" pitchFamily="18" charset="0"/>
                    <a:ea typeface="宋体" panose="02010600030101010101" pitchFamily="2" charset="-122"/>
                    <a:sym typeface="Symbol" panose="05050102010706020507" pitchFamily="18" charset="2"/>
                  </a:rPr>
                  <a:t></a:t>
                </a:r>
                <a:endParaRPr kumimoji="1" lang="en-US" altLang="zh-CN" b="0" i="1">
                  <a:latin typeface="Times New Roman" panose="02020603050405020304" pitchFamily="18" charset="0"/>
                  <a:ea typeface="宋体" panose="02010600030101010101" pitchFamily="2" charset="-122"/>
                </a:endParaRPr>
              </a:p>
            </p:txBody>
          </p:sp>
          <p:sp>
            <p:nvSpPr>
              <p:cNvPr id="18" name="Text Box 122">
                <a:extLst>
                  <a:ext uri="{FF2B5EF4-FFF2-40B4-BE49-F238E27FC236}">
                    <a16:creationId xmlns:a16="http://schemas.microsoft.com/office/drawing/2014/main" id="{A042B99C-4CB6-ADB7-D5DB-0B48C790DF59}"/>
                  </a:ext>
                </a:extLst>
              </p:cNvPr>
              <p:cNvSpPr txBox="1">
                <a:spLocks noChangeArrowheads="1"/>
              </p:cNvSpPr>
              <p:nvPr/>
            </p:nvSpPr>
            <p:spPr bwMode="auto">
              <a:xfrm>
                <a:off x="3840" y="2064"/>
                <a:ext cx="57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b</a:t>
                </a:r>
              </a:p>
            </p:txBody>
          </p:sp>
          <p:sp>
            <p:nvSpPr>
              <p:cNvPr id="19" name="Text Box 123">
                <a:extLst>
                  <a:ext uri="{FF2B5EF4-FFF2-40B4-BE49-F238E27FC236}">
                    <a16:creationId xmlns:a16="http://schemas.microsoft.com/office/drawing/2014/main" id="{FB7BAAE8-8816-2C63-B14C-7485F53F36E3}"/>
                  </a:ext>
                </a:extLst>
              </p:cNvPr>
              <p:cNvSpPr txBox="1">
                <a:spLocks noChangeArrowheads="1"/>
              </p:cNvSpPr>
              <p:nvPr/>
            </p:nvSpPr>
            <p:spPr bwMode="auto">
              <a:xfrm>
                <a:off x="3312" y="2544"/>
                <a:ext cx="28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a</a:t>
                </a:r>
              </a:p>
            </p:txBody>
          </p:sp>
          <p:sp>
            <p:nvSpPr>
              <p:cNvPr id="20" name="Text Box 124">
                <a:extLst>
                  <a:ext uri="{FF2B5EF4-FFF2-40B4-BE49-F238E27FC236}">
                    <a16:creationId xmlns:a16="http://schemas.microsoft.com/office/drawing/2014/main" id="{B4796007-2F47-BF5E-88FC-AA68809AFB40}"/>
                  </a:ext>
                </a:extLst>
              </p:cNvPr>
              <p:cNvSpPr txBox="1">
                <a:spLocks noChangeArrowheads="1"/>
              </p:cNvSpPr>
              <p:nvPr/>
            </p:nvSpPr>
            <p:spPr bwMode="auto">
              <a:xfrm>
                <a:off x="4320" y="2688"/>
                <a:ext cx="3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c</a:t>
                </a:r>
              </a:p>
            </p:txBody>
          </p:sp>
        </p:grpSp>
        <p:sp>
          <p:nvSpPr>
            <p:cNvPr id="8" name="Freeform 125">
              <a:extLst>
                <a:ext uri="{FF2B5EF4-FFF2-40B4-BE49-F238E27FC236}">
                  <a16:creationId xmlns:a16="http://schemas.microsoft.com/office/drawing/2014/main" id="{34ADF087-F152-1059-1B54-376AAB53F872}"/>
                </a:ext>
              </a:extLst>
            </p:cNvPr>
            <p:cNvSpPr>
              <a:spLocks/>
            </p:cNvSpPr>
            <p:nvPr/>
          </p:nvSpPr>
          <p:spPr bwMode="auto">
            <a:xfrm>
              <a:off x="4072" y="851"/>
              <a:ext cx="2" cy="1415"/>
            </a:xfrm>
            <a:custGeom>
              <a:avLst/>
              <a:gdLst>
                <a:gd name="T0" fmla="*/ 0 w 1"/>
                <a:gd name="T1" fmla="*/ 0 h 1208"/>
                <a:gd name="T2" fmla="*/ 0 w 1"/>
                <a:gd name="T3" fmla="*/ 1208 h 1208"/>
              </a:gdLst>
              <a:ahLst/>
              <a:cxnLst>
                <a:cxn ang="0">
                  <a:pos x="T0" y="T1"/>
                </a:cxn>
                <a:cxn ang="0">
                  <a:pos x="T2" y="T3"/>
                </a:cxn>
              </a:cxnLst>
              <a:rect l="0" t="0" r="r" b="b"/>
              <a:pathLst>
                <a:path w="1" h="1208">
                  <a:moveTo>
                    <a:pt x="0" y="0"/>
                  </a:moveTo>
                  <a:lnTo>
                    <a:pt x="0" y="1208"/>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4" name="Group 126">
            <a:extLst>
              <a:ext uri="{FF2B5EF4-FFF2-40B4-BE49-F238E27FC236}">
                <a16:creationId xmlns:a16="http://schemas.microsoft.com/office/drawing/2014/main" id="{7B2B879C-5611-5292-B7C5-BAA86BE131F5}"/>
              </a:ext>
            </a:extLst>
          </p:cNvPr>
          <p:cNvGrpSpPr>
            <a:grpSpLocks/>
          </p:cNvGrpSpPr>
          <p:nvPr/>
        </p:nvGrpSpPr>
        <p:grpSpPr bwMode="auto">
          <a:xfrm>
            <a:off x="5031267" y="3991160"/>
            <a:ext cx="555625" cy="2314575"/>
            <a:chOff x="2600" y="2417"/>
            <a:chExt cx="350" cy="1458"/>
          </a:xfrm>
        </p:grpSpPr>
        <p:sp>
          <p:nvSpPr>
            <p:cNvPr id="25" name="Text Box 127">
              <a:extLst>
                <a:ext uri="{FF2B5EF4-FFF2-40B4-BE49-F238E27FC236}">
                  <a16:creationId xmlns:a16="http://schemas.microsoft.com/office/drawing/2014/main" id="{FFCC90C9-8BB0-EF6E-4DEB-92CDF91F0CCE}"/>
                </a:ext>
              </a:extLst>
            </p:cNvPr>
            <p:cNvSpPr txBox="1">
              <a:spLocks noChangeArrowheads="1"/>
            </p:cNvSpPr>
            <p:nvPr/>
          </p:nvSpPr>
          <p:spPr bwMode="auto">
            <a:xfrm>
              <a:off x="2600" y="2417"/>
              <a:ext cx="3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 d</a:t>
              </a:r>
              <a:r>
                <a:rPr kumimoji="1" lang="en-US" altLang="zh-CN" b="0" i="1">
                  <a:latin typeface="Times New Roman" panose="02020603050405020304" pitchFamily="18" charset="0"/>
                  <a:ea typeface="宋体" panose="02010600030101010101" pitchFamily="2" charset="-122"/>
                  <a:sym typeface="Symbol" panose="05050102010706020507" pitchFamily="18" charset="2"/>
                </a:rPr>
                <a:t></a:t>
              </a:r>
              <a:endParaRPr kumimoji="1" lang="en-US" altLang="zh-CN" b="0" i="1">
                <a:latin typeface="Times New Roman" panose="02020603050405020304" pitchFamily="18" charset="0"/>
                <a:ea typeface="宋体" panose="02010600030101010101" pitchFamily="2" charset="-122"/>
              </a:endParaRPr>
            </a:p>
          </p:txBody>
        </p:sp>
        <p:sp>
          <p:nvSpPr>
            <p:cNvPr id="26" name="Line 128">
              <a:extLst>
                <a:ext uri="{FF2B5EF4-FFF2-40B4-BE49-F238E27FC236}">
                  <a16:creationId xmlns:a16="http://schemas.microsoft.com/office/drawing/2014/main" id="{1ADBB335-B941-01B0-8185-87E6658A2AE0}"/>
                </a:ext>
              </a:extLst>
            </p:cNvPr>
            <p:cNvSpPr>
              <a:spLocks noChangeShapeType="1"/>
            </p:cNvSpPr>
            <p:nvPr/>
          </p:nvSpPr>
          <p:spPr bwMode="auto">
            <a:xfrm>
              <a:off x="2619" y="2526"/>
              <a:ext cx="1" cy="134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 name="Group 129">
            <a:extLst>
              <a:ext uri="{FF2B5EF4-FFF2-40B4-BE49-F238E27FC236}">
                <a16:creationId xmlns:a16="http://schemas.microsoft.com/office/drawing/2014/main" id="{7C3F6F9E-D272-2E8E-B722-CF3549B82E84}"/>
              </a:ext>
            </a:extLst>
          </p:cNvPr>
          <p:cNvGrpSpPr>
            <a:grpSpLocks/>
          </p:cNvGrpSpPr>
          <p:nvPr/>
        </p:nvGrpSpPr>
        <p:grpSpPr bwMode="auto">
          <a:xfrm>
            <a:off x="3815242" y="5883460"/>
            <a:ext cx="1682750" cy="457200"/>
            <a:chOff x="3418" y="2592"/>
            <a:chExt cx="1060" cy="288"/>
          </a:xfrm>
        </p:grpSpPr>
        <p:sp>
          <p:nvSpPr>
            <p:cNvPr id="28" name="Line 130">
              <a:extLst>
                <a:ext uri="{FF2B5EF4-FFF2-40B4-BE49-F238E27FC236}">
                  <a16:creationId xmlns:a16="http://schemas.microsoft.com/office/drawing/2014/main" id="{78B8F47B-B470-A2A7-BA3C-D0C57941ED00}"/>
                </a:ext>
              </a:extLst>
            </p:cNvPr>
            <p:cNvSpPr>
              <a:spLocks noChangeShapeType="1"/>
            </p:cNvSpPr>
            <p:nvPr/>
          </p:nvSpPr>
          <p:spPr bwMode="auto">
            <a:xfrm>
              <a:off x="3418" y="2858"/>
              <a:ext cx="785" cy="2"/>
            </a:xfrm>
            <a:prstGeom prst="line">
              <a:avLst/>
            </a:prstGeom>
            <a:noFill/>
            <a:ln w="28575">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Text Box 131">
              <a:extLst>
                <a:ext uri="{FF2B5EF4-FFF2-40B4-BE49-F238E27FC236}">
                  <a16:creationId xmlns:a16="http://schemas.microsoft.com/office/drawing/2014/main" id="{B0C50D60-30E6-7D6A-642C-9C7D1193534E}"/>
                </a:ext>
              </a:extLst>
            </p:cNvPr>
            <p:cNvSpPr txBox="1">
              <a:spLocks noChangeArrowheads="1"/>
            </p:cNvSpPr>
            <p:nvPr/>
          </p:nvSpPr>
          <p:spPr bwMode="auto">
            <a:xfrm>
              <a:off x="4128" y="2592"/>
              <a:ext cx="3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 d</a:t>
              </a:r>
            </a:p>
          </p:txBody>
        </p:sp>
      </p:grpSp>
      <p:sp>
        <p:nvSpPr>
          <p:cNvPr id="30" name="Freeform 132">
            <a:extLst>
              <a:ext uri="{FF2B5EF4-FFF2-40B4-BE49-F238E27FC236}">
                <a16:creationId xmlns:a16="http://schemas.microsoft.com/office/drawing/2014/main" id="{228340F2-1827-0511-0836-FE159762DFC9}"/>
              </a:ext>
            </a:extLst>
          </p:cNvPr>
          <p:cNvSpPr>
            <a:spLocks/>
          </p:cNvSpPr>
          <p:nvPr/>
        </p:nvSpPr>
        <p:spPr bwMode="auto">
          <a:xfrm>
            <a:off x="3815242" y="4194360"/>
            <a:ext cx="1255713" cy="482600"/>
          </a:xfrm>
          <a:custGeom>
            <a:avLst/>
            <a:gdLst>
              <a:gd name="T0" fmla="*/ 580 w 580"/>
              <a:gd name="T1" fmla="*/ 0 h 260"/>
              <a:gd name="T2" fmla="*/ 0 w 580"/>
              <a:gd name="T3" fmla="*/ 260 h 260"/>
            </a:gdLst>
            <a:ahLst/>
            <a:cxnLst>
              <a:cxn ang="0">
                <a:pos x="T0" y="T1"/>
              </a:cxn>
              <a:cxn ang="0">
                <a:pos x="T2" y="T3"/>
              </a:cxn>
            </a:cxnLst>
            <a:rect l="0" t="0" r="r" b="b"/>
            <a:pathLst>
              <a:path w="580" h="260">
                <a:moveTo>
                  <a:pt x="580" y="0"/>
                </a:moveTo>
                <a:lnTo>
                  <a:pt x="0" y="260"/>
                </a:lnTo>
              </a:path>
            </a:pathLst>
          </a:custGeom>
          <a:noFill/>
          <a:ln w="28575" cmpd="sng">
            <a:solidFill>
              <a:srgbClr val="CC33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1" name="Group 133">
            <a:extLst>
              <a:ext uri="{FF2B5EF4-FFF2-40B4-BE49-F238E27FC236}">
                <a16:creationId xmlns:a16="http://schemas.microsoft.com/office/drawing/2014/main" id="{BFEDB909-1E24-5A27-5B52-3133E515791C}"/>
              </a:ext>
            </a:extLst>
          </p:cNvPr>
          <p:cNvGrpSpPr>
            <a:grpSpLocks/>
          </p:cNvGrpSpPr>
          <p:nvPr/>
        </p:nvGrpSpPr>
        <p:grpSpPr bwMode="auto">
          <a:xfrm>
            <a:off x="4853467" y="2835460"/>
            <a:ext cx="2679700" cy="1905000"/>
            <a:chOff x="2440" y="1152"/>
            <a:chExt cx="1688" cy="1200"/>
          </a:xfrm>
        </p:grpSpPr>
        <p:grpSp>
          <p:nvGrpSpPr>
            <p:cNvPr id="32" name="Group 134">
              <a:extLst>
                <a:ext uri="{FF2B5EF4-FFF2-40B4-BE49-F238E27FC236}">
                  <a16:creationId xmlns:a16="http://schemas.microsoft.com/office/drawing/2014/main" id="{BE45D277-9C46-A9C6-32EF-8396E6DB43D5}"/>
                </a:ext>
              </a:extLst>
            </p:cNvPr>
            <p:cNvGrpSpPr>
              <a:grpSpLocks/>
            </p:cNvGrpSpPr>
            <p:nvPr/>
          </p:nvGrpSpPr>
          <p:grpSpPr bwMode="auto">
            <a:xfrm>
              <a:off x="2440" y="1152"/>
              <a:ext cx="1688" cy="1200"/>
              <a:chOff x="2440" y="1152"/>
              <a:chExt cx="1688" cy="1200"/>
            </a:xfrm>
          </p:grpSpPr>
          <p:sp>
            <p:nvSpPr>
              <p:cNvPr id="36" name="Freeform 135">
                <a:extLst>
                  <a:ext uri="{FF2B5EF4-FFF2-40B4-BE49-F238E27FC236}">
                    <a16:creationId xmlns:a16="http://schemas.microsoft.com/office/drawing/2014/main" id="{5EDC5DB7-06CD-2C7B-AAD1-1C497234E3EF}"/>
                  </a:ext>
                </a:extLst>
              </p:cNvPr>
              <p:cNvSpPr>
                <a:spLocks/>
              </p:cNvSpPr>
              <p:nvPr/>
            </p:nvSpPr>
            <p:spPr bwMode="auto">
              <a:xfrm rot="-1115600">
                <a:off x="3053" y="1292"/>
                <a:ext cx="641" cy="744"/>
              </a:xfrm>
              <a:custGeom>
                <a:avLst/>
                <a:gdLst>
                  <a:gd name="T0" fmla="*/ 0 w 641"/>
                  <a:gd name="T1" fmla="*/ 0 h 744"/>
                  <a:gd name="T2" fmla="*/ 641 w 641"/>
                  <a:gd name="T3" fmla="*/ 744 h 744"/>
                </a:gdLst>
                <a:ahLst/>
                <a:cxnLst>
                  <a:cxn ang="0">
                    <a:pos x="T0" y="T1"/>
                  </a:cxn>
                  <a:cxn ang="0">
                    <a:pos x="T2" y="T3"/>
                  </a:cxn>
                </a:cxnLst>
                <a:rect l="0" t="0" r="r" b="b"/>
                <a:pathLst>
                  <a:path w="641" h="744">
                    <a:moveTo>
                      <a:pt x="0" y="0"/>
                    </a:moveTo>
                    <a:lnTo>
                      <a:pt x="641" y="744"/>
                    </a:lnTo>
                  </a:path>
                </a:pathLst>
              </a:custGeom>
              <a:noFill/>
              <a:ln w="38100" cmpd="sng">
                <a:solidFill>
                  <a:srgbClr val="00003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 name="Freeform 136">
                <a:extLst>
                  <a:ext uri="{FF2B5EF4-FFF2-40B4-BE49-F238E27FC236}">
                    <a16:creationId xmlns:a16="http://schemas.microsoft.com/office/drawing/2014/main" id="{AC0E0F24-FC53-2C99-AF94-E52C42858F41}"/>
                  </a:ext>
                </a:extLst>
              </p:cNvPr>
              <p:cNvSpPr>
                <a:spLocks/>
              </p:cNvSpPr>
              <p:nvPr/>
            </p:nvSpPr>
            <p:spPr bwMode="auto">
              <a:xfrm>
                <a:off x="2576" y="1673"/>
                <a:ext cx="824" cy="327"/>
              </a:xfrm>
              <a:custGeom>
                <a:avLst/>
                <a:gdLst>
                  <a:gd name="T0" fmla="*/ 0 w 824"/>
                  <a:gd name="T1" fmla="*/ 327 h 327"/>
                  <a:gd name="T2" fmla="*/ 824 w 824"/>
                  <a:gd name="T3" fmla="*/ 0 h 327"/>
                </a:gdLst>
                <a:ahLst/>
                <a:cxnLst>
                  <a:cxn ang="0">
                    <a:pos x="T0" y="T1"/>
                  </a:cxn>
                  <a:cxn ang="0">
                    <a:pos x="T2" y="T3"/>
                  </a:cxn>
                </a:cxnLst>
                <a:rect l="0" t="0" r="r" b="b"/>
                <a:pathLst>
                  <a:path w="824" h="327">
                    <a:moveTo>
                      <a:pt x="0" y="327"/>
                    </a:moveTo>
                    <a:lnTo>
                      <a:pt x="824"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 name="Freeform 137">
                <a:extLst>
                  <a:ext uri="{FF2B5EF4-FFF2-40B4-BE49-F238E27FC236}">
                    <a16:creationId xmlns:a16="http://schemas.microsoft.com/office/drawing/2014/main" id="{06E28DFE-5F4A-FD46-5D80-4053E44D9CF9}"/>
                  </a:ext>
                </a:extLst>
              </p:cNvPr>
              <p:cNvSpPr>
                <a:spLocks/>
              </p:cNvSpPr>
              <p:nvPr/>
            </p:nvSpPr>
            <p:spPr bwMode="auto">
              <a:xfrm>
                <a:off x="2440" y="1413"/>
                <a:ext cx="523" cy="211"/>
              </a:xfrm>
              <a:custGeom>
                <a:avLst/>
                <a:gdLst>
                  <a:gd name="T0" fmla="*/ 0 w 523"/>
                  <a:gd name="T1" fmla="*/ 211 h 211"/>
                  <a:gd name="T2" fmla="*/ 523 w 523"/>
                  <a:gd name="T3" fmla="*/ 0 h 211"/>
                </a:gdLst>
                <a:ahLst/>
                <a:cxnLst>
                  <a:cxn ang="0">
                    <a:pos x="T0" y="T1"/>
                  </a:cxn>
                  <a:cxn ang="0">
                    <a:pos x="T2" y="T3"/>
                  </a:cxn>
                </a:cxnLst>
                <a:rect l="0" t="0" r="r" b="b"/>
                <a:pathLst>
                  <a:path w="523" h="211">
                    <a:moveTo>
                      <a:pt x="0" y="211"/>
                    </a:moveTo>
                    <a:lnTo>
                      <a:pt x="52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 name="Freeform 138">
                <a:extLst>
                  <a:ext uri="{FF2B5EF4-FFF2-40B4-BE49-F238E27FC236}">
                    <a16:creationId xmlns:a16="http://schemas.microsoft.com/office/drawing/2014/main" id="{36415C4B-7542-D40F-AD26-6FCB709A5A19}"/>
                  </a:ext>
                </a:extLst>
              </p:cNvPr>
              <p:cNvSpPr>
                <a:spLocks/>
              </p:cNvSpPr>
              <p:nvPr/>
            </p:nvSpPr>
            <p:spPr bwMode="auto">
              <a:xfrm>
                <a:off x="2704" y="1916"/>
                <a:ext cx="1093" cy="436"/>
              </a:xfrm>
              <a:custGeom>
                <a:avLst/>
                <a:gdLst>
                  <a:gd name="T0" fmla="*/ 0 w 1093"/>
                  <a:gd name="T1" fmla="*/ 436 h 436"/>
                  <a:gd name="T2" fmla="*/ 1093 w 1093"/>
                  <a:gd name="T3" fmla="*/ 0 h 436"/>
                </a:gdLst>
                <a:ahLst/>
                <a:cxnLst>
                  <a:cxn ang="0">
                    <a:pos x="T0" y="T1"/>
                  </a:cxn>
                  <a:cxn ang="0">
                    <a:pos x="T2" y="T3"/>
                  </a:cxn>
                </a:cxnLst>
                <a:rect l="0" t="0" r="r" b="b"/>
                <a:pathLst>
                  <a:path w="1093" h="436">
                    <a:moveTo>
                      <a:pt x="0" y="436"/>
                    </a:moveTo>
                    <a:lnTo>
                      <a:pt x="109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 name="Text Box 139">
                <a:extLst>
                  <a:ext uri="{FF2B5EF4-FFF2-40B4-BE49-F238E27FC236}">
                    <a16:creationId xmlns:a16="http://schemas.microsoft.com/office/drawing/2014/main" id="{627D92B8-489D-CC68-49B3-2247542C0538}"/>
                  </a:ext>
                </a:extLst>
              </p:cNvPr>
              <p:cNvSpPr txBox="1">
                <a:spLocks noChangeArrowheads="1"/>
              </p:cNvSpPr>
              <p:nvPr/>
            </p:nvSpPr>
            <p:spPr bwMode="auto">
              <a:xfrm rot="-26119">
                <a:off x="2688" y="1152"/>
                <a:ext cx="57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b</a:t>
                </a:r>
                <a:r>
                  <a:rPr kumimoji="1" lang="en-US" altLang="zh-CN" b="0" i="1" baseline="-25000">
                    <a:latin typeface="Times New Roman" panose="02020603050405020304" pitchFamily="18" charset="0"/>
                    <a:ea typeface="宋体" panose="02010600030101010101" pitchFamily="2" charset="-122"/>
                  </a:rPr>
                  <a:t>1</a:t>
                </a:r>
                <a:endParaRPr kumimoji="1" lang="en-US" altLang="zh-CN" b="0" i="1">
                  <a:latin typeface="Times New Roman" panose="02020603050405020304" pitchFamily="18" charset="0"/>
                  <a:ea typeface="宋体" panose="02010600030101010101" pitchFamily="2" charset="-122"/>
                </a:endParaRPr>
              </a:p>
            </p:txBody>
          </p:sp>
          <p:sp>
            <p:nvSpPr>
              <p:cNvPr id="41" name="Text Box 140">
                <a:extLst>
                  <a:ext uri="{FF2B5EF4-FFF2-40B4-BE49-F238E27FC236}">
                    <a16:creationId xmlns:a16="http://schemas.microsoft.com/office/drawing/2014/main" id="{9396E8C5-A51E-77D6-E6C0-BB72D55003C9}"/>
                  </a:ext>
                </a:extLst>
              </p:cNvPr>
              <p:cNvSpPr txBox="1">
                <a:spLocks noChangeArrowheads="1"/>
              </p:cNvSpPr>
              <p:nvPr/>
            </p:nvSpPr>
            <p:spPr bwMode="auto">
              <a:xfrm rot="-26119">
                <a:off x="3360" y="1440"/>
                <a:ext cx="48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 a</a:t>
                </a:r>
                <a:r>
                  <a:rPr kumimoji="1" lang="en-US" altLang="zh-CN" b="0" i="1" baseline="-25000">
                    <a:latin typeface="Times New Roman" panose="02020603050405020304" pitchFamily="18" charset="0"/>
                    <a:ea typeface="宋体" panose="02010600030101010101" pitchFamily="2" charset="-122"/>
                  </a:rPr>
                  <a:t>1</a:t>
                </a:r>
                <a:endParaRPr kumimoji="1" lang="en-US" altLang="zh-CN" b="0" i="1">
                  <a:latin typeface="Times New Roman" panose="02020603050405020304" pitchFamily="18" charset="0"/>
                  <a:ea typeface="宋体" panose="02010600030101010101" pitchFamily="2" charset="-122"/>
                </a:endParaRPr>
              </a:p>
            </p:txBody>
          </p:sp>
          <p:sp>
            <p:nvSpPr>
              <p:cNvPr id="42" name="Text Box 141">
                <a:extLst>
                  <a:ext uri="{FF2B5EF4-FFF2-40B4-BE49-F238E27FC236}">
                    <a16:creationId xmlns:a16="http://schemas.microsoft.com/office/drawing/2014/main" id="{74CB665B-17F3-638D-37BA-4B799B544EFA}"/>
                  </a:ext>
                </a:extLst>
              </p:cNvPr>
              <p:cNvSpPr txBox="1">
                <a:spLocks noChangeArrowheads="1"/>
              </p:cNvSpPr>
              <p:nvPr/>
            </p:nvSpPr>
            <p:spPr bwMode="auto">
              <a:xfrm rot="-26119">
                <a:off x="3778" y="1824"/>
                <a:ext cx="3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c</a:t>
                </a:r>
                <a:r>
                  <a:rPr kumimoji="1" lang="en-US" altLang="zh-CN" b="0" i="1" baseline="-25000">
                    <a:latin typeface="Times New Roman" panose="02020603050405020304" pitchFamily="18" charset="0"/>
                    <a:ea typeface="宋体" panose="02010600030101010101" pitchFamily="2" charset="-122"/>
                  </a:rPr>
                  <a:t>1</a:t>
                </a:r>
                <a:endParaRPr kumimoji="1" lang="en-US" altLang="zh-CN" b="0" i="1">
                  <a:latin typeface="Times New Roman" panose="02020603050405020304" pitchFamily="18" charset="0"/>
                  <a:ea typeface="宋体" panose="02010600030101010101" pitchFamily="2" charset="-122"/>
                </a:endParaRPr>
              </a:p>
            </p:txBody>
          </p:sp>
          <p:sp>
            <p:nvSpPr>
              <p:cNvPr id="43" name="Text Box 142">
                <a:extLst>
                  <a:ext uri="{FF2B5EF4-FFF2-40B4-BE49-F238E27FC236}">
                    <a16:creationId xmlns:a16="http://schemas.microsoft.com/office/drawing/2014/main" id="{BBF8D245-677E-0402-C7F2-3A12E47D5887}"/>
                  </a:ext>
                </a:extLst>
              </p:cNvPr>
              <p:cNvSpPr txBox="1">
                <a:spLocks noChangeArrowheads="1"/>
              </p:cNvSpPr>
              <p:nvPr/>
            </p:nvSpPr>
            <p:spPr bwMode="auto">
              <a:xfrm rot="-26119">
                <a:off x="3173" y="1676"/>
                <a:ext cx="48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d</a:t>
                </a:r>
                <a:r>
                  <a:rPr kumimoji="1" lang="en-US" altLang="zh-CN" b="0" i="1" baseline="-25000">
                    <a:latin typeface="Times New Roman" panose="02020603050405020304" pitchFamily="18" charset="0"/>
                    <a:ea typeface="宋体" panose="02010600030101010101" pitchFamily="2" charset="-122"/>
                  </a:rPr>
                  <a:t>1</a:t>
                </a:r>
                <a:endParaRPr kumimoji="1" lang="en-US" altLang="zh-CN" b="0" i="1">
                  <a:latin typeface="Times New Roman" panose="02020603050405020304" pitchFamily="18" charset="0"/>
                  <a:ea typeface="宋体" panose="02010600030101010101" pitchFamily="2" charset="-122"/>
                </a:endParaRPr>
              </a:p>
            </p:txBody>
          </p:sp>
        </p:grpSp>
        <p:grpSp>
          <p:nvGrpSpPr>
            <p:cNvPr id="33" name="Group 143">
              <a:extLst>
                <a:ext uri="{FF2B5EF4-FFF2-40B4-BE49-F238E27FC236}">
                  <a16:creationId xmlns:a16="http://schemas.microsoft.com/office/drawing/2014/main" id="{ACDC79B8-7B33-3061-9949-B7D8B749E615}"/>
                </a:ext>
              </a:extLst>
            </p:cNvPr>
            <p:cNvGrpSpPr>
              <a:grpSpLocks/>
            </p:cNvGrpSpPr>
            <p:nvPr/>
          </p:nvGrpSpPr>
          <p:grpSpPr bwMode="auto">
            <a:xfrm>
              <a:off x="2858" y="1761"/>
              <a:ext cx="108" cy="84"/>
              <a:chOff x="2858" y="1761"/>
              <a:chExt cx="108" cy="84"/>
            </a:xfrm>
          </p:grpSpPr>
          <p:sp>
            <p:nvSpPr>
              <p:cNvPr id="34" name="Freeform 144">
                <a:extLst>
                  <a:ext uri="{FF2B5EF4-FFF2-40B4-BE49-F238E27FC236}">
                    <a16:creationId xmlns:a16="http://schemas.microsoft.com/office/drawing/2014/main" id="{5F4A076A-5217-9B38-CC1C-787D9D82F3AC}"/>
                  </a:ext>
                </a:extLst>
              </p:cNvPr>
              <p:cNvSpPr>
                <a:spLocks/>
              </p:cNvSpPr>
              <p:nvPr/>
            </p:nvSpPr>
            <p:spPr bwMode="auto">
              <a:xfrm rot="-427548">
                <a:off x="2858" y="1765"/>
                <a:ext cx="78" cy="21"/>
              </a:xfrm>
              <a:custGeom>
                <a:avLst/>
                <a:gdLst>
                  <a:gd name="T0" fmla="*/ 0 w 78"/>
                  <a:gd name="T1" fmla="*/ 21 h 21"/>
                  <a:gd name="T2" fmla="*/ 78 w 78"/>
                  <a:gd name="T3" fmla="*/ 0 h 21"/>
                </a:gdLst>
                <a:ahLst/>
                <a:cxnLst>
                  <a:cxn ang="0">
                    <a:pos x="T0" y="T1"/>
                  </a:cxn>
                  <a:cxn ang="0">
                    <a:pos x="T2" y="T3"/>
                  </a:cxn>
                </a:cxnLst>
                <a:rect l="0" t="0" r="r" b="b"/>
                <a:pathLst>
                  <a:path w="78" h="21">
                    <a:moveTo>
                      <a:pt x="0" y="21"/>
                    </a:moveTo>
                    <a:lnTo>
                      <a:pt x="78"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 name="Freeform 145">
                <a:extLst>
                  <a:ext uri="{FF2B5EF4-FFF2-40B4-BE49-F238E27FC236}">
                    <a16:creationId xmlns:a16="http://schemas.microsoft.com/office/drawing/2014/main" id="{B0E6C7DD-787A-1F04-A8D5-E69758804D4A}"/>
                  </a:ext>
                </a:extLst>
              </p:cNvPr>
              <p:cNvSpPr>
                <a:spLocks/>
              </p:cNvSpPr>
              <p:nvPr/>
            </p:nvSpPr>
            <p:spPr bwMode="auto">
              <a:xfrm rot="-427548">
                <a:off x="2942" y="1761"/>
                <a:ext cx="24" cy="84"/>
              </a:xfrm>
              <a:custGeom>
                <a:avLst/>
                <a:gdLst>
                  <a:gd name="T0" fmla="*/ 0 w 24"/>
                  <a:gd name="T1" fmla="*/ 0 h 84"/>
                  <a:gd name="T2" fmla="*/ 24 w 24"/>
                  <a:gd name="T3" fmla="*/ 84 h 84"/>
                </a:gdLst>
                <a:ahLst/>
                <a:cxnLst>
                  <a:cxn ang="0">
                    <a:pos x="T0" y="T1"/>
                  </a:cxn>
                  <a:cxn ang="0">
                    <a:pos x="T2" y="T3"/>
                  </a:cxn>
                </a:cxnLst>
                <a:rect l="0" t="0" r="r" b="b"/>
                <a:pathLst>
                  <a:path w="24" h="84">
                    <a:moveTo>
                      <a:pt x="0" y="0"/>
                    </a:moveTo>
                    <a:lnTo>
                      <a:pt x="24" y="84"/>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44" name="Group 146">
            <a:extLst>
              <a:ext uri="{FF2B5EF4-FFF2-40B4-BE49-F238E27FC236}">
                <a16:creationId xmlns:a16="http://schemas.microsoft.com/office/drawing/2014/main" id="{031CAAA6-A0E8-D423-D772-3AD69AEE1EB5}"/>
              </a:ext>
            </a:extLst>
          </p:cNvPr>
          <p:cNvGrpSpPr>
            <a:grpSpLocks/>
          </p:cNvGrpSpPr>
          <p:nvPr/>
        </p:nvGrpSpPr>
        <p:grpSpPr bwMode="auto">
          <a:xfrm>
            <a:off x="4688367" y="2198872"/>
            <a:ext cx="919163" cy="2611438"/>
            <a:chOff x="2348" y="775"/>
            <a:chExt cx="579" cy="1645"/>
          </a:xfrm>
        </p:grpSpPr>
        <p:grpSp>
          <p:nvGrpSpPr>
            <p:cNvPr id="45" name="Group 147">
              <a:extLst>
                <a:ext uri="{FF2B5EF4-FFF2-40B4-BE49-F238E27FC236}">
                  <a16:creationId xmlns:a16="http://schemas.microsoft.com/office/drawing/2014/main" id="{3831F340-2B92-BFCD-A991-BA856BD47280}"/>
                </a:ext>
              </a:extLst>
            </p:cNvPr>
            <p:cNvGrpSpPr>
              <a:grpSpLocks/>
            </p:cNvGrpSpPr>
            <p:nvPr/>
          </p:nvGrpSpPr>
          <p:grpSpPr bwMode="auto">
            <a:xfrm rot="-427548">
              <a:off x="2348" y="775"/>
              <a:ext cx="579" cy="656"/>
              <a:chOff x="4180" y="155"/>
              <a:chExt cx="579" cy="656"/>
            </a:xfrm>
          </p:grpSpPr>
          <p:sp>
            <p:nvSpPr>
              <p:cNvPr id="47" name="Text Box 148">
                <a:extLst>
                  <a:ext uri="{FF2B5EF4-FFF2-40B4-BE49-F238E27FC236}">
                    <a16:creationId xmlns:a16="http://schemas.microsoft.com/office/drawing/2014/main" id="{DF8DC47A-A86E-A08C-35B2-C6CEC97C5012}"/>
                  </a:ext>
                </a:extLst>
              </p:cNvPr>
              <p:cNvSpPr txBox="1">
                <a:spLocks noChangeArrowheads="1"/>
              </p:cNvSpPr>
              <p:nvPr/>
            </p:nvSpPr>
            <p:spPr bwMode="auto">
              <a:xfrm rot="4362255" flipH="1">
                <a:off x="4148" y="268"/>
                <a:ext cx="51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33CC"/>
                    </a:solidFill>
                    <a:miter lim="800000"/>
                    <a:headEnd/>
                    <a:tailEnd/>
                  </a14:hiddenLine>
                </a:ext>
              </a:extLst>
            </p:spPr>
            <p:txBody>
              <a:bodyPr>
                <a:spAutoFit/>
              </a:bodyPr>
              <a:lstStyle/>
              <a:p>
                <a:r>
                  <a:rPr kumimoji="1" lang="en-US" altLang="zh-CN" i="1">
                    <a:solidFill>
                      <a:schemeClr val="accent2"/>
                    </a:solidFill>
                    <a:latin typeface="Times New Roman" panose="02020603050405020304" pitchFamily="18" charset="0"/>
                    <a:ea typeface="宋体" panose="02010600030101010101" pitchFamily="2" charset="-122"/>
                  </a:rPr>
                  <a:t>X</a:t>
                </a:r>
                <a:r>
                  <a:rPr kumimoji="1" lang="en-US" altLang="zh-CN" i="1" baseline="-25000">
                    <a:solidFill>
                      <a:schemeClr val="accent2"/>
                    </a:solidFill>
                    <a:latin typeface="Times New Roman" panose="02020603050405020304" pitchFamily="18" charset="0"/>
                    <a:ea typeface="宋体" panose="02010600030101010101" pitchFamily="2" charset="-122"/>
                  </a:rPr>
                  <a:t>1</a:t>
                </a:r>
                <a:endParaRPr kumimoji="1" lang="en-US" altLang="zh-CN" i="1">
                  <a:solidFill>
                    <a:schemeClr val="accent2"/>
                  </a:solidFill>
                  <a:latin typeface="Times New Roman" panose="02020603050405020304" pitchFamily="18" charset="0"/>
                  <a:ea typeface="宋体" panose="02010600030101010101" pitchFamily="2" charset="-122"/>
                </a:endParaRPr>
              </a:p>
            </p:txBody>
          </p:sp>
          <p:sp>
            <p:nvSpPr>
              <p:cNvPr id="48" name="Text Box 149">
                <a:extLst>
                  <a:ext uri="{FF2B5EF4-FFF2-40B4-BE49-F238E27FC236}">
                    <a16:creationId xmlns:a16="http://schemas.microsoft.com/office/drawing/2014/main" id="{755E186A-7238-7B08-F31E-9FD11A31B8CC}"/>
                  </a:ext>
                </a:extLst>
              </p:cNvPr>
              <p:cNvSpPr txBox="1">
                <a:spLocks noChangeArrowheads="1"/>
              </p:cNvSpPr>
              <p:nvPr/>
            </p:nvSpPr>
            <p:spPr bwMode="auto">
              <a:xfrm rot="4362255">
                <a:off x="4358" y="411"/>
                <a:ext cx="51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33CC"/>
                    </a:solidFill>
                    <a:miter lim="800000"/>
                    <a:headEnd/>
                    <a:tailEnd/>
                  </a14:hiddenLine>
                </a:ext>
              </a:extLst>
            </p:spPr>
            <p:txBody>
              <a:bodyPr>
                <a:spAutoFit/>
              </a:bodyPr>
              <a:lstStyle/>
              <a:p>
                <a:r>
                  <a:rPr kumimoji="1" lang="en-US" altLang="zh-CN" i="1">
                    <a:solidFill>
                      <a:schemeClr val="accent2"/>
                    </a:solidFill>
                    <a:latin typeface="Times New Roman" panose="02020603050405020304" pitchFamily="18" charset="0"/>
                    <a:ea typeface="宋体" panose="02010600030101010101" pitchFamily="2" charset="-122"/>
                  </a:rPr>
                  <a:t>H</a:t>
                </a:r>
                <a:r>
                  <a:rPr kumimoji="1" lang="en-US" altLang="zh-CN" i="1" baseline="-25000">
                    <a:solidFill>
                      <a:schemeClr val="accent2"/>
                    </a:solidFill>
                    <a:latin typeface="Times New Roman" panose="02020603050405020304" pitchFamily="18" charset="0"/>
                    <a:ea typeface="宋体" panose="02010600030101010101" pitchFamily="2" charset="-122"/>
                  </a:rPr>
                  <a:t>1</a:t>
                </a:r>
                <a:endParaRPr kumimoji="1" lang="en-US" altLang="zh-CN" i="1">
                  <a:solidFill>
                    <a:schemeClr val="accent2"/>
                  </a:solidFill>
                  <a:latin typeface="Times New Roman" panose="02020603050405020304" pitchFamily="18" charset="0"/>
                  <a:ea typeface="宋体" panose="02010600030101010101" pitchFamily="2" charset="-122"/>
                </a:endParaRPr>
              </a:p>
            </p:txBody>
          </p:sp>
          <p:sp>
            <p:nvSpPr>
              <p:cNvPr id="49" name="Text Box 150">
                <a:extLst>
                  <a:ext uri="{FF2B5EF4-FFF2-40B4-BE49-F238E27FC236}">
                    <a16:creationId xmlns:a16="http://schemas.microsoft.com/office/drawing/2014/main" id="{60D9E879-C3A7-BE58-11CA-B7C073F47E45}"/>
                  </a:ext>
                </a:extLst>
              </p:cNvPr>
              <p:cNvSpPr txBox="1">
                <a:spLocks noChangeArrowheads="1"/>
              </p:cNvSpPr>
              <p:nvPr/>
            </p:nvSpPr>
            <p:spPr bwMode="auto">
              <a:xfrm rot="4362255">
                <a:off x="4163" y="440"/>
                <a:ext cx="32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33CC"/>
                    </a:solidFill>
                    <a:miter lim="800000"/>
                    <a:headEnd/>
                    <a:tailEnd/>
                  </a14:hiddenLine>
                </a:ext>
              </a:extLst>
            </p:spPr>
            <p:txBody>
              <a:bodyPr>
                <a:spAutoFit/>
              </a:bodyPr>
              <a:lstStyle/>
              <a:p>
                <a:r>
                  <a:rPr kumimoji="1" lang="en-US" altLang="zh-CN" i="1">
                    <a:solidFill>
                      <a:schemeClr val="accent2"/>
                    </a:solidFill>
                    <a:latin typeface="Times New Roman" panose="02020603050405020304" pitchFamily="18" charset="0"/>
                    <a:ea typeface="宋体" panose="02010600030101010101" pitchFamily="2" charset="-122"/>
                  </a:rPr>
                  <a:t>V</a:t>
                </a:r>
              </a:p>
            </p:txBody>
          </p:sp>
        </p:grpSp>
        <p:sp>
          <p:nvSpPr>
            <p:cNvPr id="46" name="Freeform 151">
              <a:extLst>
                <a:ext uri="{FF2B5EF4-FFF2-40B4-BE49-F238E27FC236}">
                  <a16:creationId xmlns:a16="http://schemas.microsoft.com/office/drawing/2014/main" id="{2A185E30-E512-40C3-C146-52896504B55B}"/>
                </a:ext>
              </a:extLst>
            </p:cNvPr>
            <p:cNvSpPr>
              <a:spLocks/>
            </p:cNvSpPr>
            <p:nvPr/>
          </p:nvSpPr>
          <p:spPr bwMode="auto">
            <a:xfrm rot="-1115600">
              <a:off x="2799" y="1037"/>
              <a:ext cx="78" cy="1383"/>
            </a:xfrm>
            <a:custGeom>
              <a:avLst/>
              <a:gdLst>
                <a:gd name="T0" fmla="*/ 0 w 78"/>
                <a:gd name="T1" fmla="*/ 0 h 1383"/>
                <a:gd name="T2" fmla="*/ 78 w 78"/>
                <a:gd name="T3" fmla="*/ 1383 h 1383"/>
              </a:gdLst>
              <a:ahLst/>
              <a:cxnLst>
                <a:cxn ang="0">
                  <a:pos x="T0" y="T1"/>
                </a:cxn>
                <a:cxn ang="0">
                  <a:pos x="T2" y="T3"/>
                </a:cxn>
              </a:cxnLst>
              <a:rect l="0" t="0" r="r" b="b"/>
              <a:pathLst>
                <a:path w="78" h="1383">
                  <a:moveTo>
                    <a:pt x="0" y="0"/>
                  </a:moveTo>
                  <a:lnTo>
                    <a:pt x="78" y="1383"/>
                  </a:lnTo>
                </a:path>
              </a:pathLst>
            </a:custGeom>
            <a:noFill/>
            <a:ln w="28575" cmpd="sng">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50" name="Freeform 152">
            <a:extLst>
              <a:ext uri="{FF2B5EF4-FFF2-40B4-BE49-F238E27FC236}">
                <a16:creationId xmlns:a16="http://schemas.microsoft.com/office/drawing/2014/main" id="{801B43E3-1B6D-97D0-52EE-B987188DE4A4}"/>
              </a:ext>
            </a:extLst>
          </p:cNvPr>
          <p:cNvSpPr>
            <a:spLocks/>
          </p:cNvSpPr>
          <p:nvPr/>
        </p:nvSpPr>
        <p:spPr bwMode="auto">
          <a:xfrm>
            <a:off x="5050317" y="3673660"/>
            <a:ext cx="1308100" cy="522287"/>
          </a:xfrm>
          <a:custGeom>
            <a:avLst/>
            <a:gdLst>
              <a:gd name="T0" fmla="*/ 0 w 824"/>
              <a:gd name="T1" fmla="*/ 329 h 329"/>
              <a:gd name="T2" fmla="*/ 824 w 824"/>
              <a:gd name="T3" fmla="*/ 0 h 329"/>
            </a:gdLst>
            <a:ahLst/>
            <a:cxnLst>
              <a:cxn ang="0">
                <a:pos x="T0" y="T1"/>
              </a:cxn>
              <a:cxn ang="0">
                <a:pos x="T2" y="T3"/>
              </a:cxn>
            </a:cxnLst>
            <a:rect l="0" t="0" r="r" b="b"/>
            <a:pathLst>
              <a:path w="824" h="329">
                <a:moveTo>
                  <a:pt x="0" y="329"/>
                </a:moveTo>
                <a:lnTo>
                  <a:pt x="824" y="0"/>
                </a:lnTo>
              </a:path>
            </a:pathLst>
          </a:custGeom>
          <a:noFill/>
          <a:ln w="1270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51" name="Group 153">
            <a:extLst>
              <a:ext uri="{FF2B5EF4-FFF2-40B4-BE49-F238E27FC236}">
                <a16:creationId xmlns:a16="http://schemas.microsoft.com/office/drawing/2014/main" id="{4F67014F-345C-5EED-CBE0-EA4C1501218E}"/>
              </a:ext>
            </a:extLst>
          </p:cNvPr>
          <p:cNvGrpSpPr>
            <a:grpSpLocks/>
          </p:cNvGrpSpPr>
          <p:nvPr/>
        </p:nvGrpSpPr>
        <p:grpSpPr bwMode="auto">
          <a:xfrm>
            <a:off x="5653567" y="1006660"/>
            <a:ext cx="2786063" cy="3035300"/>
            <a:chOff x="2992" y="537"/>
            <a:chExt cx="1755" cy="1912"/>
          </a:xfrm>
        </p:grpSpPr>
        <p:sp>
          <p:nvSpPr>
            <p:cNvPr id="52" name="Freeform 154">
              <a:extLst>
                <a:ext uri="{FF2B5EF4-FFF2-40B4-BE49-F238E27FC236}">
                  <a16:creationId xmlns:a16="http://schemas.microsoft.com/office/drawing/2014/main" id="{DBF2AF0F-495B-DC43-3CEF-156C066FDE24}"/>
                </a:ext>
              </a:extLst>
            </p:cNvPr>
            <p:cNvSpPr>
              <a:spLocks/>
            </p:cNvSpPr>
            <p:nvPr/>
          </p:nvSpPr>
          <p:spPr bwMode="auto">
            <a:xfrm>
              <a:off x="3832" y="1809"/>
              <a:ext cx="376" cy="640"/>
            </a:xfrm>
            <a:custGeom>
              <a:avLst/>
              <a:gdLst>
                <a:gd name="T0" fmla="*/ 0 w 376"/>
                <a:gd name="T1" fmla="*/ 640 h 640"/>
                <a:gd name="T2" fmla="*/ 376 w 376"/>
                <a:gd name="T3" fmla="*/ 0 h 640"/>
              </a:gdLst>
              <a:ahLst/>
              <a:cxnLst>
                <a:cxn ang="0">
                  <a:pos x="T0" y="T1"/>
                </a:cxn>
                <a:cxn ang="0">
                  <a:pos x="T2" y="T3"/>
                </a:cxn>
              </a:cxnLst>
              <a:rect l="0" t="0" r="r" b="b"/>
              <a:pathLst>
                <a:path w="376" h="640">
                  <a:moveTo>
                    <a:pt x="0" y="640"/>
                  </a:moveTo>
                  <a:lnTo>
                    <a:pt x="376"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 name="Text Box 155">
              <a:extLst>
                <a:ext uri="{FF2B5EF4-FFF2-40B4-BE49-F238E27FC236}">
                  <a16:creationId xmlns:a16="http://schemas.microsoft.com/office/drawing/2014/main" id="{F3146DB1-F063-BB05-9CE9-BD4D452BB06F}"/>
                </a:ext>
              </a:extLst>
            </p:cNvPr>
            <p:cNvSpPr txBox="1">
              <a:spLocks noChangeArrowheads="1"/>
            </p:cNvSpPr>
            <p:nvPr/>
          </p:nvSpPr>
          <p:spPr bwMode="auto">
            <a:xfrm>
              <a:off x="4176" y="537"/>
              <a:ext cx="57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a</a:t>
              </a:r>
              <a:r>
                <a:rPr kumimoji="1" lang="en-US" altLang="zh-CN" b="0" i="1" baseline="-25000">
                  <a:latin typeface="Times New Roman" panose="02020603050405020304" pitchFamily="18" charset="0"/>
                  <a:ea typeface="宋体" panose="02010600030101010101" pitchFamily="2" charset="-122"/>
                </a:rPr>
                <a:t>2</a:t>
              </a:r>
              <a:r>
                <a:rPr kumimoji="1" lang="en-US" altLang="zh-CN" b="0" i="1">
                  <a:latin typeface="Times New Roman" panose="02020603050405020304" pitchFamily="18" charset="0"/>
                  <a:ea typeface="宋体" panose="02010600030101010101" pitchFamily="2" charset="-122"/>
                  <a:sym typeface="Symbol" panose="05050102010706020507" pitchFamily="18" charset="2"/>
                </a:rPr>
                <a:t></a:t>
              </a:r>
              <a:endParaRPr kumimoji="1" lang="en-US" altLang="zh-CN" b="0" i="1">
                <a:latin typeface="Times New Roman" panose="02020603050405020304" pitchFamily="18" charset="0"/>
                <a:ea typeface="宋体" panose="02010600030101010101" pitchFamily="2" charset="-122"/>
              </a:endParaRPr>
            </a:p>
          </p:txBody>
        </p:sp>
        <p:sp>
          <p:nvSpPr>
            <p:cNvPr id="54" name="Freeform 156">
              <a:extLst>
                <a:ext uri="{FF2B5EF4-FFF2-40B4-BE49-F238E27FC236}">
                  <a16:creationId xmlns:a16="http://schemas.microsoft.com/office/drawing/2014/main" id="{628C60AE-F462-31B6-C2C1-1FA7E65FA95A}"/>
                </a:ext>
              </a:extLst>
            </p:cNvPr>
            <p:cNvSpPr>
              <a:spLocks/>
            </p:cNvSpPr>
            <p:nvPr/>
          </p:nvSpPr>
          <p:spPr bwMode="auto">
            <a:xfrm>
              <a:off x="3392" y="785"/>
              <a:ext cx="824" cy="1040"/>
            </a:xfrm>
            <a:custGeom>
              <a:avLst/>
              <a:gdLst>
                <a:gd name="T0" fmla="*/ 824 w 824"/>
                <a:gd name="T1" fmla="*/ 0 h 1040"/>
                <a:gd name="T2" fmla="*/ 0 w 824"/>
                <a:gd name="T3" fmla="*/ 528 h 1040"/>
                <a:gd name="T4" fmla="*/ 824 w 824"/>
                <a:gd name="T5" fmla="*/ 1040 h 1040"/>
                <a:gd name="T6" fmla="*/ 824 w 824"/>
                <a:gd name="T7" fmla="*/ 0 h 1040"/>
              </a:gdLst>
              <a:ahLst/>
              <a:cxnLst>
                <a:cxn ang="0">
                  <a:pos x="T0" y="T1"/>
                </a:cxn>
                <a:cxn ang="0">
                  <a:pos x="T2" y="T3"/>
                </a:cxn>
                <a:cxn ang="0">
                  <a:pos x="T4" y="T5"/>
                </a:cxn>
                <a:cxn ang="0">
                  <a:pos x="T6" y="T7"/>
                </a:cxn>
              </a:cxnLst>
              <a:rect l="0" t="0" r="r" b="b"/>
              <a:pathLst>
                <a:path w="824" h="1040">
                  <a:moveTo>
                    <a:pt x="824" y="0"/>
                  </a:moveTo>
                  <a:lnTo>
                    <a:pt x="0" y="528"/>
                  </a:lnTo>
                  <a:lnTo>
                    <a:pt x="824" y="1040"/>
                  </a:lnTo>
                  <a:lnTo>
                    <a:pt x="824" y="0"/>
                  </a:lnTo>
                  <a:close/>
                </a:path>
              </a:pathLst>
            </a:custGeom>
            <a:noFill/>
            <a:ln w="38100" cmpd="sng">
              <a:solidFill>
                <a:srgbClr val="000030"/>
              </a:solidFill>
              <a:round/>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 name="Freeform 157">
              <a:extLst>
                <a:ext uri="{FF2B5EF4-FFF2-40B4-BE49-F238E27FC236}">
                  <a16:creationId xmlns:a16="http://schemas.microsoft.com/office/drawing/2014/main" id="{99C8B7F5-FEBD-36F8-9F2D-45486B60E275}"/>
                </a:ext>
              </a:extLst>
            </p:cNvPr>
            <p:cNvSpPr>
              <a:spLocks/>
            </p:cNvSpPr>
            <p:nvPr/>
          </p:nvSpPr>
          <p:spPr bwMode="auto">
            <a:xfrm>
              <a:off x="2992" y="1305"/>
              <a:ext cx="400" cy="672"/>
            </a:xfrm>
            <a:custGeom>
              <a:avLst/>
              <a:gdLst>
                <a:gd name="T0" fmla="*/ 400 w 400"/>
                <a:gd name="T1" fmla="*/ 0 h 672"/>
                <a:gd name="T2" fmla="*/ 0 w 400"/>
                <a:gd name="T3" fmla="*/ 672 h 672"/>
              </a:gdLst>
              <a:ahLst/>
              <a:cxnLst>
                <a:cxn ang="0">
                  <a:pos x="T0" y="T1"/>
                </a:cxn>
                <a:cxn ang="0">
                  <a:pos x="T2" y="T3"/>
                </a:cxn>
              </a:cxnLst>
              <a:rect l="0" t="0" r="r" b="b"/>
              <a:pathLst>
                <a:path w="400" h="672">
                  <a:moveTo>
                    <a:pt x="400" y="0"/>
                  </a:moveTo>
                  <a:lnTo>
                    <a:pt x="0" y="672"/>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6" name="Freeform 158">
              <a:extLst>
                <a:ext uri="{FF2B5EF4-FFF2-40B4-BE49-F238E27FC236}">
                  <a16:creationId xmlns:a16="http://schemas.microsoft.com/office/drawing/2014/main" id="{72CDE404-2F1B-FC42-2716-DE4D1F0A0C7C}"/>
                </a:ext>
              </a:extLst>
            </p:cNvPr>
            <p:cNvSpPr>
              <a:spLocks/>
            </p:cNvSpPr>
            <p:nvPr/>
          </p:nvSpPr>
          <p:spPr bwMode="auto">
            <a:xfrm>
              <a:off x="3424" y="801"/>
              <a:ext cx="776" cy="1408"/>
            </a:xfrm>
            <a:custGeom>
              <a:avLst/>
              <a:gdLst>
                <a:gd name="T0" fmla="*/ 0 w 776"/>
                <a:gd name="T1" fmla="*/ 1408 h 1408"/>
                <a:gd name="T2" fmla="*/ 776 w 776"/>
                <a:gd name="T3" fmla="*/ 0 h 1408"/>
              </a:gdLst>
              <a:ahLst/>
              <a:cxnLst>
                <a:cxn ang="0">
                  <a:pos x="T0" y="T1"/>
                </a:cxn>
                <a:cxn ang="0">
                  <a:pos x="T2" y="T3"/>
                </a:cxn>
              </a:cxnLst>
              <a:rect l="0" t="0" r="r" b="b"/>
              <a:pathLst>
                <a:path w="776" h="1408">
                  <a:moveTo>
                    <a:pt x="0" y="1408"/>
                  </a:moveTo>
                  <a:lnTo>
                    <a:pt x="776"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 name="Text Box 159">
              <a:extLst>
                <a:ext uri="{FF2B5EF4-FFF2-40B4-BE49-F238E27FC236}">
                  <a16:creationId xmlns:a16="http://schemas.microsoft.com/office/drawing/2014/main" id="{82DBE2D7-42D7-DEFE-5B90-0C137E1D4E44}"/>
                </a:ext>
              </a:extLst>
            </p:cNvPr>
            <p:cNvSpPr txBox="1">
              <a:spLocks noChangeArrowheads="1"/>
            </p:cNvSpPr>
            <p:nvPr/>
          </p:nvSpPr>
          <p:spPr bwMode="auto">
            <a:xfrm>
              <a:off x="4176" y="1689"/>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c</a:t>
              </a:r>
              <a:r>
                <a:rPr kumimoji="1" lang="en-US" altLang="zh-CN" b="0" i="1" baseline="-25000">
                  <a:latin typeface="Times New Roman" panose="02020603050405020304" pitchFamily="18" charset="0"/>
                  <a:ea typeface="宋体" panose="02010600030101010101" pitchFamily="2" charset="-122"/>
                </a:rPr>
                <a:t>2</a:t>
              </a:r>
              <a:r>
                <a:rPr kumimoji="1" lang="en-US" altLang="zh-CN" b="0" i="1">
                  <a:latin typeface="Times New Roman" panose="02020603050405020304" pitchFamily="18" charset="0"/>
                  <a:ea typeface="宋体" panose="02010600030101010101" pitchFamily="2" charset="-122"/>
                  <a:sym typeface="Symbol" panose="05050102010706020507" pitchFamily="18" charset="2"/>
                </a:rPr>
                <a:t></a:t>
              </a:r>
              <a:endParaRPr kumimoji="1" lang="en-US" altLang="zh-CN" b="0" i="1">
                <a:latin typeface="Times New Roman" panose="02020603050405020304" pitchFamily="18" charset="0"/>
                <a:ea typeface="宋体" panose="02010600030101010101" pitchFamily="2" charset="-122"/>
              </a:endParaRPr>
            </a:p>
          </p:txBody>
        </p:sp>
        <p:sp>
          <p:nvSpPr>
            <p:cNvPr id="58" name="Text Box 160">
              <a:extLst>
                <a:ext uri="{FF2B5EF4-FFF2-40B4-BE49-F238E27FC236}">
                  <a16:creationId xmlns:a16="http://schemas.microsoft.com/office/drawing/2014/main" id="{B7B5ABE3-D819-FCF4-30DA-617BC9EE9DF9}"/>
                </a:ext>
              </a:extLst>
            </p:cNvPr>
            <p:cNvSpPr txBox="1">
              <a:spLocks noChangeArrowheads="1"/>
            </p:cNvSpPr>
            <p:nvPr/>
          </p:nvSpPr>
          <p:spPr bwMode="auto">
            <a:xfrm>
              <a:off x="3120" y="1065"/>
              <a:ext cx="57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b</a:t>
              </a:r>
              <a:r>
                <a:rPr kumimoji="1" lang="en-US" altLang="zh-CN" b="0" i="1" baseline="-25000">
                  <a:latin typeface="Times New Roman" panose="02020603050405020304" pitchFamily="18" charset="0"/>
                  <a:ea typeface="宋体" panose="02010600030101010101" pitchFamily="2" charset="-122"/>
                </a:rPr>
                <a:t>2</a:t>
              </a:r>
              <a:r>
                <a:rPr kumimoji="1" lang="en-US" altLang="zh-CN" b="0" i="1">
                  <a:latin typeface="Times New Roman" panose="02020603050405020304" pitchFamily="18" charset="0"/>
                  <a:ea typeface="宋体" panose="02010600030101010101" pitchFamily="2" charset="-122"/>
                  <a:sym typeface="Symbol" panose="05050102010706020507" pitchFamily="18" charset="2"/>
                </a:rPr>
                <a:t></a:t>
              </a:r>
            </a:p>
          </p:txBody>
        </p:sp>
        <p:sp>
          <p:nvSpPr>
            <p:cNvPr id="59" name="Text Box 161">
              <a:extLst>
                <a:ext uri="{FF2B5EF4-FFF2-40B4-BE49-F238E27FC236}">
                  <a16:creationId xmlns:a16="http://schemas.microsoft.com/office/drawing/2014/main" id="{12EBE068-BCA9-0296-45C9-C0085E957FED}"/>
                </a:ext>
              </a:extLst>
            </p:cNvPr>
            <p:cNvSpPr txBox="1">
              <a:spLocks noChangeArrowheads="1"/>
            </p:cNvSpPr>
            <p:nvPr/>
          </p:nvSpPr>
          <p:spPr bwMode="auto">
            <a:xfrm>
              <a:off x="3648" y="1593"/>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b="0" i="1">
                  <a:latin typeface="Times New Roman" panose="02020603050405020304" pitchFamily="18" charset="0"/>
                  <a:ea typeface="宋体" panose="02010600030101010101" pitchFamily="2" charset="-122"/>
                </a:rPr>
                <a:t>d</a:t>
              </a:r>
              <a:r>
                <a:rPr kumimoji="1" lang="en-US" altLang="zh-CN" b="0" i="1" baseline="-25000">
                  <a:latin typeface="Times New Roman" panose="02020603050405020304" pitchFamily="18" charset="0"/>
                  <a:ea typeface="宋体" panose="02010600030101010101" pitchFamily="2" charset="-122"/>
                </a:rPr>
                <a:t>2</a:t>
              </a:r>
              <a:endParaRPr kumimoji="1" lang="en-US" altLang="zh-CN" b="0" i="1">
                <a:latin typeface="Times New Roman" panose="02020603050405020304" pitchFamily="18" charset="0"/>
                <a:ea typeface="宋体" panose="02010600030101010101" pitchFamily="2" charset="-122"/>
              </a:endParaRPr>
            </a:p>
          </p:txBody>
        </p:sp>
        <p:sp>
          <p:nvSpPr>
            <p:cNvPr id="60" name="Freeform 162">
              <a:extLst>
                <a:ext uri="{FF2B5EF4-FFF2-40B4-BE49-F238E27FC236}">
                  <a16:creationId xmlns:a16="http://schemas.microsoft.com/office/drawing/2014/main" id="{CBDCE949-9325-3CFB-E050-19A9E1D579AD}"/>
                </a:ext>
              </a:extLst>
            </p:cNvPr>
            <p:cNvSpPr>
              <a:spLocks/>
            </p:cNvSpPr>
            <p:nvPr/>
          </p:nvSpPr>
          <p:spPr bwMode="auto">
            <a:xfrm>
              <a:off x="3552" y="1737"/>
              <a:ext cx="42" cy="75"/>
            </a:xfrm>
            <a:custGeom>
              <a:avLst/>
              <a:gdLst>
                <a:gd name="T0" fmla="*/ 0 w 42"/>
                <a:gd name="T1" fmla="*/ 75 h 75"/>
                <a:gd name="T2" fmla="*/ 42 w 42"/>
                <a:gd name="T3" fmla="*/ 0 h 75"/>
              </a:gdLst>
              <a:ahLst/>
              <a:cxnLst>
                <a:cxn ang="0">
                  <a:pos x="T0" y="T1"/>
                </a:cxn>
                <a:cxn ang="0">
                  <a:pos x="T2" y="T3"/>
                </a:cxn>
              </a:cxnLst>
              <a:rect l="0" t="0" r="r" b="b"/>
              <a:pathLst>
                <a:path w="42" h="75">
                  <a:moveTo>
                    <a:pt x="0" y="75"/>
                  </a:moveTo>
                  <a:lnTo>
                    <a:pt x="42"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 name="Freeform 163">
              <a:extLst>
                <a:ext uri="{FF2B5EF4-FFF2-40B4-BE49-F238E27FC236}">
                  <a16:creationId xmlns:a16="http://schemas.microsoft.com/office/drawing/2014/main" id="{4FBD45C3-2567-7618-0547-3A34026CC703}"/>
                </a:ext>
              </a:extLst>
            </p:cNvPr>
            <p:cNvSpPr>
              <a:spLocks/>
            </p:cNvSpPr>
            <p:nvPr/>
          </p:nvSpPr>
          <p:spPr bwMode="auto">
            <a:xfrm>
              <a:off x="3600" y="1740"/>
              <a:ext cx="63" cy="36"/>
            </a:xfrm>
            <a:custGeom>
              <a:avLst/>
              <a:gdLst>
                <a:gd name="T0" fmla="*/ 0 w 63"/>
                <a:gd name="T1" fmla="*/ 0 h 36"/>
                <a:gd name="T2" fmla="*/ 63 w 63"/>
                <a:gd name="T3" fmla="*/ 36 h 36"/>
              </a:gdLst>
              <a:ahLst/>
              <a:cxnLst>
                <a:cxn ang="0">
                  <a:pos x="T0" y="T1"/>
                </a:cxn>
                <a:cxn ang="0">
                  <a:pos x="T2" y="T3"/>
                </a:cxn>
              </a:cxnLst>
              <a:rect l="0" t="0" r="r" b="b"/>
              <a:pathLst>
                <a:path w="63" h="36">
                  <a:moveTo>
                    <a:pt x="0" y="0"/>
                  </a:moveTo>
                  <a:lnTo>
                    <a:pt x="63" y="36"/>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62" name="Group 164">
            <a:extLst>
              <a:ext uri="{FF2B5EF4-FFF2-40B4-BE49-F238E27FC236}">
                <a16:creationId xmlns:a16="http://schemas.microsoft.com/office/drawing/2014/main" id="{1309F0EF-8DF5-04C5-4012-170FEF4F04C2}"/>
              </a:ext>
            </a:extLst>
          </p:cNvPr>
          <p:cNvGrpSpPr>
            <a:grpSpLocks/>
          </p:cNvGrpSpPr>
          <p:nvPr/>
        </p:nvGrpSpPr>
        <p:grpSpPr bwMode="auto">
          <a:xfrm>
            <a:off x="5399567" y="2348097"/>
            <a:ext cx="3482975" cy="2066925"/>
            <a:chOff x="2832" y="1382"/>
            <a:chExt cx="2194" cy="1302"/>
          </a:xfrm>
        </p:grpSpPr>
        <p:sp>
          <p:nvSpPr>
            <p:cNvPr id="63" name="Line 165">
              <a:extLst>
                <a:ext uri="{FF2B5EF4-FFF2-40B4-BE49-F238E27FC236}">
                  <a16:creationId xmlns:a16="http://schemas.microsoft.com/office/drawing/2014/main" id="{5332EC0A-A5FA-39B4-A441-CEB5F2C1DD1C}"/>
                </a:ext>
              </a:extLst>
            </p:cNvPr>
            <p:cNvSpPr>
              <a:spLocks noChangeShapeType="1"/>
            </p:cNvSpPr>
            <p:nvPr/>
          </p:nvSpPr>
          <p:spPr bwMode="auto">
            <a:xfrm>
              <a:off x="2832" y="1382"/>
              <a:ext cx="1776" cy="1065"/>
            </a:xfrm>
            <a:prstGeom prst="line">
              <a:avLst/>
            </a:prstGeom>
            <a:noFill/>
            <a:ln w="28575">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4" name="Group 166">
              <a:extLst>
                <a:ext uri="{FF2B5EF4-FFF2-40B4-BE49-F238E27FC236}">
                  <a16:creationId xmlns:a16="http://schemas.microsoft.com/office/drawing/2014/main" id="{636ACD43-286A-9F32-404A-4AD218CF7CC3}"/>
                </a:ext>
              </a:extLst>
            </p:cNvPr>
            <p:cNvGrpSpPr>
              <a:grpSpLocks/>
            </p:cNvGrpSpPr>
            <p:nvPr/>
          </p:nvGrpSpPr>
          <p:grpSpPr bwMode="auto">
            <a:xfrm>
              <a:off x="4181" y="2140"/>
              <a:ext cx="845" cy="544"/>
              <a:chOff x="4181" y="2140"/>
              <a:chExt cx="845" cy="544"/>
            </a:xfrm>
          </p:grpSpPr>
          <p:sp>
            <p:nvSpPr>
              <p:cNvPr id="65" name="Text Box 167">
                <a:extLst>
                  <a:ext uri="{FF2B5EF4-FFF2-40B4-BE49-F238E27FC236}">
                    <a16:creationId xmlns:a16="http://schemas.microsoft.com/office/drawing/2014/main" id="{BD16F20B-C4E9-3859-9C48-3EFEE89975BA}"/>
                  </a:ext>
                </a:extLst>
              </p:cNvPr>
              <p:cNvSpPr txBox="1">
                <a:spLocks noChangeArrowheads="1"/>
              </p:cNvSpPr>
              <p:nvPr/>
            </p:nvSpPr>
            <p:spPr bwMode="auto">
              <a:xfrm rot="1726361" flipH="1">
                <a:off x="4513" y="2396"/>
                <a:ext cx="51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b="0" i="1">
                    <a:solidFill>
                      <a:srgbClr val="FF0066"/>
                    </a:solidFill>
                    <a:latin typeface="Times New Roman" panose="02020603050405020304" pitchFamily="18" charset="0"/>
                    <a:ea typeface="宋体" panose="02010600030101010101" pitchFamily="2" charset="-122"/>
                  </a:rPr>
                  <a:t>X</a:t>
                </a:r>
                <a:r>
                  <a:rPr kumimoji="1" lang="en-US" altLang="zh-CN" b="0" i="1" baseline="-25000">
                    <a:solidFill>
                      <a:srgbClr val="FF0066"/>
                    </a:solidFill>
                    <a:latin typeface="Times New Roman" panose="02020603050405020304" pitchFamily="18" charset="0"/>
                    <a:ea typeface="宋体" panose="02010600030101010101" pitchFamily="2" charset="-122"/>
                  </a:rPr>
                  <a:t>2</a:t>
                </a:r>
                <a:endParaRPr kumimoji="1" lang="en-US" altLang="zh-CN" b="0" i="1">
                  <a:solidFill>
                    <a:srgbClr val="FF0066"/>
                  </a:solidFill>
                  <a:latin typeface="Times New Roman" panose="02020603050405020304" pitchFamily="18" charset="0"/>
                  <a:ea typeface="宋体" panose="02010600030101010101" pitchFamily="2" charset="-122"/>
                </a:endParaRPr>
              </a:p>
            </p:txBody>
          </p:sp>
          <p:sp>
            <p:nvSpPr>
              <p:cNvPr id="66" name="Text Box 168">
                <a:extLst>
                  <a:ext uri="{FF2B5EF4-FFF2-40B4-BE49-F238E27FC236}">
                    <a16:creationId xmlns:a16="http://schemas.microsoft.com/office/drawing/2014/main" id="{4FFE6751-FF7C-2D29-7D9F-C7ABDCE6B3DE}"/>
                  </a:ext>
                </a:extLst>
              </p:cNvPr>
              <p:cNvSpPr txBox="1">
                <a:spLocks noChangeArrowheads="1"/>
              </p:cNvSpPr>
              <p:nvPr/>
            </p:nvSpPr>
            <p:spPr bwMode="auto">
              <a:xfrm rot="1726361">
                <a:off x="4307" y="2140"/>
                <a:ext cx="51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b="0" i="1">
                    <a:solidFill>
                      <a:srgbClr val="FF0066"/>
                    </a:solidFill>
                    <a:latin typeface="Times New Roman" panose="02020603050405020304" pitchFamily="18" charset="0"/>
                    <a:ea typeface="宋体" panose="02010600030101010101" pitchFamily="2" charset="-122"/>
                  </a:rPr>
                  <a:t>V</a:t>
                </a:r>
                <a:r>
                  <a:rPr kumimoji="1" lang="en-US" altLang="zh-CN" b="0" i="1" baseline="-25000">
                    <a:solidFill>
                      <a:srgbClr val="FF0066"/>
                    </a:solidFill>
                    <a:latin typeface="Times New Roman" panose="02020603050405020304" pitchFamily="18" charset="0"/>
                    <a:ea typeface="宋体" panose="02010600030101010101" pitchFamily="2" charset="-122"/>
                  </a:rPr>
                  <a:t>2</a:t>
                </a:r>
                <a:endParaRPr kumimoji="1" lang="en-US" altLang="zh-CN" b="0" i="1">
                  <a:solidFill>
                    <a:srgbClr val="FF0066"/>
                  </a:solidFill>
                  <a:latin typeface="Times New Roman" panose="02020603050405020304" pitchFamily="18" charset="0"/>
                  <a:ea typeface="宋体" panose="02010600030101010101" pitchFamily="2" charset="-122"/>
                </a:endParaRPr>
              </a:p>
            </p:txBody>
          </p:sp>
          <p:sp>
            <p:nvSpPr>
              <p:cNvPr id="67" name="Text Box 169">
                <a:extLst>
                  <a:ext uri="{FF2B5EF4-FFF2-40B4-BE49-F238E27FC236}">
                    <a16:creationId xmlns:a16="http://schemas.microsoft.com/office/drawing/2014/main" id="{28E334A5-5EF2-83F1-C139-86A657EDC707}"/>
                  </a:ext>
                </a:extLst>
              </p:cNvPr>
              <p:cNvSpPr txBox="1">
                <a:spLocks noChangeArrowheads="1"/>
              </p:cNvSpPr>
              <p:nvPr/>
            </p:nvSpPr>
            <p:spPr bwMode="auto">
              <a:xfrm rot="1726361">
                <a:off x="4181" y="2314"/>
                <a:ext cx="4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b="0" i="1">
                    <a:solidFill>
                      <a:srgbClr val="FF0066"/>
                    </a:solidFill>
                    <a:latin typeface="Times New Roman" panose="02020603050405020304" pitchFamily="18" charset="0"/>
                    <a:ea typeface="宋体" panose="02010600030101010101" pitchFamily="2" charset="-122"/>
                  </a:rPr>
                  <a:t>H</a:t>
                </a:r>
                <a:r>
                  <a:rPr kumimoji="1" lang="en-US" altLang="zh-CN" b="0" i="1" baseline="-25000">
                    <a:solidFill>
                      <a:srgbClr val="FF0066"/>
                    </a:solidFill>
                    <a:latin typeface="Times New Roman" panose="02020603050405020304" pitchFamily="18" charset="0"/>
                    <a:ea typeface="宋体" panose="02010600030101010101" pitchFamily="2" charset="-122"/>
                  </a:rPr>
                  <a:t>1</a:t>
                </a:r>
                <a:endParaRPr kumimoji="1" lang="en-US" altLang="zh-CN" b="0" i="1">
                  <a:solidFill>
                    <a:srgbClr val="FF0066"/>
                  </a:solidFill>
                  <a:latin typeface="Times New Roman" panose="02020603050405020304" pitchFamily="18" charset="0"/>
                  <a:ea typeface="宋体" panose="02010600030101010101" pitchFamily="2" charset="-122"/>
                </a:endParaRPr>
              </a:p>
            </p:txBody>
          </p:sp>
        </p:grpSp>
      </p:grpSp>
      <p:grpSp>
        <p:nvGrpSpPr>
          <p:cNvPr id="68" name="Group 170">
            <a:extLst>
              <a:ext uri="{FF2B5EF4-FFF2-40B4-BE49-F238E27FC236}">
                <a16:creationId xmlns:a16="http://schemas.microsoft.com/office/drawing/2014/main" id="{59504F6D-0EE2-35E5-4C0A-CED47D57068B}"/>
              </a:ext>
            </a:extLst>
          </p:cNvPr>
          <p:cNvGrpSpPr>
            <a:grpSpLocks/>
          </p:cNvGrpSpPr>
          <p:nvPr/>
        </p:nvGrpSpPr>
        <p:grpSpPr bwMode="auto">
          <a:xfrm>
            <a:off x="5399567" y="1373372"/>
            <a:ext cx="1676400" cy="1676400"/>
            <a:chOff x="2832" y="768"/>
            <a:chExt cx="1056" cy="1056"/>
          </a:xfrm>
        </p:grpSpPr>
        <p:sp>
          <p:nvSpPr>
            <p:cNvPr id="69" name="Oval 171">
              <a:extLst>
                <a:ext uri="{FF2B5EF4-FFF2-40B4-BE49-F238E27FC236}">
                  <a16:creationId xmlns:a16="http://schemas.microsoft.com/office/drawing/2014/main" id="{85DC38CF-B079-A409-FB2F-4DF2FB4780CA}"/>
                </a:ext>
              </a:extLst>
            </p:cNvPr>
            <p:cNvSpPr>
              <a:spLocks noChangeArrowheads="1"/>
            </p:cNvSpPr>
            <p:nvPr/>
          </p:nvSpPr>
          <p:spPr bwMode="auto">
            <a:xfrm>
              <a:off x="2832" y="768"/>
              <a:ext cx="1056" cy="105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70" name="Freeform 172">
              <a:extLst>
                <a:ext uri="{FF2B5EF4-FFF2-40B4-BE49-F238E27FC236}">
                  <a16:creationId xmlns:a16="http://schemas.microsoft.com/office/drawing/2014/main" id="{F9C50406-92EA-B804-E9AE-1786C63E927E}"/>
                </a:ext>
              </a:extLst>
            </p:cNvPr>
            <p:cNvSpPr>
              <a:spLocks/>
            </p:cNvSpPr>
            <p:nvPr/>
          </p:nvSpPr>
          <p:spPr bwMode="auto">
            <a:xfrm>
              <a:off x="2832" y="1304"/>
              <a:ext cx="560" cy="16"/>
            </a:xfrm>
            <a:custGeom>
              <a:avLst/>
              <a:gdLst>
                <a:gd name="T0" fmla="*/ 560 w 560"/>
                <a:gd name="T1" fmla="*/ 16 h 16"/>
                <a:gd name="T2" fmla="*/ 0 w 560"/>
                <a:gd name="T3" fmla="*/ 0 h 16"/>
              </a:gdLst>
              <a:ahLst/>
              <a:cxnLst>
                <a:cxn ang="0">
                  <a:pos x="T0" y="T1"/>
                </a:cxn>
                <a:cxn ang="0">
                  <a:pos x="T2" y="T3"/>
                </a:cxn>
              </a:cxnLst>
              <a:rect l="0" t="0" r="r" b="b"/>
              <a:pathLst>
                <a:path w="560" h="16">
                  <a:moveTo>
                    <a:pt x="560" y="16"/>
                  </a:moveTo>
                  <a:lnTo>
                    <a:pt x="0" y="0"/>
                  </a:lnTo>
                </a:path>
              </a:pathLst>
            </a:custGeom>
            <a:noFill/>
            <a:ln w="9525">
              <a:solidFill>
                <a:schemeClr val="tx1"/>
              </a:solidFill>
              <a:round/>
              <a:headEnd type="none" w="med" len="me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 name="Text Box 173">
              <a:extLst>
                <a:ext uri="{FF2B5EF4-FFF2-40B4-BE49-F238E27FC236}">
                  <a16:creationId xmlns:a16="http://schemas.microsoft.com/office/drawing/2014/main" id="{3DA16BA1-AEF0-59FB-79E9-BE95DD431AC2}"/>
                </a:ext>
              </a:extLst>
            </p:cNvPr>
            <p:cNvSpPr txBox="1">
              <a:spLocks noChangeArrowheads="1"/>
            </p:cNvSpPr>
            <p:nvPr/>
          </p:nvSpPr>
          <p:spPr bwMode="auto">
            <a:xfrm>
              <a:off x="2928" y="1152"/>
              <a:ext cx="384"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sz="1600" i="1" dirty="0">
                  <a:latin typeface="Times New Roman" panose="02020603050405020304" pitchFamily="18" charset="0"/>
                  <a:ea typeface="宋体" panose="02010600030101010101" pitchFamily="2" charset="-122"/>
                </a:rPr>
                <a:t>15</a:t>
              </a:r>
            </a:p>
          </p:txBody>
        </p:sp>
      </p:grpSp>
      <p:grpSp>
        <p:nvGrpSpPr>
          <p:cNvPr id="72" name="Group 174">
            <a:extLst>
              <a:ext uri="{FF2B5EF4-FFF2-40B4-BE49-F238E27FC236}">
                <a16:creationId xmlns:a16="http://schemas.microsoft.com/office/drawing/2014/main" id="{BBF61AD5-661B-DE7C-B367-4C1CCB1A363A}"/>
              </a:ext>
            </a:extLst>
          </p:cNvPr>
          <p:cNvGrpSpPr>
            <a:grpSpLocks/>
          </p:cNvGrpSpPr>
          <p:nvPr/>
        </p:nvGrpSpPr>
        <p:grpSpPr bwMode="auto">
          <a:xfrm>
            <a:off x="6771167" y="535172"/>
            <a:ext cx="1752600" cy="1676400"/>
            <a:chOff x="3696" y="240"/>
            <a:chExt cx="1104" cy="1056"/>
          </a:xfrm>
        </p:grpSpPr>
        <p:sp>
          <p:nvSpPr>
            <p:cNvPr id="73" name="Oval 175">
              <a:extLst>
                <a:ext uri="{FF2B5EF4-FFF2-40B4-BE49-F238E27FC236}">
                  <a16:creationId xmlns:a16="http://schemas.microsoft.com/office/drawing/2014/main" id="{E484C1F4-CE60-53C5-A24B-780D3D911D50}"/>
                </a:ext>
              </a:extLst>
            </p:cNvPr>
            <p:cNvSpPr>
              <a:spLocks noChangeArrowheads="1"/>
            </p:cNvSpPr>
            <p:nvPr/>
          </p:nvSpPr>
          <p:spPr bwMode="auto">
            <a:xfrm>
              <a:off x="3696" y="240"/>
              <a:ext cx="1056" cy="105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74" name="Freeform 176">
              <a:extLst>
                <a:ext uri="{FF2B5EF4-FFF2-40B4-BE49-F238E27FC236}">
                  <a16:creationId xmlns:a16="http://schemas.microsoft.com/office/drawing/2014/main" id="{1487B24C-98A4-71AB-2EC9-2720FA192603}"/>
                </a:ext>
              </a:extLst>
            </p:cNvPr>
            <p:cNvSpPr>
              <a:spLocks/>
            </p:cNvSpPr>
            <p:nvPr/>
          </p:nvSpPr>
          <p:spPr bwMode="auto">
            <a:xfrm>
              <a:off x="4224" y="792"/>
              <a:ext cx="448" cy="264"/>
            </a:xfrm>
            <a:custGeom>
              <a:avLst/>
              <a:gdLst>
                <a:gd name="T0" fmla="*/ 0 w 448"/>
                <a:gd name="T1" fmla="*/ 0 h 264"/>
                <a:gd name="T2" fmla="*/ 448 w 448"/>
                <a:gd name="T3" fmla="*/ 264 h 264"/>
              </a:gdLst>
              <a:ahLst/>
              <a:cxnLst>
                <a:cxn ang="0">
                  <a:pos x="T0" y="T1"/>
                </a:cxn>
                <a:cxn ang="0">
                  <a:pos x="T2" y="T3"/>
                </a:cxn>
              </a:cxnLst>
              <a:rect l="0" t="0" r="r" b="b"/>
              <a:pathLst>
                <a:path w="448" h="264">
                  <a:moveTo>
                    <a:pt x="0" y="0"/>
                  </a:moveTo>
                  <a:lnTo>
                    <a:pt x="448" y="264"/>
                  </a:lnTo>
                </a:path>
              </a:pathLst>
            </a:custGeom>
            <a:noFill/>
            <a:ln w="9525" cap="flat" cmpd="sng">
              <a:solidFill>
                <a:schemeClr val="tx1"/>
              </a:solidFill>
              <a:prstDash val="solid"/>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5" name="Text Box 177">
              <a:extLst>
                <a:ext uri="{FF2B5EF4-FFF2-40B4-BE49-F238E27FC236}">
                  <a16:creationId xmlns:a16="http://schemas.microsoft.com/office/drawing/2014/main" id="{9DF0AD6D-9B7C-B2C3-E60E-10E73A9C36DF}"/>
                </a:ext>
              </a:extLst>
            </p:cNvPr>
            <p:cNvSpPr txBox="1">
              <a:spLocks noChangeArrowheads="1"/>
            </p:cNvSpPr>
            <p:nvPr/>
          </p:nvSpPr>
          <p:spPr bwMode="auto">
            <a:xfrm rot="1924111">
              <a:off x="4416" y="816"/>
              <a:ext cx="384"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sz="1600" i="1" dirty="0">
                  <a:latin typeface="Times New Roman" panose="02020603050405020304" pitchFamily="18" charset="0"/>
                  <a:ea typeface="宋体" panose="02010600030101010101" pitchFamily="2" charset="-122"/>
                </a:rPr>
                <a:t>15</a:t>
              </a:r>
            </a:p>
          </p:txBody>
        </p:sp>
      </p:grpSp>
      <p:grpSp>
        <p:nvGrpSpPr>
          <p:cNvPr id="76" name="Group 178">
            <a:extLst>
              <a:ext uri="{FF2B5EF4-FFF2-40B4-BE49-F238E27FC236}">
                <a16:creationId xmlns:a16="http://schemas.microsoft.com/office/drawing/2014/main" id="{F892589F-67FE-35C0-8387-FF79ECD5B7EB}"/>
              </a:ext>
            </a:extLst>
          </p:cNvPr>
          <p:cNvGrpSpPr>
            <a:grpSpLocks/>
          </p:cNvGrpSpPr>
          <p:nvPr/>
        </p:nvGrpSpPr>
        <p:grpSpPr bwMode="auto">
          <a:xfrm>
            <a:off x="4332767" y="4268972"/>
            <a:ext cx="438150" cy="2087563"/>
            <a:chOff x="2160" y="2592"/>
            <a:chExt cx="276" cy="1315"/>
          </a:xfrm>
        </p:grpSpPr>
        <p:sp>
          <p:nvSpPr>
            <p:cNvPr id="77" name="Line 179">
              <a:extLst>
                <a:ext uri="{FF2B5EF4-FFF2-40B4-BE49-F238E27FC236}">
                  <a16:creationId xmlns:a16="http://schemas.microsoft.com/office/drawing/2014/main" id="{02A0B2B0-79B7-DC6E-B9ED-527232964F0C}"/>
                </a:ext>
              </a:extLst>
            </p:cNvPr>
            <p:cNvSpPr>
              <a:spLocks noChangeShapeType="1"/>
            </p:cNvSpPr>
            <p:nvPr/>
          </p:nvSpPr>
          <p:spPr bwMode="auto">
            <a:xfrm>
              <a:off x="2208" y="2592"/>
              <a:ext cx="0" cy="1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8" name="Oval 180">
              <a:extLst>
                <a:ext uri="{FF2B5EF4-FFF2-40B4-BE49-F238E27FC236}">
                  <a16:creationId xmlns:a16="http://schemas.microsoft.com/office/drawing/2014/main" id="{4962AC7F-4444-9EF4-B1CB-2D190E158859}"/>
                </a:ext>
              </a:extLst>
            </p:cNvPr>
            <p:cNvSpPr>
              <a:spLocks noChangeArrowheads="1"/>
            </p:cNvSpPr>
            <p:nvPr/>
          </p:nvSpPr>
          <p:spPr bwMode="auto">
            <a:xfrm>
              <a:off x="2160" y="3792"/>
              <a:ext cx="96" cy="96"/>
            </a:xfrm>
            <a:prstGeom prst="ellipse">
              <a:avLst/>
            </a:prstGeom>
            <a:solidFill>
              <a:srgbClr val="FF7C8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9" name="Text Box 181">
              <a:extLst>
                <a:ext uri="{FF2B5EF4-FFF2-40B4-BE49-F238E27FC236}">
                  <a16:creationId xmlns:a16="http://schemas.microsoft.com/office/drawing/2014/main" id="{43E752C5-4323-E6D2-1A1B-B3D55E7848FE}"/>
                </a:ext>
              </a:extLst>
            </p:cNvPr>
            <p:cNvSpPr txBox="1">
              <a:spLocks noChangeArrowheads="1"/>
            </p:cNvSpPr>
            <p:nvPr/>
          </p:nvSpPr>
          <p:spPr bwMode="auto">
            <a:xfrm>
              <a:off x="2235" y="3619"/>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b="0" i="1">
                  <a:latin typeface="Times New Roman" panose="02020603050405020304" pitchFamily="18" charset="0"/>
                  <a:ea typeface="宋体" panose="02010600030101010101" pitchFamily="2" charset="-122"/>
                </a:rPr>
                <a:t>e</a:t>
              </a:r>
            </a:p>
          </p:txBody>
        </p:sp>
      </p:grpSp>
      <p:grpSp>
        <p:nvGrpSpPr>
          <p:cNvPr id="80" name="Group 182">
            <a:extLst>
              <a:ext uri="{FF2B5EF4-FFF2-40B4-BE49-F238E27FC236}">
                <a16:creationId xmlns:a16="http://schemas.microsoft.com/office/drawing/2014/main" id="{55B3EB62-0978-8529-E17B-4FF0C5E9CA0A}"/>
              </a:ext>
            </a:extLst>
          </p:cNvPr>
          <p:cNvGrpSpPr>
            <a:grpSpLocks/>
          </p:cNvGrpSpPr>
          <p:nvPr/>
        </p:nvGrpSpPr>
        <p:grpSpPr bwMode="auto">
          <a:xfrm>
            <a:off x="4339117" y="3583172"/>
            <a:ext cx="1822450" cy="762000"/>
            <a:chOff x="2164" y="2160"/>
            <a:chExt cx="1148" cy="480"/>
          </a:xfrm>
        </p:grpSpPr>
        <p:sp>
          <p:nvSpPr>
            <p:cNvPr id="81" name="Line 183">
              <a:extLst>
                <a:ext uri="{FF2B5EF4-FFF2-40B4-BE49-F238E27FC236}">
                  <a16:creationId xmlns:a16="http://schemas.microsoft.com/office/drawing/2014/main" id="{9842D20A-93D0-039B-2E47-D77C0FE29704}"/>
                </a:ext>
              </a:extLst>
            </p:cNvPr>
            <p:cNvSpPr>
              <a:spLocks noChangeShapeType="1"/>
            </p:cNvSpPr>
            <p:nvPr/>
          </p:nvSpPr>
          <p:spPr bwMode="auto">
            <a:xfrm flipH="1">
              <a:off x="2208" y="2160"/>
              <a:ext cx="1104" cy="4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2" name="Oval 184">
              <a:extLst>
                <a:ext uri="{FF2B5EF4-FFF2-40B4-BE49-F238E27FC236}">
                  <a16:creationId xmlns:a16="http://schemas.microsoft.com/office/drawing/2014/main" id="{8DA5C04B-46AA-4A3C-6EE3-8936F1C8D516}"/>
                </a:ext>
              </a:extLst>
            </p:cNvPr>
            <p:cNvSpPr>
              <a:spLocks noChangeArrowheads="1"/>
            </p:cNvSpPr>
            <p:nvPr/>
          </p:nvSpPr>
          <p:spPr bwMode="auto">
            <a:xfrm>
              <a:off x="2164" y="2544"/>
              <a:ext cx="96" cy="96"/>
            </a:xfrm>
            <a:prstGeom prst="ellipse">
              <a:avLst/>
            </a:prstGeom>
            <a:solidFill>
              <a:srgbClr val="FF7C8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3" name="Text Box 185">
              <a:extLst>
                <a:ext uri="{FF2B5EF4-FFF2-40B4-BE49-F238E27FC236}">
                  <a16:creationId xmlns:a16="http://schemas.microsoft.com/office/drawing/2014/main" id="{2A659927-9F0C-345A-1AC6-26453F25BAE3}"/>
                </a:ext>
              </a:extLst>
            </p:cNvPr>
            <p:cNvSpPr txBox="1">
              <a:spLocks noChangeArrowheads="1"/>
            </p:cNvSpPr>
            <p:nvPr/>
          </p:nvSpPr>
          <p:spPr bwMode="auto">
            <a:xfrm>
              <a:off x="2206" y="2299"/>
              <a:ext cx="2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b="0" i="1">
                  <a:latin typeface="Times New Roman" panose="02020603050405020304" pitchFamily="18" charset="0"/>
                  <a:ea typeface="宋体" panose="02010600030101010101" pitchFamily="2" charset="-122"/>
                </a:rPr>
                <a:t>e</a:t>
              </a:r>
              <a:r>
                <a:rPr kumimoji="1" lang="en-US" altLang="zh-CN" b="0" i="1">
                  <a:latin typeface="Times New Roman" panose="02020603050405020304" pitchFamily="18" charset="0"/>
                  <a:ea typeface="宋体" panose="02010600030101010101" pitchFamily="2" charset="-122"/>
                  <a:sym typeface="Symbol" panose="05050102010706020507" pitchFamily="18" charset="2"/>
                </a:rPr>
                <a:t></a:t>
              </a:r>
              <a:endParaRPr kumimoji="1" lang="en-US" altLang="zh-CN" b="0" i="1">
                <a:latin typeface="Times New Roman" panose="02020603050405020304" pitchFamily="18" charset="0"/>
                <a:ea typeface="宋体" panose="02010600030101010101" pitchFamily="2" charset="-122"/>
              </a:endParaRPr>
            </a:p>
          </p:txBody>
        </p:sp>
      </p:grpSp>
      <p:grpSp>
        <p:nvGrpSpPr>
          <p:cNvPr id="84" name="Group 186">
            <a:extLst>
              <a:ext uri="{FF2B5EF4-FFF2-40B4-BE49-F238E27FC236}">
                <a16:creationId xmlns:a16="http://schemas.microsoft.com/office/drawing/2014/main" id="{D138DD4D-DED9-BA8F-F987-EE0AD926762C}"/>
              </a:ext>
            </a:extLst>
          </p:cNvPr>
          <p:cNvGrpSpPr>
            <a:grpSpLocks/>
          </p:cNvGrpSpPr>
          <p:nvPr/>
        </p:nvGrpSpPr>
        <p:grpSpPr bwMode="auto">
          <a:xfrm>
            <a:off x="5890105" y="1982972"/>
            <a:ext cx="1185862" cy="1662113"/>
            <a:chOff x="3141" y="1152"/>
            <a:chExt cx="747" cy="1047"/>
          </a:xfrm>
        </p:grpSpPr>
        <p:sp>
          <p:nvSpPr>
            <p:cNvPr id="85" name="Freeform 187">
              <a:extLst>
                <a:ext uri="{FF2B5EF4-FFF2-40B4-BE49-F238E27FC236}">
                  <a16:creationId xmlns:a16="http://schemas.microsoft.com/office/drawing/2014/main" id="{31CAEF74-C472-FF81-9243-EB9861ACB6F5}"/>
                </a:ext>
              </a:extLst>
            </p:cNvPr>
            <p:cNvSpPr>
              <a:spLocks/>
            </p:cNvSpPr>
            <p:nvPr/>
          </p:nvSpPr>
          <p:spPr bwMode="auto">
            <a:xfrm>
              <a:off x="3328" y="1152"/>
              <a:ext cx="560" cy="992"/>
            </a:xfrm>
            <a:custGeom>
              <a:avLst/>
              <a:gdLst>
                <a:gd name="T0" fmla="*/ 560 w 560"/>
                <a:gd name="T1" fmla="*/ 0 h 992"/>
                <a:gd name="T2" fmla="*/ 0 w 560"/>
                <a:gd name="T3" fmla="*/ 992 h 992"/>
              </a:gdLst>
              <a:ahLst/>
              <a:cxnLst>
                <a:cxn ang="0">
                  <a:pos x="T0" y="T1"/>
                </a:cxn>
                <a:cxn ang="0">
                  <a:pos x="T2" y="T3"/>
                </a:cxn>
              </a:cxnLst>
              <a:rect l="0" t="0" r="r" b="b"/>
              <a:pathLst>
                <a:path w="560" h="992">
                  <a:moveTo>
                    <a:pt x="560" y="0"/>
                  </a:moveTo>
                  <a:lnTo>
                    <a:pt x="0" y="992"/>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6" name="Text Box 188">
              <a:extLst>
                <a:ext uri="{FF2B5EF4-FFF2-40B4-BE49-F238E27FC236}">
                  <a16:creationId xmlns:a16="http://schemas.microsoft.com/office/drawing/2014/main" id="{6987D9AF-6B18-6651-D881-B48A8D58A049}"/>
                </a:ext>
              </a:extLst>
            </p:cNvPr>
            <p:cNvSpPr txBox="1">
              <a:spLocks noChangeArrowheads="1"/>
            </p:cNvSpPr>
            <p:nvPr/>
          </p:nvSpPr>
          <p:spPr bwMode="auto">
            <a:xfrm>
              <a:off x="3141" y="1807"/>
              <a:ext cx="26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b="0" i="1">
                  <a:latin typeface="Times New Roman" panose="02020603050405020304" pitchFamily="18" charset="0"/>
                  <a:ea typeface="宋体" panose="02010600030101010101" pitchFamily="2" charset="-122"/>
                </a:rPr>
                <a:t>e</a:t>
              </a:r>
              <a:r>
                <a:rPr kumimoji="1" lang="en-US" altLang="zh-CN" b="0" i="1" baseline="-25000">
                  <a:latin typeface="Times New Roman" panose="02020603050405020304" pitchFamily="18" charset="0"/>
                  <a:ea typeface="宋体" panose="02010600030101010101" pitchFamily="2" charset="-122"/>
                </a:rPr>
                <a:t>1</a:t>
              </a:r>
              <a:endParaRPr kumimoji="1" lang="en-US" altLang="zh-CN" b="0" i="1">
                <a:latin typeface="Times New Roman" panose="02020603050405020304" pitchFamily="18" charset="0"/>
                <a:ea typeface="宋体" panose="02010600030101010101" pitchFamily="2" charset="-122"/>
              </a:endParaRPr>
            </a:p>
          </p:txBody>
        </p:sp>
        <p:sp>
          <p:nvSpPr>
            <p:cNvPr id="87" name="Oval 189">
              <a:extLst>
                <a:ext uri="{FF2B5EF4-FFF2-40B4-BE49-F238E27FC236}">
                  <a16:creationId xmlns:a16="http://schemas.microsoft.com/office/drawing/2014/main" id="{05739B25-BC43-AD89-BE55-71F202DDE473}"/>
                </a:ext>
              </a:extLst>
            </p:cNvPr>
            <p:cNvSpPr>
              <a:spLocks noChangeArrowheads="1"/>
            </p:cNvSpPr>
            <p:nvPr/>
          </p:nvSpPr>
          <p:spPr bwMode="auto">
            <a:xfrm>
              <a:off x="3276" y="2103"/>
              <a:ext cx="96" cy="96"/>
            </a:xfrm>
            <a:prstGeom prst="ellipse">
              <a:avLst/>
            </a:prstGeom>
            <a:solidFill>
              <a:srgbClr val="FF3300"/>
            </a:solidFill>
            <a:ln w="28575">
              <a:solidFill>
                <a:schemeClr val="tx1"/>
              </a:solidFill>
              <a:round/>
              <a:headEnd/>
              <a:tailEnd/>
            </a:ln>
          </p:spPr>
          <p:txBody>
            <a:bodyPr wrap="none" anchor="ctr"/>
            <a:lstStyle/>
            <a:p>
              <a:endParaRPr lang="en-US"/>
            </a:p>
          </p:txBody>
        </p:sp>
      </p:grpSp>
      <p:grpSp>
        <p:nvGrpSpPr>
          <p:cNvPr id="88" name="Group 190">
            <a:extLst>
              <a:ext uri="{FF2B5EF4-FFF2-40B4-BE49-F238E27FC236}">
                <a16:creationId xmlns:a16="http://schemas.microsoft.com/office/drawing/2014/main" id="{819A6337-51FF-EEAD-D227-BDEDA375C81F}"/>
              </a:ext>
            </a:extLst>
          </p:cNvPr>
          <p:cNvGrpSpPr>
            <a:grpSpLocks/>
          </p:cNvGrpSpPr>
          <p:nvPr/>
        </p:nvGrpSpPr>
        <p:grpSpPr bwMode="auto">
          <a:xfrm>
            <a:off x="6980717" y="1640072"/>
            <a:ext cx="573088" cy="457200"/>
            <a:chOff x="3828" y="936"/>
            <a:chExt cx="361" cy="288"/>
          </a:xfrm>
        </p:grpSpPr>
        <p:sp>
          <p:nvSpPr>
            <p:cNvPr id="89" name="Oval 191">
              <a:extLst>
                <a:ext uri="{FF2B5EF4-FFF2-40B4-BE49-F238E27FC236}">
                  <a16:creationId xmlns:a16="http://schemas.microsoft.com/office/drawing/2014/main" id="{9CA0CDD7-FF9D-C05D-218D-F6A49F7BA6D7}"/>
                </a:ext>
              </a:extLst>
            </p:cNvPr>
            <p:cNvSpPr>
              <a:spLocks noChangeArrowheads="1"/>
            </p:cNvSpPr>
            <p:nvPr/>
          </p:nvSpPr>
          <p:spPr bwMode="auto">
            <a:xfrm>
              <a:off x="3828" y="1116"/>
              <a:ext cx="96" cy="96"/>
            </a:xfrm>
            <a:prstGeom prst="ellipse">
              <a:avLst/>
            </a:prstGeom>
            <a:solidFill>
              <a:srgbClr val="FF7C80"/>
            </a:solidFill>
            <a:ln w="28575">
              <a:solidFill>
                <a:schemeClr val="tx1"/>
              </a:solidFill>
              <a:round/>
              <a:headEnd/>
              <a:tailEnd/>
            </a:ln>
          </p:spPr>
          <p:txBody>
            <a:bodyPr wrap="none" anchor="ctr"/>
            <a:lstStyle/>
            <a:p>
              <a:endParaRPr lang="en-US"/>
            </a:p>
          </p:txBody>
        </p:sp>
        <p:sp>
          <p:nvSpPr>
            <p:cNvPr id="90" name="Text Box 192">
              <a:extLst>
                <a:ext uri="{FF2B5EF4-FFF2-40B4-BE49-F238E27FC236}">
                  <a16:creationId xmlns:a16="http://schemas.microsoft.com/office/drawing/2014/main" id="{D2263C42-8C26-4FC1-C64E-304173ECFA25}"/>
                </a:ext>
              </a:extLst>
            </p:cNvPr>
            <p:cNvSpPr txBox="1">
              <a:spLocks noChangeArrowheads="1"/>
            </p:cNvSpPr>
            <p:nvPr/>
          </p:nvSpPr>
          <p:spPr bwMode="auto">
            <a:xfrm>
              <a:off x="3877" y="936"/>
              <a:ext cx="3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b="0" i="1">
                  <a:latin typeface="Times New Roman" panose="02020603050405020304" pitchFamily="18" charset="0"/>
                  <a:ea typeface="宋体" panose="02010600030101010101" pitchFamily="2" charset="-122"/>
                </a:rPr>
                <a:t>e</a:t>
              </a:r>
              <a:r>
                <a:rPr kumimoji="1" lang="en-US" altLang="zh-CN" b="0" i="1" baseline="-25000">
                  <a:latin typeface="Times New Roman" panose="02020603050405020304" pitchFamily="18" charset="0"/>
                  <a:ea typeface="宋体" panose="02010600030101010101" pitchFamily="2" charset="-122"/>
                </a:rPr>
                <a:t>2</a:t>
              </a:r>
              <a:r>
                <a:rPr kumimoji="1" lang="en-US" altLang="zh-CN" b="0" i="1">
                  <a:latin typeface="Times New Roman" panose="02020603050405020304" pitchFamily="18" charset="0"/>
                  <a:ea typeface="宋体" panose="02010600030101010101" pitchFamily="2" charset="-122"/>
                  <a:sym typeface="Symbol" panose="05050102010706020507" pitchFamily="18" charset="2"/>
                </a:rPr>
                <a:t></a:t>
              </a:r>
              <a:endParaRPr kumimoji="1" lang="en-US" altLang="zh-CN" b="0" i="1">
                <a:latin typeface="Times New Roman" panose="02020603050405020304" pitchFamily="18" charset="0"/>
                <a:ea typeface="宋体" panose="02010600030101010101" pitchFamily="2" charset="-122"/>
              </a:endParaRPr>
            </a:p>
          </p:txBody>
        </p:sp>
      </p:grpSp>
      <p:sp>
        <p:nvSpPr>
          <p:cNvPr id="91" name="文本框 90">
            <a:extLst>
              <a:ext uri="{FF2B5EF4-FFF2-40B4-BE49-F238E27FC236}">
                <a16:creationId xmlns:a16="http://schemas.microsoft.com/office/drawing/2014/main" id="{06168C73-621B-E9A3-DB0C-74B54482A301}"/>
              </a:ext>
            </a:extLst>
          </p:cNvPr>
          <p:cNvSpPr txBox="1"/>
          <p:nvPr/>
        </p:nvSpPr>
        <p:spPr>
          <a:xfrm>
            <a:off x="9593264" y="1539719"/>
            <a:ext cx="1261884" cy="523220"/>
          </a:xfrm>
          <a:prstGeom prst="rect">
            <a:avLst/>
          </a:prstGeom>
          <a:effectLst>
            <a:outerShdw blurRad="50800" dist="38100" dir="5400000" algn="t" rotWithShape="0">
              <a:prstClr val="black">
                <a:alpha val="40000"/>
              </a:prstClr>
            </a:outerShdw>
            <a:reflection blurRad="6350" stA="52000" endA="300" endPos="35000" dir="5400000" sy="-100000" algn="bl" rotWithShape="0"/>
          </a:effectLst>
        </p:spPr>
        <p:style>
          <a:lnRef idx="1">
            <a:schemeClr val="accent4"/>
          </a:lnRef>
          <a:fillRef idx="2">
            <a:schemeClr val="accent4"/>
          </a:fillRef>
          <a:effectRef idx="1">
            <a:schemeClr val="accent4"/>
          </a:effectRef>
          <a:fontRef idx="minor">
            <a:schemeClr val="dk1"/>
          </a:fontRef>
        </p:style>
        <p:txBody>
          <a:bodyPr wrap="none" rtlCol="0">
            <a:spAutoFit/>
          </a:bodyPr>
          <a:lstStyle/>
          <a:p>
            <a:r>
              <a:rPr lang="zh-CN" altLang="en-US" sz="2800" dirty="0">
                <a:solidFill>
                  <a:srgbClr val="FF0000"/>
                </a:solidFill>
              </a:rPr>
              <a:t>轨迹法</a:t>
            </a:r>
            <a:endParaRPr lang="en-US" sz="2800" dirty="0">
              <a:solidFill>
                <a:srgbClr val="FF0000"/>
              </a:solidFill>
            </a:endParaRPr>
          </a:p>
        </p:txBody>
      </p:sp>
    </p:spTree>
    <p:extLst>
      <p:ext uri="{BB962C8B-B14F-4D97-AF65-F5344CB8AC3E}">
        <p14:creationId xmlns:p14="http://schemas.microsoft.com/office/powerpoint/2010/main" val="2553039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 calcmode="lin" valueType="num">
                                      <p:cBhvr additive="base">
                                        <p:cTn id="7" dur="500" fill="hold"/>
                                        <p:tgtEl>
                                          <p:spTgt spid="91"/>
                                        </p:tgtEl>
                                        <p:attrNameLst>
                                          <p:attrName>ppt_x</p:attrName>
                                        </p:attrNameLst>
                                      </p:cBhvr>
                                      <p:tavLst>
                                        <p:tav tm="0">
                                          <p:val>
                                            <p:strVal val="#ppt_x"/>
                                          </p:val>
                                        </p:tav>
                                        <p:tav tm="100000">
                                          <p:val>
                                            <p:strVal val="#ppt_x"/>
                                          </p:val>
                                        </p:tav>
                                      </p:tavLst>
                                    </p:anim>
                                    <p:anim calcmode="lin" valueType="num">
                                      <p:cBhvr additive="base">
                                        <p:cTn id="8" dur="500" fill="hold"/>
                                        <p:tgtEl>
                                          <p:spTgt spid="9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left)">
                                      <p:cBhvr>
                                        <p:cTn id="13" dur="20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down)">
                                      <p:cBhvr>
                                        <p:cTn id="18" dur="20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wipe(left)">
                                      <p:cBhvr>
                                        <p:cTn id="23" dur="2000"/>
                                        <p:tgtEl>
                                          <p:spTgt spid="3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left)">
                                      <p:cBhvr>
                                        <p:cTn id="28" dur="2000"/>
                                        <p:tgtEl>
                                          <p:spTgt spid="5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ipe(up)">
                                      <p:cBhvr>
                                        <p:cTn id="33" dur="2000"/>
                                        <p:tgtEl>
                                          <p:spTgt spid="44"/>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3" fill="hold"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strips(upRight)">
                                      <p:cBhvr>
                                        <p:cTn id="38" dur="2000"/>
                                        <p:tgtEl>
                                          <p:spTgt spid="3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wipe(left)">
                                      <p:cBhvr>
                                        <p:cTn id="43" dur="2000"/>
                                        <p:tgtEl>
                                          <p:spTgt spid="6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51"/>
                                        </p:tgtEl>
                                        <p:attrNameLst>
                                          <p:attrName>style.visibility</p:attrName>
                                        </p:attrNameLst>
                                      </p:cBhvr>
                                      <p:to>
                                        <p:strVal val="visible"/>
                                      </p:to>
                                    </p:set>
                                    <p:animEffect transition="in" filter="wipe(down)">
                                      <p:cBhvr>
                                        <p:cTn id="48" dur="2000"/>
                                        <p:tgtEl>
                                          <p:spTgt spid="51"/>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42" fill="hold" nodeType="clickEffect">
                                  <p:stCondLst>
                                    <p:cond delay="0"/>
                                  </p:stCondLst>
                                  <p:childTnLst>
                                    <p:set>
                                      <p:cBhvr>
                                        <p:cTn id="52" dur="1" fill="hold">
                                          <p:stCondLst>
                                            <p:cond delay="0"/>
                                          </p:stCondLst>
                                        </p:cTn>
                                        <p:tgtEl>
                                          <p:spTgt spid="72"/>
                                        </p:tgtEl>
                                        <p:attrNameLst>
                                          <p:attrName>style.visibility</p:attrName>
                                        </p:attrNameLst>
                                      </p:cBhvr>
                                      <p:to>
                                        <p:strVal val="visible"/>
                                      </p:to>
                                    </p:set>
                                    <p:animEffect transition="in" filter="barn(outHorizontal)">
                                      <p:cBhvr>
                                        <p:cTn id="53" dur="2000"/>
                                        <p:tgtEl>
                                          <p:spTgt spid="72"/>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32" fill="hold" nodeType="clickEffect">
                                  <p:stCondLst>
                                    <p:cond delay="0"/>
                                  </p:stCondLst>
                                  <p:childTnLst>
                                    <p:set>
                                      <p:cBhvr>
                                        <p:cTn id="57" dur="1" fill="hold">
                                          <p:stCondLst>
                                            <p:cond delay="0"/>
                                          </p:stCondLst>
                                        </p:cTn>
                                        <p:tgtEl>
                                          <p:spTgt spid="68"/>
                                        </p:tgtEl>
                                        <p:attrNameLst>
                                          <p:attrName>style.visibility</p:attrName>
                                        </p:attrNameLst>
                                      </p:cBhvr>
                                      <p:to>
                                        <p:strVal val="visible"/>
                                      </p:to>
                                    </p:set>
                                    <p:animEffect transition="in" filter="box(out)">
                                      <p:cBhvr>
                                        <p:cTn id="58" dur="2000"/>
                                        <p:tgtEl>
                                          <p:spTgt spid="6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88"/>
                                        </p:tgtEl>
                                        <p:attrNameLst>
                                          <p:attrName>style.visibility</p:attrName>
                                        </p:attrNameLst>
                                      </p:cBhvr>
                                      <p:to>
                                        <p:strVal val="visible"/>
                                      </p:to>
                                    </p:set>
                                    <p:animEffect transition="in" filter="wipe(up)">
                                      <p:cBhvr>
                                        <p:cTn id="63" dur="2000"/>
                                        <p:tgtEl>
                                          <p:spTgt spid="8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84"/>
                                        </p:tgtEl>
                                        <p:attrNameLst>
                                          <p:attrName>style.visibility</p:attrName>
                                        </p:attrNameLst>
                                      </p:cBhvr>
                                      <p:to>
                                        <p:strVal val="visible"/>
                                      </p:to>
                                    </p:set>
                                    <p:animEffect transition="in" filter="wipe(up)">
                                      <p:cBhvr>
                                        <p:cTn id="68" dur="2000"/>
                                        <p:tgtEl>
                                          <p:spTgt spid="8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2" fill="hold" nodeType="clickEffect">
                                  <p:stCondLst>
                                    <p:cond delay="0"/>
                                  </p:stCondLst>
                                  <p:childTnLst>
                                    <p:set>
                                      <p:cBhvr>
                                        <p:cTn id="72" dur="1" fill="hold">
                                          <p:stCondLst>
                                            <p:cond delay="0"/>
                                          </p:stCondLst>
                                        </p:cTn>
                                        <p:tgtEl>
                                          <p:spTgt spid="80"/>
                                        </p:tgtEl>
                                        <p:attrNameLst>
                                          <p:attrName>style.visibility</p:attrName>
                                        </p:attrNameLst>
                                      </p:cBhvr>
                                      <p:to>
                                        <p:strVal val="visible"/>
                                      </p:to>
                                    </p:set>
                                    <p:animEffect transition="in" filter="wipe(right)">
                                      <p:cBhvr>
                                        <p:cTn id="73" dur="2000"/>
                                        <p:tgtEl>
                                          <p:spTgt spid="8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76"/>
                                        </p:tgtEl>
                                        <p:attrNameLst>
                                          <p:attrName>style.visibility</p:attrName>
                                        </p:attrNameLst>
                                      </p:cBhvr>
                                      <p:to>
                                        <p:strVal val="visible"/>
                                      </p:to>
                                    </p:set>
                                    <p:animEffect transition="in" filter="wipe(up)">
                                      <p:cBhvr>
                                        <p:cTn id="78" dur="20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5B60543-2463-4D70-99E2-06232B282FD4}"/>
              </a:ext>
            </a:extLst>
          </p:cNvPr>
          <p:cNvSpPr>
            <a:spLocks noGrp="1"/>
          </p:cNvSpPr>
          <p:nvPr>
            <p:ph type="dt" sz="half" idx="10"/>
          </p:nvPr>
        </p:nvSpPr>
        <p:spPr/>
        <p:txBody>
          <a:bodyPr/>
          <a:lstStyle/>
          <a:p>
            <a:fld id="{A5007FD2-8D19-F04B-BE33-646AEC0E6D3D}" type="datetime1">
              <a:rPr lang="en-US" altLang="zh-CN" smtClean="0"/>
              <a:t>10/14/25</a:t>
            </a:fld>
            <a:endParaRPr lang="en-US"/>
          </a:p>
        </p:txBody>
      </p:sp>
      <p:sp>
        <p:nvSpPr>
          <p:cNvPr id="3" name="页脚占位符 2">
            <a:extLst>
              <a:ext uri="{FF2B5EF4-FFF2-40B4-BE49-F238E27FC236}">
                <a16:creationId xmlns:a16="http://schemas.microsoft.com/office/drawing/2014/main" id="{52B47EEB-3AE0-D9C7-DE59-AD2C0FC4DC64}"/>
              </a:ext>
            </a:extLst>
          </p:cNvPr>
          <p:cNvSpPr>
            <a:spLocks noGrp="1"/>
          </p:cNvSpPr>
          <p:nvPr>
            <p:ph type="ftr" sz="quarter" idx="11"/>
          </p:nvPr>
        </p:nvSpPr>
        <p:spPr/>
        <p:txBody>
          <a:bodyPr/>
          <a:lstStyle/>
          <a:p>
            <a:r>
              <a:rPr lang="zh-CN" altLang="en-US"/>
              <a:t>工程制图第</a:t>
            </a:r>
            <a:r>
              <a:rPr lang="en-US" altLang="zh-CN"/>
              <a:t>7</a:t>
            </a:r>
            <a:r>
              <a:rPr lang="zh-CN" altLang="en-US"/>
              <a:t>讲</a:t>
            </a:r>
            <a:endParaRPr lang="en-US"/>
          </a:p>
        </p:txBody>
      </p:sp>
      <p:sp>
        <p:nvSpPr>
          <p:cNvPr id="4" name="灯片编号占位符 3">
            <a:extLst>
              <a:ext uri="{FF2B5EF4-FFF2-40B4-BE49-F238E27FC236}">
                <a16:creationId xmlns:a16="http://schemas.microsoft.com/office/drawing/2014/main" id="{28F7DC46-9F5F-2E06-2841-BF8578A46E74}"/>
              </a:ext>
            </a:extLst>
          </p:cNvPr>
          <p:cNvSpPr>
            <a:spLocks noGrp="1"/>
          </p:cNvSpPr>
          <p:nvPr>
            <p:ph type="sldNum" sz="quarter" idx="12"/>
          </p:nvPr>
        </p:nvSpPr>
        <p:spPr/>
        <p:txBody>
          <a:bodyPr/>
          <a:lstStyle/>
          <a:p>
            <a:fld id="{558F952B-8205-4A3F-8B8C-DB9DCBA03AAE}" type="slidenum">
              <a:rPr lang="en-US" smtClean="0"/>
              <a:t>29</a:t>
            </a:fld>
            <a:endParaRPr lang="en-US"/>
          </a:p>
        </p:txBody>
      </p:sp>
      <p:sp>
        <p:nvSpPr>
          <p:cNvPr id="5" name="Line 2">
            <a:extLst>
              <a:ext uri="{FF2B5EF4-FFF2-40B4-BE49-F238E27FC236}">
                <a16:creationId xmlns:a16="http://schemas.microsoft.com/office/drawing/2014/main" id="{0955A864-4135-0A9E-77DB-8E1AAF504159}"/>
              </a:ext>
            </a:extLst>
          </p:cNvPr>
          <p:cNvSpPr>
            <a:spLocks noChangeShapeType="1"/>
          </p:cNvSpPr>
          <p:nvPr/>
        </p:nvSpPr>
        <p:spPr bwMode="auto">
          <a:xfrm flipV="1">
            <a:off x="6343421" y="2916717"/>
            <a:ext cx="3100387" cy="2747963"/>
          </a:xfrm>
          <a:prstGeom prst="line">
            <a:avLst/>
          </a:prstGeom>
          <a:noFill/>
          <a:ln w="317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6" name="Line 3">
            <a:extLst>
              <a:ext uri="{FF2B5EF4-FFF2-40B4-BE49-F238E27FC236}">
                <a16:creationId xmlns:a16="http://schemas.microsoft.com/office/drawing/2014/main" id="{C6E72927-505C-5B38-2884-3CC3EFE32E31}"/>
              </a:ext>
            </a:extLst>
          </p:cNvPr>
          <p:cNvSpPr>
            <a:spLocks noChangeShapeType="1"/>
          </p:cNvSpPr>
          <p:nvPr/>
        </p:nvSpPr>
        <p:spPr bwMode="auto">
          <a:xfrm flipV="1">
            <a:off x="7181621" y="3980342"/>
            <a:ext cx="2514600" cy="1328738"/>
          </a:xfrm>
          <a:prstGeom prst="line">
            <a:avLst/>
          </a:prstGeom>
          <a:noFill/>
          <a:ln w="317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nvGrpSpPr>
          <p:cNvPr id="7" name="Group 4">
            <a:extLst>
              <a:ext uri="{FF2B5EF4-FFF2-40B4-BE49-F238E27FC236}">
                <a16:creationId xmlns:a16="http://schemas.microsoft.com/office/drawing/2014/main" id="{7C862203-065D-4C74-2777-A6E7878A5F01}"/>
              </a:ext>
            </a:extLst>
          </p:cNvPr>
          <p:cNvGrpSpPr>
            <a:grpSpLocks/>
          </p:cNvGrpSpPr>
          <p:nvPr/>
        </p:nvGrpSpPr>
        <p:grpSpPr bwMode="auto">
          <a:xfrm>
            <a:off x="6568846" y="433867"/>
            <a:ext cx="2289175" cy="2127250"/>
            <a:chOff x="1454" y="743"/>
            <a:chExt cx="1296" cy="1152"/>
          </a:xfrm>
        </p:grpSpPr>
        <p:sp>
          <p:nvSpPr>
            <p:cNvPr id="8" name="Line 5">
              <a:extLst>
                <a:ext uri="{FF2B5EF4-FFF2-40B4-BE49-F238E27FC236}">
                  <a16:creationId xmlns:a16="http://schemas.microsoft.com/office/drawing/2014/main" id="{A04C02EE-A40E-424F-3A35-47027A08C9A0}"/>
                </a:ext>
              </a:extLst>
            </p:cNvPr>
            <p:cNvSpPr>
              <a:spLocks noChangeShapeType="1"/>
            </p:cNvSpPr>
            <p:nvPr/>
          </p:nvSpPr>
          <p:spPr bwMode="auto">
            <a:xfrm>
              <a:off x="1454" y="743"/>
              <a:ext cx="1296" cy="76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9" name="Line 6">
              <a:extLst>
                <a:ext uri="{FF2B5EF4-FFF2-40B4-BE49-F238E27FC236}">
                  <a16:creationId xmlns:a16="http://schemas.microsoft.com/office/drawing/2014/main" id="{8F7AF7A5-6151-0747-6FFA-6B48CDA25455}"/>
                </a:ext>
              </a:extLst>
            </p:cNvPr>
            <p:cNvSpPr>
              <a:spLocks noChangeShapeType="1"/>
            </p:cNvSpPr>
            <p:nvPr/>
          </p:nvSpPr>
          <p:spPr bwMode="auto">
            <a:xfrm>
              <a:off x="1454" y="743"/>
              <a:ext cx="144" cy="115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10" name="Group 7">
            <a:extLst>
              <a:ext uri="{FF2B5EF4-FFF2-40B4-BE49-F238E27FC236}">
                <a16:creationId xmlns:a16="http://schemas.microsoft.com/office/drawing/2014/main" id="{D4888C74-DBB5-70D6-83FA-185F286F823D}"/>
              </a:ext>
            </a:extLst>
          </p:cNvPr>
          <p:cNvGrpSpPr>
            <a:grpSpLocks/>
          </p:cNvGrpSpPr>
          <p:nvPr/>
        </p:nvGrpSpPr>
        <p:grpSpPr bwMode="auto">
          <a:xfrm>
            <a:off x="8438921" y="4558192"/>
            <a:ext cx="873125" cy="1687513"/>
            <a:chOff x="2510" y="2976"/>
            <a:chExt cx="624" cy="1127"/>
          </a:xfrm>
        </p:grpSpPr>
        <p:sp>
          <p:nvSpPr>
            <p:cNvPr id="11" name="Line 8">
              <a:extLst>
                <a:ext uri="{FF2B5EF4-FFF2-40B4-BE49-F238E27FC236}">
                  <a16:creationId xmlns:a16="http://schemas.microsoft.com/office/drawing/2014/main" id="{561CB6A3-F0CB-13DB-0D83-FC8BF7023C81}"/>
                </a:ext>
              </a:extLst>
            </p:cNvPr>
            <p:cNvSpPr>
              <a:spLocks noChangeShapeType="1"/>
            </p:cNvSpPr>
            <p:nvPr/>
          </p:nvSpPr>
          <p:spPr bwMode="auto">
            <a:xfrm>
              <a:off x="2510" y="2999"/>
              <a:ext cx="624" cy="1104"/>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nvGrpSpPr>
            <p:cNvPr id="12" name="Group 9">
              <a:extLst>
                <a:ext uri="{FF2B5EF4-FFF2-40B4-BE49-F238E27FC236}">
                  <a16:creationId xmlns:a16="http://schemas.microsoft.com/office/drawing/2014/main" id="{86C13D07-55B4-EC84-9829-127C7B633E50}"/>
                </a:ext>
              </a:extLst>
            </p:cNvPr>
            <p:cNvGrpSpPr>
              <a:grpSpLocks/>
            </p:cNvGrpSpPr>
            <p:nvPr/>
          </p:nvGrpSpPr>
          <p:grpSpPr bwMode="auto">
            <a:xfrm>
              <a:off x="2568" y="2976"/>
              <a:ext cx="96" cy="144"/>
              <a:chOff x="2592" y="2976"/>
              <a:chExt cx="96" cy="144"/>
            </a:xfrm>
          </p:grpSpPr>
          <p:sp>
            <p:nvSpPr>
              <p:cNvPr id="13" name="Line 10">
                <a:extLst>
                  <a:ext uri="{FF2B5EF4-FFF2-40B4-BE49-F238E27FC236}">
                    <a16:creationId xmlns:a16="http://schemas.microsoft.com/office/drawing/2014/main" id="{ECB96486-AE55-8963-22C3-3ABB2B51F5B1}"/>
                  </a:ext>
                </a:extLst>
              </p:cNvPr>
              <p:cNvSpPr>
                <a:spLocks noChangeShapeType="1"/>
              </p:cNvSpPr>
              <p:nvPr/>
            </p:nvSpPr>
            <p:spPr bwMode="auto">
              <a:xfrm>
                <a:off x="2640" y="2976"/>
                <a:ext cx="48" cy="96"/>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14" name="Line 11">
                <a:extLst>
                  <a:ext uri="{FF2B5EF4-FFF2-40B4-BE49-F238E27FC236}">
                    <a16:creationId xmlns:a16="http://schemas.microsoft.com/office/drawing/2014/main" id="{D0A06B54-E8DF-FCD2-95F8-755BBF2C592B}"/>
                  </a:ext>
                </a:extLst>
              </p:cNvPr>
              <p:cNvSpPr>
                <a:spLocks noChangeShapeType="1"/>
              </p:cNvSpPr>
              <p:nvPr/>
            </p:nvSpPr>
            <p:spPr bwMode="auto">
              <a:xfrm flipH="1">
                <a:off x="2592" y="3072"/>
                <a:ext cx="96" cy="48"/>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sp>
        <p:nvSpPr>
          <p:cNvPr id="15" name="Line 13">
            <a:extLst>
              <a:ext uri="{FF2B5EF4-FFF2-40B4-BE49-F238E27FC236}">
                <a16:creationId xmlns:a16="http://schemas.microsoft.com/office/drawing/2014/main" id="{D43C2890-6500-ED01-8BA7-4EBFCDB0CFE1}"/>
              </a:ext>
            </a:extLst>
          </p:cNvPr>
          <p:cNvSpPr>
            <a:spLocks noChangeShapeType="1"/>
          </p:cNvSpPr>
          <p:nvPr/>
        </p:nvSpPr>
        <p:spPr bwMode="auto">
          <a:xfrm>
            <a:off x="6568846" y="3334230"/>
            <a:ext cx="276225" cy="153193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16" name="Line 14">
            <a:extLst>
              <a:ext uri="{FF2B5EF4-FFF2-40B4-BE49-F238E27FC236}">
                <a16:creationId xmlns:a16="http://schemas.microsoft.com/office/drawing/2014/main" id="{4A271B19-7C9D-5E23-B6E0-D3CF73A98033}"/>
              </a:ext>
            </a:extLst>
          </p:cNvPr>
          <p:cNvSpPr>
            <a:spLocks noChangeShapeType="1"/>
          </p:cNvSpPr>
          <p:nvPr/>
        </p:nvSpPr>
        <p:spPr bwMode="auto">
          <a:xfrm flipV="1">
            <a:off x="6845071" y="3092930"/>
            <a:ext cx="2012950" cy="177323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17" name="Text Box 16">
            <a:extLst>
              <a:ext uri="{FF2B5EF4-FFF2-40B4-BE49-F238E27FC236}">
                <a16:creationId xmlns:a16="http://schemas.microsoft.com/office/drawing/2014/main" id="{0B95A99B-7532-3266-9EE0-1591C9BD53F1}"/>
              </a:ext>
            </a:extLst>
          </p:cNvPr>
          <p:cNvSpPr txBox="1">
            <a:spLocks noChangeArrowheads="1"/>
          </p:cNvSpPr>
          <p:nvPr/>
        </p:nvSpPr>
        <p:spPr bwMode="auto">
          <a:xfrm>
            <a:off x="419322" y="418855"/>
            <a:ext cx="5538337" cy="1200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marL="103188" indent="-103188" algn="l" eaLnBrk="0" hangingPunct="0">
              <a:defRPr kumimoji="1" sz="2400">
                <a:solidFill>
                  <a:schemeClr val="tx1"/>
                </a:solidFill>
                <a:latin typeface="Times New Roman" charset="0"/>
                <a:ea typeface="宋体" charset="-122"/>
                <a:cs typeface="宋体" charset="-122"/>
              </a:defRPr>
            </a:lvl1pPr>
            <a:lvl2pPr marL="1333500" algn="l" eaLnBrk="0" hangingPunct="0">
              <a:defRPr kumimoji="1" sz="2400">
                <a:solidFill>
                  <a:schemeClr val="tx1"/>
                </a:solidFill>
                <a:latin typeface="Times New Roman" charset="0"/>
                <a:ea typeface="宋体" charset="-122"/>
                <a:cs typeface="宋体" charset="-122"/>
              </a:defRPr>
            </a:lvl2pPr>
            <a:lvl3pPr marL="1524000" algn="l" eaLnBrk="0" hangingPunct="0">
              <a:defRPr kumimoji="1" sz="2400">
                <a:solidFill>
                  <a:schemeClr val="tx1"/>
                </a:solidFill>
                <a:latin typeface="Times New Roman" charset="0"/>
                <a:ea typeface="宋体" charset="-122"/>
                <a:cs typeface="宋体" charset="-122"/>
              </a:defRPr>
            </a:lvl3pPr>
            <a:lvl4pPr marL="1714500" algn="l" eaLnBrk="0" hangingPunct="0">
              <a:defRPr kumimoji="1" sz="2400">
                <a:solidFill>
                  <a:schemeClr val="tx1"/>
                </a:solidFill>
                <a:latin typeface="Times New Roman" charset="0"/>
                <a:ea typeface="宋体" charset="-122"/>
                <a:cs typeface="宋体" charset="-122"/>
              </a:defRPr>
            </a:lvl4pPr>
            <a:lvl5pPr marL="1905000" algn="l" eaLnBrk="0" hangingPunct="0">
              <a:defRPr kumimoji="1" sz="2400">
                <a:solidFill>
                  <a:schemeClr val="tx1"/>
                </a:solidFill>
                <a:latin typeface="Times New Roman" charset="0"/>
                <a:ea typeface="宋体" charset="-122"/>
                <a:cs typeface="宋体" charset="-122"/>
              </a:defRPr>
            </a:lvl5pPr>
            <a:lvl6pPr marL="2362200" eaLnBrk="0" fontAlgn="base" hangingPunct="0">
              <a:spcBef>
                <a:spcPct val="0"/>
              </a:spcBef>
              <a:spcAft>
                <a:spcPct val="0"/>
              </a:spcAft>
              <a:defRPr kumimoji="1" sz="2400">
                <a:solidFill>
                  <a:schemeClr val="tx1"/>
                </a:solidFill>
                <a:latin typeface="Times New Roman" charset="0"/>
                <a:ea typeface="宋体" charset="-122"/>
                <a:cs typeface="宋体" charset="-122"/>
              </a:defRPr>
            </a:lvl6pPr>
            <a:lvl7pPr marL="2819400" eaLnBrk="0" fontAlgn="base" hangingPunct="0">
              <a:spcBef>
                <a:spcPct val="0"/>
              </a:spcBef>
              <a:spcAft>
                <a:spcPct val="0"/>
              </a:spcAft>
              <a:defRPr kumimoji="1" sz="2400">
                <a:solidFill>
                  <a:schemeClr val="tx1"/>
                </a:solidFill>
                <a:latin typeface="Times New Roman" charset="0"/>
                <a:ea typeface="宋体" charset="-122"/>
                <a:cs typeface="宋体" charset="-122"/>
              </a:defRPr>
            </a:lvl7pPr>
            <a:lvl8pPr marL="3276600" eaLnBrk="0" fontAlgn="base" hangingPunct="0">
              <a:spcBef>
                <a:spcPct val="0"/>
              </a:spcBef>
              <a:spcAft>
                <a:spcPct val="0"/>
              </a:spcAft>
              <a:defRPr kumimoji="1" sz="2400">
                <a:solidFill>
                  <a:schemeClr val="tx1"/>
                </a:solidFill>
                <a:latin typeface="Times New Roman" charset="0"/>
                <a:ea typeface="宋体" charset="-122"/>
                <a:cs typeface="宋体" charset="-122"/>
              </a:defRPr>
            </a:lvl8pPr>
            <a:lvl9pPr marL="3733800" eaLnBrk="0" fontAlgn="base" hangingPunct="0">
              <a:spcBef>
                <a:spcPct val="0"/>
              </a:spcBef>
              <a:spcAft>
                <a:spcPct val="0"/>
              </a:spcAft>
              <a:defRPr kumimoji="1" sz="2400">
                <a:solidFill>
                  <a:schemeClr val="tx1"/>
                </a:solidFill>
                <a:latin typeface="Times New Roman" charset="0"/>
                <a:ea typeface="宋体" charset="-122"/>
                <a:cs typeface="宋体" charset="-122"/>
              </a:defRPr>
            </a:lvl9pPr>
          </a:lstStyle>
          <a:p>
            <a:pPr marL="0" eaLnBrk="1" hangingPunct="1"/>
            <a:r>
              <a:rPr lang="zh-CN" altLang="en-US" b="1" dirty="0">
                <a:solidFill>
                  <a:srgbClr val="002060"/>
                </a:solidFill>
                <a:latin typeface="+mn-ea"/>
                <a:ea typeface="+mn-ea"/>
              </a:rPr>
              <a:t>例</a:t>
            </a:r>
            <a:r>
              <a:rPr lang="en-US" altLang="zh-CN" b="1" dirty="0">
                <a:solidFill>
                  <a:srgbClr val="002060"/>
                </a:solidFill>
                <a:latin typeface="+mn-ea"/>
                <a:ea typeface="+mn-ea"/>
              </a:rPr>
              <a:t>8.6</a:t>
            </a:r>
            <a:r>
              <a:rPr lang="zh-CN" altLang="en-US" b="1" dirty="0">
                <a:solidFill>
                  <a:srgbClr val="C00000"/>
                </a:solidFill>
                <a:latin typeface="+mn-ea"/>
                <a:ea typeface="+mn-ea"/>
                <a:sym typeface="Wingdings" panose="05000000000000000000" pitchFamily="2" charset="2"/>
              </a:rPr>
              <a:t></a:t>
            </a:r>
            <a:r>
              <a:rPr lang="zh-CN" altLang="en-US" b="1" dirty="0">
                <a:solidFill>
                  <a:srgbClr val="002060"/>
                </a:solidFill>
                <a:latin typeface="+mn-ea"/>
                <a:ea typeface="+mn-ea"/>
              </a:rPr>
              <a:t>：已知等腰三角形</a:t>
            </a:r>
            <a:r>
              <a:rPr lang="en-US" altLang="zh-CN" b="1" dirty="0">
                <a:solidFill>
                  <a:srgbClr val="002060"/>
                </a:solidFill>
                <a:latin typeface="+mn-ea"/>
                <a:ea typeface="+mn-ea"/>
              </a:rPr>
              <a:t>ABC</a:t>
            </a:r>
            <a:r>
              <a:rPr lang="zh-CN" altLang="en-US" b="1" dirty="0">
                <a:solidFill>
                  <a:srgbClr val="002060"/>
                </a:solidFill>
                <a:latin typeface="+mn-ea"/>
                <a:ea typeface="+mn-ea"/>
              </a:rPr>
              <a:t>的底边为</a:t>
            </a:r>
            <a:r>
              <a:rPr lang="en-US" altLang="zh-CN" b="1" dirty="0">
                <a:solidFill>
                  <a:srgbClr val="002060"/>
                </a:solidFill>
                <a:latin typeface="+mn-ea"/>
                <a:ea typeface="+mn-ea"/>
              </a:rPr>
              <a:t>AB</a:t>
            </a:r>
            <a:r>
              <a:rPr lang="zh-CN" altLang="en-US" b="1" dirty="0">
                <a:solidFill>
                  <a:srgbClr val="002060"/>
                </a:solidFill>
                <a:latin typeface="+mn-ea"/>
                <a:ea typeface="+mn-ea"/>
              </a:rPr>
              <a:t>，用换面法求出等腰三角形</a:t>
            </a:r>
            <a:r>
              <a:rPr lang="en-US" altLang="zh-CN" b="1" dirty="0">
                <a:solidFill>
                  <a:srgbClr val="002060"/>
                </a:solidFill>
                <a:latin typeface="+mn-ea"/>
                <a:ea typeface="+mn-ea"/>
              </a:rPr>
              <a:t>ABC</a:t>
            </a:r>
            <a:r>
              <a:rPr lang="zh-CN" altLang="en-US" b="1" dirty="0">
                <a:solidFill>
                  <a:srgbClr val="002060"/>
                </a:solidFill>
                <a:latin typeface="+mn-ea"/>
                <a:ea typeface="+mn-ea"/>
              </a:rPr>
              <a:t>的正面投影</a:t>
            </a:r>
            <a:r>
              <a:rPr lang="zh-CN" altLang="en-US" b="1" dirty="0">
                <a:solidFill>
                  <a:srgbClr val="C00000"/>
                </a:solidFill>
                <a:latin typeface="+mn-ea"/>
                <a:ea typeface="+mn-ea"/>
              </a:rPr>
              <a:t>（轨迹法）</a:t>
            </a:r>
            <a:r>
              <a:rPr lang="zh-CN" altLang="en-US" b="1" dirty="0">
                <a:latin typeface="+mn-ea"/>
                <a:ea typeface="+mn-ea"/>
              </a:rPr>
              <a:t>。</a:t>
            </a:r>
          </a:p>
        </p:txBody>
      </p:sp>
      <p:sp>
        <p:nvSpPr>
          <p:cNvPr id="18" name="Line 18">
            <a:extLst>
              <a:ext uri="{FF2B5EF4-FFF2-40B4-BE49-F238E27FC236}">
                <a16:creationId xmlns:a16="http://schemas.microsoft.com/office/drawing/2014/main" id="{F29C8BBE-7B23-F441-1DBA-1218BD0358A4}"/>
              </a:ext>
            </a:extLst>
          </p:cNvPr>
          <p:cNvSpPr>
            <a:spLocks noChangeShapeType="1"/>
          </p:cNvSpPr>
          <p:nvPr/>
        </p:nvSpPr>
        <p:spPr bwMode="auto">
          <a:xfrm>
            <a:off x="5840183" y="2823055"/>
            <a:ext cx="360362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19" name="Line 19">
            <a:extLst>
              <a:ext uri="{FF2B5EF4-FFF2-40B4-BE49-F238E27FC236}">
                <a16:creationId xmlns:a16="http://schemas.microsoft.com/office/drawing/2014/main" id="{C42FC904-C7FF-9F48-EFC8-79E20B774402}"/>
              </a:ext>
            </a:extLst>
          </p:cNvPr>
          <p:cNvSpPr>
            <a:spLocks noChangeShapeType="1"/>
          </p:cNvSpPr>
          <p:nvPr/>
        </p:nvSpPr>
        <p:spPr bwMode="auto">
          <a:xfrm flipV="1">
            <a:off x="6845071" y="1848330"/>
            <a:ext cx="2011362" cy="70961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20" name="Line 20">
            <a:extLst>
              <a:ext uri="{FF2B5EF4-FFF2-40B4-BE49-F238E27FC236}">
                <a16:creationId xmlns:a16="http://schemas.microsoft.com/office/drawing/2014/main" id="{78E59849-B0CF-1456-8ACA-FD9EF7317267}"/>
              </a:ext>
            </a:extLst>
          </p:cNvPr>
          <p:cNvSpPr>
            <a:spLocks noChangeShapeType="1"/>
          </p:cNvSpPr>
          <p:nvPr/>
        </p:nvSpPr>
        <p:spPr bwMode="auto">
          <a:xfrm>
            <a:off x="6845071" y="2557942"/>
            <a:ext cx="0" cy="23050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21" name="Line 21">
            <a:extLst>
              <a:ext uri="{FF2B5EF4-FFF2-40B4-BE49-F238E27FC236}">
                <a16:creationId xmlns:a16="http://schemas.microsoft.com/office/drawing/2014/main" id="{B5D98FDE-E198-2E1E-9D1B-A6A3BC47EF10}"/>
              </a:ext>
            </a:extLst>
          </p:cNvPr>
          <p:cNvSpPr>
            <a:spLocks noChangeShapeType="1"/>
          </p:cNvSpPr>
          <p:nvPr/>
        </p:nvSpPr>
        <p:spPr bwMode="auto">
          <a:xfrm flipV="1">
            <a:off x="6568846" y="3089755"/>
            <a:ext cx="2289175" cy="25241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22" name="Line 22">
            <a:extLst>
              <a:ext uri="{FF2B5EF4-FFF2-40B4-BE49-F238E27FC236}">
                <a16:creationId xmlns:a16="http://schemas.microsoft.com/office/drawing/2014/main" id="{0D77E374-76BC-5337-3516-9018FFB5A8B0}"/>
              </a:ext>
            </a:extLst>
          </p:cNvPr>
          <p:cNvSpPr>
            <a:spLocks noChangeShapeType="1"/>
          </p:cNvSpPr>
          <p:nvPr/>
        </p:nvSpPr>
        <p:spPr bwMode="auto">
          <a:xfrm>
            <a:off x="8856433" y="1848330"/>
            <a:ext cx="0" cy="124142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23" name="Text Box 23">
            <a:extLst>
              <a:ext uri="{FF2B5EF4-FFF2-40B4-BE49-F238E27FC236}">
                <a16:creationId xmlns:a16="http://schemas.microsoft.com/office/drawing/2014/main" id="{D24BBDF9-5BD6-8633-BD9D-70736762764C}"/>
              </a:ext>
            </a:extLst>
          </p:cNvPr>
          <p:cNvSpPr txBox="1">
            <a:spLocks noChangeArrowheads="1"/>
          </p:cNvSpPr>
          <p:nvPr/>
        </p:nvSpPr>
        <p:spPr bwMode="auto">
          <a:xfrm>
            <a:off x="6949846" y="2372205"/>
            <a:ext cx="4206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400" i="1" dirty="0"/>
              <a:t>a'</a:t>
            </a:r>
          </a:p>
        </p:txBody>
      </p:sp>
      <p:sp>
        <p:nvSpPr>
          <p:cNvPr id="24" name="Text Box 24">
            <a:extLst>
              <a:ext uri="{FF2B5EF4-FFF2-40B4-BE49-F238E27FC236}">
                <a16:creationId xmlns:a16="http://schemas.microsoft.com/office/drawing/2014/main" id="{FD79F055-E529-9B3E-D20E-54AED98BF1D1}"/>
              </a:ext>
            </a:extLst>
          </p:cNvPr>
          <p:cNvSpPr txBox="1">
            <a:spLocks noChangeArrowheads="1"/>
          </p:cNvSpPr>
          <p:nvPr/>
        </p:nvSpPr>
        <p:spPr bwMode="auto">
          <a:xfrm>
            <a:off x="8780233" y="1483205"/>
            <a:ext cx="41389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400" i="1" dirty="0"/>
              <a:t>b'</a:t>
            </a:r>
          </a:p>
        </p:txBody>
      </p:sp>
      <p:sp>
        <p:nvSpPr>
          <p:cNvPr id="25" name="Text Box 25">
            <a:extLst>
              <a:ext uri="{FF2B5EF4-FFF2-40B4-BE49-F238E27FC236}">
                <a16:creationId xmlns:a16="http://schemas.microsoft.com/office/drawing/2014/main" id="{C7EC0EA8-4B0A-F633-8426-32C90F9C5018}"/>
              </a:ext>
            </a:extLst>
          </p:cNvPr>
          <p:cNvSpPr txBox="1">
            <a:spLocks noChangeArrowheads="1"/>
          </p:cNvSpPr>
          <p:nvPr/>
        </p:nvSpPr>
        <p:spPr bwMode="auto">
          <a:xfrm>
            <a:off x="5485787" y="2594455"/>
            <a:ext cx="34496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400" i="1" dirty="0"/>
              <a:t>X</a:t>
            </a:r>
          </a:p>
        </p:txBody>
      </p:sp>
      <p:sp>
        <p:nvSpPr>
          <p:cNvPr id="26" name="Text Box 26">
            <a:extLst>
              <a:ext uri="{FF2B5EF4-FFF2-40B4-BE49-F238E27FC236}">
                <a16:creationId xmlns:a16="http://schemas.microsoft.com/office/drawing/2014/main" id="{310AF115-15AF-2D3A-78B1-8F92E6534F42}"/>
              </a:ext>
            </a:extLst>
          </p:cNvPr>
          <p:cNvSpPr txBox="1">
            <a:spLocks noChangeArrowheads="1"/>
          </p:cNvSpPr>
          <p:nvPr/>
        </p:nvSpPr>
        <p:spPr bwMode="auto">
          <a:xfrm>
            <a:off x="5739014" y="2437635"/>
            <a:ext cx="33695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000" i="1" dirty="0">
                <a:latin typeface="楷体_GB2312" charset="0"/>
                <a:ea typeface="楷体_GB2312" charset="0"/>
              </a:rPr>
              <a:t>V</a:t>
            </a:r>
          </a:p>
        </p:txBody>
      </p:sp>
      <p:sp>
        <p:nvSpPr>
          <p:cNvPr id="27" name="Text Box 27">
            <a:extLst>
              <a:ext uri="{FF2B5EF4-FFF2-40B4-BE49-F238E27FC236}">
                <a16:creationId xmlns:a16="http://schemas.microsoft.com/office/drawing/2014/main" id="{12A4F38B-8538-859E-AE76-507A26227CA9}"/>
              </a:ext>
            </a:extLst>
          </p:cNvPr>
          <p:cNvSpPr txBox="1">
            <a:spLocks noChangeArrowheads="1"/>
          </p:cNvSpPr>
          <p:nvPr/>
        </p:nvSpPr>
        <p:spPr bwMode="auto">
          <a:xfrm>
            <a:off x="5719533" y="2774565"/>
            <a:ext cx="34657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000" i="1" dirty="0">
                <a:latin typeface="楷体_GB2312" charset="0"/>
                <a:ea typeface="楷体_GB2312" charset="0"/>
              </a:rPr>
              <a:t>H</a:t>
            </a:r>
          </a:p>
        </p:txBody>
      </p:sp>
      <p:sp>
        <p:nvSpPr>
          <p:cNvPr id="28" name="Text Box 28">
            <a:extLst>
              <a:ext uri="{FF2B5EF4-FFF2-40B4-BE49-F238E27FC236}">
                <a16:creationId xmlns:a16="http://schemas.microsoft.com/office/drawing/2014/main" id="{363AD327-5EFE-E444-7E04-73E2F37FBB90}"/>
              </a:ext>
            </a:extLst>
          </p:cNvPr>
          <p:cNvSpPr txBox="1">
            <a:spLocks noChangeArrowheads="1"/>
          </p:cNvSpPr>
          <p:nvPr/>
        </p:nvSpPr>
        <p:spPr bwMode="auto">
          <a:xfrm>
            <a:off x="6141808" y="2962755"/>
            <a:ext cx="31290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400" b="1" dirty="0"/>
              <a:t>c</a:t>
            </a:r>
          </a:p>
        </p:txBody>
      </p:sp>
      <p:sp>
        <p:nvSpPr>
          <p:cNvPr id="29" name="Text Box 29">
            <a:extLst>
              <a:ext uri="{FF2B5EF4-FFF2-40B4-BE49-F238E27FC236}">
                <a16:creationId xmlns:a16="http://schemas.microsoft.com/office/drawing/2014/main" id="{E806FC56-6F26-8642-EBB7-075A192085F5}"/>
              </a:ext>
            </a:extLst>
          </p:cNvPr>
          <p:cNvSpPr txBox="1">
            <a:spLocks noChangeArrowheads="1"/>
          </p:cNvSpPr>
          <p:nvPr/>
        </p:nvSpPr>
        <p:spPr bwMode="auto">
          <a:xfrm>
            <a:off x="6349771" y="4670905"/>
            <a:ext cx="33655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400" b="1"/>
              <a:t>a</a:t>
            </a:r>
          </a:p>
        </p:txBody>
      </p:sp>
      <p:sp>
        <p:nvSpPr>
          <p:cNvPr id="30" name="Text Box 30">
            <a:extLst>
              <a:ext uri="{FF2B5EF4-FFF2-40B4-BE49-F238E27FC236}">
                <a16:creationId xmlns:a16="http://schemas.microsoft.com/office/drawing/2014/main" id="{D1EA570C-A25D-122A-C6EF-48187FE0BEA6}"/>
              </a:ext>
            </a:extLst>
          </p:cNvPr>
          <p:cNvSpPr txBox="1">
            <a:spLocks noChangeArrowheads="1"/>
          </p:cNvSpPr>
          <p:nvPr/>
        </p:nvSpPr>
        <p:spPr bwMode="auto">
          <a:xfrm>
            <a:off x="8832621" y="2692880"/>
            <a:ext cx="419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r>
              <a:rPr lang="en-US" altLang="zh-CN" sz="2400" i="1" dirty="0"/>
              <a:t>b</a:t>
            </a:r>
          </a:p>
        </p:txBody>
      </p:sp>
      <p:grpSp>
        <p:nvGrpSpPr>
          <p:cNvPr id="31" name="Group 31">
            <a:extLst>
              <a:ext uri="{FF2B5EF4-FFF2-40B4-BE49-F238E27FC236}">
                <a16:creationId xmlns:a16="http://schemas.microsoft.com/office/drawing/2014/main" id="{DF01325E-82AA-EC73-23C4-909A87691BEA}"/>
              </a:ext>
            </a:extLst>
          </p:cNvPr>
          <p:cNvGrpSpPr>
            <a:grpSpLocks/>
          </p:cNvGrpSpPr>
          <p:nvPr/>
        </p:nvGrpSpPr>
        <p:grpSpPr bwMode="auto">
          <a:xfrm>
            <a:off x="5979815" y="5109584"/>
            <a:ext cx="726661" cy="896408"/>
            <a:chOff x="1103" y="3275"/>
            <a:chExt cx="416" cy="484"/>
          </a:xfrm>
        </p:grpSpPr>
        <p:sp>
          <p:nvSpPr>
            <p:cNvPr id="32" name="Text Box 32">
              <a:extLst>
                <a:ext uri="{FF2B5EF4-FFF2-40B4-BE49-F238E27FC236}">
                  <a16:creationId xmlns:a16="http://schemas.microsoft.com/office/drawing/2014/main" id="{2337E287-8C2C-F32D-D4D7-BB3963C3FD02}"/>
                </a:ext>
              </a:extLst>
            </p:cNvPr>
            <p:cNvSpPr txBox="1">
              <a:spLocks noChangeArrowheads="1"/>
            </p:cNvSpPr>
            <p:nvPr/>
          </p:nvSpPr>
          <p:spPr bwMode="auto">
            <a:xfrm rot="19244687">
              <a:off x="1103" y="3510"/>
              <a:ext cx="263"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400" i="1" dirty="0">
                  <a:solidFill>
                    <a:srgbClr val="0000FF"/>
                  </a:solidFill>
                </a:rPr>
                <a:t>X</a:t>
              </a:r>
              <a:r>
                <a:rPr lang="en-US" altLang="zh-CN" sz="2400" i="1" baseline="-25000" dirty="0">
                  <a:solidFill>
                    <a:srgbClr val="0000FF"/>
                  </a:solidFill>
                </a:rPr>
                <a:t>1</a:t>
              </a:r>
              <a:endParaRPr lang="en-US" altLang="zh-CN" sz="2400" i="1" dirty="0">
                <a:solidFill>
                  <a:srgbClr val="0000FF"/>
                </a:solidFill>
              </a:endParaRPr>
            </a:p>
          </p:txBody>
        </p:sp>
        <p:sp>
          <p:nvSpPr>
            <p:cNvPr id="33" name="Text Box 33">
              <a:extLst>
                <a:ext uri="{FF2B5EF4-FFF2-40B4-BE49-F238E27FC236}">
                  <a16:creationId xmlns:a16="http://schemas.microsoft.com/office/drawing/2014/main" id="{94251653-3DEC-EC96-B4C2-3F22805E064B}"/>
                </a:ext>
              </a:extLst>
            </p:cNvPr>
            <p:cNvSpPr txBox="1">
              <a:spLocks noChangeArrowheads="1"/>
            </p:cNvSpPr>
            <p:nvPr/>
          </p:nvSpPr>
          <p:spPr bwMode="auto">
            <a:xfrm rot="18735997">
              <a:off x="1165" y="3306"/>
              <a:ext cx="291"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r>
                <a:rPr lang="en-US" altLang="zh-CN" sz="2000" i="1" dirty="0">
                  <a:solidFill>
                    <a:srgbClr val="0000FF"/>
                  </a:solidFill>
                  <a:latin typeface="楷体_GB2312" charset="0"/>
                  <a:ea typeface="楷体_GB2312" charset="0"/>
                </a:rPr>
                <a:t>H</a:t>
              </a:r>
            </a:p>
          </p:txBody>
        </p:sp>
        <p:sp>
          <p:nvSpPr>
            <p:cNvPr id="34" name="Text Box 34">
              <a:extLst>
                <a:ext uri="{FF2B5EF4-FFF2-40B4-BE49-F238E27FC236}">
                  <a16:creationId xmlns:a16="http://schemas.microsoft.com/office/drawing/2014/main" id="{AF10FEF4-ED73-B59C-F947-7F0B88289A3F}"/>
                </a:ext>
              </a:extLst>
            </p:cNvPr>
            <p:cNvSpPr txBox="1">
              <a:spLocks noChangeArrowheads="1"/>
            </p:cNvSpPr>
            <p:nvPr/>
          </p:nvSpPr>
          <p:spPr bwMode="auto">
            <a:xfrm rot="19070121">
              <a:off x="1293" y="3494"/>
              <a:ext cx="226"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i="1" dirty="0">
                  <a:solidFill>
                    <a:srgbClr val="0000FF"/>
                  </a:solidFill>
                  <a:latin typeface="楷体_GB2312" charset="0"/>
                  <a:ea typeface="楷体_GB2312" charset="0"/>
                </a:rPr>
                <a:t>V</a:t>
              </a:r>
              <a:r>
                <a:rPr lang="en-US" altLang="zh-CN" i="1" baseline="-25000" dirty="0">
                  <a:solidFill>
                    <a:srgbClr val="0000FF"/>
                  </a:solidFill>
                  <a:latin typeface="楷体_GB2312" charset="0"/>
                  <a:ea typeface="楷体_GB2312" charset="0"/>
                </a:rPr>
                <a:t>1</a:t>
              </a:r>
              <a:endParaRPr lang="en-US" altLang="zh-CN" i="1" dirty="0">
                <a:solidFill>
                  <a:srgbClr val="0000FF"/>
                </a:solidFill>
                <a:latin typeface="楷体_GB2312" charset="0"/>
                <a:ea typeface="楷体_GB2312" charset="0"/>
              </a:endParaRPr>
            </a:p>
          </p:txBody>
        </p:sp>
      </p:grpSp>
      <p:grpSp>
        <p:nvGrpSpPr>
          <p:cNvPr id="35" name="Group 35">
            <a:extLst>
              <a:ext uri="{FF2B5EF4-FFF2-40B4-BE49-F238E27FC236}">
                <a16:creationId xmlns:a16="http://schemas.microsoft.com/office/drawing/2014/main" id="{AFCB52A1-1B60-C9A4-823A-5DC1B03B7AB9}"/>
              </a:ext>
            </a:extLst>
          </p:cNvPr>
          <p:cNvGrpSpPr>
            <a:grpSpLocks/>
          </p:cNvGrpSpPr>
          <p:nvPr/>
        </p:nvGrpSpPr>
        <p:grpSpPr bwMode="auto">
          <a:xfrm>
            <a:off x="8858022" y="3092929"/>
            <a:ext cx="1389230" cy="985031"/>
            <a:chOff x="2750" y="2183"/>
            <a:chExt cx="796" cy="533"/>
          </a:xfrm>
        </p:grpSpPr>
        <p:sp>
          <p:nvSpPr>
            <p:cNvPr id="36" name="Line 36">
              <a:extLst>
                <a:ext uri="{FF2B5EF4-FFF2-40B4-BE49-F238E27FC236}">
                  <a16:creationId xmlns:a16="http://schemas.microsoft.com/office/drawing/2014/main" id="{EA56DF05-DBAC-6088-2BFB-B9E304796BAA}"/>
                </a:ext>
              </a:extLst>
            </p:cNvPr>
            <p:cNvSpPr>
              <a:spLocks noChangeShapeType="1"/>
            </p:cNvSpPr>
            <p:nvPr/>
          </p:nvSpPr>
          <p:spPr bwMode="auto">
            <a:xfrm>
              <a:off x="2750" y="2183"/>
              <a:ext cx="480" cy="48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7" name="Text Box 37">
              <a:extLst>
                <a:ext uri="{FF2B5EF4-FFF2-40B4-BE49-F238E27FC236}">
                  <a16:creationId xmlns:a16="http://schemas.microsoft.com/office/drawing/2014/main" id="{1FE5BFB6-2F4A-ADDF-EB14-FEC4A01629EE}"/>
                </a:ext>
              </a:extLst>
            </p:cNvPr>
            <p:cNvSpPr txBox="1">
              <a:spLocks noChangeArrowheads="1"/>
            </p:cNvSpPr>
            <p:nvPr/>
          </p:nvSpPr>
          <p:spPr bwMode="auto">
            <a:xfrm>
              <a:off x="3256" y="2466"/>
              <a:ext cx="29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400" i="1" dirty="0">
                  <a:solidFill>
                    <a:srgbClr val="0000FF"/>
                  </a:solidFill>
                </a:rPr>
                <a:t>b</a:t>
              </a:r>
              <a:r>
                <a:rPr lang="en-US" altLang="zh-CN" sz="2800" i="1" baseline="30000" dirty="0">
                  <a:solidFill>
                    <a:srgbClr val="0000FF"/>
                  </a:solidFill>
                </a:rPr>
                <a:t>'</a:t>
              </a:r>
              <a:r>
                <a:rPr lang="en-US" altLang="zh-CN" sz="2400" i="1" baseline="-25000" dirty="0">
                  <a:solidFill>
                    <a:srgbClr val="0000FF"/>
                  </a:solidFill>
                </a:rPr>
                <a:t>1</a:t>
              </a:r>
              <a:endParaRPr lang="en-US" altLang="zh-CN" sz="2400" i="1" dirty="0">
                <a:solidFill>
                  <a:srgbClr val="0000FF"/>
                </a:solidFill>
              </a:endParaRPr>
            </a:p>
          </p:txBody>
        </p:sp>
      </p:grpSp>
      <p:grpSp>
        <p:nvGrpSpPr>
          <p:cNvPr id="38" name="Group 38">
            <a:extLst>
              <a:ext uri="{FF2B5EF4-FFF2-40B4-BE49-F238E27FC236}">
                <a16:creationId xmlns:a16="http://schemas.microsoft.com/office/drawing/2014/main" id="{CE36555E-C94A-9612-8196-E2767339DEE3}"/>
              </a:ext>
            </a:extLst>
          </p:cNvPr>
          <p:cNvGrpSpPr>
            <a:grpSpLocks/>
          </p:cNvGrpSpPr>
          <p:nvPr/>
        </p:nvGrpSpPr>
        <p:grpSpPr bwMode="auto">
          <a:xfrm>
            <a:off x="6594246" y="3359630"/>
            <a:ext cx="3227785" cy="2884487"/>
            <a:chOff x="1454" y="2327"/>
            <a:chExt cx="1877" cy="1584"/>
          </a:xfrm>
        </p:grpSpPr>
        <p:sp>
          <p:nvSpPr>
            <p:cNvPr id="39" name="Line 39">
              <a:extLst>
                <a:ext uri="{FF2B5EF4-FFF2-40B4-BE49-F238E27FC236}">
                  <a16:creationId xmlns:a16="http://schemas.microsoft.com/office/drawing/2014/main" id="{C2196BCA-D7E7-0B3A-226A-DEF7347660A1}"/>
                </a:ext>
              </a:extLst>
            </p:cNvPr>
            <p:cNvSpPr>
              <a:spLocks noChangeShapeType="1"/>
            </p:cNvSpPr>
            <p:nvPr/>
          </p:nvSpPr>
          <p:spPr bwMode="auto">
            <a:xfrm>
              <a:off x="1454" y="2327"/>
              <a:ext cx="1584" cy="158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 name="Text Box 40">
              <a:extLst>
                <a:ext uri="{FF2B5EF4-FFF2-40B4-BE49-F238E27FC236}">
                  <a16:creationId xmlns:a16="http://schemas.microsoft.com/office/drawing/2014/main" id="{9D2F0ED6-305E-9824-B998-5C8E146A986D}"/>
                </a:ext>
              </a:extLst>
            </p:cNvPr>
            <p:cNvSpPr txBox="1">
              <a:spLocks noChangeArrowheads="1"/>
            </p:cNvSpPr>
            <p:nvPr/>
          </p:nvSpPr>
          <p:spPr bwMode="auto">
            <a:xfrm>
              <a:off x="3058" y="3572"/>
              <a:ext cx="273"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400" i="1" dirty="0">
                  <a:solidFill>
                    <a:srgbClr val="FF0000"/>
                  </a:solidFill>
                </a:rPr>
                <a:t>c</a:t>
              </a:r>
              <a:r>
                <a:rPr lang="en-US" altLang="zh-CN" i="1" dirty="0">
                  <a:solidFill>
                    <a:srgbClr val="FF0000"/>
                  </a:solidFill>
                </a:rPr>
                <a:t>'</a:t>
              </a:r>
              <a:r>
                <a:rPr lang="en-US" altLang="zh-CN" sz="2400" i="1" baseline="-25000" dirty="0">
                  <a:solidFill>
                    <a:srgbClr val="FF0000"/>
                  </a:solidFill>
                </a:rPr>
                <a:t>1</a:t>
              </a:r>
              <a:endParaRPr lang="en-US" altLang="zh-CN" sz="2400" i="1" dirty="0">
                <a:solidFill>
                  <a:srgbClr val="FF0000"/>
                </a:solidFill>
              </a:endParaRPr>
            </a:p>
          </p:txBody>
        </p:sp>
      </p:grpSp>
      <p:grpSp>
        <p:nvGrpSpPr>
          <p:cNvPr id="41" name="Group 41">
            <a:extLst>
              <a:ext uri="{FF2B5EF4-FFF2-40B4-BE49-F238E27FC236}">
                <a16:creationId xmlns:a16="http://schemas.microsoft.com/office/drawing/2014/main" id="{74CD70AB-F63B-558D-C5DC-64358A886AEB}"/>
              </a:ext>
            </a:extLst>
          </p:cNvPr>
          <p:cNvGrpSpPr>
            <a:grpSpLocks/>
          </p:cNvGrpSpPr>
          <p:nvPr/>
        </p:nvGrpSpPr>
        <p:grpSpPr bwMode="auto">
          <a:xfrm>
            <a:off x="6845071" y="4866167"/>
            <a:ext cx="965200" cy="712788"/>
            <a:chOff x="1598" y="3143"/>
            <a:chExt cx="552" cy="386"/>
          </a:xfrm>
        </p:grpSpPr>
        <p:sp>
          <p:nvSpPr>
            <p:cNvPr id="42" name="Line 42">
              <a:extLst>
                <a:ext uri="{FF2B5EF4-FFF2-40B4-BE49-F238E27FC236}">
                  <a16:creationId xmlns:a16="http://schemas.microsoft.com/office/drawing/2014/main" id="{4EC8DC1D-3E6F-ABEA-8EA2-31D5F56A622E}"/>
                </a:ext>
              </a:extLst>
            </p:cNvPr>
            <p:cNvSpPr>
              <a:spLocks noChangeShapeType="1"/>
            </p:cNvSpPr>
            <p:nvPr/>
          </p:nvSpPr>
          <p:spPr bwMode="auto">
            <a:xfrm>
              <a:off x="1598" y="3143"/>
              <a:ext cx="192" cy="24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3" name="Text Box 43">
              <a:extLst>
                <a:ext uri="{FF2B5EF4-FFF2-40B4-BE49-F238E27FC236}">
                  <a16:creationId xmlns:a16="http://schemas.microsoft.com/office/drawing/2014/main" id="{0F526D8E-F756-8006-823A-3746DFBD25CE}"/>
                </a:ext>
              </a:extLst>
            </p:cNvPr>
            <p:cNvSpPr txBox="1">
              <a:spLocks noChangeArrowheads="1"/>
            </p:cNvSpPr>
            <p:nvPr/>
          </p:nvSpPr>
          <p:spPr bwMode="auto">
            <a:xfrm>
              <a:off x="1863" y="3281"/>
              <a:ext cx="28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400" i="1" dirty="0">
                  <a:solidFill>
                    <a:srgbClr val="0000FF"/>
                  </a:solidFill>
                </a:rPr>
                <a:t>a</a:t>
              </a:r>
              <a:r>
                <a:rPr lang="en-US" altLang="zh-CN" i="1" dirty="0">
                  <a:solidFill>
                    <a:srgbClr val="0000FF"/>
                  </a:solidFill>
                </a:rPr>
                <a:t>'</a:t>
              </a:r>
              <a:r>
                <a:rPr lang="en-US" altLang="zh-CN" sz="2400" i="1" baseline="-25000" dirty="0">
                  <a:solidFill>
                    <a:srgbClr val="0000FF"/>
                  </a:solidFill>
                </a:rPr>
                <a:t>1</a:t>
              </a:r>
              <a:endParaRPr lang="en-US" altLang="zh-CN" sz="2400" i="1" dirty="0">
                <a:solidFill>
                  <a:srgbClr val="0000FF"/>
                </a:solidFill>
              </a:endParaRPr>
            </a:p>
          </p:txBody>
        </p:sp>
      </p:grpSp>
      <p:grpSp>
        <p:nvGrpSpPr>
          <p:cNvPr id="44" name="Group 51">
            <a:extLst>
              <a:ext uri="{FF2B5EF4-FFF2-40B4-BE49-F238E27FC236}">
                <a16:creationId xmlns:a16="http://schemas.microsoft.com/office/drawing/2014/main" id="{E45FA3FB-CD5B-1BBA-E78B-FCD07B088854}"/>
              </a:ext>
            </a:extLst>
          </p:cNvPr>
          <p:cNvGrpSpPr>
            <a:grpSpLocks/>
          </p:cNvGrpSpPr>
          <p:nvPr/>
        </p:nvGrpSpPr>
        <p:grpSpPr bwMode="auto">
          <a:xfrm>
            <a:off x="6573609" y="3326290"/>
            <a:ext cx="1301658" cy="632203"/>
            <a:chOff x="2880" y="2016"/>
            <a:chExt cx="877" cy="391"/>
          </a:xfrm>
        </p:grpSpPr>
        <p:sp>
          <p:nvSpPr>
            <p:cNvPr id="45" name="Line 52">
              <a:extLst>
                <a:ext uri="{FF2B5EF4-FFF2-40B4-BE49-F238E27FC236}">
                  <a16:creationId xmlns:a16="http://schemas.microsoft.com/office/drawing/2014/main" id="{9DCAD81B-1B0D-54CF-A308-5E9964A0126E}"/>
                </a:ext>
              </a:extLst>
            </p:cNvPr>
            <p:cNvSpPr>
              <a:spLocks noChangeShapeType="1"/>
            </p:cNvSpPr>
            <p:nvPr/>
          </p:nvSpPr>
          <p:spPr bwMode="auto">
            <a:xfrm>
              <a:off x="2880" y="2016"/>
              <a:ext cx="877" cy="391"/>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6" name="Text Box 53">
              <a:extLst>
                <a:ext uri="{FF2B5EF4-FFF2-40B4-BE49-F238E27FC236}">
                  <a16:creationId xmlns:a16="http://schemas.microsoft.com/office/drawing/2014/main" id="{282219C2-8C19-1045-EB27-0E481BF07DCF}"/>
                </a:ext>
              </a:extLst>
            </p:cNvPr>
            <p:cNvSpPr txBox="1">
              <a:spLocks noChangeArrowheads="1"/>
            </p:cNvSpPr>
            <p:nvPr/>
          </p:nvSpPr>
          <p:spPr bwMode="auto">
            <a:xfrm>
              <a:off x="3552" y="2110"/>
              <a:ext cx="2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r>
                <a:rPr lang="en-US" altLang="zh-CN" sz="2400" b="1" dirty="0">
                  <a:solidFill>
                    <a:srgbClr val="FF0000"/>
                  </a:solidFill>
                </a:rPr>
                <a:t>e</a:t>
              </a:r>
            </a:p>
          </p:txBody>
        </p:sp>
      </p:grpSp>
      <p:grpSp>
        <p:nvGrpSpPr>
          <p:cNvPr id="47" name="Group 54">
            <a:extLst>
              <a:ext uri="{FF2B5EF4-FFF2-40B4-BE49-F238E27FC236}">
                <a16:creationId xmlns:a16="http://schemas.microsoft.com/office/drawing/2014/main" id="{C4F62C27-AA9C-DDA7-1D52-CABBC6FE9316}"/>
              </a:ext>
            </a:extLst>
          </p:cNvPr>
          <p:cNvGrpSpPr>
            <a:grpSpLocks/>
          </p:cNvGrpSpPr>
          <p:nvPr/>
        </p:nvGrpSpPr>
        <p:grpSpPr bwMode="auto">
          <a:xfrm>
            <a:off x="7837258" y="3935892"/>
            <a:ext cx="865188" cy="685800"/>
            <a:chOff x="3696" y="2400"/>
            <a:chExt cx="545" cy="432"/>
          </a:xfrm>
        </p:grpSpPr>
        <p:sp>
          <p:nvSpPr>
            <p:cNvPr id="48" name="Line 55">
              <a:extLst>
                <a:ext uri="{FF2B5EF4-FFF2-40B4-BE49-F238E27FC236}">
                  <a16:creationId xmlns:a16="http://schemas.microsoft.com/office/drawing/2014/main" id="{DDFD8CB0-F28D-9F65-2591-3BF6F0406B47}"/>
                </a:ext>
              </a:extLst>
            </p:cNvPr>
            <p:cNvSpPr>
              <a:spLocks noChangeShapeType="1"/>
            </p:cNvSpPr>
            <p:nvPr/>
          </p:nvSpPr>
          <p:spPr bwMode="auto">
            <a:xfrm flipH="1" flipV="1">
              <a:off x="3696" y="2400"/>
              <a:ext cx="384" cy="432"/>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9" name="Text Box 56">
              <a:extLst>
                <a:ext uri="{FF2B5EF4-FFF2-40B4-BE49-F238E27FC236}">
                  <a16:creationId xmlns:a16="http://schemas.microsoft.com/office/drawing/2014/main" id="{1BEB498B-2D06-8AD5-493B-7B7566C1249B}"/>
                </a:ext>
              </a:extLst>
            </p:cNvPr>
            <p:cNvSpPr txBox="1">
              <a:spLocks noChangeArrowheads="1"/>
            </p:cNvSpPr>
            <p:nvPr/>
          </p:nvSpPr>
          <p:spPr bwMode="auto">
            <a:xfrm>
              <a:off x="3936" y="2494"/>
              <a:ext cx="3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r>
                <a:rPr lang="en-US" altLang="zh-CN" sz="2400" b="1">
                  <a:solidFill>
                    <a:srgbClr val="FF0000"/>
                  </a:solidFill>
                </a:rPr>
                <a:t>e</a:t>
              </a:r>
              <a:r>
                <a:rPr lang="en-US" altLang="zh-CN" b="1">
                  <a:solidFill>
                    <a:srgbClr val="FF0000"/>
                  </a:solidFill>
                </a:rPr>
                <a:t>'</a:t>
              </a:r>
              <a:r>
                <a:rPr lang="en-US" altLang="zh-CN" sz="2400" b="1" baseline="-25000">
                  <a:solidFill>
                    <a:srgbClr val="FF0000"/>
                  </a:solidFill>
                </a:rPr>
                <a:t>1</a:t>
              </a:r>
              <a:endParaRPr lang="en-US" altLang="zh-CN" sz="3600" b="1">
                <a:solidFill>
                  <a:srgbClr val="FF0000"/>
                </a:solidFill>
              </a:endParaRPr>
            </a:p>
          </p:txBody>
        </p:sp>
      </p:grpSp>
      <p:grpSp>
        <p:nvGrpSpPr>
          <p:cNvPr id="50" name="Group 61">
            <a:extLst>
              <a:ext uri="{FF2B5EF4-FFF2-40B4-BE49-F238E27FC236}">
                <a16:creationId xmlns:a16="http://schemas.microsoft.com/office/drawing/2014/main" id="{CDE90681-5669-83F0-4864-5F1BCF096636}"/>
              </a:ext>
            </a:extLst>
          </p:cNvPr>
          <p:cNvGrpSpPr>
            <a:grpSpLocks/>
          </p:cNvGrpSpPr>
          <p:nvPr/>
        </p:nvGrpSpPr>
        <p:grpSpPr bwMode="auto">
          <a:xfrm>
            <a:off x="6318021" y="462442"/>
            <a:ext cx="2109787" cy="6156325"/>
            <a:chOff x="2739" y="212"/>
            <a:chExt cx="1329" cy="3878"/>
          </a:xfrm>
        </p:grpSpPr>
        <p:sp>
          <p:nvSpPr>
            <p:cNvPr id="51" name="AutoShape 59">
              <a:extLst>
                <a:ext uri="{FF2B5EF4-FFF2-40B4-BE49-F238E27FC236}">
                  <a16:creationId xmlns:a16="http://schemas.microsoft.com/office/drawing/2014/main" id="{A3D9B548-57F5-8DD2-4C4C-4AFC9B959004}"/>
                </a:ext>
              </a:extLst>
            </p:cNvPr>
            <p:cNvSpPr>
              <a:spLocks/>
            </p:cNvSpPr>
            <p:nvPr/>
          </p:nvSpPr>
          <p:spPr bwMode="auto">
            <a:xfrm rot="-2688027">
              <a:off x="3969" y="2647"/>
              <a:ext cx="99" cy="1443"/>
            </a:xfrm>
            <a:prstGeom prst="leftBrace">
              <a:avLst>
                <a:gd name="adj1" fmla="val 121465"/>
                <a:gd name="adj2" fmla="val 50000"/>
              </a:avLst>
            </a:prstGeom>
            <a:noFill/>
            <a:ln w="12700">
              <a:solidFill>
                <a:srgbClr val="FF3300"/>
              </a:solidFill>
              <a:round/>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52" name="AutoShape 60">
              <a:extLst>
                <a:ext uri="{FF2B5EF4-FFF2-40B4-BE49-F238E27FC236}">
                  <a16:creationId xmlns:a16="http://schemas.microsoft.com/office/drawing/2014/main" id="{D0D1B667-1E68-D292-4E70-A1D9EC7F711B}"/>
                </a:ext>
              </a:extLst>
            </p:cNvPr>
            <p:cNvSpPr>
              <a:spLocks/>
            </p:cNvSpPr>
            <p:nvPr/>
          </p:nvSpPr>
          <p:spPr bwMode="auto">
            <a:xfrm>
              <a:off x="2739" y="212"/>
              <a:ext cx="75" cy="1417"/>
            </a:xfrm>
            <a:prstGeom prst="leftBrace">
              <a:avLst>
                <a:gd name="adj1" fmla="val 157444"/>
                <a:gd name="adj2" fmla="val 50000"/>
              </a:avLst>
            </a:prstGeom>
            <a:noFill/>
            <a:ln w="12700">
              <a:solidFill>
                <a:srgbClr val="FF3300"/>
              </a:solidFill>
              <a:round/>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grpSp>
      <p:sp>
        <p:nvSpPr>
          <p:cNvPr id="53" name="Text Box 63">
            <a:extLst>
              <a:ext uri="{FF2B5EF4-FFF2-40B4-BE49-F238E27FC236}">
                <a16:creationId xmlns:a16="http://schemas.microsoft.com/office/drawing/2014/main" id="{A805AC0B-CC91-8428-DB67-A753265DEF00}"/>
              </a:ext>
            </a:extLst>
          </p:cNvPr>
          <p:cNvSpPr txBox="1">
            <a:spLocks noChangeArrowheads="1"/>
          </p:cNvSpPr>
          <p:nvPr/>
        </p:nvSpPr>
        <p:spPr bwMode="auto">
          <a:xfrm>
            <a:off x="675122" y="1814060"/>
            <a:ext cx="4637218" cy="1754326"/>
          </a:xfrm>
          <a:prstGeom prst="rect">
            <a:avLst/>
          </a:prstGeom>
          <a:noFill/>
          <a:ln w="12700">
            <a:solidFill>
              <a:srgbClr val="0000FF"/>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lgn="l">
              <a:spcBef>
                <a:spcPct val="50000"/>
              </a:spcBef>
            </a:pPr>
            <a:r>
              <a:rPr lang="zh-CN" altLang="en-US" sz="2400" dirty="0">
                <a:solidFill>
                  <a:srgbClr val="C00000"/>
                </a:solidFill>
              </a:rPr>
              <a:t>分析：</a:t>
            </a:r>
            <a:endParaRPr lang="en-US" altLang="zh-CN" sz="2400" dirty="0">
              <a:solidFill>
                <a:srgbClr val="C00000"/>
              </a:solidFill>
            </a:endParaRPr>
          </a:p>
          <a:p>
            <a:pPr algn="l">
              <a:spcBef>
                <a:spcPct val="50000"/>
              </a:spcBef>
            </a:pPr>
            <a:r>
              <a:rPr lang="zh-CN" altLang="en-US" sz="2400" dirty="0"/>
              <a:t>高</a:t>
            </a:r>
            <a:r>
              <a:rPr lang="en-US" altLang="zh-CN" sz="2400" dirty="0"/>
              <a:t>CE⊥AB</a:t>
            </a:r>
            <a:r>
              <a:rPr lang="zh-CN" altLang="en-US" sz="2400" dirty="0"/>
              <a:t>，根据直角投影定理，把</a:t>
            </a:r>
            <a:r>
              <a:rPr lang="en-US" altLang="zh-CN" sz="2400" i="1" dirty="0"/>
              <a:t>ab</a:t>
            </a:r>
            <a:r>
              <a:rPr lang="zh-CN" altLang="en-US" sz="2400" dirty="0"/>
              <a:t>换成投影面平行线，则</a:t>
            </a:r>
            <a:r>
              <a:rPr lang="en-US" altLang="zh-CN" sz="2400" i="1" dirty="0"/>
              <a:t>c</a:t>
            </a:r>
            <a:r>
              <a:rPr lang="en-US" altLang="zh-CN" sz="2000" i="1" dirty="0"/>
              <a:t>'</a:t>
            </a:r>
            <a:r>
              <a:rPr lang="en-US" altLang="zh-CN" sz="2400" i="1" baseline="-25000" dirty="0"/>
              <a:t>1</a:t>
            </a:r>
            <a:r>
              <a:rPr lang="en-US" altLang="zh-CN" sz="2400" i="1" dirty="0"/>
              <a:t>e</a:t>
            </a:r>
            <a:r>
              <a:rPr lang="en-US" altLang="zh-CN" sz="2000" i="1" dirty="0"/>
              <a:t>'</a:t>
            </a:r>
            <a:r>
              <a:rPr lang="en-US" altLang="zh-CN" sz="2400" i="1" baseline="-25000" dirty="0"/>
              <a:t>1</a:t>
            </a:r>
            <a:r>
              <a:rPr lang="en-US" altLang="zh-CN" sz="2400" dirty="0"/>
              <a:t>⊥ </a:t>
            </a:r>
            <a:r>
              <a:rPr lang="en-US" altLang="zh-CN" sz="2400" i="1" dirty="0"/>
              <a:t>a</a:t>
            </a:r>
            <a:r>
              <a:rPr lang="en-US" altLang="zh-CN" sz="2000" i="1" dirty="0"/>
              <a:t>'</a:t>
            </a:r>
            <a:r>
              <a:rPr lang="en-US" altLang="zh-CN" sz="2400" i="1" baseline="-25000" dirty="0"/>
              <a:t>1</a:t>
            </a:r>
            <a:r>
              <a:rPr lang="en-US" altLang="zh-CN" sz="2400" i="1" dirty="0"/>
              <a:t>b</a:t>
            </a:r>
            <a:r>
              <a:rPr lang="en-US" altLang="zh-CN" sz="2000" i="1" dirty="0"/>
              <a:t>'</a:t>
            </a:r>
            <a:r>
              <a:rPr lang="en-US" altLang="zh-CN" sz="2400" i="1" baseline="-25000" dirty="0"/>
              <a:t>1.</a:t>
            </a:r>
          </a:p>
        </p:txBody>
      </p:sp>
      <p:grpSp>
        <p:nvGrpSpPr>
          <p:cNvPr id="54" name="Group 78">
            <a:extLst>
              <a:ext uri="{FF2B5EF4-FFF2-40B4-BE49-F238E27FC236}">
                <a16:creationId xmlns:a16="http://schemas.microsoft.com/office/drawing/2014/main" id="{2CCD8498-BD8F-7FCC-8B9D-D22372E19DD6}"/>
              </a:ext>
            </a:extLst>
          </p:cNvPr>
          <p:cNvGrpSpPr>
            <a:grpSpLocks/>
          </p:cNvGrpSpPr>
          <p:nvPr/>
        </p:nvGrpSpPr>
        <p:grpSpPr bwMode="auto">
          <a:xfrm>
            <a:off x="2578179" y="5668744"/>
            <a:ext cx="660400" cy="203200"/>
            <a:chOff x="712" y="3296"/>
            <a:chExt cx="416" cy="128"/>
          </a:xfrm>
        </p:grpSpPr>
        <p:sp>
          <p:nvSpPr>
            <p:cNvPr id="55" name="Line 68">
              <a:extLst>
                <a:ext uri="{FF2B5EF4-FFF2-40B4-BE49-F238E27FC236}">
                  <a16:creationId xmlns:a16="http://schemas.microsoft.com/office/drawing/2014/main" id="{1A8D2CD3-A5AF-FCC1-A567-8A2E17421FB2}"/>
                </a:ext>
              </a:extLst>
            </p:cNvPr>
            <p:cNvSpPr>
              <a:spLocks noChangeShapeType="1"/>
            </p:cNvSpPr>
            <p:nvPr/>
          </p:nvSpPr>
          <p:spPr bwMode="auto">
            <a:xfrm>
              <a:off x="712" y="3296"/>
              <a:ext cx="0" cy="12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56" name="Line 69">
              <a:extLst>
                <a:ext uri="{FF2B5EF4-FFF2-40B4-BE49-F238E27FC236}">
                  <a16:creationId xmlns:a16="http://schemas.microsoft.com/office/drawing/2014/main" id="{7CD759D6-C799-0BDE-F004-A70F450781E9}"/>
                </a:ext>
              </a:extLst>
            </p:cNvPr>
            <p:cNvSpPr>
              <a:spLocks noChangeShapeType="1"/>
            </p:cNvSpPr>
            <p:nvPr/>
          </p:nvSpPr>
          <p:spPr bwMode="auto">
            <a:xfrm>
              <a:off x="1128" y="3304"/>
              <a:ext cx="0" cy="12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grpSp>
      <p:grpSp>
        <p:nvGrpSpPr>
          <p:cNvPr id="57" name="Group 79">
            <a:extLst>
              <a:ext uri="{FF2B5EF4-FFF2-40B4-BE49-F238E27FC236}">
                <a16:creationId xmlns:a16="http://schemas.microsoft.com/office/drawing/2014/main" id="{D6B960D0-8F0C-31EC-3694-FE14A6E30673}"/>
              </a:ext>
            </a:extLst>
          </p:cNvPr>
          <p:cNvGrpSpPr>
            <a:grpSpLocks/>
          </p:cNvGrpSpPr>
          <p:nvPr/>
        </p:nvGrpSpPr>
        <p:grpSpPr bwMode="auto">
          <a:xfrm>
            <a:off x="2908379" y="5617944"/>
            <a:ext cx="152400" cy="152400"/>
            <a:chOff x="920" y="3264"/>
            <a:chExt cx="96" cy="96"/>
          </a:xfrm>
        </p:grpSpPr>
        <p:sp>
          <p:nvSpPr>
            <p:cNvPr id="58" name="Line 70">
              <a:extLst>
                <a:ext uri="{FF2B5EF4-FFF2-40B4-BE49-F238E27FC236}">
                  <a16:creationId xmlns:a16="http://schemas.microsoft.com/office/drawing/2014/main" id="{E991406F-55C0-D846-A2C9-597DAA333FC5}"/>
                </a:ext>
              </a:extLst>
            </p:cNvPr>
            <p:cNvSpPr>
              <a:spLocks noChangeShapeType="1"/>
            </p:cNvSpPr>
            <p:nvPr/>
          </p:nvSpPr>
          <p:spPr bwMode="auto">
            <a:xfrm>
              <a:off x="920" y="3264"/>
              <a:ext cx="8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59" name="Line 71">
              <a:extLst>
                <a:ext uri="{FF2B5EF4-FFF2-40B4-BE49-F238E27FC236}">
                  <a16:creationId xmlns:a16="http://schemas.microsoft.com/office/drawing/2014/main" id="{8C9F117A-9A19-3595-FD12-C3AF70A556C4}"/>
                </a:ext>
              </a:extLst>
            </p:cNvPr>
            <p:cNvSpPr>
              <a:spLocks noChangeShapeType="1"/>
            </p:cNvSpPr>
            <p:nvPr/>
          </p:nvSpPr>
          <p:spPr bwMode="auto">
            <a:xfrm>
              <a:off x="1016" y="3264"/>
              <a:ext cx="0" cy="9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grpSp>
      <p:sp>
        <p:nvSpPr>
          <p:cNvPr id="60" name="Line 75">
            <a:extLst>
              <a:ext uri="{FF2B5EF4-FFF2-40B4-BE49-F238E27FC236}">
                <a16:creationId xmlns:a16="http://schemas.microsoft.com/office/drawing/2014/main" id="{8C62D313-3795-1F06-214E-03481955F08F}"/>
              </a:ext>
            </a:extLst>
          </p:cNvPr>
          <p:cNvSpPr>
            <a:spLocks noChangeShapeType="1"/>
          </p:cNvSpPr>
          <p:nvPr/>
        </p:nvSpPr>
        <p:spPr bwMode="auto">
          <a:xfrm flipV="1">
            <a:off x="6567258" y="456092"/>
            <a:ext cx="0" cy="2882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61" name="Line 67">
            <a:extLst>
              <a:ext uri="{FF2B5EF4-FFF2-40B4-BE49-F238E27FC236}">
                <a16:creationId xmlns:a16="http://schemas.microsoft.com/office/drawing/2014/main" id="{612F9185-A352-B4AA-9B82-2EABE19D2D67}"/>
              </a:ext>
            </a:extLst>
          </p:cNvPr>
          <p:cNvSpPr>
            <a:spLocks noChangeShapeType="1"/>
          </p:cNvSpPr>
          <p:nvPr/>
        </p:nvSpPr>
        <p:spPr bwMode="auto">
          <a:xfrm>
            <a:off x="2921079" y="4268569"/>
            <a:ext cx="0" cy="1481138"/>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grpSp>
        <p:nvGrpSpPr>
          <p:cNvPr id="62" name="Group 85">
            <a:extLst>
              <a:ext uri="{FF2B5EF4-FFF2-40B4-BE49-F238E27FC236}">
                <a16:creationId xmlns:a16="http://schemas.microsoft.com/office/drawing/2014/main" id="{9259F5AE-EA57-2E7B-D6DD-29EFF1AF7909}"/>
              </a:ext>
            </a:extLst>
          </p:cNvPr>
          <p:cNvGrpSpPr>
            <a:grpSpLocks/>
          </p:cNvGrpSpPr>
          <p:nvPr/>
        </p:nvGrpSpPr>
        <p:grpSpPr bwMode="auto">
          <a:xfrm>
            <a:off x="1841579" y="3951069"/>
            <a:ext cx="2220913" cy="2211388"/>
            <a:chOff x="248" y="2214"/>
            <a:chExt cx="1399" cy="1393"/>
          </a:xfrm>
        </p:grpSpPr>
        <p:sp>
          <p:nvSpPr>
            <p:cNvPr id="63" name="Line 64">
              <a:extLst>
                <a:ext uri="{FF2B5EF4-FFF2-40B4-BE49-F238E27FC236}">
                  <a16:creationId xmlns:a16="http://schemas.microsoft.com/office/drawing/2014/main" id="{8BFCDC8A-B936-8C28-E95E-3B23B33E9156}"/>
                </a:ext>
              </a:extLst>
            </p:cNvPr>
            <p:cNvSpPr>
              <a:spLocks noChangeShapeType="1"/>
            </p:cNvSpPr>
            <p:nvPr/>
          </p:nvSpPr>
          <p:spPr bwMode="auto">
            <a:xfrm flipH="1">
              <a:off x="432" y="2430"/>
              <a:ext cx="488" cy="9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64" name="Line 65">
              <a:extLst>
                <a:ext uri="{FF2B5EF4-FFF2-40B4-BE49-F238E27FC236}">
                  <a16:creationId xmlns:a16="http://schemas.microsoft.com/office/drawing/2014/main" id="{5585C349-EE25-FF46-F127-85870C63864F}"/>
                </a:ext>
              </a:extLst>
            </p:cNvPr>
            <p:cNvSpPr>
              <a:spLocks noChangeShapeType="1"/>
            </p:cNvSpPr>
            <p:nvPr/>
          </p:nvSpPr>
          <p:spPr bwMode="auto">
            <a:xfrm>
              <a:off x="416" y="3355"/>
              <a:ext cx="100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65" name="Line 66">
              <a:extLst>
                <a:ext uri="{FF2B5EF4-FFF2-40B4-BE49-F238E27FC236}">
                  <a16:creationId xmlns:a16="http://schemas.microsoft.com/office/drawing/2014/main" id="{45A415F1-4694-A7FD-5188-280BBA70AB98}"/>
                </a:ext>
              </a:extLst>
            </p:cNvPr>
            <p:cNvSpPr>
              <a:spLocks noChangeShapeType="1"/>
            </p:cNvSpPr>
            <p:nvPr/>
          </p:nvSpPr>
          <p:spPr bwMode="auto">
            <a:xfrm>
              <a:off x="928" y="2414"/>
              <a:ext cx="480" cy="94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66" name="Text Box 72">
              <a:extLst>
                <a:ext uri="{FF2B5EF4-FFF2-40B4-BE49-F238E27FC236}">
                  <a16:creationId xmlns:a16="http://schemas.microsoft.com/office/drawing/2014/main" id="{9F372E23-5DD6-7C2B-10B4-4A1DEB2F4B06}"/>
                </a:ext>
              </a:extLst>
            </p:cNvPr>
            <p:cNvSpPr txBox="1">
              <a:spLocks noChangeArrowheads="1"/>
            </p:cNvSpPr>
            <p:nvPr/>
          </p:nvSpPr>
          <p:spPr bwMode="auto">
            <a:xfrm>
              <a:off x="248" y="3339"/>
              <a:ext cx="232" cy="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spcBef>
                  <a:spcPct val="50000"/>
                </a:spcBef>
              </a:pPr>
              <a:r>
                <a:rPr lang="en-US" altLang="zh-CN" sz="2000" b="1"/>
                <a:t>A</a:t>
              </a:r>
            </a:p>
          </p:txBody>
        </p:sp>
        <p:sp>
          <p:nvSpPr>
            <p:cNvPr id="67" name="Rectangle 73">
              <a:extLst>
                <a:ext uri="{FF2B5EF4-FFF2-40B4-BE49-F238E27FC236}">
                  <a16:creationId xmlns:a16="http://schemas.microsoft.com/office/drawing/2014/main" id="{CD63D342-DD18-0D10-0059-7919C95CB86B}"/>
                </a:ext>
              </a:extLst>
            </p:cNvPr>
            <p:cNvSpPr>
              <a:spLocks noChangeArrowheads="1"/>
            </p:cNvSpPr>
            <p:nvPr/>
          </p:nvSpPr>
          <p:spPr bwMode="auto">
            <a:xfrm>
              <a:off x="1424" y="3329"/>
              <a:ext cx="223" cy="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spcBef>
                  <a:spcPct val="50000"/>
                </a:spcBef>
              </a:pPr>
              <a:r>
                <a:rPr lang="en-US" altLang="zh-CN" sz="2000" b="1"/>
                <a:t>B</a:t>
              </a:r>
            </a:p>
          </p:txBody>
        </p:sp>
        <p:sp>
          <p:nvSpPr>
            <p:cNvPr id="68" name="Rectangle 74">
              <a:extLst>
                <a:ext uri="{FF2B5EF4-FFF2-40B4-BE49-F238E27FC236}">
                  <a16:creationId xmlns:a16="http://schemas.microsoft.com/office/drawing/2014/main" id="{34D7AD43-FAA7-B9DF-6AE0-8CFEB50301A9}"/>
                </a:ext>
              </a:extLst>
            </p:cNvPr>
            <p:cNvSpPr>
              <a:spLocks noChangeArrowheads="1"/>
            </p:cNvSpPr>
            <p:nvPr/>
          </p:nvSpPr>
          <p:spPr bwMode="auto">
            <a:xfrm>
              <a:off x="916" y="2214"/>
              <a:ext cx="232" cy="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spcBef>
                  <a:spcPct val="50000"/>
                </a:spcBef>
              </a:pPr>
              <a:r>
                <a:rPr lang="en-US" altLang="zh-CN" sz="2000" b="1"/>
                <a:t>C</a:t>
              </a:r>
            </a:p>
          </p:txBody>
        </p:sp>
        <p:sp>
          <p:nvSpPr>
            <p:cNvPr id="69" name="Rectangle 77">
              <a:extLst>
                <a:ext uri="{FF2B5EF4-FFF2-40B4-BE49-F238E27FC236}">
                  <a16:creationId xmlns:a16="http://schemas.microsoft.com/office/drawing/2014/main" id="{13F2F4DA-E7E9-F734-5A3A-AC1908D0BADF}"/>
                </a:ext>
              </a:extLst>
            </p:cNvPr>
            <p:cNvSpPr>
              <a:spLocks noChangeArrowheads="1"/>
            </p:cNvSpPr>
            <p:nvPr/>
          </p:nvSpPr>
          <p:spPr bwMode="auto">
            <a:xfrm>
              <a:off x="822" y="3376"/>
              <a:ext cx="212" cy="23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spcBef>
                  <a:spcPct val="50000"/>
                </a:spcBef>
              </a:pPr>
              <a:r>
                <a:rPr lang="en-US" altLang="zh-CN" b="1"/>
                <a:t>E</a:t>
              </a:r>
            </a:p>
          </p:txBody>
        </p:sp>
      </p:grpSp>
      <p:grpSp>
        <p:nvGrpSpPr>
          <p:cNvPr id="70" name="Group 83">
            <a:extLst>
              <a:ext uri="{FF2B5EF4-FFF2-40B4-BE49-F238E27FC236}">
                <a16:creationId xmlns:a16="http://schemas.microsoft.com/office/drawing/2014/main" id="{F576825F-AF75-F02D-9885-2029314559A9}"/>
              </a:ext>
            </a:extLst>
          </p:cNvPr>
          <p:cNvGrpSpPr>
            <a:grpSpLocks/>
          </p:cNvGrpSpPr>
          <p:nvPr/>
        </p:nvGrpSpPr>
        <p:grpSpPr bwMode="auto">
          <a:xfrm>
            <a:off x="6529158" y="52867"/>
            <a:ext cx="501650" cy="461963"/>
            <a:chOff x="2872" y="-46"/>
            <a:chExt cx="316" cy="291"/>
          </a:xfrm>
        </p:grpSpPr>
        <p:sp>
          <p:nvSpPr>
            <p:cNvPr id="71" name="Rectangle 62">
              <a:extLst>
                <a:ext uri="{FF2B5EF4-FFF2-40B4-BE49-F238E27FC236}">
                  <a16:creationId xmlns:a16="http://schemas.microsoft.com/office/drawing/2014/main" id="{B5143650-BCEE-7869-73CC-94D9C9E94A7A}"/>
                </a:ext>
              </a:extLst>
            </p:cNvPr>
            <p:cNvSpPr>
              <a:spLocks noChangeArrowheads="1"/>
            </p:cNvSpPr>
            <p:nvPr/>
          </p:nvSpPr>
          <p:spPr bwMode="auto">
            <a:xfrm>
              <a:off x="2946" y="-46"/>
              <a:ext cx="242" cy="29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pattFill prst="trellis">
                    <a:fgClr>
                      <a:srgbClr val="FF3300"/>
                    </a:fgClr>
                    <a:bgClr>
                      <a:srgbClr val="FFFF00"/>
                    </a:bgClr>
                  </a:patt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sz="2400" i="1" dirty="0">
                  <a:solidFill>
                    <a:srgbClr val="FF0000"/>
                  </a:solidFill>
                </a:rPr>
                <a:t>c'</a:t>
              </a:r>
            </a:p>
          </p:txBody>
        </p:sp>
        <p:sp>
          <p:nvSpPr>
            <p:cNvPr id="72" name="Oval 82">
              <a:extLst>
                <a:ext uri="{FF2B5EF4-FFF2-40B4-BE49-F238E27FC236}">
                  <a16:creationId xmlns:a16="http://schemas.microsoft.com/office/drawing/2014/main" id="{82F83143-1125-C4B0-66EA-650C8F2A5312}"/>
                </a:ext>
              </a:extLst>
            </p:cNvPr>
            <p:cNvSpPr>
              <a:spLocks noChangeArrowheads="1"/>
            </p:cNvSpPr>
            <p:nvPr/>
          </p:nvSpPr>
          <p:spPr bwMode="auto">
            <a:xfrm>
              <a:off x="2872" y="160"/>
              <a:ext cx="56" cy="56"/>
            </a:xfrm>
            <a:prstGeom prst="ellipse">
              <a:avLst/>
            </a:prstGeom>
            <a:solidFill>
              <a:srgbClr val="FF0000"/>
            </a:solidFill>
            <a:ln w="28575">
              <a:solidFill>
                <a:srgbClr val="0000FF"/>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grpSp>
      <p:sp>
        <p:nvSpPr>
          <p:cNvPr id="73" name="Oval 82">
            <a:extLst>
              <a:ext uri="{FF2B5EF4-FFF2-40B4-BE49-F238E27FC236}">
                <a16:creationId xmlns:a16="http://schemas.microsoft.com/office/drawing/2014/main" id="{9221D391-7999-EAB7-C1AF-5C9785DBF3F0}"/>
              </a:ext>
            </a:extLst>
          </p:cNvPr>
          <p:cNvSpPr>
            <a:spLocks noChangeArrowheads="1"/>
          </p:cNvSpPr>
          <p:nvPr/>
        </p:nvSpPr>
        <p:spPr bwMode="auto">
          <a:xfrm>
            <a:off x="9267596" y="6198714"/>
            <a:ext cx="88900" cy="88900"/>
          </a:xfrm>
          <a:prstGeom prst="ellipse">
            <a:avLst/>
          </a:prstGeom>
          <a:solidFill>
            <a:srgbClr val="FF0000"/>
          </a:solidFill>
          <a:ln w="28575">
            <a:solidFill>
              <a:srgbClr val="0000FF"/>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74" name="Smiley Face 70">
            <a:extLst>
              <a:ext uri="{FF2B5EF4-FFF2-40B4-BE49-F238E27FC236}">
                <a16:creationId xmlns:a16="http://schemas.microsoft.com/office/drawing/2014/main" id="{93525E06-92F9-DD7A-5D4F-5BD2EA7AEBFD}"/>
              </a:ext>
            </a:extLst>
          </p:cNvPr>
          <p:cNvSpPr/>
          <p:nvPr/>
        </p:nvSpPr>
        <p:spPr>
          <a:xfrm>
            <a:off x="10998309" y="5845543"/>
            <a:ext cx="397621" cy="397621"/>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5" name="Text Box 40">
            <a:extLst>
              <a:ext uri="{FF2B5EF4-FFF2-40B4-BE49-F238E27FC236}">
                <a16:creationId xmlns:a16="http://schemas.microsoft.com/office/drawing/2014/main" id="{97019CFB-4C39-39D3-4251-85F941DEEE1D}"/>
              </a:ext>
            </a:extLst>
          </p:cNvPr>
          <p:cNvSpPr txBox="1">
            <a:spLocks noChangeArrowheads="1"/>
          </p:cNvSpPr>
          <p:nvPr/>
        </p:nvSpPr>
        <p:spPr bwMode="auto">
          <a:xfrm>
            <a:off x="9294996" y="4852932"/>
            <a:ext cx="2422458" cy="523220"/>
          </a:xfrm>
          <a:prstGeom prst="rect">
            <a:avLst/>
          </a:prstGeom>
          <a:solidFill>
            <a:srgbClr val="FFFF00"/>
          </a:solidFill>
          <a:ln>
            <a:noFill/>
          </a:ln>
          <a:effectLst/>
        </p:spPr>
        <p:txBody>
          <a:bodyPr wrap="none">
            <a:spAutoFit/>
          </a:bodyPr>
          <a:lstStyle/>
          <a:p>
            <a:r>
              <a:rPr lang="zh-CN" altLang="en-US" sz="2800" dirty="0">
                <a:solidFill>
                  <a:srgbClr val="C00000"/>
                </a:solidFill>
                <a:latin typeface="+mn-ea"/>
              </a:rPr>
              <a:t>如何确定</a:t>
            </a:r>
            <a:r>
              <a:rPr lang="en-US" altLang="zh-CN" sz="2800" dirty="0">
                <a:solidFill>
                  <a:srgbClr val="C00000"/>
                </a:solidFill>
                <a:latin typeface="+mn-ea"/>
              </a:rPr>
              <a:t>c</a:t>
            </a:r>
            <a:r>
              <a:rPr lang="en-US" altLang="zh-CN" sz="2000" dirty="0">
                <a:solidFill>
                  <a:srgbClr val="C00000"/>
                </a:solidFill>
                <a:latin typeface="+mn-ea"/>
              </a:rPr>
              <a:t>‘</a:t>
            </a:r>
            <a:r>
              <a:rPr lang="en-US" altLang="zh-CN" sz="2800" baseline="-25000" dirty="0">
                <a:solidFill>
                  <a:srgbClr val="C00000"/>
                </a:solidFill>
                <a:latin typeface="+mn-ea"/>
              </a:rPr>
              <a:t>1</a:t>
            </a:r>
            <a:r>
              <a:rPr lang="zh-CN" altLang="en-US" sz="2800" dirty="0">
                <a:solidFill>
                  <a:srgbClr val="C00000"/>
                </a:solidFill>
                <a:latin typeface="+mn-ea"/>
              </a:rPr>
              <a:t> ？</a:t>
            </a:r>
            <a:endParaRPr lang="en-US" altLang="zh-CN" sz="2800" dirty="0">
              <a:solidFill>
                <a:srgbClr val="C00000"/>
              </a:solidFill>
              <a:latin typeface="+mn-ea"/>
            </a:endParaRPr>
          </a:p>
        </p:txBody>
      </p:sp>
      <p:sp>
        <p:nvSpPr>
          <p:cNvPr id="76" name="文本框 75">
            <a:extLst>
              <a:ext uri="{FF2B5EF4-FFF2-40B4-BE49-F238E27FC236}">
                <a16:creationId xmlns:a16="http://schemas.microsoft.com/office/drawing/2014/main" id="{3D461A3A-B078-9085-38DE-8ABCC102F936}"/>
              </a:ext>
            </a:extLst>
          </p:cNvPr>
          <p:cNvSpPr txBox="1"/>
          <p:nvPr/>
        </p:nvSpPr>
        <p:spPr>
          <a:xfrm>
            <a:off x="9695747" y="1440223"/>
            <a:ext cx="1620957" cy="523220"/>
          </a:xfrm>
          <a:prstGeom prst="rect">
            <a:avLst/>
          </a:prstGeom>
          <a:effectLst>
            <a:outerShdw blurRad="50800" dist="38100" dir="5400000" algn="t" rotWithShape="0">
              <a:prstClr val="black">
                <a:alpha val="40000"/>
              </a:prstClr>
            </a:outerShdw>
            <a:reflection blurRad="6350" stA="52000" endA="300" endPos="35000" dir="5400000" sy="-100000" algn="bl" rotWithShape="0"/>
          </a:effectLst>
        </p:spPr>
        <p:style>
          <a:lnRef idx="1">
            <a:schemeClr val="accent4"/>
          </a:lnRef>
          <a:fillRef idx="2">
            <a:schemeClr val="accent4"/>
          </a:fillRef>
          <a:effectRef idx="1">
            <a:schemeClr val="accent4"/>
          </a:effectRef>
          <a:fontRef idx="minor">
            <a:schemeClr val="dk1"/>
          </a:fontRef>
        </p:style>
        <p:txBody>
          <a:bodyPr wrap="none" rtlCol="0">
            <a:spAutoFit/>
          </a:bodyPr>
          <a:lstStyle/>
          <a:p>
            <a:r>
              <a:rPr lang="zh-CN" altLang="en-US" sz="2800" dirty="0">
                <a:solidFill>
                  <a:srgbClr val="FF0000"/>
                </a:solidFill>
              </a:rPr>
              <a:t>平面投影</a:t>
            </a:r>
            <a:endParaRPr lang="en-US" sz="2800" dirty="0">
              <a:solidFill>
                <a:srgbClr val="FF0000"/>
              </a:solidFill>
            </a:endParaRPr>
          </a:p>
        </p:txBody>
      </p:sp>
    </p:spTree>
    <p:extLst>
      <p:ext uri="{BB962C8B-B14F-4D97-AF65-F5344CB8AC3E}">
        <p14:creationId xmlns:p14="http://schemas.microsoft.com/office/powerpoint/2010/main" val="2245931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additive="base">
                                        <p:cTn id="7" dur="500" fill="hold"/>
                                        <p:tgtEl>
                                          <p:spTgt spid="76"/>
                                        </p:tgtEl>
                                        <p:attrNameLst>
                                          <p:attrName>ppt_x</p:attrName>
                                        </p:attrNameLst>
                                      </p:cBhvr>
                                      <p:tavLst>
                                        <p:tav tm="0">
                                          <p:val>
                                            <p:strVal val="#ppt_x"/>
                                          </p:val>
                                        </p:tav>
                                        <p:tav tm="100000">
                                          <p:val>
                                            <p:strVal val="#ppt_x"/>
                                          </p:val>
                                        </p:tav>
                                      </p:tavLst>
                                    </p:anim>
                                    <p:anim calcmode="lin" valueType="num">
                                      <p:cBhvr additive="base">
                                        <p:cTn id="8"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wipe(down)">
                                      <p:cBhvr>
                                        <p:cTn id="13" dur="500"/>
                                        <p:tgtEl>
                                          <p:spTgt spid="62"/>
                                        </p:tgtEl>
                                      </p:cBhvr>
                                    </p:animEffect>
                                  </p:childTnLst>
                                </p:cTn>
                              </p:par>
                            </p:childTnLst>
                          </p:cTn>
                        </p:par>
                        <p:par>
                          <p:cTn id="14" fill="hold">
                            <p:stCondLst>
                              <p:cond delay="500"/>
                            </p:stCondLst>
                            <p:childTnLst>
                              <p:par>
                                <p:cTn id="15" presetID="22" presetClass="entr" presetSubtype="4" fill="hold" grpId="0" nodeType="after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wipe(down)">
                                      <p:cBhvr>
                                        <p:cTn id="17" dur="500"/>
                                        <p:tgtEl>
                                          <p:spTgt spid="61"/>
                                        </p:tgtEl>
                                      </p:cBhvr>
                                    </p:animEffect>
                                  </p:childTnLst>
                                </p:cTn>
                              </p:par>
                            </p:childTnLst>
                          </p:cTn>
                        </p:par>
                        <p:par>
                          <p:cTn id="18" fill="hold">
                            <p:stCondLst>
                              <p:cond delay="1000"/>
                            </p:stCondLst>
                            <p:childTnLst>
                              <p:par>
                                <p:cTn id="19" presetID="22" presetClass="entr" presetSubtype="4" fill="hold" nodeType="afterEffect">
                                  <p:stCondLst>
                                    <p:cond delay="0"/>
                                  </p:stCondLst>
                                  <p:childTnLst>
                                    <p:set>
                                      <p:cBhvr>
                                        <p:cTn id="20" dur="1" fill="hold">
                                          <p:stCondLst>
                                            <p:cond delay="0"/>
                                          </p:stCondLst>
                                        </p:cTn>
                                        <p:tgtEl>
                                          <p:spTgt spid="54"/>
                                        </p:tgtEl>
                                        <p:attrNameLst>
                                          <p:attrName>style.visibility</p:attrName>
                                        </p:attrNameLst>
                                      </p:cBhvr>
                                      <p:to>
                                        <p:strVal val="visible"/>
                                      </p:to>
                                    </p:set>
                                    <p:animEffect transition="in" filter="wipe(down)">
                                      <p:cBhvr>
                                        <p:cTn id="21" dur="500"/>
                                        <p:tgtEl>
                                          <p:spTgt spid="5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wipe(down)">
                                      <p:cBhvr>
                                        <p:cTn id="26" dur="500"/>
                                        <p:tgtEl>
                                          <p:spTgt spid="57"/>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p:cTn id="31" dur="500" fill="hold"/>
                                        <p:tgtEl>
                                          <p:spTgt spid="53"/>
                                        </p:tgtEl>
                                        <p:attrNameLst>
                                          <p:attrName>ppt_w</p:attrName>
                                        </p:attrNameLst>
                                      </p:cBhvr>
                                      <p:tavLst>
                                        <p:tav tm="0">
                                          <p:val>
                                            <p:fltVal val="0"/>
                                          </p:val>
                                        </p:tav>
                                        <p:tav tm="100000">
                                          <p:val>
                                            <p:strVal val="#ppt_w"/>
                                          </p:val>
                                        </p:tav>
                                      </p:tavLst>
                                    </p:anim>
                                    <p:anim calcmode="lin" valueType="num">
                                      <p:cBhvr>
                                        <p:cTn id="32"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wipe(down)">
                                      <p:cBhvr>
                                        <p:cTn id="37" dur="5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box(out)">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wipe(left)">
                                      <p:cBhvr>
                                        <p:cTn id="52" dur="500"/>
                                        <p:tgtEl>
                                          <p:spTgt spid="4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wipe(left)">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wipe(left)">
                                      <p:cBhvr>
                                        <p:cTn id="62" dur="500"/>
                                        <p:tgtEl>
                                          <p:spTgt spid="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wipe(up)">
                                      <p:cBhvr>
                                        <p:cTn id="67" dur="500"/>
                                        <p:tgtEl>
                                          <p:spTgt spid="47"/>
                                        </p:tgtEl>
                                      </p:cBhvr>
                                    </p:animEffect>
                                  </p:childTnLst>
                                </p:cTn>
                              </p:par>
                            </p:childTnLst>
                          </p:cTn>
                        </p:par>
                      </p:childTnLst>
                    </p:cTn>
                  </p:par>
                  <p:par>
                    <p:cTn id="68" fill="hold">
                      <p:stCondLst>
                        <p:cond delay="indefinite"/>
                      </p:stCondLst>
                      <p:childTnLst>
                        <p:par>
                          <p:cTn id="69" fill="hold">
                            <p:stCondLst>
                              <p:cond delay="0"/>
                            </p:stCondLst>
                            <p:childTnLst>
                              <p:par>
                                <p:cTn id="70" presetID="31" presetClass="entr" presetSubtype="0" fill="hold" grpId="0" nodeType="clickEffect">
                                  <p:stCondLst>
                                    <p:cond delay="0"/>
                                  </p:stCondLst>
                                  <p:childTnLst>
                                    <p:set>
                                      <p:cBhvr>
                                        <p:cTn id="71" dur="1" fill="hold">
                                          <p:stCondLst>
                                            <p:cond delay="0"/>
                                          </p:stCondLst>
                                        </p:cTn>
                                        <p:tgtEl>
                                          <p:spTgt spid="75"/>
                                        </p:tgtEl>
                                        <p:attrNameLst>
                                          <p:attrName>style.visibility</p:attrName>
                                        </p:attrNameLst>
                                      </p:cBhvr>
                                      <p:to>
                                        <p:strVal val="visible"/>
                                      </p:to>
                                    </p:set>
                                    <p:anim calcmode="lin" valueType="num">
                                      <p:cBhvr>
                                        <p:cTn id="72" dur="1000" fill="hold"/>
                                        <p:tgtEl>
                                          <p:spTgt spid="75"/>
                                        </p:tgtEl>
                                        <p:attrNameLst>
                                          <p:attrName>ppt_w</p:attrName>
                                        </p:attrNameLst>
                                      </p:cBhvr>
                                      <p:tavLst>
                                        <p:tav tm="0">
                                          <p:val>
                                            <p:fltVal val="0"/>
                                          </p:val>
                                        </p:tav>
                                        <p:tav tm="100000">
                                          <p:val>
                                            <p:strVal val="#ppt_w"/>
                                          </p:val>
                                        </p:tav>
                                      </p:tavLst>
                                    </p:anim>
                                    <p:anim calcmode="lin" valueType="num">
                                      <p:cBhvr>
                                        <p:cTn id="73" dur="1000" fill="hold"/>
                                        <p:tgtEl>
                                          <p:spTgt spid="75"/>
                                        </p:tgtEl>
                                        <p:attrNameLst>
                                          <p:attrName>ppt_h</p:attrName>
                                        </p:attrNameLst>
                                      </p:cBhvr>
                                      <p:tavLst>
                                        <p:tav tm="0">
                                          <p:val>
                                            <p:fltVal val="0"/>
                                          </p:val>
                                        </p:tav>
                                        <p:tav tm="100000">
                                          <p:val>
                                            <p:strVal val="#ppt_h"/>
                                          </p:val>
                                        </p:tav>
                                      </p:tavLst>
                                    </p:anim>
                                    <p:anim calcmode="lin" valueType="num">
                                      <p:cBhvr>
                                        <p:cTn id="74" dur="1000" fill="hold"/>
                                        <p:tgtEl>
                                          <p:spTgt spid="75"/>
                                        </p:tgtEl>
                                        <p:attrNameLst>
                                          <p:attrName>style.rotation</p:attrName>
                                        </p:attrNameLst>
                                      </p:cBhvr>
                                      <p:tavLst>
                                        <p:tav tm="0">
                                          <p:val>
                                            <p:fltVal val="90"/>
                                          </p:val>
                                        </p:tav>
                                        <p:tav tm="100000">
                                          <p:val>
                                            <p:fltVal val="0"/>
                                          </p:val>
                                        </p:tav>
                                      </p:tavLst>
                                    </p:anim>
                                    <p:animEffect transition="in" filter="fade">
                                      <p:cBhvr>
                                        <p:cTn id="75" dur="1000"/>
                                        <p:tgtEl>
                                          <p:spTgt spid="75"/>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wipe(left)">
                                      <p:cBhvr>
                                        <p:cTn id="80" dur="500"/>
                                        <p:tgtEl>
                                          <p:spTgt spid="1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wipe(left)">
                                      <p:cBhvr>
                                        <p:cTn id="85" dur="500"/>
                                        <p:tgtEl>
                                          <p:spTgt spid="38"/>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73"/>
                                        </p:tgtEl>
                                        <p:attrNameLst>
                                          <p:attrName>style.visibility</p:attrName>
                                        </p:attrNameLst>
                                      </p:cBhvr>
                                      <p:to>
                                        <p:strVal val="visible"/>
                                      </p:to>
                                    </p:set>
                                    <p:animEffect transition="in" filter="dissolve">
                                      <p:cBhvr>
                                        <p:cTn id="88" dur="500"/>
                                        <p:tgtEl>
                                          <p:spTgt spid="73"/>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xit" presetSubtype="32" fill="hold" grpId="1" nodeType="clickEffect">
                                  <p:stCondLst>
                                    <p:cond delay="0"/>
                                  </p:stCondLst>
                                  <p:childTnLst>
                                    <p:anim calcmode="lin" valueType="num">
                                      <p:cBhvr>
                                        <p:cTn id="92" dur="500"/>
                                        <p:tgtEl>
                                          <p:spTgt spid="75"/>
                                        </p:tgtEl>
                                        <p:attrNameLst>
                                          <p:attrName>ppt_w</p:attrName>
                                        </p:attrNameLst>
                                      </p:cBhvr>
                                      <p:tavLst>
                                        <p:tav tm="0">
                                          <p:val>
                                            <p:strVal val="ppt_w"/>
                                          </p:val>
                                        </p:tav>
                                        <p:tav tm="100000">
                                          <p:val>
                                            <p:fltVal val="0"/>
                                          </p:val>
                                        </p:tav>
                                      </p:tavLst>
                                    </p:anim>
                                    <p:anim calcmode="lin" valueType="num">
                                      <p:cBhvr>
                                        <p:cTn id="93" dur="500"/>
                                        <p:tgtEl>
                                          <p:spTgt spid="75"/>
                                        </p:tgtEl>
                                        <p:attrNameLst>
                                          <p:attrName>ppt_h</p:attrName>
                                        </p:attrNameLst>
                                      </p:cBhvr>
                                      <p:tavLst>
                                        <p:tav tm="0">
                                          <p:val>
                                            <p:strVal val="ppt_h"/>
                                          </p:val>
                                        </p:tav>
                                        <p:tav tm="100000">
                                          <p:val>
                                            <p:fltVal val="0"/>
                                          </p:val>
                                        </p:tav>
                                      </p:tavLst>
                                    </p:anim>
                                    <p:animEffect transition="out" filter="fade">
                                      <p:cBhvr>
                                        <p:cTn id="94" dur="500"/>
                                        <p:tgtEl>
                                          <p:spTgt spid="75"/>
                                        </p:tgtEl>
                                      </p:cBhvr>
                                    </p:animEffect>
                                    <p:set>
                                      <p:cBhvr>
                                        <p:cTn id="95" dur="1" fill="hold">
                                          <p:stCondLst>
                                            <p:cond delay="499"/>
                                          </p:stCondLst>
                                        </p:cTn>
                                        <p:tgtEl>
                                          <p:spTgt spid="75"/>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9" presetClass="entr" presetSubtype="0" fill="hold" nodeType="clickEffect">
                                  <p:stCondLst>
                                    <p:cond delay="0"/>
                                  </p:stCondLst>
                                  <p:childTnLst>
                                    <p:set>
                                      <p:cBhvr>
                                        <p:cTn id="99" dur="1" fill="hold">
                                          <p:stCondLst>
                                            <p:cond delay="0"/>
                                          </p:stCondLst>
                                        </p:cTn>
                                        <p:tgtEl>
                                          <p:spTgt spid="50"/>
                                        </p:tgtEl>
                                        <p:attrNameLst>
                                          <p:attrName>style.visibility</p:attrName>
                                        </p:attrNameLst>
                                      </p:cBhvr>
                                      <p:to>
                                        <p:strVal val="visible"/>
                                      </p:to>
                                    </p:set>
                                    <p:animEffect transition="in" filter="dissolve">
                                      <p:cBhvr>
                                        <p:cTn id="100" dur="500"/>
                                        <p:tgtEl>
                                          <p:spTgt spid="50"/>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60"/>
                                        </p:tgtEl>
                                        <p:attrNameLst>
                                          <p:attrName>style.visibility</p:attrName>
                                        </p:attrNameLst>
                                      </p:cBhvr>
                                      <p:to>
                                        <p:strVal val="visible"/>
                                      </p:to>
                                    </p:set>
                                    <p:animEffect transition="in" filter="dissolve">
                                      <p:cBhvr>
                                        <p:cTn id="103" dur="500"/>
                                        <p:tgtEl>
                                          <p:spTgt spid="60"/>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nodeType="clickEffect">
                                  <p:stCondLst>
                                    <p:cond delay="0"/>
                                  </p:stCondLst>
                                  <p:childTnLst>
                                    <p:set>
                                      <p:cBhvr>
                                        <p:cTn id="107" dur="1" fill="hold">
                                          <p:stCondLst>
                                            <p:cond delay="0"/>
                                          </p:stCondLst>
                                        </p:cTn>
                                        <p:tgtEl>
                                          <p:spTgt spid="70"/>
                                        </p:tgtEl>
                                        <p:attrNameLst>
                                          <p:attrName>style.visibility</p:attrName>
                                        </p:attrNameLst>
                                      </p:cBhvr>
                                      <p:to>
                                        <p:strVal val="visible"/>
                                      </p:to>
                                    </p:set>
                                    <p:animEffect transition="in" filter="wipe(down)">
                                      <p:cBhvr>
                                        <p:cTn id="108" dur="500"/>
                                        <p:tgtEl>
                                          <p:spTgt spid="70"/>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7"/>
                                        </p:tgtEl>
                                        <p:attrNameLst>
                                          <p:attrName>style.visibility</p:attrName>
                                        </p:attrNameLst>
                                      </p:cBhvr>
                                      <p:to>
                                        <p:strVal val="visible"/>
                                      </p:to>
                                    </p:set>
                                    <p:animEffect transition="in" filter="wipe(left)">
                                      <p:cBhvr>
                                        <p:cTn id="113" dur="500"/>
                                        <p:tgtEl>
                                          <p:spTgt spid="7"/>
                                        </p:tgtEl>
                                      </p:cBhvr>
                                    </p:animEffec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53" grpId="0" animBg="1" autoUpdateAnimBg="0"/>
      <p:bldP spid="60" grpId="0" animBg="1"/>
      <p:bldP spid="61" grpId="0" animBg="1"/>
      <p:bldP spid="73" grpId="0" animBg="1"/>
      <p:bldP spid="74" grpId="0" animBg="1"/>
      <p:bldP spid="75" grpId="0" animBg="1"/>
      <p:bldP spid="75" grpId="1" animBg="1"/>
      <p:bldP spid="7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E649268-07BA-B987-811B-9E43C38E7F5E}"/>
              </a:ext>
            </a:extLst>
          </p:cNvPr>
          <p:cNvSpPr>
            <a:spLocks noGrp="1"/>
          </p:cNvSpPr>
          <p:nvPr>
            <p:ph type="dt" sz="half" idx="10"/>
          </p:nvPr>
        </p:nvSpPr>
        <p:spPr/>
        <p:txBody>
          <a:bodyPr/>
          <a:lstStyle/>
          <a:p>
            <a:fld id="{A12472DA-56E2-CD48-8068-82AE9D9E722E}" type="datetime1">
              <a:rPr lang="en-US" altLang="zh-CN" smtClean="0"/>
              <a:t>10/14/25</a:t>
            </a:fld>
            <a:endParaRPr lang="en-US"/>
          </a:p>
        </p:txBody>
      </p:sp>
      <p:sp>
        <p:nvSpPr>
          <p:cNvPr id="3" name="页脚占位符 2">
            <a:extLst>
              <a:ext uri="{FF2B5EF4-FFF2-40B4-BE49-F238E27FC236}">
                <a16:creationId xmlns:a16="http://schemas.microsoft.com/office/drawing/2014/main" id="{B7DCBB76-DC9C-6131-3ED9-09B173163372}"/>
              </a:ext>
            </a:extLst>
          </p:cNvPr>
          <p:cNvSpPr>
            <a:spLocks noGrp="1"/>
          </p:cNvSpPr>
          <p:nvPr>
            <p:ph type="ftr" sz="quarter" idx="11"/>
          </p:nvPr>
        </p:nvSpPr>
        <p:spPr/>
        <p:txBody>
          <a:bodyPr/>
          <a:lstStyle/>
          <a:p>
            <a:r>
              <a:rPr lang="zh-CN" altLang="en-US"/>
              <a:t>工程制图第</a:t>
            </a:r>
            <a:r>
              <a:rPr lang="en-US" altLang="zh-CN"/>
              <a:t>8</a:t>
            </a:r>
            <a:r>
              <a:rPr lang="zh-CN" altLang="en-US"/>
              <a:t>讲</a:t>
            </a:r>
            <a:endParaRPr lang="en-US"/>
          </a:p>
        </p:txBody>
      </p:sp>
      <p:sp>
        <p:nvSpPr>
          <p:cNvPr id="4" name="灯片编号占位符 3">
            <a:extLst>
              <a:ext uri="{FF2B5EF4-FFF2-40B4-BE49-F238E27FC236}">
                <a16:creationId xmlns:a16="http://schemas.microsoft.com/office/drawing/2014/main" id="{25E83FF1-5793-2456-95E6-700600D530F6}"/>
              </a:ext>
            </a:extLst>
          </p:cNvPr>
          <p:cNvSpPr>
            <a:spLocks noGrp="1"/>
          </p:cNvSpPr>
          <p:nvPr>
            <p:ph type="sldNum" sz="quarter" idx="12"/>
          </p:nvPr>
        </p:nvSpPr>
        <p:spPr/>
        <p:txBody>
          <a:bodyPr/>
          <a:lstStyle/>
          <a:p>
            <a:fld id="{558F952B-8205-4A3F-8B8C-DB9DCBA03AAE}" type="slidenum">
              <a:rPr lang="en-US" smtClean="0"/>
              <a:t>30</a:t>
            </a:fld>
            <a:endParaRPr lang="en-US" dirty="0"/>
          </a:p>
        </p:txBody>
      </p:sp>
      <p:sp>
        <p:nvSpPr>
          <p:cNvPr id="5" name="Freeform 2">
            <a:extLst>
              <a:ext uri="{FF2B5EF4-FFF2-40B4-BE49-F238E27FC236}">
                <a16:creationId xmlns:a16="http://schemas.microsoft.com/office/drawing/2014/main" id="{6E8F90AB-20D1-BA66-87A4-CEBA2BD462D0}"/>
              </a:ext>
            </a:extLst>
          </p:cNvPr>
          <p:cNvSpPr>
            <a:spLocks/>
          </p:cNvSpPr>
          <p:nvPr/>
        </p:nvSpPr>
        <p:spPr bwMode="auto">
          <a:xfrm>
            <a:off x="2519012" y="3645704"/>
            <a:ext cx="2100263" cy="1208087"/>
          </a:xfrm>
          <a:custGeom>
            <a:avLst/>
            <a:gdLst>
              <a:gd name="T0" fmla="*/ 0 w 1323"/>
              <a:gd name="T1" fmla="*/ 761 h 761"/>
              <a:gd name="T2" fmla="*/ 1323 w 1323"/>
              <a:gd name="T3" fmla="*/ 0 h 761"/>
            </a:gdLst>
            <a:ahLst/>
            <a:cxnLst>
              <a:cxn ang="0">
                <a:pos x="T0" y="T1"/>
              </a:cxn>
              <a:cxn ang="0">
                <a:pos x="T2" y="T3"/>
              </a:cxn>
            </a:cxnLst>
            <a:rect l="0" t="0" r="r" b="b"/>
            <a:pathLst>
              <a:path w="1323" h="761">
                <a:moveTo>
                  <a:pt x="0" y="761"/>
                </a:moveTo>
                <a:lnTo>
                  <a:pt x="1323" y="0"/>
                </a:ln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000000"/>
                  </a:outerShdw>
                </a:effectLst>
              </a14:hiddenEffects>
            </a:ext>
          </a:extLst>
        </p:spPr>
        <p:txBody>
          <a:bodyPr wrap="none" anchor="ctr"/>
          <a:lstStyle/>
          <a:p>
            <a:endParaRPr lang="en-US"/>
          </a:p>
        </p:txBody>
      </p:sp>
      <p:sp>
        <p:nvSpPr>
          <p:cNvPr id="6" name="Line 3">
            <a:extLst>
              <a:ext uri="{FF2B5EF4-FFF2-40B4-BE49-F238E27FC236}">
                <a16:creationId xmlns:a16="http://schemas.microsoft.com/office/drawing/2014/main" id="{4BF5E42A-BA06-B682-A9F9-CCD860F01F39}"/>
              </a:ext>
            </a:extLst>
          </p:cNvPr>
          <p:cNvSpPr>
            <a:spLocks noChangeShapeType="1"/>
          </p:cNvSpPr>
          <p:nvPr/>
        </p:nvSpPr>
        <p:spPr bwMode="auto">
          <a:xfrm flipV="1">
            <a:off x="4598637" y="1412091"/>
            <a:ext cx="0" cy="22860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 name="Line 4">
            <a:extLst>
              <a:ext uri="{FF2B5EF4-FFF2-40B4-BE49-F238E27FC236}">
                <a16:creationId xmlns:a16="http://schemas.microsoft.com/office/drawing/2014/main" id="{AA74CDBD-112B-31F3-83C6-3963F30F83EC}"/>
              </a:ext>
            </a:extLst>
          </p:cNvPr>
          <p:cNvSpPr>
            <a:spLocks noChangeShapeType="1"/>
          </p:cNvSpPr>
          <p:nvPr/>
        </p:nvSpPr>
        <p:spPr bwMode="auto">
          <a:xfrm>
            <a:off x="2747612" y="2729716"/>
            <a:ext cx="1981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 name="Line 5">
            <a:extLst>
              <a:ext uri="{FF2B5EF4-FFF2-40B4-BE49-F238E27FC236}">
                <a16:creationId xmlns:a16="http://schemas.microsoft.com/office/drawing/2014/main" id="{16D22577-5B20-D2FC-0CFB-65DF0CD7E4B8}"/>
              </a:ext>
            </a:extLst>
          </p:cNvPr>
          <p:cNvSpPr>
            <a:spLocks noChangeShapeType="1"/>
          </p:cNvSpPr>
          <p:nvPr/>
        </p:nvSpPr>
        <p:spPr bwMode="auto">
          <a:xfrm>
            <a:off x="2747612" y="2729716"/>
            <a:ext cx="0" cy="11430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9" name="Line 6">
            <a:extLst>
              <a:ext uri="{FF2B5EF4-FFF2-40B4-BE49-F238E27FC236}">
                <a16:creationId xmlns:a16="http://schemas.microsoft.com/office/drawing/2014/main" id="{A940A960-8077-3AEC-6D70-9DD6A782F756}"/>
              </a:ext>
            </a:extLst>
          </p:cNvPr>
          <p:cNvSpPr>
            <a:spLocks noChangeShapeType="1"/>
          </p:cNvSpPr>
          <p:nvPr/>
        </p:nvSpPr>
        <p:spPr bwMode="auto">
          <a:xfrm>
            <a:off x="4728812" y="2729716"/>
            <a:ext cx="0" cy="1676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10" name="Text Box 7">
            <a:extLst>
              <a:ext uri="{FF2B5EF4-FFF2-40B4-BE49-F238E27FC236}">
                <a16:creationId xmlns:a16="http://schemas.microsoft.com/office/drawing/2014/main" id="{3441F278-D6C7-326C-926A-A34BA74BADE8}"/>
              </a:ext>
            </a:extLst>
          </p:cNvPr>
          <p:cNvSpPr txBox="1">
            <a:spLocks noChangeArrowheads="1"/>
          </p:cNvSpPr>
          <p:nvPr/>
        </p:nvSpPr>
        <p:spPr bwMode="auto">
          <a:xfrm>
            <a:off x="4655787" y="2424916"/>
            <a:ext cx="4302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sym typeface="CommercialPi BT" charset="0"/>
              </a:rPr>
              <a:t>b</a:t>
            </a:r>
            <a:r>
              <a:rPr lang="en-US" altLang="zh-CN" sz="2400" i="1" dirty="0">
                <a:sym typeface="Symbol" charset="2"/>
              </a:rPr>
              <a:t></a:t>
            </a:r>
          </a:p>
        </p:txBody>
      </p:sp>
      <p:sp>
        <p:nvSpPr>
          <p:cNvPr id="11" name="Text Box 8">
            <a:extLst>
              <a:ext uri="{FF2B5EF4-FFF2-40B4-BE49-F238E27FC236}">
                <a16:creationId xmlns:a16="http://schemas.microsoft.com/office/drawing/2014/main" id="{17D819F2-D77F-75DA-0B65-615E3592851F}"/>
              </a:ext>
            </a:extLst>
          </p:cNvPr>
          <p:cNvSpPr txBox="1">
            <a:spLocks noChangeArrowheads="1"/>
          </p:cNvSpPr>
          <p:nvPr/>
        </p:nvSpPr>
        <p:spPr bwMode="auto">
          <a:xfrm>
            <a:off x="2598387" y="2346484"/>
            <a:ext cx="41870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sym typeface="CommercialPi BT" charset="0"/>
              </a:rPr>
              <a:t>a</a:t>
            </a:r>
            <a:r>
              <a:rPr lang="en-US" altLang="zh-CN" sz="2400" i="1" dirty="0">
                <a:sym typeface="Symbol" charset="2"/>
              </a:rPr>
              <a:t></a:t>
            </a:r>
          </a:p>
        </p:txBody>
      </p:sp>
      <p:sp>
        <p:nvSpPr>
          <p:cNvPr id="12" name="Line 9">
            <a:extLst>
              <a:ext uri="{FF2B5EF4-FFF2-40B4-BE49-F238E27FC236}">
                <a16:creationId xmlns:a16="http://schemas.microsoft.com/office/drawing/2014/main" id="{CF105A89-3C56-8FF6-B5C6-276FA806C0C9}"/>
              </a:ext>
            </a:extLst>
          </p:cNvPr>
          <p:cNvSpPr>
            <a:spLocks noChangeShapeType="1"/>
          </p:cNvSpPr>
          <p:nvPr/>
        </p:nvSpPr>
        <p:spPr bwMode="auto">
          <a:xfrm>
            <a:off x="1984025" y="3490129"/>
            <a:ext cx="3811587"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13" name="Line 10">
            <a:extLst>
              <a:ext uri="{FF2B5EF4-FFF2-40B4-BE49-F238E27FC236}">
                <a16:creationId xmlns:a16="http://schemas.microsoft.com/office/drawing/2014/main" id="{8F1BDD87-616E-0A43-955F-F32433F7EE99}"/>
              </a:ext>
            </a:extLst>
          </p:cNvPr>
          <p:cNvSpPr>
            <a:spLocks noChangeShapeType="1"/>
          </p:cNvSpPr>
          <p:nvPr/>
        </p:nvSpPr>
        <p:spPr bwMode="auto">
          <a:xfrm>
            <a:off x="2747612" y="3872716"/>
            <a:ext cx="1981200" cy="5318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14" name="Text Box 11">
            <a:extLst>
              <a:ext uri="{FF2B5EF4-FFF2-40B4-BE49-F238E27FC236}">
                <a16:creationId xmlns:a16="http://schemas.microsoft.com/office/drawing/2014/main" id="{622C05E2-D483-61DA-879F-9BF00BACC42E}"/>
              </a:ext>
            </a:extLst>
          </p:cNvPr>
          <p:cNvSpPr txBox="1">
            <a:spLocks noChangeArrowheads="1"/>
          </p:cNvSpPr>
          <p:nvPr/>
        </p:nvSpPr>
        <p:spPr bwMode="auto">
          <a:xfrm>
            <a:off x="2511075" y="3718084"/>
            <a:ext cx="34657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t>a</a:t>
            </a:r>
          </a:p>
        </p:txBody>
      </p:sp>
      <p:sp>
        <p:nvSpPr>
          <p:cNvPr id="15" name="Text Box 12">
            <a:extLst>
              <a:ext uri="{FF2B5EF4-FFF2-40B4-BE49-F238E27FC236}">
                <a16:creationId xmlns:a16="http://schemas.microsoft.com/office/drawing/2014/main" id="{634D2F18-1453-5788-1D76-DA67CF243347}"/>
              </a:ext>
            </a:extLst>
          </p:cNvPr>
          <p:cNvSpPr txBox="1">
            <a:spLocks noChangeArrowheads="1"/>
          </p:cNvSpPr>
          <p:nvPr/>
        </p:nvSpPr>
        <p:spPr bwMode="auto">
          <a:xfrm>
            <a:off x="4524359" y="4323341"/>
            <a:ext cx="3540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t>b</a:t>
            </a:r>
          </a:p>
        </p:txBody>
      </p:sp>
      <p:sp>
        <p:nvSpPr>
          <p:cNvPr id="16" name="Text Box 13">
            <a:extLst>
              <a:ext uri="{FF2B5EF4-FFF2-40B4-BE49-F238E27FC236}">
                <a16:creationId xmlns:a16="http://schemas.microsoft.com/office/drawing/2014/main" id="{E2CBACFD-1AA7-9A03-815C-682AF006E23F}"/>
              </a:ext>
            </a:extLst>
          </p:cNvPr>
          <p:cNvSpPr txBox="1">
            <a:spLocks noChangeArrowheads="1"/>
          </p:cNvSpPr>
          <p:nvPr/>
        </p:nvSpPr>
        <p:spPr bwMode="auto">
          <a:xfrm>
            <a:off x="2276125" y="4634716"/>
            <a:ext cx="3190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t>c</a:t>
            </a:r>
          </a:p>
        </p:txBody>
      </p:sp>
      <p:sp>
        <p:nvSpPr>
          <p:cNvPr id="17" name="Text Box 14">
            <a:extLst>
              <a:ext uri="{FF2B5EF4-FFF2-40B4-BE49-F238E27FC236}">
                <a16:creationId xmlns:a16="http://schemas.microsoft.com/office/drawing/2014/main" id="{4620CDF2-B6F3-A25C-0F88-02D4CEEA2B12}"/>
              </a:ext>
            </a:extLst>
          </p:cNvPr>
          <p:cNvSpPr txBox="1">
            <a:spLocks noChangeArrowheads="1"/>
          </p:cNvSpPr>
          <p:nvPr/>
        </p:nvSpPr>
        <p:spPr bwMode="auto">
          <a:xfrm>
            <a:off x="4216550" y="3378335"/>
            <a:ext cx="3540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t>d</a:t>
            </a:r>
          </a:p>
        </p:txBody>
      </p:sp>
      <p:sp>
        <p:nvSpPr>
          <p:cNvPr id="18" name="Line 15">
            <a:extLst>
              <a:ext uri="{FF2B5EF4-FFF2-40B4-BE49-F238E27FC236}">
                <a16:creationId xmlns:a16="http://schemas.microsoft.com/office/drawing/2014/main" id="{4293FB43-9DD6-3437-29A4-F3D63C739FA0}"/>
              </a:ext>
            </a:extLst>
          </p:cNvPr>
          <p:cNvSpPr>
            <a:spLocks noChangeShapeType="1"/>
          </p:cNvSpPr>
          <p:nvPr/>
        </p:nvSpPr>
        <p:spPr bwMode="auto">
          <a:xfrm flipV="1">
            <a:off x="2519012" y="2120116"/>
            <a:ext cx="0" cy="274320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nvGrpSpPr>
          <p:cNvPr id="19" name="Group 16">
            <a:extLst>
              <a:ext uri="{FF2B5EF4-FFF2-40B4-BE49-F238E27FC236}">
                <a16:creationId xmlns:a16="http://schemas.microsoft.com/office/drawing/2014/main" id="{A5214E1A-9942-6982-277D-92BFF93CA9B0}"/>
              </a:ext>
            </a:extLst>
          </p:cNvPr>
          <p:cNvGrpSpPr>
            <a:grpSpLocks/>
          </p:cNvGrpSpPr>
          <p:nvPr/>
        </p:nvGrpSpPr>
        <p:grpSpPr bwMode="auto">
          <a:xfrm>
            <a:off x="2276125" y="1764516"/>
            <a:ext cx="403225" cy="523875"/>
            <a:chOff x="519" y="1360"/>
            <a:chExt cx="254" cy="330"/>
          </a:xfrm>
        </p:grpSpPr>
        <p:sp>
          <p:nvSpPr>
            <p:cNvPr id="20" name="Text Box 17">
              <a:extLst>
                <a:ext uri="{FF2B5EF4-FFF2-40B4-BE49-F238E27FC236}">
                  <a16:creationId xmlns:a16="http://schemas.microsoft.com/office/drawing/2014/main" id="{A1B97474-1B57-5DCE-D1BA-D014700C9EBF}"/>
                </a:ext>
              </a:extLst>
            </p:cNvPr>
            <p:cNvSpPr txBox="1">
              <a:spLocks noChangeArrowheads="1"/>
            </p:cNvSpPr>
            <p:nvPr/>
          </p:nvSpPr>
          <p:spPr bwMode="auto">
            <a:xfrm>
              <a:off x="576" y="1536"/>
              <a:ext cx="197"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eaLnBrk="0" hangingPunct="0"/>
              <a:r>
                <a:rPr lang="en-US" altLang="zh-CN" sz="1000" b="1">
                  <a:solidFill>
                    <a:srgbClr val="FF0000"/>
                  </a:solidFill>
                </a:rPr>
                <a:t>●</a:t>
              </a:r>
            </a:p>
          </p:txBody>
        </p:sp>
        <p:sp>
          <p:nvSpPr>
            <p:cNvPr id="21" name="Text Box 18">
              <a:extLst>
                <a:ext uri="{FF2B5EF4-FFF2-40B4-BE49-F238E27FC236}">
                  <a16:creationId xmlns:a16="http://schemas.microsoft.com/office/drawing/2014/main" id="{89B6D732-7E02-E661-B538-4C5650E7F153}"/>
                </a:ext>
              </a:extLst>
            </p:cNvPr>
            <p:cNvSpPr txBox="1">
              <a:spLocks noChangeArrowheads="1"/>
            </p:cNvSpPr>
            <p:nvPr/>
          </p:nvSpPr>
          <p:spPr bwMode="auto">
            <a:xfrm>
              <a:off x="519" y="1360"/>
              <a:ext cx="24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sym typeface="CommercialPi BT" charset="0"/>
                </a:rPr>
                <a:t>c</a:t>
              </a:r>
              <a:r>
                <a:rPr lang="en-US" altLang="zh-CN" sz="2400" i="1" dirty="0">
                  <a:sym typeface="Symbol" charset="2"/>
                </a:rPr>
                <a:t></a:t>
              </a:r>
            </a:p>
          </p:txBody>
        </p:sp>
      </p:grpSp>
      <p:sp>
        <p:nvSpPr>
          <p:cNvPr id="22" name="Freeform 19">
            <a:extLst>
              <a:ext uri="{FF2B5EF4-FFF2-40B4-BE49-F238E27FC236}">
                <a16:creationId xmlns:a16="http://schemas.microsoft.com/office/drawing/2014/main" id="{A3C7DFD9-5A1E-F0E7-3229-82421E76DCB1}"/>
              </a:ext>
            </a:extLst>
          </p:cNvPr>
          <p:cNvSpPr>
            <a:spLocks/>
          </p:cNvSpPr>
          <p:nvPr/>
        </p:nvSpPr>
        <p:spPr bwMode="auto">
          <a:xfrm>
            <a:off x="6095650" y="4314041"/>
            <a:ext cx="1241425" cy="1498600"/>
          </a:xfrm>
          <a:custGeom>
            <a:avLst/>
            <a:gdLst>
              <a:gd name="T0" fmla="*/ 0 w 855"/>
              <a:gd name="T1" fmla="*/ 1035 h 1035"/>
              <a:gd name="T2" fmla="*/ 855 w 855"/>
              <a:gd name="T3" fmla="*/ 0 h 1035"/>
            </a:gdLst>
            <a:ahLst/>
            <a:cxnLst>
              <a:cxn ang="0">
                <a:pos x="T0" y="T1"/>
              </a:cxn>
              <a:cxn ang="0">
                <a:pos x="T2" y="T3"/>
              </a:cxn>
            </a:cxnLst>
            <a:rect l="0" t="0" r="r" b="b"/>
            <a:pathLst>
              <a:path w="855" h="1035">
                <a:moveTo>
                  <a:pt x="0" y="1035"/>
                </a:moveTo>
                <a:lnTo>
                  <a:pt x="855" y="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000000"/>
                  </a:outerShdw>
                </a:effectLst>
              </a14:hiddenEffects>
            </a:ext>
          </a:extLst>
        </p:spPr>
        <p:txBody>
          <a:bodyPr wrap="none" anchor="ctr"/>
          <a:lstStyle/>
          <a:p>
            <a:endParaRPr lang="en-US"/>
          </a:p>
        </p:txBody>
      </p:sp>
      <p:sp>
        <p:nvSpPr>
          <p:cNvPr id="23" name="Freeform 20">
            <a:extLst>
              <a:ext uri="{FF2B5EF4-FFF2-40B4-BE49-F238E27FC236}">
                <a16:creationId xmlns:a16="http://schemas.microsoft.com/office/drawing/2014/main" id="{21A0FF85-0AB6-C9F7-6C96-AB9C406C3846}"/>
              </a:ext>
            </a:extLst>
          </p:cNvPr>
          <p:cNvSpPr>
            <a:spLocks/>
          </p:cNvSpPr>
          <p:nvPr/>
        </p:nvSpPr>
        <p:spPr bwMode="auto">
          <a:xfrm>
            <a:off x="5948012" y="4741079"/>
            <a:ext cx="671513" cy="452437"/>
          </a:xfrm>
          <a:custGeom>
            <a:avLst/>
            <a:gdLst>
              <a:gd name="T0" fmla="*/ 0 w 423"/>
              <a:gd name="T1" fmla="*/ 0 h 285"/>
              <a:gd name="T2" fmla="*/ 423 w 423"/>
              <a:gd name="T3" fmla="*/ 285 h 285"/>
            </a:gdLst>
            <a:ahLst/>
            <a:cxnLst>
              <a:cxn ang="0">
                <a:pos x="T0" y="T1"/>
              </a:cxn>
              <a:cxn ang="0">
                <a:pos x="T2" y="T3"/>
              </a:cxn>
            </a:cxnLst>
            <a:rect l="0" t="0" r="r" b="b"/>
            <a:pathLst>
              <a:path w="423" h="285">
                <a:moveTo>
                  <a:pt x="0" y="0"/>
                </a:moveTo>
                <a:lnTo>
                  <a:pt x="423" y="285"/>
                </a:lnTo>
              </a:path>
            </a:pathLst>
          </a:custGeom>
          <a:noFill/>
          <a:ln w="38100" cap="flat" cmpd="sng">
            <a:solidFill>
              <a:srgbClr val="008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000000"/>
                  </a:outerShdw>
                </a:effectLst>
              </a14:hiddenEffects>
            </a:ext>
          </a:extLst>
        </p:spPr>
        <p:txBody>
          <a:bodyPr wrap="none" anchor="ctr"/>
          <a:lstStyle/>
          <a:p>
            <a:endParaRPr lang="en-US"/>
          </a:p>
        </p:txBody>
      </p:sp>
      <p:sp>
        <p:nvSpPr>
          <p:cNvPr id="24" name="Freeform 21">
            <a:extLst>
              <a:ext uri="{FF2B5EF4-FFF2-40B4-BE49-F238E27FC236}">
                <a16:creationId xmlns:a16="http://schemas.microsoft.com/office/drawing/2014/main" id="{AD8ADC3A-AB5D-D71D-627E-B2A458E9D9D3}"/>
              </a:ext>
            </a:extLst>
          </p:cNvPr>
          <p:cNvSpPr>
            <a:spLocks/>
          </p:cNvSpPr>
          <p:nvPr/>
        </p:nvSpPr>
        <p:spPr bwMode="auto">
          <a:xfrm>
            <a:off x="2519012" y="4863316"/>
            <a:ext cx="3616325" cy="963613"/>
          </a:xfrm>
          <a:custGeom>
            <a:avLst/>
            <a:gdLst>
              <a:gd name="T0" fmla="*/ 0 w 2433"/>
              <a:gd name="T1" fmla="*/ 0 h 643"/>
              <a:gd name="T2" fmla="*/ 2433 w 2433"/>
              <a:gd name="T3" fmla="*/ 643 h 643"/>
            </a:gdLst>
            <a:ahLst/>
            <a:cxnLst>
              <a:cxn ang="0">
                <a:pos x="T0" y="T1"/>
              </a:cxn>
              <a:cxn ang="0">
                <a:pos x="T2" y="T3"/>
              </a:cxn>
            </a:cxnLst>
            <a:rect l="0" t="0" r="r" b="b"/>
            <a:pathLst>
              <a:path w="2433" h="643">
                <a:moveTo>
                  <a:pt x="0" y="0"/>
                </a:moveTo>
                <a:lnTo>
                  <a:pt x="2433" y="643"/>
                </a:ln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000000"/>
                  </a:outerShdw>
                </a:effectLst>
              </a14:hiddenEffects>
            </a:ext>
          </a:extLst>
        </p:spPr>
        <p:txBody>
          <a:bodyPr wrap="none" anchor="ctr"/>
          <a:lstStyle/>
          <a:p>
            <a:endParaRPr lang="en-US"/>
          </a:p>
        </p:txBody>
      </p:sp>
      <p:sp>
        <p:nvSpPr>
          <p:cNvPr id="25" name="Freeform 22">
            <a:extLst>
              <a:ext uri="{FF2B5EF4-FFF2-40B4-BE49-F238E27FC236}">
                <a16:creationId xmlns:a16="http://schemas.microsoft.com/office/drawing/2014/main" id="{A357D61A-817D-418A-4A41-001E511428D5}"/>
              </a:ext>
            </a:extLst>
          </p:cNvPr>
          <p:cNvSpPr>
            <a:spLocks/>
          </p:cNvSpPr>
          <p:nvPr/>
        </p:nvSpPr>
        <p:spPr bwMode="auto">
          <a:xfrm>
            <a:off x="6081362" y="4336266"/>
            <a:ext cx="1238250" cy="1493838"/>
          </a:xfrm>
          <a:custGeom>
            <a:avLst/>
            <a:gdLst>
              <a:gd name="T0" fmla="*/ 0 w 780"/>
              <a:gd name="T1" fmla="*/ 941 h 941"/>
              <a:gd name="T2" fmla="*/ 780 w 780"/>
              <a:gd name="T3" fmla="*/ 0 h 941"/>
            </a:gdLst>
            <a:ahLst/>
            <a:cxnLst>
              <a:cxn ang="0">
                <a:pos x="T0" y="T1"/>
              </a:cxn>
              <a:cxn ang="0">
                <a:pos x="T2" y="T3"/>
              </a:cxn>
            </a:cxnLst>
            <a:rect l="0" t="0" r="r" b="b"/>
            <a:pathLst>
              <a:path w="780" h="941">
                <a:moveTo>
                  <a:pt x="0" y="941"/>
                </a:moveTo>
                <a:lnTo>
                  <a:pt x="780" y="0"/>
                </a:ln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000000"/>
                  </a:outerShdw>
                </a:effectLst>
              </a14:hiddenEffects>
            </a:ext>
          </a:extLst>
        </p:spPr>
        <p:txBody>
          <a:bodyPr wrap="none" anchor="ctr"/>
          <a:lstStyle/>
          <a:p>
            <a:endParaRPr lang="en-US"/>
          </a:p>
        </p:txBody>
      </p:sp>
      <p:sp>
        <p:nvSpPr>
          <p:cNvPr id="26" name="Freeform 23">
            <a:extLst>
              <a:ext uri="{FF2B5EF4-FFF2-40B4-BE49-F238E27FC236}">
                <a16:creationId xmlns:a16="http://schemas.microsoft.com/office/drawing/2014/main" id="{A817B883-490A-CDB9-E674-A018990167CF}"/>
              </a:ext>
            </a:extLst>
          </p:cNvPr>
          <p:cNvSpPr>
            <a:spLocks/>
          </p:cNvSpPr>
          <p:nvPr/>
        </p:nvSpPr>
        <p:spPr bwMode="auto">
          <a:xfrm>
            <a:off x="4728812" y="4407704"/>
            <a:ext cx="1557338" cy="404812"/>
          </a:xfrm>
          <a:custGeom>
            <a:avLst/>
            <a:gdLst>
              <a:gd name="T0" fmla="*/ 0 w 981"/>
              <a:gd name="T1" fmla="*/ 0 h 255"/>
              <a:gd name="T2" fmla="*/ 981 w 981"/>
              <a:gd name="T3" fmla="*/ 255 h 255"/>
            </a:gdLst>
            <a:ahLst/>
            <a:cxnLst>
              <a:cxn ang="0">
                <a:pos x="T0" y="T1"/>
              </a:cxn>
              <a:cxn ang="0">
                <a:pos x="T2" y="T3"/>
              </a:cxn>
            </a:cxnLst>
            <a:rect l="0" t="0" r="r" b="b"/>
            <a:pathLst>
              <a:path w="981" h="255">
                <a:moveTo>
                  <a:pt x="0" y="0"/>
                </a:moveTo>
                <a:lnTo>
                  <a:pt x="981" y="255"/>
                </a:lnTo>
              </a:path>
            </a:pathLst>
          </a:custGeom>
          <a:noFill/>
          <a:ln w="12700"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000000"/>
                  </a:outerShdw>
                </a:effectLst>
              </a14:hiddenEffects>
            </a:ext>
          </a:extLst>
        </p:spPr>
        <p:txBody>
          <a:bodyPr wrap="none" anchor="ctr"/>
          <a:lstStyle/>
          <a:p>
            <a:endParaRPr lang="en-US"/>
          </a:p>
        </p:txBody>
      </p:sp>
      <p:sp>
        <p:nvSpPr>
          <p:cNvPr id="27" name="Line 24">
            <a:extLst>
              <a:ext uri="{FF2B5EF4-FFF2-40B4-BE49-F238E27FC236}">
                <a16:creationId xmlns:a16="http://schemas.microsoft.com/office/drawing/2014/main" id="{95EE1AC2-56BB-D14F-CA30-0495A6BB99A0}"/>
              </a:ext>
            </a:extLst>
          </p:cNvPr>
          <p:cNvSpPr>
            <a:spLocks noChangeShapeType="1"/>
          </p:cNvSpPr>
          <p:nvPr/>
        </p:nvSpPr>
        <p:spPr bwMode="auto">
          <a:xfrm>
            <a:off x="4576412" y="3644116"/>
            <a:ext cx="2740025" cy="70326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nvGrpSpPr>
          <p:cNvPr id="28" name="Group 25">
            <a:extLst>
              <a:ext uri="{FF2B5EF4-FFF2-40B4-BE49-F238E27FC236}">
                <a16:creationId xmlns:a16="http://schemas.microsoft.com/office/drawing/2014/main" id="{901C4C85-0FB0-BF6A-096B-E17C8C1FCA69}"/>
              </a:ext>
            </a:extLst>
          </p:cNvPr>
          <p:cNvGrpSpPr>
            <a:grpSpLocks/>
          </p:cNvGrpSpPr>
          <p:nvPr/>
        </p:nvGrpSpPr>
        <p:grpSpPr bwMode="auto">
          <a:xfrm>
            <a:off x="4728812" y="2729716"/>
            <a:ext cx="1247775" cy="2011363"/>
            <a:chOff x="2064" y="1968"/>
            <a:chExt cx="786" cy="1267"/>
          </a:xfrm>
        </p:grpSpPr>
        <p:sp>
          <p:nvSpPr>
            <p:cNvPr id="29" name="Line 26">
              <a:extLst>
                <a:ext uri="{FF2B5EF4-FFF2-40B4-BE49-F238E27FC236}">
                  <a16:creationId xmlns:a16="http://schemas.microsoft.com/office/drawing/2014/main" id="{41A0FF30-D68A-B79C-D804-683FF2FE7D35}"/>
                </a:ext>
              </a:extLst>
            </p:cNvPr>
            <p:cNvSpPr>
              <a:spLocks noChangeShapeType="1"/>
            </p:cNvSpPr>
            <p:nvPr/>
          </p:nvSpPr>
          <p:spPr bwMode="auto">
            <a:xfrm>
              <a:off x="2064" y="1968"/>
              <a:ext cx="0" cy="480"/>
            </a:xfrm>
            <a:prstGeom prst="line">
              <a:avLst/>
            </a:prstGeom>
            <a:noFill/>
            <a:ln w="38100">
              <a:solidFill>
                <a:srgbClr val="CC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0" name="Freeform 27">
              <a:extLst>
                <a:ext uri="{FF2B5EF4-FFF2-40B4-BE49-F238E27FC236}">
                  <a16:creationId xmlns:a16="http://schemas.microsoft.com/office/drawing/2014/main" id="{92DD3BA2-140C-BB87-DA28-A5F16D11D673}"/>
                </a:ext>
              </a:extLst>
            </p:cNvPr>
            <p:cNvSpPr>
              <a:spLocks/>
            </p:cNvSpPr>
            <p:nvPr/>
          </p:nvSpPr>
          <p:spPr bwMode="auto">
            <a:xfrm>
              <a:off x="2340" y="3100"/>
              <a:ext cx="510" cy="135"/>
            </a:xfrm>
            <a:custGeom>
              <a:avLst/>
              <a:gdLst>
                <a:gd name="T0" fmla="*/ 0 w 510"/>
                <a:gd name="T1" fmla="*/ 0 h 135"/>
                <a:gd name="T2" fmla="*/ 510 w 510"/>
                <a:gd name="T3" fmla="*/ 135 h 135"/>
              </a:gdLst>
              <a:ahLst/>
              <a:cxnLst>
                <a:cxn ang="0">
                  <a:pos x="T0" y="T1"/>
                </a:cxn>
                <a:cxn ang="0">
                  <a:pos x="T2" y="T3"/>
                </a:cxn>
              </a:cxnLst>
              <a:rect l="0" t="0" r="r" b="b"/>
              <a:pathLst>
                <a:path w="510" h="135">
                  <a:moveTo>
                    <a:pt x="0" y="0"/>
                  </a:moveTo>
                  <a:lnTo>
                    <a:pt x="510" y="135"/>
                  </a:lnTo>
                </a:path>
              </a:pathLst>
            </a:custGeom>
            <a:noFill/>
            <a:ln w="38100" cap="flat" cmpd="sng">
              <a:solidFill>
                <a:srgbClr val="CC00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000000"/>
                    </a:outerShdw>
                  </a:effectLst>
                </a14:hiddenEffects>
              </a:ext>
            </a:extLst>
          </p:spPr>
          <p:txBody>
            <a:bodyPr wrap="none" anchor="ctr"/>
            <a:lstStyle/>
            <a:p>
              <a:endParaRPr lang="en-US"/>
            </a:p>
          </p:txBody>
        </p:sp>
      </p:grpSp>
      <p:grpSp>
        <p:nvGrpSpPr>
          <p:cNvPr id="31" name="Group 28">
            <a:extLst>
              <a:ext uri="{FF2B5EF4-FFF2-40B4-BE49-F238E27FC236}">
                <a16:creationId xmlns:a16="http://schemas.microsoft.com/office/drawing/2014/main" id="{83017E7B-777B-8A70-A26D-4B3FC0B258BD}"/>
              </a:ext>
            </a:extLst>
          </p:cNvPr>
          <p:cNvGrpSpPr>
            <a:grpSpLocks/>
          </p:cNvGrpSpPr>
          <p:nvPr/>
        </p:nvGrpSpPr>
        <p:grpSpPr bwMode="auto">
          <a:xfrm>
            <a:off x="2519012" y="2196316"/>
            <a:ext cx="3562350" cy="3449638"/>
            <a:chOff x="672" y="1632"/>
            <a:chExt cx="2244" cy="2173"/>
          </a:xfrm>
        </p:grpSpPr>
        <p:sp>
          <p:nvSpPr>
            <p:cNvPr id="32" name="Line 29">
              <a:extLst>
                <a:ext uri="{FF2B5EF4-FFF2-40B4-BE49-F238E27FC236}">
                  <a16:creationId xmlns:a16="http://schemas.microsoft.com/office/drawing/2014/main" id="{9E200213-CBDC-1DE7-988E-A471F6EC8FEB}"/>
                </a:ext>
              </a:extLst>
            </p:cNvPr>
            <p:cNvSpPr>
              <a:spLocks noChangeShapeType="1"/>
            </p:cNvSpPr>
            <p:nvPr/>
          </p:nvSpPr>
          <p:spPr bwMode="auto">
            <a:xfrm>
              <a:off x="672" y="1632"/>
              <a:ext cx="0" cy="816"/>
            </a:xfrm>
            <a:prstGeom prst="line">
              <a:avLst/>
            </a:prstGeom>
            <a:noFill/>
            <a:ln w="38100">
              <a:solidFill>
                <a:srgbClr val="CC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3" name="Line 30">
              <a:extLst>
                <a:ext uri="{FF2B5EF4-FFF2-40B4-BE49-F238E27FC236}">
                  <a16:creationId xmlns:a16="http://schemas.microsoft.com/office/drawing/2014/main" id="{DFB395FE-70F8-D1DF-6C94-574F560E792C}"/>
                </a:ext>
              </a:extLst>
            </p:cNvPr>
            <p:cNvSpPr>
              <a:spLocks noChangeShapeType="1"/>
            </p:cNvSpPr>
            <p:nvPr/>
          </p:nvSpPr>
          <p:spPr bwMode="auto">
            <a:xfrm rot="6295616">
              <a:off x="2507" y="3397"/>
              <a:ext cx="1" cy="816"/>
            </a:xfrm>
            <a:prstGeom prst="line">
              <a:avLst/>
            </a:prstGeom>
            <a:noFill/>
            <a:ln w="38100">
              <a:solidFill>
                <a:srgbClr val="CC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sp>
        <p:nvSpPr>
          <p:cNvPr id="34" name="Oval 31">
            <a:extLst>
              <a:ext uri="{FF2B5EF4-FFF2-40B4-BE49-F238E27FC236}">
                <a16:creationId xmlns:a16="http://schemas.microsoft.com/office/drawing/2014/main" id="{3E061243-4E23-F3E0-8A1E-ECEBDEAB9AFA}"/>
              </a:ext>
            </a:extLst>
          </p:cNvPr>
          <p:cNvSpPr>
            <a:spLocks noChangeArrowheads="1"/>
          </p:cNvSpPr>
          <p:nvPr/>
        </p:nvSpPr>
        <p:spPr bwMode="auto">
          <a:xfrm>
            <a:off x="5112624" y="3868408"/>
            <a:ext cx="1648188" cy="1659367"/>
          </a:xfrm>
          <a:prstGeom prst="ellipse">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 name="Freeform 32">
            <a:extLst>
              <a:ext uri="{FF2B5EF4-FFF2-40B4-BE49-F238E27FC236}">
                <a16:creationId xmlns:a16="http://schemas.microsoft.com/office/drawing/2014/main" id="{75AD6E76-3E08-5587-EEB3-F0A196478805}"/>
              </a:ext>
            </a:extLst>
          </p:cNvPr>
          <p:cNvSpPr>
            <a:spLocks/>
          </p:cNvSpPr>
          <p:nvPr/>
        </p:nvSpPr>
        <p:spPr bwMode="auto">
          <a:xfrm>
            <a:off x="3357212" y="4355316"/>
            <a:ext cx="3240088" cy="857250"/>
          </a:xfrm>
          <a:custGeom>
            <a:avLst/>
            <a:gdLst>
              <a:gd name="T0" fmla="*/ 2041 w 2041"/>
              <a:gd name="T1" fmla="*/ 540 h 540"/>
              <a:gd name="T2" fmla="*/ 0 w 2041"/>
              <a:gd name="T3" fmla="*/ 0 h 540"/>
            </a:gdLst>
            <a:ahLst/>
            <a:cxnLst>
              <a:cxn ang="0">
                <a:pos x="T0" y="T1"/>
              </a:cxn>
              <a:cxn ang="0">
                <a:pos x="T2" y="T3"/>
              </a:cxn>
            </a:cxnLst>
            <a:rect l="0" t="0" r="r" b="b"/>
            <a:pathLst>
              <a:path w="2041" h="540">
                <a:moveTo>
                  <a:pt x="2041" y="540"/>
                </a:moveTo>
                <a:lnTo>
                  <a:pt x="0" y="0"/>
                </a:ln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000000"/>
                  </a:outerShdw>
                </a:effectLst>
              </a14:hiddenEffects>
            </a:ext>
          </a:extLst>
        </p:spPr>
        <p:txBody>
          <a:bodyPr wrap="none" anchor="ctr"/>
          <a:lstStyle/>
          <a:p>
            <a:endParaRPr lang="en-US"/>
          </a:p>
        </p:txBody>
      </p:sp>
      <p:sp>
        <p:nvSpPr>
          <p:cNvPr id="36" name="Freeform 33">
            <a:extLst>
              <a:ext uri="{FF2B5EF4-FFF2-40B4-BE49-F238E27FC236}">
                <a16:creationId xmlns:a16="http://schemas.microsoft.com/office/drawing/2014/main" id="{D5A0D335-9AE7-31CF-9DAE-36CE8A929638}"/>
              </a:ext>
            </a:extLst>
          </p:cNvPr>
          <p:cNvSpPr>
            <a:spLocks/>
          </p:cNvSpPr>
          <p:nvPr/>
        </p:nvSpPr>
        <p:spPr bwMode="auto">
          <a:xfrm>
            <a:off x="3428650" y="4104491"/>
            <a:ext cx="95250" cy="238125"/>
          </a:xfrm>
          <a:custGeom>
            <a:avLst/>
            <a:gdLst>
              <a:gd name="T0" fmla="*/ 0 w 60"/>
              <a:gd name="T1" fmla="*/ 150 h 150"/>
              <a:gd name="T2" fmla="*/ 60 w 60"/>
              <a:gd name="T3" fmla="*/ 0 h 150"/>
            </a:gdLst>
            <a:ahLst/>
            <a:cxnLst>
              <a:cxn ang="0">
                <a:pos x="T0" y="T1"/>
              </a:cxn>
              <a:cxn ang="0">
                <a:pos x="T2" y="T3"/>
              </a:cxn>
            </a:cxnLst>
            <a:rect l="0" t="0" r="r" b="b"/>
            <a:pathLst>
              <a:path w="60" h="150">
                <a:moveTo>
                  <a:pt x="0" y="150"/>
                </a:moveTo>
                <a:lnTo>
                  <a:pt x="60" y="0"/>
                </a:lnTo>
              </a:path>
            </a:pathLst>
          </a:custGeom>
          <a:noFill/>
          <a:ln w="38100" cap="flat" cmpd="sng">
            <a:solidFill>
              <a:srgbClr val="008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000000"/>
                  </a:outerShdw>
                </a:effectLst>
              </a14:hiddenEffects>
            </a:ext>
          </a:extLst>
        </p:spPr>
        <p:txBody>
          <a:bodyPr wrap="none" anchor="ctr"/>
          <a:lstStyle/>
          <a:p>
            <a:endParaRPr lang="en-US"/>
          </a:p>
        </p:txBody>
      </p:sp>
      <p:sp>
        <p:nvSpPr>
          <p:cNvPr id="37" name="Line 34">
            <a:extLst>
              <a:ext uri="{FF2B5EF4-FFF2-40B4-BE49-F238E27FC236}">
                <a16:creationId xmlns:a16="http://schemas.microsoft.com/office/drawing/2014/main" id="{49430668-EF85-21ED-9DEB-02EF58FA44DA}"/>
              </a:ext>
            </a:extLst>
          </p:cNvPr>
          <p:cNvSpPr>
            <a:spLocks noChangeShapeType="1"/>
          </p:cNvSpPr>
          <p:nvPr/>
        </p:nvSpPr>
        <p:spPr bwMode="auto">
          <a:xfrm flipV="1">
            <a:off x="3509612" y="2729716"/>
            <a:ext cx="0" cy="13716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nvGrpSpPr>
          <p:cNvPr id="38" name="Group 35">
            <a:extLst>
              <a:ext uri="{FF2B5EF4-FFF2-40B4-BE49-F238E27FC236}">
                <a16:creationId xmlns:a16="http://schemas.microsoft.com/office/drawing/2014/main" id="{1CE2BD27-82B1-097F-3DA6-C47A38A7BCE8}"/>
              </a:ext>
            </a:extLst>
          </p:cNvPr>
          <p:cNvGrpSpPr>
            <a:grpSpLocks/>
          </p:cNvGrpSpPr>
          <p:nvPr/>
        </p:nvGrpSpPr>
        <p:grpSpPr bwMode="auto">
          <a:xfrm>
            <a:off x="4595462" y="1478766"/>
            <a:ext cx="2682875" cy="2863850"/>
            <a:chOff x="1980" y="1180"/>
            <a:chExt cx="1690" cy="1804"/>
          </a:xfrm>
        </p:grpSpPr>
        <p:sp>
          <p:nvSpPr>
            <p:cNvPr id="39" name="Freeform 36">
              <a:extLst>
                <a:ext uri="{FF2B5EF4-FFF2-40B4-BE49-F238E27FC236}">
                  <a16:creationId xmlns:a16="http://schemas.microsoft.com/office/drawing/2014/main" id="{F1F112B8-4715-DEF8-87B5-98B7BE937B9C}"/>
                </a:ext>
              </a:extLst>
            </p:cNvPr>
            <p:cNvSpPr>
              <a:spLocks/>
            </p:cNvSpPr>
            <p:nvPr/>
          </p:nvSpPr>
          <p:spPr bwMode="auto">
            <a:xfrm>
              <a:off x="2440" y="2669"/>
              <a:ext cx="1230" cy="315"/>
            </a:xfrm>
            <a:custGeom>
              <a:avLst/>
              <a:gdLst>
                <a:gd name="T0" fmla="*/ 0 w 1230"/>
                <a:gd name="T1" fmla="*/ 0 h 315"/>
                <a:gd name="T2" fmla="*/ 1230 w 1230"/>
                <a:gd name="T3" fmla="*/ 315 h 315"/>
              </a:gdLst>
              <a:ahLst/>
              <a:cxnLst>
                <a:cxn ang="0">
                  <a:pos x="T0" y="T1"/>
                </a:cxn>
                <a:cxn ang="0">
                  <a:pos x="T2" y="T3"/>
                </a:cxn>
              </a:cxnLst>
              <a:rect l="0" t="0" r="r" b="b"/>
              <a:pathLst>
                <a:path w="1230" h="315">
                  <a:moveTo>
                    <a:pt x="0" y="0"/>
                  </a:moveTo>
                  <a:lnTo>
                    <a:pt x="1230" y="315"/>
                  </a:lnTo>
                </a:path>
              </a:pathLst>
            </a:custGeom>
            <a:noFill/>
            <a:ln w="38100" cap="flat" cmpd="sng">
              <a:solidFill>
                <a:srgbClr val="CC0099"/>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000000"/>
                    </a:outerShdw>
                  </a:effectLst>
                </a14:hiddenEffects>
              </a:ext>
            </a:extLst>
          </p:spPr>
          <p:txBody>
            <a:bodyPr wrap="none" anchor="ctr"/>
            <a:lstStyle/>
            <a:p>
              <a:endParaRPr lang="en-US"/>
            </a:p>
          </p:txBody>
        </p:sp>
        <p:sp>
          <p:nvSpPr>
            <p:cNvPr id="40" name="Freeform 37">
              <a:extLst>
                <a:ext uri="{FF2B5EF4-FFF2-40B4-BE49-F238E27FC236}">
                  <a16:creationId xmlns:a16="http://schemas.microsoft.com/office/drawing/2014/main" id="{A5995C5C-E605-4CF8-8AF7-AD33FC8DA314}"/>
                </a:ext>
              </a:extLst>
            </p:cNvPr>
            <p:cNvSpPr>
              <a:spLocks/>
            </p:cNvSpPr>
            <p:nvPr/>
          </p:nvSpPr>
          <p:spPr bwMode="auto">
            <a:xfrm>
              <a:off x="1980" y="1180"/>
              <a:ext cx="1" cy="1275"/>
            </a:xfrm>
            <a:custGeom>
              <a:avLst/>
              <a:gdLst>
                <a:gd name="T0" fmla="*/ 1 w 1"/>
                <a:gd name="T1" fmla="*/ 0 h 1275"/>
                <a:gd name="T2" fmla="*/ 0 w 1"/>
                <a:gd name="T3" fmla="*/ 1275 h 1275"/>
              </a:gdLst>
              <a:ahLst/>
              <a:cxnLst>
                <a:cxn ang="0">
                  <a:pos x="T0" y="T1"/>
                </a:cxn>
                <a:cxn ang="0">
                  <a:pos x="T2" y="T3"/>
                </a:cxn>
              </a:cxnLst>
              <a:rect l="0" t="0" r="r" b="b"/>
              <a:pathLst>
                <a:path w="1" h="1275">
                  <a:moveTo>
                    <a:pt x="1" y="0"/>
                  </a:moveTo>
                  <a:lnTo>
                    <a:pt x="0" y="1275"/>
                  </a:lnTo>
                </a:path>
              </a:pathLst>
            </a:custGeom>
            <a:noFill/>
            <a:ln w="38100" cap="flat" cmpd="sng">
              <a:solidFill>
                <a:srgbClr val="CC0099"/>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000000"/>
                    </a:outerShdw>
                  </a:effectLst>
                </a14:hiddenEffects>
              </a:ext>
            </a:extLst>
          </p:spPr>
          <p:txBody>
            <a:bodyPr wrap="none" anchor="ctr"/>
            <a:lstStyle/>
            <a:p>
              <a:endParaRPr lang="en-US"/>
            </a:p>
          </p:txBody>
        </p:sp>
      </p:grpSp>
      <p:sp>
        <p:nvSpPr>
          <p:cNvPr id="41" name="Freeform 38">
            <a:extLst>
              <a:ext uri="{FF2B5EF4-FFF2-40B4-BE49-F238E27FC236}">
                <a16:creationId xmlns:a16="http://schemas.microsoft.com/office/drawing/2014/main" id="{8FEDD141-2826-7716-9F0A-73B0D7429868}"/>
              </a:ext>
            </a:extLst>
          </p:cNvPr>
          <p:cNvSpPr>
            <a:spLocks/>
          </p:cNvSpPr>
          <p:nvPr/>
        </p:nvSpPr>
        <p:spPr bwMode="auto">
          <a:xfrm>
            <a:off x="3431825" y="1859766"/>
            <a:ext cx="1587" cy="2479675"/>
          </a:xfrm>
          <a:custGeom>
            <a:avLst/>
            <a:gdLst>
              <a:gd name="T0" fmla="*/ 0 w 1"/>
              <a:gd name="T1" fmla="*/ 1561 h 1561"/>
              <a:gd name="T2" fmla="*/ 0 w 1"/>
              <a:gd name="T3" fmla="*/ 0 h 1561"/>
            </a:gdLst>
            <a:ahLst/>
            <a:cxnLst>
              <a:cxn ang="0">
                <a:pos x="T0" y="T1"/>
              </a:cxn>
              <a:cxn ang="0">
                <a:pos x="T2" y="T3"/>
              </a:cxn>
            </a:cxnLst>
            <a:rect l="0" t="0" r="r" b="b"/>
            <a:pathLst>
              <a:path w="1" h="1561">
                <a:moveTo>
                  <a:pt x="0" y="1561"/>
                </a:moveTo>
                <a:lnTo>
                  <a:pt x="0" y="0"/>
                </a:lnTo>
              </a:path>
            </a:pathLst>
          </a:custGeom>
          <a:noFill/>
          <a:ln w="12700"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lstStyle/>
          <a:p>
            <a:endParaRPr lang="en-US"/>
          </a:p>
        </p:txBody>
      </p:sp>
      <p:sp>
        <p:nvSpPr>
          <p:cNvPr id="42" name="Freeform 39">
            <a:extLst>
              <a:ext uri="{FF2B5EF4-FFF2-40B4-BE49-F238E27FC236}">
                <a16:creationId xmlns:a16="http://schemas.microsoft.com/office/drawing/2014/main" id="{F5C10D81-AC25-21BD-98EE-D439C2B1E34D}"/>
              </a:ext>
            </a:extLst>
          </p:cNvPr>
          <p:cNvSpPr>
            <a:spLocks/>
          </p:cNvSpPr>
          <p:nvPr/>
        </p:nvSpPr>
        <p:spPr bwMode="auto">
          <a:xfrm>
            <a:off x="3428650" y="1864529"/>
            <a:ext cx="71437" cy="865187"/>
          </a:xfrm>
          <a:custGeom>
            <a:avLst/>
            <a:gdLst>
              <a:gd name="T0" fmla="*/ 0 w 45"/>
              <a:gd name="T1" fmla="*/ 0 h 545"/>
              <a:gd name="T2" fmla="*/ 45 w 45"/>
              <a:gd name="T3" fmla="*/ 545 h 545"/>
            </a:gdLst>
            <a:ahLst/>
            <a:cxnLst>
              <a:cxn ang="0">
                <a:pos x="T0" y="T1"/>
              </a:cxn>
              <a:cxn ang="0">
                <a:pos x="T2" y="T3"/>
              </a:cxn>
            </a:cxnLst>
            <a:rect l="0" t="0" r="r" b="b"/>
            <a:pathLst>
              <a:path w="45" h="545">
                <a:moveTo>
                  <a:pt x="0" y="0"/>
                </a:moveTo>
                <a:lnTo>
                  <a:pt x="45" y="545"/>
                </a:lnTo>
              </a:path>
            </a:pathLst>
          </a:custGeom>
          <a:noFill/>
          <a:ln w="38100">
            <a:solidFill>
              <a:srgbClr val="008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3" name="Text Box 40">
            <a:extLst>
              <a:ext uri="{FF2B5EF4-FFF2-40B4-BE49-F238E27FC236}">
                <a16:creationId xmlns:a16="http://schemas.microsoft.com/office/drawing/2014/main" id="{06E77179-BF47-BD69-1DF7-2590C0D00E22}"/>
              </a:ext>
            </a:extLst>
          </p:cNvPr>
          <p:cNvSpPr txBox="1">
            <a:spLocks noChangeArrowheads="1"/>
          </p:cNvSpPr>
          <p:nvPr/>
        </p:nvSpPr>
        <p:spPr bwMode="auto">
          <a:xfrm>
            <a:off x="962475" y="360573"/>
            <a:ext cx="7891146"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nchor="ctr">
            <a:spAutoFit/>
          </a:bodyPr>
          <a:lstStyle/>
          <a:p>
            <a:pPr eaLnBrk="0" hangingPunct="0"/>
            <a:r>
              <a:rPr lang="zh-CN" altLang="en-US" sz="2400" b="1" dirty="0">
                <a:solidFill>
                  <a:srgbClr val="002060"/>
                </a:solidFill>
                <a:latin typeface="+mn-ea"/>
              </a:rPr>
              <a:t>例</a:t>
            </a:r>
            <a:r>
              <a:rPr lang="en-US" altLang="zh-CN" sz="2400" b="1">
                <a:solidFill>
                  <a:srgbClr val="002060"/>
                </a:solidFill>
                <a:latin typeface="+mn-ea"/>
              </a:rPr>
              <a:t>8.7</a:t>
            </a:r>
            <a:r>
              <a:rPr lang="zh-CN" altLang="en-US" sz="2400">
                <a:solidFill>
                  <a:srgbClr val="C00000"/>
                </a:solidFill>
                <a:sym typeface="Wingdings" panose="05000000000000000000" pitchFamily="2" charset="2"/>
              </a:rPr>
              <a:t></a:t>
            </a:r>
            <a:r>
              <a:rPr lang="zh-CN" altLang="en-US" sz="2400" dirty="0">
                <a:solidFill>
                  <a:srgbClr val="C00000"/>
                </a:solidFill>
                <a:sym typeface="Wingdings" panose="05000000000000000000" pitchFamily="2" charset="2"/>
              </a:rPr>
              <a:t></a:t>
            </a:r>
            <a:r>
              <a:rPr lang="zh-CN" altLang="en-US" sz="2400" b="1" dirty="0">
                <a:solidFill>
                  <a:srgbClr val="002060"/>
                </a:solidFill>
                <a:latin typeface="+mn-ea"/>
              </a:rPr>
              <a:t>：已知两交叉直线</a:t>
            </a:r>
            <a:r>
              <a:rPr lang="en-US" altLang="zh-CN" sz="2400" b="1" dirty="0">
                <a:solidFill>
                  <a:srgbClr val="002060"/>
                </a:solidFill>
                <a:latin typeface="+mn-ea"/>
              </a:rPr>
              <a:t>AB</a:t>
            </a:r>
            <a:r>
              <a:rPr lang="zh-CN" altLang="en-US" sz="2400" b="1" dirty="0">
                <a:solidFill>
                  <a:srgbClr val="002060"/>
                </a:solidFill>
                <a:latin typeface="+mn-ea"/>
              </a:rPr>
              <a:t>和</a:t>
            </a:r>
            <a:r>
              <a:rPr lang="en-US" altLang="zh-CN" sz="2400" b="1" dirty="0">
                <a:solidFill>
                  <a:srgbClr val="002060"/>
                </a:solidFill>
                <a:latin typeface="+mn-ea"/>
              </a:rPr>
              <a:t>CD</a:t>
            </a:r>
            <a:r>
              <a:rPr lang="zh-CN" altLang="en-US" sz="2400" b="1" dirty="0">
                <a:solidFill>
                  <a:srgbClr val="002060"/>
                </a:solidFill>
                <a:latin typeface="+mn-ea"/>
              </a:rPr>
              <a:t>的公垂线的长度 为</a:t>
            </a:r>
            <a:r>
              <a:rPr lang="en-US" altLang="zh-CN" sz="2400" b="1" dirty="0">
                <a:solidFill>
                  <a:srgbClr val="002060"/>
                </a:solidFill>
                <a:latin typeface="+mn-ea"/>
              </a:rPr>
              <a:t>MN</a:t>
            </a:r>
            <a:r>
              <a:rPr lang="zh-CN" altLang="en-US" sz="2400" b="1" dirty="0">
                <a:solidFill>
                  <a:srgbClr val="002060"/>
                </a:solidFill>
                <a:latin typeface="+mn-ea"/>
              </a:rPr>
              <a:t>，且</a:t>
            </a:r>
            <a:r>
              <a:rPr lang="en-US" altLang="zh-CN" sz="2400" b="1" dirty="0">
                <a:solidFill>
                  <a:srgbClr val="002060"/>
                </a:solidFill>
                <a:latin typeface="+mn-ea"/>
              </a:rPr>
              <a:t>AB</a:t>
            </a:r>
            <a:r>
              <a:rPr lang="zh-CN" altLang="en-US" sz="2400" b="1" dirty="0">
                <a:solidFill>
                  <a:srgbClr val="002060"/>
                </a:solidFill>
                <a:latin typeface="+mn-ea"/>
              </a:rPr>
              <a:t>为水平线，求</a:t>
            </a:r>
            <a:r>
              <a:rPr lang="en-US" altLang="zh-CN" sz="2400" b="1" dirty="0">
                <a:solidFill>
                  <a:srgbClr val="002060"/>
                </a:solidFill>
                <a:latin typeface="+mn-ea"/>
              </a:rPr>
              <a:t>CD</a:t>
            </a:r>
            <a:r>
              <a:rPr lang="zh-CN" altLang="en-US" sz="2400" b="1" dirty="0">
                <a:solidFill>
                  <a:srgbClr val="002060"/>
                </a:solidFill>
                <a:latin typeface="+mn-ea"/>
              </a:rPr>
              <a:t>及</a:t>
            </a:r>
            <a:r>
              <a:rPr lang="en-US" altLang="zh-CN" sz="2400" b="1" dirty="0">
                <a:solidFill>
                  <a:srgbClr val="002060"/>
                </a:solidFill>
                <a:latin typeface="+mn-ea"/>
              </a:rPr>
              <a:t>MN</a:t>
            </a:r>
            <a:r>
              <a:rPr lang="zh-CN" altLang="en-US" sz="2400" b="1" dirty="0">
                <a:solidFill>
                  <a:srgbClr val="002060"/>
                </a:solidFill>
                <a:latin typeface="+mn-ea"/>
              </a:rPr>
              <a:t>的投影。</a:t>
            </a:r>
            <a:r>
              <a:rPr lang="zh-CN" altLang="en-US" sz="2400" b="1" dirty="0">
                <a:solidFill>
                  <a:srgbClr val="C00000"/>
                </a:solidFill>
                <a:latin typeface="+mn-ea"/>
              </a:rPr>
              <a:t>（轨迹法）</a:t>
            </a:r>
          </a:p>
        </p:txBody>
      </p:sp>
      <p:grpSp>
        <p:nvGrpSpPr>
          <p:cNvPr id="44" name="Group 45">
            <a:extLst>
              <a:ext uri="{FF2B5EF4-FFF2-40B4-BE49-F238E27FC236}">
                <a16:creationId xmlns:a16="http://schemas.microsoft.com/office/drawing/2014/main" id="{C3986ED4-D56C-C7FF-2E91-0D325A2F93D6}"/>
              </a:ext>
            </a:extLst>
          </p:cNvPr>
          <p:cNvGrpSpPr>
            <a:grpSpLocks/>
          </p:cNvGrpSpPr>
          <p:nvPr/>
        </p:nvGrpSpPr>
        <p:grpSpPr bwMode="auto">
          <a:xfrm>
            <a:off x="3357213" y="2316966"/>
            <a:ext cx="842963" cy="528638"/>
            <a:chOff x="1200" y="1708"/>
            <a:chExt cx="531" cy="333"/>
          </a:xfrm>
        </p:grpSpPr>
        <p:sp>
          <p:nvSpPr>
            <p:cNvPr id="45" name="Text Box 46">
              <a:extLst>
                <a:ext uri="{FF2B5EF4-FFF2-40B4-BE49-F238E27FC236}">
                  <a16:creationId xmlns:a16="http://schemas.microsoft.com/office/drawing/2014/main" id="{34084D6D-EDE8-4307-3BAD-9201936DC8D0}"/>
                </a:ext>
              </a:extLst>
            </p:cNvPr>
            <p:cNvSpPr txBox="1">
              <a:spLocks noChangeArrowheads="1"/>
            </p:cNvSpPr>
            <p:nvPr/>
          </p:nvSpPr>
          <p:spPr bwMode="auto">
            <a:xfrm>
              <a:off x="1200" y="1887"/>
              <a:ext cx="192"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eaLnBrk="0" hangingPunct="0"/>
              <a:r>
                <a:rPr lang="en-US" altLang="zh-CN" sz="1000" b="1">
                  <a:solidFill>
                    <a:srgbClr val="008000"/>
                  </a:solidFill>
                </a:rPr>
                <a:t>●</a:t>
              </a:r>
            </a:p>
          </p:txBody>
        </p:sp>
        <p:sp>
          <p:nvSpPr>
            <p:cNvPr id="46" name="Text Box 47">
              <a:extLst>
                <a:ext uri="{FF2B5EF4-FFF2-40B4-BE49-F238E27FC236}">
                  <a16:creationId xmlns:a16="http://schemas.microsoft.com/office/drawing/2014/main" id="{1F18BA59-B650-9079-706E-1BC704FC03A3}"/>
                </a:ext>
              </a:extLst>
            </p:cNvPr>
            <p:cNvSpPr txBox="1">
              <a:spLocks noChangeArrowheads="1"/>
            </p:cNvSpPr>
            <p:nvPr/>
          </p:nvSpPr>
          <p:spPr bwMode="auto">
            <a:xfrm>
              <a:off x="1273" y="1708"/>
              <a:ext cx="45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pPr eaLnBrk="0" hangingPunct="0"/>
              <a:r>
                <a:rPr lang="en-US" altLang="zh-CN" sz="2400" i="1" dirty="0">
                  <a:sym typeface="CommercialPi BT" charset="0"/>
                </a:rPr>
                <a:t>m</a:t>
              </a:r>
              <a:r>
                <a:rPr lang="en-US" altLang="zh-CN" sz="2400" i="1" dirty="0">
                  <a:sym typeface="Symbol" charset="2"/>
                </a:rPr>
                <a:t></a:t>
              </a:r>
            </a:p>
          </p:txBody>
        </p:sp>
      </p:grpSp>
      <p:grpSp>
        <p:nvGrpSpPr>
          <p:cNvPr id="47" name="Group 48">
            <a:extLst>
              <a:ext uri="{FF2B5EF4-FFF2-40B4-BE49-F238E27FC236}">
                <a16:creationId xmlns:a16="http://schemas.microsoft.com/office/drawing/2014/main" id="{101D3367-CFA0-9E65-C7D4-CB8C97F9DF6A}"/>
              </a:ext>
            </a:extLst>
          </p:cNvPr>
          <p:cNvGrpSpPr>
            <a:grpSpLocks/>
          </p:cNvGrpSpPr>
          <p:nvPr/>
        </p:nvGrpSpPr>
        <p:grpSpPr bwMode="auto">
          <a:xfrm>
            <a:off x="4439093" y="1242002"/>
            <a:ext cx="604838" cy="457200"/>
            <a:chOff x="1872" y="1094"/>
            <a:chExt cx="381" cy="288"/>
          </a:xfrm>
        </p:grpSpPr>
        <p:sp>
          <p:nvSpPr>
            <p:cNvPr id="48" name="Text Box 49">
              <a:extLst>
                <a:ext uri="{FF2B5EF4-FFF2-40B4-BE49-F238E27FC236}">
                  <a16:creationId xmlns:a16="http://schemas.microsoft.com/office/drawing/2014/main" id="{B2B1F7E1-D699-1EC8-E084-F86E397C6252}"/>
                </a:ext>
              </a:extLst>
            </p:cNvPr>
            <p:cNvSpPr txBox="1">
              <a:spLocks noChangeArrowheads="1"/>
            </p:cNvSpPr>
            <p:nvPr/>
          </p:nvSpPr>
          <p:spPr bwMode="auto">
            <a:xfrm>
              <a:off x="1872" y="1161"/>
              <a:ext cx="197"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eaLnBrk="0" hangingPunct="0"/>
              <a:r>
                <a:rPr lang="en-US" altLang="zh-CN" sz="1000" b="1" dirty="0">
                  <a:solidFill>
                    <a:srgbClr val="FF0000"/>
                  </a:solidFill>
                </a:rPr>
                <a:t>●</a:t>
              </a:r>
            </a:p>
          </p:txBody>
        </p:sp>
        <p:sp>
          <p:nvSpPr>
            <p:cNvPr id="49" name="Text Box 50">
              <a:extLst>
                <a:ext uri="{FF2B5EF4-FFF2-40B4-BE49-F238E27FC236}">
                  <a16:creationId xmlns:a16="http://schemas.microsoft.com/office/drawing/2014/main" id="{C2ADE7B4-A0AB-C0AF-A03D-BA3D09E04A8A}"/>
                </a:ext>
              </a:extLst>
            </p:cNvPr>
            <p:cNvSpPr txBox="1">
              <a:spLocks noChangeArrowheads="1"/>
            </p:cNvSpPr>
            <p:nvPr/>
          </p:nvSpPr>
          <p:spPr bwMode="auto">
            <a:xfrm>
              <a:off x="1982" y="1094"/>
              <a:ext cx="27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sym typeface="CommercialPi BT" charset="0"/>
                </a:rPr>
                <a:t>d</a:t>
              </a:r>
              <a:r>
                <a:rPr lang="en-US" altLang="zh-CN" sz="2400" i="1" dirty="0">
                  <a:sym typeface="Symbol" charset="2"/>
                </a:rPr>
                <a:t></a:t>
              </a:r>
            </a:p>
          </p:txBody>
        </p:sp>
      </p:grpSp>
      <p:grpSp>
        <p:nvGrpSpPr>
          <p:cNvPr id="50" name="Group 51">
            <a:extLst>
              <a:ext uri="{FF2B5EF4-FFF2-40B4-BE49-F238E27FC236}">
                <a16:creationId xmlns:a16="http://schemas.microsoft.com/office/drawing/2014/main" id="{123BF7AF-E9BE-6874-82FC-C96256C76EBA}"/>
              </a:ext>
            </a:extLst>
          </p:cNvPr>
          <p:cNvGrpSpPr>
            <a:grpSpLocks/>
          </p:cNvGrpSpPr>
          <p:nvPr/>
        </p:nvGrpSpPr>
        <p:grpSpPr bwMode="auto">
          <a:xfrm>
            <a:off x="5535667" y="4253705"/>
            <a:ext cx="1491639" cy="609598"/>
            <a:chOff x="2589" y="2928"/>
            <a:chExt cx="825" cy="384"/>
          </a:xfrm>
        </p:grpSpPr>
        <p:sp>
          <p:nvSpPr>
            <p:cNvPr id="51" name="Text Box 52">
              <a:extLst>
                <a:ext uri="{FF2B5EF4-FFF2-40B4-BE49-F238E27FC236}">
                  <a16:creationId xmlns:a16="http://schemas.microsoft.com/office/drawing/2014/main" id="{D126B146-A397-6112-D73A-8C5B1A9157D8}"/>
                </a:ext>
              </a:extLst>
            </p:cNvPr>
            <p:cNvSpPr txBox="1">
              <a:spLocks noChangeArrowheads="1"/>
            </p:cNvSpPr>
            <p:nvPr/>
          </p:nvSpPr>
          <p:spPr bwMode="auto">
            <a:xfrm>
              <a:off x="2748" y="3158"/>
              <a:ext cx="173"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eaLnBrk="0" hangingPunct="0"/>
              <a:r>
                <a:rPr lang="en-US" altLang="zh-CN" sz="1000" b="1">
                  <a:solidFill>
                    <a:srgbClr val="003399"/>
                  </a:solidFill>
                </a:rPr>
                <a:t>●</a:t>
              </a:r>
            </a:p>
          </p:txBody>
        </p:sp>
        <p:sp>
          <p:nvSpPr>
            <p:cNvPr id="52" name="Text Box 53">
              <a:extLst>
                <a:ext uri="{FF2B5EF4-FFF2-40B4-BE49-F238E27FC236}">
                  <a16:creationId xmlns:a16="http://schemas.microsoft.com/office/drawing/2014/main" id="{472AF694-25F6-FF41-72A5-F4E564EED67D}"/>
                </a:ext>
              </a:extLst>
            </p:cNvPr>
            <p:cNvSpPr txBox="1">
              <a:spLocks noChangeArrowheads="1"/>
            </p:cNvSpPr>
            <p:nvPr/>
          </p:nvSpPr>
          <p:spPr bwMode="auto">
            <a:xfrm>
              <a:off x="2589" y="2928"/>
              <a:ext cx="82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000" i="1" dirty="0"/>
                <a:t>a</a:t>
              </a:r>
              <a:r>
                <a:rPr lang="en-US" altLang="zh-CN" sz="2000" i="1" baseline="-25000" dirty="0"/>
                <a:t>1</a:t>
              </a:r>
              <a:r>
                <a:rPr lang="en-US" altLang="zh-CN" sz="1600" i="1" dirty="0"/>
                <a:t>≡</a:t>
              </a:r>
              <a:r>
                <a:rPr lang="en-US" altLang="zh-CN" sz="2000" i="1" dirty="0"/>
                <a:t>m</a:t>
              </a:r>
              <a:r>
                <a:rPr lang="en-US" altLang="zh-CN" sz="2000" i="1" baseline="-25000" dirty="0"/>
                <a:t>1</a:t>
              </a:r>
              <a:r>
                <a:rPr lang="en-US" altLang="zh-CN" i="1" dirty="0"/>
                <a:t> ≡</a:t>
              </a:r>
              <a:r>
                <a:rPr lang="en-US" altLang="zh-CN" sz="2400" i="1" dirty="0"/>
                <a:t>b</a:t>
              </a:r>
              <a:r>
                <a:rPr lang="en-US" altLang="zh-CN" sz="2400" i="1" baseline="-25000" dirty="0"/>
                <a:t>1</a:t>
              </a:r>
              <a:endParaRPr lang="en-US" altLang="zh-CN" i="1" dirty="0"/>
            </a:p>
          </p:txBody>
        </p:sp>
      </p:grpSp>
      <p:grpSp>
        <p:nvGrpSpPr>
          <p:cNvPr id="53" name="Group 54">
            <a:extLst>
              <a:ext uri="{FF2B5EF4-FFF2-40B4-BE49-F238E27FC236}">
                <a16:creationId xmlns:a16="http://schemas.microsoft.com/office/drawing/2014/main" id="{7690B68D-6DA0-D659-5D7F-CB43286B1F30}"/>
              </a:ext>
            </a:extLst>
          </p:cNvPr>
          <p:cNvGrpSpPr>
            <a:grpSpLocks/>
          </p:cNvGrpSpPr>
          <p:nvPr/>
        </p:nvGrpSpPr>
        <p:grpSpPr bwMode="auto">
          <a:xfrm>
            <a:off x="6475062" y="5015716"/>
            <a:ext cx="549275" cy="457200"/>
            <a:chOff x="3164" y="3408"/>
            <a:chExt cx="346" cy="288"/>
          </a:xfrm>
        </p:grpSpPr>
        <p:sp>
          <p:nvSpPr>
            <p:cNvPr id="54" name="Text Box 55">
              <a:extLst>
                <a:ext uri="{FF2B5EF4-FFF2-40B4-BE49-F238E27FC236}">
                  <a16:creationId xmlns:a16="http://schemas.microsoft.com/office/drawing/2014/main" id="{C1778BC2-BAC2-4F3F-EBB8-022E9857F2FA}"/>
                </a:ext>
              </a:extLst>
            </p:cNvPr>
            <p:cNvSpPr txBox="1">
              <a:spLocks noChangeArrowheads="1"/>
            </p:cNvSpPr>
            <p:nvPr/>
          </p:nvSpPr>
          <p:spPr bwMode="auto">
            <a:xfrm>
              <a:off x="3164" y="3446"/>
              <a:ext cx="197"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eaLnBrk="0" hangingPunct="0"/>
              <a:r>
                <a:rPr lang="en-US" altLang="zh-CN" sz="1000" b="1">
                  <a:solidFill>
                    <a:srgbClr val="008000"/>
                  </a:solidFill>
                </a:rPr>
                <a:t>●</a:t>
              </a:r>
            </a:p>
          </p:txBody>
        </p:sp>
        <p:sp>
          <p:nvSpPr>
            <p:cNvPr id="55" name="Text Box 56">
              <a:extLst>
                <a:ext uri="{FF2B5EF4-FFF2-40B4-BE49-F238E27FC236}">
                  <a16:creationId xmlns:a16="http://schemas.microsoft.com/office/drawing/2014/main" id="{45974209-8D57-4A29-6B69-461AA74B519F}"/>
                </a:ext>
              </a:extLst>
            </p:cNvPr>
            <p:cNvSpPr txBox="1">
              <a:spLocks noChangeArrowheads="1"/>
            </p:cNvSpPr>
            <p:nvPr/>
          </p:nvSpPr>
          <p:spPr bwMode="auto">
            <a:xfrm>
              <a:off x="3223" y="3408"/>
              <a:ext cx="28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t>n</a:t>
              </a:r>
              <a:r>
                <a:rPr lang="en-US" altLang="zh-CN" sz="2400" i="1" baseline="-25000" dirty="0"/>
                <a:t>1</a:t>
              </a:r>
              <a:endParaRPr lang="en-US" altLang="zh-CN" sz="2400" i="1" dirty="0"/>
            </a:p>
          </p:txBody>
        </p:sp>
      </p:grpSp>
      <p:grpSp>
        <p:nvGrpSpPr>
          <p:cNvPr id="56" name="Group 57">
            <a:extLst>
              <a:ext uri="{FF2B5EF4-FFF2-40B4-BE49-F238E27FC236}">
                <a16:creationId xmlns:a16="http://schemas.microsoft.com/office/drawing/2014/main" id="{C2FAA9FF-27EB-01C1-B931-F6B4E5B5BBC5}"/>
              </a:ext>
            </a:extLst>
          </p:cNvPr>
          <p:cNvGrpSpPr>
            <a:grpSpLocks/>
          </p:cNvGrpSpPr>
          <p:nvPr/>
        </p:nvGrpSpPr>
        <p:grpSpPr bwMode="auto">
          <a:xfrm>
            <a:off x="5908325" y="5685641"/>
            <a:ext cx="420687" cy="473075"/>
            <a:chOff x="2807" y="3830"/>
            <a:chExt cx="265" cy="298"/>
          </a:xfrm>
        </p:grpSpPr>
        <p:sp>
          <p:nvSpPr>
            <p:cNvPr id="57" name="Text Box 58">
              <a:extLst>
                <a:ext uri="{FF2B5EF4-FFF2-40B4-BE49-F238E27FC236}">
                  <a16:creationId xmlns:a16="http://schemas.microsoft.com/office/drawing/2014/main" id="{B0AE36EE-ECE2-1E30-EEC1-65D8F7FCF9EC}"/>
                </a:ext>
              </a:extLst>
            </p:cNvPr>
            <p:cNvSpPr txBox="1">
              <a:spLocks noChangeArrowheads="1"/>
            </p:cNvSpPr>
            <p:nvPr/>
          </p:nvSpPr>
          <p:spPr bwMode="auto">
            <a:xfrm>
              <a:off x="2832" y="3830"/>
              <a:ext cx="197"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eaLnBrk="0" hangingPunct="0"/>
              <a:r>
                <a:rPr lang="en-US" altLang="zh-CN" sz="1000" b="1">
                  <a:solidFill>
                    <a:srgbClr val="FF0000"/>
                  </a:solidFill>
                </a:rPr>
                <a:t>●</a:t>
              </a:r>
            </a:p>
          </p:txBody>
        </p:sp>
        <p:sp>
          <p:nvSpPr>
            <p:cNvPr id="58" name="Text Box 59">
              <a:extLst>
                <a:ext uri="{FF2B5EF4-FFF2-40B4-BE49-F238E27FC236}">
                  <a16:creationId xmlns:a16="http://schemas.microsoft.com/office/drawing/2014/main" id="{BAB4DDF6-11E9-9743-3FDB-8490C363759C}"/>
                </a:ext>
              </a:extLst>
            </p:cNvPr>
            <p:cNvSpPr txBox="1">
              <a:spLocks noChangeArrowheads="1"/>
            </p:cNvSpPr>
            <p:nvPr/>
          </p:nvSpPr>
          <p:spPr bwMode="auto">
            <a:xfrm>
              <a:off x="2807" y="3840"/>
              <a:ext cx="26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t>c</a:t>
              </a:r>
              <a:r>
                <a:rPr lang="en-US" altLang="zh-CN" sz="2400" i="1" baseline="-25000" dirty="0"/>
                <a:t>1</a:t>
              </a:r>
              <a:endParaRPr lang="en-US" altLang="zh-CN" sz="2400" i="1" dirty="0"/>
            </a:p>
          </p:txBody>
        </p:sp>
      </p:grpSp>
      <p:grpSp>
        <p:nvGrpSpPr>
          <p:cNvPr id="59" name="Group 60">
            <a:extLst>
              <a:ext uri="{FF2B5EF4-FFF2-40B4-BE49-F238E27FC236}">
                <a16:creationId xmlns:a16="http://schemas.microsoft.com/office/drawing/2014/main" id="{0FACF6B9-7FE2-6687-B679-F2BB96D8E4E5}"/>
              </a:ext>
            </a:extLst>
          </p:cNvPr>
          <p:cNvGrpSpPr>
            <a:grpSpLocks/>
          </p:cNvGrpSpPr>
          <p:nvPr/>
        </p:nvGrpSpPr>
        <p:grpSpPr bwMode="auto">
          <a:xfrm>
            <a:off x="6986237" y="3815569"/>
            <a:ext cx="482600" cy="646113"/>
            <a:chOff x="3505" y="2688"/>
            <a:chExt cx="304" cy="407"/>
          </a:xfrm>
        </p:grpSpPr>
        <p:sp>
          <p:nvSpPr>
            <p:cNvPr id="60" name="Text Box 61">
              <a:extLst>
                <a:ext uri="{FF2B5EF4-FFF2-40B4-BE49-F238E27FC236}">
                  <a16:creationId xmlns:a16="http://schemas.microsoft.com/office/drawing/2014/main" id="{B684B3AA-6A2B-1462-1A31-1CAC787481BC}"/>
                </a:ext>
              </a:extLst>
            </p:cNvPr>
            <p:cNvSpPr txBox="1">
              <a:spLocks noChangeArrowheads="1"/>
            </p:cNvSpPr>
            <p:nvPr/>
          </p:nvSpPr>
          <p:spPr bwMode="auto">
            <a:xfrm>
              <a:off x="3612" y="2941"/>
              <a:ext cx="197"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eaLnBrk="0" hangingPunct="0"/>
              <a:r>
                <a:rPr lang="en-US" altLang="zh-CN" sz="1000" b="1" dirty="0">
                  <a:solidFill>
                    <a:srgbClr val="FF0000"/>
                  </a:solidFill>
                </a:rPr>
                <a:t>●</a:t>
              </a:r>
            </a:p>
          </p:txBody>
        </p:sp>
        <p:sp>
          <p:nvSpPr>
            <p:cNvPr id="61" name="Text Box 62">
              <a:extLst>
                <a:ext uri="{FF2B5EF4-FFF2-40B4-BE49-F238E27FC236}">
                  <a16:creationId xmlns:a16="http://schemas.microsoft.com/office/drawing/2014/main" id="{A15B7847-E83C-BB42-E4FB-85EC409E5317}"/>
                </a:ext>
              </a:extLst>
            </p:cNvPr>
            <p:cNvSpPr txBox="1">
              <a:spLocks noChangeArrowheads="1"/>
            </p:cNvSpPr>
            <p:nvPr/>
          </p:nvSpPr>
          <p:spPr bwMode="auto">
            <a:xfrm>
              <a:off x="3505" y="2688"/>
              <a:ext cx="28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t>d</a:t>
              </a:r>
              <a:r>
                <a:rPr lang="en-US" altLang="zh-CN" sz="2400" i="1" baseline="-25000" dirty="0"/>
                <a:t>1</a:t>
              </a:r>
              <a:endParaRPr lang="en-US" altLang="zh-CN" sz="2400" i="1" dirty="0"/>
            </a:p>
          </p:txBody>
        </p:sp>
      </p:grpSp>
      <p:grpSp>
        <p:nvGrpSpPr>
          <p:cNvPr id="62" name="Group 63">
            <a:extLst>
              <a:ext uri="{FF2B5EF4-FFF2-40B4-BE49-F238E27FC236}">
                <a16:creationId xmlns:a16="http://schemas.microsoft.com/office/drawing/2014/main" id="{F44F5B67-5A66-A941-815C-2FB99C358A58}"/>
              </a:ext>
            </a:extLst>
          </p:cNvPr>
          <p:cNvGrpSpPr>
            <a:grpSpLocks/>
          </p:cNvGrpSpPr>
          <p:nvPr/>
        </p:nvGrpSpPr>
        <p:grpSpPr bwMode="auto">
          <a:xfrm>
            <a:off x="3268312" y="4237841"/>
            <a:ext cx="627062" cy="517525"/>
            <a:chOff x="1144" y="2650"/>
            <a:chExt cx="395" cy="326"/>
          </a:xfrm>
        </p:grpSpPr>
        <p:sp>
          <p:nvSpPr>
            <p:cNvPr id="63" name="Text Box 64">
              <a:extLst>
                <a:ext uri="{FF2B5EF4-FFF2-40B4-BE49-F238E27FC236}">
                  <a16:creationId xmlns:a16="http://schemas.microsoft.com/office/drawing/2014/main" id="{2898BE1C-EF6C-F00D-DDCB-50A559503C5D}"/>
                </a:ext>
              </a:extLst>
            </p:cNvPr>
            <p:cNvSpPr txBox="1">
              <a:spLocks noChangeArrowheads="1"/>
            </p:cNvSpPr>
            <p:nvPr/>
          </p:nvSpPr>
          <p:spPr bwMode="auto">
            <a:xfrm>
              <a:off x="1144" y="2650"/>
              <a:ext cx="395"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eaLnBrk="0" hangingPunct="0"/>
              <a:r>
                <a:rPr lang="en-US" altLang="zh-CN" sz="1000" b="1" dirty="0">
                  <a:solidFill>
                    <a:srgbClr val="008000"/>
                  </a:solidFill>
                </a:rPr>
                <a:t>●</a:t>
              </a:r>
            </a:p>
          </p:txBody>
        </p:sp>
        <p:sp>
          <p:nvSpPr>
            <p:cNvPr id="64" name="Text Box 65">
              <a:extLst>
                <a:ext uri="{FF2B5EF4-FFF2-40B4-BE49-F238E27FC236}">
                  <a16:creationId xmlns:a16="http://schemas.microsoft.com/office/drawing/2014/main" id="{CAB8DCD0-94FC-20BF-DF0B-2130D1522CE2}"/>
                </a:ext>
              </a:extLst>
            </p:cNvPr>
            <p:cNvSpPr txBox="1">
              <a:spLocks noChangeArrowheads="1"/>
            </p:cNvSpPr>
            <p:nvPr/>
          </p:nvSpPr>
          <p:spPr bwMode="auto">
            <a:xfrm>
              <a:off x="1169" y="2688"/>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t>n</a:t>
              </a:r>
            </a:p>
          </p:txBody>
        </p:sp>
      </p:grpSp>
      <p:sp>
        <p:nvSpPr>
          <p:cNvPr id="65" name="Text Box 67">
            <a:extLst>
              <a:ext uri="{FF2B5EF4-FFF2-40B4-BE49-F238E27FC236}">
                <a16:creationId xmlns:a16="http://schemas.microsoft.com/office/drawing/2014/main" id="{5BDA6AC1-34DE-9760-FC62-472F598C2773}"/>
              </a:ext>
            </a:extLst>
          </p:cNvPr>
          <p:cNvSpPr txBox="1">
            <a:spLocks noChangeArrowheads="1"/>
          </p:cNvSpPr>
          <p:nvPr/>
        </p:nvSpPr>
        <p:spPr bwMode="auto">
          <a:xfrm>
            <a:off x="6846537" y="2196316"/>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endParaRPr lang="en-US" altLang="en-US" sz="2400" b="1"/>
          </a:p>
        </p:txBody>
      </p:sp>
      <p:sp>
        <p:nvSpPr>
          <p:cNvPr id="66" name="Text Box 68">
            <a:extLst>
              <a:ext uri="{FF2B5EF4-FFF2-40B4-BE49-F238E27FC236}">
                <a16:creationId xmlns:a16="http://schemas.microsoft.com/office/drawing/2014/main" id="{2BA06820-830B-4818-114B-7A6C463ED9C1}"/>
              </a:ext>
            </a:extLst>
          </p:cNvPr>
          <p:cNvSpPr txBox="1">
            <a:spLocks noChangeArrowheads="1"/>
          </p:cNvSpPr>
          <p:nvPr/>
        </p:nvSpPr>
        <p:spPr bwMode="auto">
          <a:xfrm>
            <a:off x="6846537" y="2120116"/>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algn="l" eaLnBrk="0" hangingPunct="0"/>
            <a:endParaRPr lang="en-US" altLang="en-US" sz="2400" b="1"/>
          </a:p>
        </p:txBody>
      </p:sp>
      <p:sp>
        <p:nvSpPr>
          <p:cNvPr id="67" name="Text Box 69">
            <a:extLst>
              <a:ext uri="{FF2B5EF4-FFF2-40B4-BE49-F238E27FC236}">
                <a16:creationId xmlns:a16="http://schemas.microsoft.com/office/drawing/2014/main" id="{50B3D42F-7F7C-DF39-9F9D-5F46C5F80AED}"/>
              </a:ext>
            </a:extLst>
          </p:cNvPr>
          <p:cNvSpPr txBox="1">
            <a:spLocks noChangeArrowheads="1"/>
          </p:cNvSpPr>
          <p:nvPr/>
        </p:nvSpPr>
        <p:spPr bwMode="auto">
          <a:xfrm>
            <a:off x="1877662" y="3140879"/>
            <a:ext cx="368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000" b="1"/>
              <a:t>V</a:t>
            </a:r>
          </a:p>
        </p:txBody>
      </p:sp>
      <p:sp>
        <p:nvSpPr>
          <p:cNvPr id="68" name="Text Box 70">
            <a:extLst>
              <a:ext uri="{FF2B5EF4-FFF2-40B4-BE49-F238E27FC236}">
                <a16:creationId xmlns:a16="http://schemas.microsoft.com/office/drawing/2014/main" id="{150CD950-9FC3-10C4-E9EB-37A744A7AD8C}"/>
              </a:ext>
            </a:extLst>
          </p:cNvPr>
          <p:cNvSpPr txBox="1">
            <a:spLocks noChangeArrowheads="1"/>
          </p:cNvSpPr>
          <p:nvPr/>
        </p:nvSpPr>
        <p:spPr bwMode="auto">
          <a:xfrm>
            <a:off x="1888775" y="3445679"/>
            <a:ext cx="3810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000" b="1"/>
              <a:t>H</a:t>
            </a:r>
          </a:p>
        </p:txBody>
      </p:sp>
      <p:sp>
        <p:nvSpPr>
          <p:cNvPr id="69" name="Text Box 71">
            <a:extLst>
              <a:ext uri="{FF2B5EF4-FFF2-40B4-BE49-F238E27FC236}">
                <a16:creationId xmlns:a16="http://schemas.microsoft.com/office/drawing/2014/main" id="{8AADC140-C4DB-BFC4-E04C-EE734C7DAD4C}"/>
              </a:ext>
            </a:extLst>
          </p:cNvPr>
          <p:cNvSpPr txBox="1">
            <a:spLocks noChangeArrowheads="1"/>
          </p:cNvSpPr>
          <p:nvPr/>
        </p:nvSpPr>
        <p:spPr bwMode="auto">
          <a:xfrm>
            <a:off x="1657000" y="3277404"/>
            <a:ext cx="4048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b="1"/>
              <a:t>X</a:t>
            </a:r>
          </a:p>
        </p:txBody>
      </p:sp>
      <p:grpSp>
        <p:nvGrpSpPr>
          <p:cNvPr id="70" name="Group 72">
            <a:extLst>
              <a:ext uri="{FF2B5EF4-FFF2-40B4-BE49-F238E27FC236}">
                <a16:creationId xmlns:a16="http://schemas.microsoft.com/office/drawing/2014/main" id="{F6CECE1A-3348-2CED-DB8B-1B531E297727}"/>
              </a:ext>
            </a:extLst>
          </p:cNvPr>
          <p:cNvGrpSpPr>
            <a:grpSpLocks/>
          </p:cNvGrpSpPr>
          <p:nvPr/>
        </p:nvGrpSpPr>
        <p:grpSpPr bwMode="auto">
          <a:xfrm>
            <a:off x="4250747" y="3588554"/>
            <a:ext cx="1141413" cy="2666477"/>
            <a:chOff x="1804" y="2324"/>
            <a:chExt cx="692" cy="1598"/>
          </a:xfrm>
        </p:grpSpPr>
        <p:sp>
          <p:nvSpPr>
            <p:cNvPr id="71" name="Line 73">
              <a:extLst>
                <a:ext uri="{FF2B5EF4-FFF2-40B4-BE49-F238E27FC236}">
                  <a16:creationId xmlns:a16="http://schemas.microsoft.com/office/drawing/2014/main" id="{DD08D56E-B825-27DD-6F2E-8D6F268B5542}"/>
                </a:ext>
              </a:extLst>
            </p:cNvPr>
            <p:cNvSpPr>
              <a:spLocks noChangeShapeType="1"/>
            </p:cNvSpPr>
            <p:nvPr/>
          </p:nvSpPr>
          <p:spPr bwMode="auto">
            <a:xfrm flipH="1">
              <a:off x="2043" y="2324"/>
              <a:ext cx="453" cy="139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2" name="Text Box 74">
              <a:extLst>
                <a:ext uri="{FF2B5EF4-FFF2-40B4-BE49-F238E27FC236}">
                  <a16:creationId xmlns:a16="http://schemas.microsoft.com/office/drawing/2014/main" id="{0F6A4CC8-D903-96DB-5002-46D8D40216D5}"/>
                </a:ext>
              </a:extLst>
            </p:cNvPr>
            <p:cNvSpPr txBox="1">
              <a:spLocks noChangeArrowheads="1"/>
            </p:cNvSpPr>
            <p:nvPr/>
          </p:nvSpPr>
          <p:spPr bwMode="auto">
            <a:xfrm>
              <a:off x="1804" y="3500"/>
              <a:ext cx="21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000" i="1" dirty="0"/>
                <a:t>H</a:t>
              </a:r>
            </a:p>
          </p:txBody>
        </p:sp>
        <p:sp>
          <p:nvSpPr>
            <p:cNvPr id="73" name="Text Box 75">
              <a:extLst>
                <a:ext uri="{FF2B5EF4-FFF2-40B4-BE49-F238E27FC236}">
                  <a16:creationId xmlns:a16="http://schemas.microsoft.com/office/drawing/2014/main" id="{D221BEA7-7920-E73A-4E04-C0EE26E1801F}"/>
                </a:ext>
              </a:extLst>
            </p:cNvPr>
            <p:cNvSpPr txBox="1">
              <a:spLocks noChangeArrowheads="1"/>
            </p:cNvSpPr>
            <p:nvPr/>
          </p:nvSpPr>
          <p:spPr bwMode="auto">
            <a:xfrm>
              <a:off x="2066" y="3547"/>
              <a:ext cx="257"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000" i="1" dirty="0"/>
                <a:t>V</a:t>
              </a:r>
              <a:r>
                <a:rPr lang="en-US" altLang="zh-CN" sz="2000" i="1" baseline="-25000" dirty="0"/>
                <a:t>1</a:t>
              </a:r>
              <a:endParaRPr lang="en-US" altLang="zh-CN" sz="2000" i="1" dirty="0"/>
            </a:p>
          </p:txBody>
        </p:sp>
        <p:sp>
          <p:nvSpPr>
            <p:cNvPr id="74" name="Text Box 76">
              <a:extLst>
                <a:ext uri="{FF2B5EF4-FFF2-40B4-BE49-F238E27FC236}">
                  <a16:creationId xmlns:a16="http://schemas.microsoft.com/office/drawing/2014/main" id="{FDD407B6-5D4D-676E-F1A8-2C19BBE038C4}"/>
                </a:ext>
              </a:extLst>
            </p:cNvPr>
            <p:cNvSpPr txBox="1">
              <a:spLocks noChangeArrowheads="1"/>
            </p:cNvSpPr>
            <p:nvPr/>
          </p:nvSpPr>
          <p:spPr bwMode="auto">
            <a:xfrm>
              <a:off x="1928" y="3645"/>
              <a:ext cx="278"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t>X</a:t>
              </a:r>
              <a:r>
                <a:rPr lang="en-US" altLang="zh-CN" sz="2400" i="1" baseline="-25000" dirty="0"/>
                <a:t>1</a:t>
              </a:r>
              <a:endParaRPr lang="en-US" altLang="zh-CN" sz="2400" i="1" dirty="0"/>
            </a:p>
          </p:txBody>
        </p:sp>
      </p:grpSp>
      <p:sp>
        <p:nvSpPr>
          <p:cNvPr id="75" name="Freeform 77">
            <a:extLst>
              <a:ext uri="{FF2B5EF4-FFF2-40B4-BE49-F238E27FC236}">
                <a16:creationId xmlns:a16="http://schemas.microsoft.com/office/drawing/2014/main" id="{7D7D9382-ED1D-F418-3E16-CD433C95D9E5}"/>
              </a:ext>
            </a:extLst>
          </p:cNvPr>
          <p:cNvSpPr>
            <a:spLocks/>
          </p:cNvSpPr>
          <p:nvPr/>
        </p:nvSpPr>
        <p:spPr bwMode="auto">
          <a:xfrm>
            <a:off x="2523775" y="1477179"/>
            <a:ext cx="2047875" cy="690562"/>
          </a:xfrm>
          <a:custGeom>
            <a:avLst/>
            <a:gdLst>
              <a:gd name="T0" fmla="*/ 0 w 1290"/>
              <a:gd name="T1" fmla="*/ 435 h 435"/>
              <a:gd name="T2" fmla="*/ 1290 w 1290"/>
              <a:gd name="T3" fmla="*/ 0 h 435"/>
            </a:gdLst>
            <a:ahLst/>
            <a:cxnLst>
              <a:cxn ang="0">
                <a:pos x="T0" y="T1"/>
              </a:cxn>
              <a:cxn ang="0">
                <a:pos x="T2" y="T3"/>
              </a:cxn>
            </a:cxnLst>
            <a:rect l="0" t="0" r="r" b="b"/>
            <a:pathLst>
              <a:path w="1290" h="435">
                <a:moveTo>
                  <a:pt x="0" y="435"/>
                </a:moveTo>
                <a:lnTo>
                  <a:pt x="1290" y="0"/>
                </a:ln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000000"/>
                  </a:outerShdw>
                </a:effectLst>
              </a14:hiddenEffects>
            </a:ext>
          </a:extLst>
        </p:spPr>
        <p:txBody>
          <a:bodyPr wrap="none" anchor="ctr"/>
          <a:lstStyle/>
          <a:p>
            <a:endParaRPr lang="en-US"/>
          </a:p>
        </p:txBody>
      </p:sp>
      <p:sp>
        <p:nvSpPr>
          <p:cNvPr id="76" name="AutoShape 78">
            <a:extLst>
              <a:ext uri="{FF2B5EF4-FFF2-40B4-BE49-F238E27FC236}">
                <a16:creationId xmlns:a16="http://schemas.microsoft.com/office/drawing/2014/main" id="{229C028D-310F-17D6-D381-5794FCAC5F31}"/>
              </a:ext>
            </a:extLst>
          </p:cNvPr>
          <p:cNvSpPr>
            <a:spLocks noChangeArrowheads="1"/>
          </p:cNvSpPr>
          <p:nvPr/>
        </p:nvSpPr>
        <p:spPr bwMode="auto">
          <a:xfrm>
            <a:off x="7191256" y="5218304"/>
            <a:ext cx="3616325" cy="1035160"/>
          </a:xfrm>
          <a:prstGeom prst="wedgeRectCallout">
            <a:avLst>
              <a:gd name="adj1" fmla="val -62270"/>
              <a:gd name="adj2" fmla="val -81028"/>
            </a:avLst>
          </a:prstGeom>
          <a:gradFill rotWithShape="1">
            <a:gsLst>
              <a:gs pos="0">
                <a:srgbClr val="9BFFFF"/>
              </a:gs>
              <a:gs pos="50000">
                <a:srgbClr val="FFFFFF"/>
              </a:gs>
              <a:gs pos="100000">
                <a:srgbClr val="9BFFFF"/>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eaLnBrk="0" hangingPunct="0"/>
            <a:r>
              <a:rPr lang="zh-CN" altLang="en-US" sz="2000" b="1" dirty="0">
                <a:latin typeface="+mn-ea"/>
              </a:rPr>
              <a:t>圆半径</a:t>
            </a:r>
            <a:r>
              <a:rPr lang="en-US" altLang="zh-CN" sz="2000" b="1" dirty="0">
                <a:latin typeface="+mn-ea"/>
              </a:rPr>
              <a:t>=MN</a:t>
            </a:r>
          </a:p>
          <a:p>
            <a:pPr eaLnBrk="0" hangingPunct="0"/>
            <a:r>
              <a:rPr lang="zh-CN" altLang="en-US" sz="2000" b="1" dirty="0">
                <a:solidFill>
                  <a:schemeClr val="accent2">
                    <a:lumMod val="50000"/>
                  </a:schemeClr>
                </a:solidFill>
                <a:latin typeface="+mn-ea"/>
              </a:rPr>
              <a:t>采用直线与园外切的作法作图</a:t>
            </a:r>
            <a:endParaRPr lang="en-US" altLang="zh-CN" sz="2000" b="1" dirty="0">
              <a:solidFill>
                <a:schemeClr val="accent2">
                  <a:lumMod val="50000"/>
                </a:schemeClr>
              </a:solidFill>
              <a:latin typeface="+mn-ea"/>
            </a:endParaRPr>
          </a:p>
        </p:txBody>
      </p:sp>
      <p:grpSp>
        <p:nvGrpSpPr>
          <p:cNvPr id="77" name="Group 79">
            <a:extLst>
              <a:ext uri="{FF2B5EF4-FFF2-40B4-BE49-F238E27FC236}">
                <a16:creationId xmlns:a16="http://schemas.microsoft.com/office/drawing/2014/main" id="{A3B95E5B-6ED1-9771-81B1-D558884F44BA}"/>
              </a:ext>
            </a:extLst>
          </p:cNvPr>
          <p:cNvGrpSpPr>
            <a:grpSpLocks/>
          </p:cNvGrpSpPr>
          <p:nvPr/>
        </p:nvGrpSpPr>
        <p:grpSpPr bwMode="auto">
          <a:xfrm>
            <a:off x="3150837" y="1456541"/>
            <a:ext cx="430213" cy="522288"/>
            <a:chOff x="1070" y="1166"/>
            <a:chExt cx="271" cy="329"/>
          </a:xfrm>
        </p:grpSpPr>
        <p:sp>
          <p:nvSpPr>
            <p:cNvPr id="78" name="Text Box 80">
              <a:extLst>
                <a:ext uri="{FF2B5EF4-FFF2-40B4-BE49-F238E27FC236}">
                  <a16:creationId xmlns:a16="http://schemas.microsoft.com/office/drawing/2014/main" id="{F87B2066-ADAF-718A-D1E8-C8705B47374D}"/>
                </a:ext>
              </a:extLst>
            </p:cNvPr>
            <p:cNvSpPr txBox="1">
              <a:spLocks noChangeArrowheads="1"/>
            </p:cNvSpPr>
            <p:nvPr/>
          </p:nvSpPr>
          <p:spPr bwMode="auto">
            <a:xfrm>
              <a:off x="1141" y="1341"/>
              <a:ext cx="192"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eaLnBrk="0" hangingPunct="0"/>
              <a:r>
                <a:rPr lang="en-US" altLang="zh-CN" sz="1000" b="1">
                  <a:solidFill>
                    <a:srgbClr val="008000"/>
                  </a:solidFill>
                </a:rPr>
                <a:t>●</a:t>
              </a:r>
            </a:p>
          </p:txBody>
        </p:sp>
        <p:sp>
          <p:nvSpPr>
            <p:cNvPr id="79" name="Text Box 81">
              <a:extLst>
                <a:ext uri="{FF2B5EF4-FFF2-40B4-BE49-F238E27FC236}">
                  <a16:creationId xmlns:a16="http://schemas.microsoft.com/office/drawing/2014/main" id="{F988E62D-5744-968E-5BD8-DA6B7E74EE31}"/>
                </a:ext>
              </a:extLst>
            </p:cNvPr>
            <p:cNvSpPr txBox="1">
              <a:spLocks noChangeArrowheads="1"/>
            </p:cNvSpPr>
            <p:nvPr/>
          </p:nvSpPr>
          <p:spPr bwMode="auto">
            <a:xfrm>
              <a:off x="1070" y="1166"/>
              <a:ext cx="27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sym typeface="CommercialPi BT" charset="0"/>
                </a:rPr>
                <a:t>n</a:t>
              </a:r>
              <a:r>
                <a:rPr lang="en-US" altLang="zh-CN" sz="2400" i="1" dirty="0">
                  <a:sym typeface="Symbol" charset="2"/>
                </a:rPr>
                <a:t></a:t>
              </a:r>
            </a:p>
          </p:txBody>
        </p:sp>
      </p:grpSp>
      <p:grpSp>
        <p:nvGrpSpPr>
          <p:cNvPr id="80" name="Group 82">
            <a:extLst>
              <a:ext uri="{FF2B5EF4-FFF2-40B4-BE49-F238E27FC236}">
                <a16:creationId xmlns:a16="http://schemas.microsoft.com/office/drawing/2014/main" id="{8BE8C84C-D4EE-5EAC-E2A3-9807533C8292}"/>
              </a:ext>
            </a:extLst>
          </p:cNvPr>
          <p:cNvGrpSpPr>
            <a:grpSpLocks/>
          </p:cNvGrpSpPr>
          <p:nvPr/>
        </p:nvGrpSpPr>
        <p:grpSpPr bwMode="auto">
          <a:xfrm>
            <a:off x="3358009" y="3685002"/>
            <a:ext cx="585788" cy="525463"/>
            <a:chOff x="1200" y="2559"/>
            <a:chExt cx="369" cy="331"/>
          </a:xfrm>
        </p:grpSpPr>
        <p:sp>
          <p:nvSpPr>
            <p:cNvPr id="81" name="Text Box 83">
              <a:extLst>
                <a:ext uri="{FF2B5EF4-FFF2-40B4-BE49-F238E27FC236}">
                  <a16:creationId xmlns:a16="http://schemas.microsoft.com/office/drawing/2014/main" id="{97B10A5D-DD39-989A-77D7-B07E39D35962}"/>
                </a:ext>
              </a:extLst>
            </p:cNvPr>
            <p:cNvSpPr txBox="1">
              <a:spLocks noChangeArrowheads="1"/>
            </p:cNvSpPr>
            <p:nvPr/>
          </p:nvSpPr>
          <p:spPr bwMode="auto">
            <a:xfrm>
              <a:off x="1200" y="2736"/>
              <a:ext cx="192"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eaLnBrk="0" hangingPunct="0"/>
              <a:r>
                <a:rPr lang="en-US" altLang="zh-CN" sz="1000" b="1">
                  <a:solidFill>
                    <a:srgbClr val="008000"/>
                  </a:solidFill>
                </a:rPr>
                <a:t>●</a:t>
              </a:r>
            </a:p>
          </p:txBody>
        </p:sp>
        <p:sp>
          <p:nvSpPr>
            <p:cNvPr id="82" name="Text Box 84">
              <a:extLst>
                <a:ext uri="{FF2B5EF4-FFF2-40B4-BE49-F238E27FC236}">
                  <a16:creationId xmlns:a16="http://schemas.microsoft.com/office/drawing/2014/main" id="{EA21C68B-6AD7-E565-31F2-721F53844513}"/>
                </a:ext>
              </a:extLst>
            </p:cNvPr>
            <p:cNvSpPr txBox="1">
              <a:spLocks noChangeArrowheads="1"/>
            </p:cNvSpPr>
            <p:nvPr/>
          </p:nvSpPr>
          <p:spPr bwMode="auto">
            <a:xfrm>
              <a:off x="1293" y="2559"/>
              <a:ext cx="27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2400" i="1" dirty="0"/>
                <a:t>m</a:t>
              </a:r>
            </a:p>
          </p:txBody>
        </p:sp>
      </p:grpSp>
      <p:grpSp>
        <p:nvGrpSpPr>
          <p:cNvPr id="83" name="Group 85">
            <a:extLst>
              <a:ext uri="{FF2B5EF4-FFF2-40B4-BE49-F238E27FC236}">
                <a16:creationId xmlns:a16="http://schemas.microsoft.com/office/drawing/2014/main" id="{83366CDD-5693-FC4B-FA91-42F8CC165AC3}"/>
              </a:ext>
            </a:extLst>
          </p:cNvPr>
          <p:cNvGrpSpPr>
            <a:grpSpLocks/>
          </p:cNvGrpSpPr>
          <p:nvPr/>
        </p:nvGrpSpPr>
        <p:grpSpPr bwMode="auto">
          <a:xfrm>
            <a:off x="5560662" y="1711899"/>
            <a:ext cx="6262688" cy="3194050"/>
            <a:chOff x="2730" y="867"/>
            <a:chExt cx="3945" cy="2012"/>
          </a:xfrm>
        </p:grpSpPr>
        <p:sp>
          <p:nvSpPr>
            <p:cNvPr id="84" name="Text Box 86">
              <a:extLst>
                <a:ext uri="{FF2B5EF4-FFF2-40B4-BE49-F238E27FC236}">
                  <a16:creationId xmlns:a16="http://schemas.microsoft.com/office/drawing/2014/main" id="{91866534-B360-1F48-FB59-415B332AD983}"/>
                </a:ext>
              </a:extLst>
            </p:cNvPr>
            <p:cNvSpPr txBox="1">
              <a:spLocks noChangeArrowheads="1"/>
            </p:cNvSpPr>
            <p:nvPr/>
          </p:nvSpPr>
          <p:spPr bwMode="auto">
            <a:xfrm>
              <a:off x="2730" y="867"/>
              <a:ext cx="3945" cy="446"/>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square" anchor="ctr">
              <a:spAutoFit/>
            </a:bodyPr>
            <a:lstStyle/>
            <a:p>
              <a:pPr algn="l" eaLnBrk="0" hangingPunct="0"/>
              <a:r>
                <a:rPr lang="zh-CN" altLang="en-US" sz="2000" dirty="0">
                  <a:solidFill>
                    <a:srgbClr val="C00000"/>
                  </a:solidFill>
                  <a:latin typeface="+mn-ea"/>
                </a:rPr>
                <a:t>分析：</a:t>
              </a:r>
              <a:r>
                <a:rPr lang="zh-CN" altLang="en-US" sz="2000" dirty="0">
                  <a:latin typeface="+mn-ea"/>
                </a:rPr>
                <a:t>由直角投影定理，把</a:t>
              </a:r>
              <a:r>
                <a:rPr lang="en-US" altLang="zh-CN" sz="2000" dirty="0">
                  <a:latin typeface="+mn-ea"/>
                </a:rPr>
                <a:t>AB</a:t>
              </a:r>
              <a:r>
                <a:rPr lang="zh-CN" altLang="en-US" sz="2000" dirty="0">
                  <a:latin typeface="+mn-ea"/>
                </a:rPr>
                <a:t>换成垂直于</a:t>
              </a:r>
              <a:r>
                <a:rPr lang="en-US" altLang="zh-CN" sz="2000" dirty="0">
                  <a:latin typeface="+mn-ea"/>
                </a:rPr>
                <a:t>V</a:t>
              </a:r>
              <a:r>
                <a:rPr lang="en-US" altLang="zh-CN" sz="1400" baseline="-25000" dirty="0">
                  <a:latin typeface="+mn-ea"/>
                </a:rPr>
                <a:t>1</a:t>
              </a:r>
              <a:r>
                <a:rPr lang="zh-CN" altLang="en-US" sz="2000" dirty="0">
                  <a:latin typeface="+mn-ea"/>
                </a:rPr>
                <a:t>时，公垂线</a:t>
              </a:r>
              <a:r>
                <a:rPr lang="en-US" altLang="zh-CN" sz="2000" dirty="0">
                  <a:latin typeface="+mn-ea"/>
                </a:rPr>
                <a:t>MN</a:t>
              </a:r>
              <a:r>
                <a:rPr lang="zh-CN" altLang="en-US" sz="2000" dirty="0">
                  <a:latin typeface="+mn-ea"/>
                </a:rPr>
                <a:t>平行于</a:t>
              </a:r>
              <a:r>
                <a:rPr lang="en-US" altLang="zh-CN" dirty="0">
                  <a:latin typeface="+mn-ea"/>
                </a:rPr>
                <a:t>V</a:t>
              </a:r>
              <a:r>
                <a:rPr lang="en-US" altLang="zh-CN" baseline="-25000" dirty="0">
                  <a:latin typeface="+mn-ea"/>
                </a:rPr>
                <a:t>1</a:t>
              </a:r>
              <a:r>
                <a:rPr lang="en-US" altLang="zh-CN" dirty="0">
                  <a:latin typeface="+mn-ea"/>
                </a:rPr>
                <a:t> </a:t>
              </a:r>
              <a:r>
                <a:rPr lang="zh-CN" altLang="en-US" sz="2000" dirty="0">
                  <a:latin typeface="+mn-ea"/>
                </a:rPr>
                <a:t>，它的投影反映实长</a:t>
              </a:r>
              <a:r>
                <a:rPr lang="en-US" altLang="zh-CN" sz="2000" dirty="0">
                  <a:latin typeface="+mn-ea"/>
                </a:rPr>
                <a:t>,</a:t>
              </a:r>
              <a:r>
                <a:rPr lang="zh-CN" altLang="en-US" sz="2000" dirty="0">
                  <a:latin typeface="+mn-ea"/>
                </a:rPr>
                <a:t>且</a:t>
              </a:r>
              <a:r>
                <a:rPr lang="en-US" altLang="zh-CN" sz="2000" i="1" dirty="0">
                  <a:latin typeface="+mn-ea"/>
                </a:rPr>
                <a:t>m</a:t>
              </a:r>
              <a:r>
                <a:rPr lang="en-US" altLang="zh-CN" sz="2000" i="1" baseline="-25000" dirty="0">
                  <a:latin typeface="+mn-ea"/>
                </a:rPr>
                <a:t>1</a:t>
              </a:r>
              <a:r>
                <a:rPr lang="en-US" altLang="zh-CN" sz="2000" i="1" dirty="0">
                  <a:latin typeface="+mn-ea"/>
                </a:rPr>
                <a:t>n</a:t>
              </a:r>
              <a:r>
                <a:rPr lang="en-US" altLang="zh-CN" sz="2000" i="1" baseline="-25000" dirty="0">
                  <a:latin typeface="+mn-ea"/>
                </a:rPr>
                <a:t>1</a:t>
              </a:r>
              <a:r>
                <a:rPr lang="en-US" altLang="zh-CN" sz="2000" dirty="0">
                  <a:latin typeface="+mn-ea"/>
                </a:rPr>
                <a:t>⊥</a:t>
              </a:r>
              <a:r>
                <a:rPr lang="en-US" altLang="zh-CN" sz="2000" i="1" dirty="0">
                  <a:latin typeface="+mn-ea"/>
                </a:rPr>
                <a:t>c</a:t>
              </a:r>
              <a:r>
                <a:rPr lang="en-US" altLang="zh-CN" sz="2000" i="1" baseline="-25000" dirty="0">
                  <a:latin typeface="+mn-ea"/>
                </a:rPr>
                <a:t>1</a:t>
              </a:r>
              <a:r>
                <a:rPr lang="en-US" altLang="zh-CN" sz="2000" i="1" dirty="0">
                  <a:latin typeface="+mn-ea"/>
                </a:rPr>
                <a:t>d</a:t>
              </a:r>
              <a:r>
                <a:rPr lang="en-US" altLang="zh-CN" sz="2000" i="1" baseline="-25000" dirty="0">
                  <a:latin typeface="+mn-ea"/>
                </a:rPr>
                <a:t>1</a:t>
              </a:r>
              <a:r>
                <a:rPr lang="zh-CN" altLang="en-US" sz="2000" dirty="0">
                  <a:latin typeface="+mn-ea"/>
                </a:rPr>
                <a:t>。</a:t>
              </a:r>
            </a:p>
          </p:txBody>
        </p:sp>
        <p:grpSp>
          <p:nvGrpSpPr>
            <p:cNvPr id="85" name="Group 87">
              <a:extLst>
                <a:ext uri="{FF2B5EF4-FFF2-40B4-BE49-F238E27FC236}">
                  <a16:creationId xmlns:a16="http://schemas.microsoft.com/office/drawing/2014/main" id="{E34F0A2C-8441-7A72-7643-C1C2B7F4F8A1}"/>
                </a:ext>
              </a:extLst>
            </p:cNvPr>
            <p:cNvGrpSpPr>
              <a:grpSpLocks/>
            </p:cNvGrpSpPr>
            <p:nvPr/>
          </p:nvGrpSpPr>
          <p:grpSpPr bwMode="auto">
            <a:xfrm>
              <a:off x="3800" y="1420"/>
              <a:ext cx="1833" cy="1459"/>
              <a:chOff x="3782" y="1420"/>
              <a:chExt cx="1833" cy="1459"/>
            </a:xfrm>
          </p:grpSpPr>
          <p:grpSp>
            <p:nvGrpSpPr>
              <p:cNvPr id="86" name="Group 88">
                <a:extLst>
                  <a:ext uri="{FF2B5EF4-FFF2-40B4-BE49-F238E27FC236}">
                    <a16:creationId xmlns:a16="http://schemas.microsoft.com/office/drawing/2014/main" id="{3D26BD1B-A2EA-523D-DCD4-DE0FAD7CE4FE}"/>
                  </a:ext>
                </a:extLst>
              </p:cNvPr>
              <p:cNvGrpSpPr>
                <a:grpSpLocks/>
              </p:cNvGrpSpPr>
              <p:nvPr/>
            </p:nvGrpSpPr>
            <p:grpSpPr bwMode="auto">
              <a:xfrm>
                <a:off x="3782" y="2318"/>
                <a:ext cx="1833" cy="561"/>
                <a:chOff x="4176" y="2900"/>
                <a:chExt cx="1151" cy="452"/>
              </a:xfrm>
            </p:grpSpPr>
            <p:sp>
              <p:nvSpPr>
                <p:cNvPr id="106" name="AutoShape 89">
                  <a:extLst>
                    <a:ext uri="{FF2B5EF4-FFF2-40B4-BE49-F238E27FC236}">
                      <a16:creationId xmlns:a16="http://schemas.microsoft.com/office/drawing/2014/main" id="{4B111838-9DE0-73DF-0B62-DACE353653BF}"/>
                    </a:ext>
                  </a:extLst>
                </p:cNvPr>
                <p:cNvSpPr>
                  <a:spLocks noChangeArrowheads="1"/>
                </p:cNvSpPr>
                <p:nvPr/>
              </p:nvSpPr>
              <p:spPr bwMode="auto">
                <a:xfrm>
                  <a:off x="4176" y="2900"/>
                  <a:ext cx="1151" cy="432"/>
                </a:xfrm>
                <a:prstGeom prst="parallelogram">
                  <a:avLst>
                    <a:gd name="adj" fmla="val 66609"/>
                  </a:avLst>
                </a:prstGeom>
                <a:solidFill>
                  <a:srgbClr val="99FFCC"/>
                </a:solid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eaLnBrk="0" hangingPunct="0"/>
                  <a:endParaRPr lang="en-US" altLang="en-US" sz="2400" b="1">
                    <a:latin typeface="+mn-ea"/>
                  </a:endParaRPr>
                </a:p>
              </p:txBody>
            </p:sp>
            <p:sp>
              <p:nvSpPr>
                <p:cNvPr id="107" name="Text Box 90">
                  <a:extLst>
                    <a:ext uri="{FF2B5EF4-FFF2-40B4-BE49-F238E27FC236}">
                      <a16:creationId xmlns:a16="http://schemas.microsoft.com/office/drawing/2014/main" id="{4D3675D5-FBE1-EF36-5E1D-4E718FD3BFEF}"/>
                    </a:ext>
                  </a:extLst>
                </p:cNvPr>
                <p:cNvSpPr txBox="1">
                  <a:spLocks noChangeArrowheads="1"/>
                </p:cNvSpPr>
                <p:nvPr/>
              </p:nvSpPr>
              <p:spPr bwMode="auto">
                <a:xfrm>
                  <a:off x="4258" y="3181"/>
                  <a:ext cx="158"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1600" b="1">
                      <a:latin typeface="+mn-ea"/>
                    </a:rPr>
                    <a:t>V</a:t>
                  </a:r>
                  <a:r>
                    <a:rPr lang="en-US" altLang="zh-CN" sz="1600" b="1" baseline="-25000">
                      <a:latin typeface="+mn-ea"/>
                    </a:rPr>
                    <a:t>1</a:t>
                  </a:r>
                  <a:endParaRPr lang="en-US" altLang="zh-CN" sz="1600" b="1">
                    <a:latin typeface="+mn-ea"/>
                  </a:endParaRPr>
                </a:p>
              </p:txBody>
            </p:sp>
          </p:grpSp>
          <p:sp>
            <p:nvSpPr>
              <p:cNvPr id="87" name="Text Box 91">
                <a:extLst>
                  <a:ext uri="{FF2B5EF4-FFF2-40B4-BE49-F238E27FC236}">
                    <a16:creationId xmlns:a16="http://schemas.microsoft.com/office/drawing/2014/main" id="{EAA0C0F9-056F-8864-C7B1-D39BB3BFDDBB}"/>
                  </a:ext>
                </a:extLst>
              </p:cNvPr>
              <p:cNvSpPr txBox="1">
                <a:spLocks noChangeArrowheads="1"/>
              </p:cNvSpPr>
              <p:nvPr/>
            </p:nvSpPr>
            <p:spPr bwMode="auto">
              <a:xfrm>
                <a:off x="4665" y="1420"/>
                <a:ext cx="188"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1400" i="1"/>
                  <a:t>A</a:t>
                </a:r>
              </a:p>
            </p:txBody>
          </p:sp>
          <p:sp>
            <p:nvSpPr>
              <p:cNvPr id="88" name="Text Box 92">
                <a:extLst>
                  <a:ext uri="{FF2B5EF4-FFF2-40B4-BE49-F238E27FC236}">
                    <a16:creationId xmlns:a16="http://schemas.microsoft.com/office/drawing/2014/main" id="{46BC3378-6E54-0543-988C-CC137E324D2F}"/>
                  </a:ext>
                </a:extLst>
              </p:cNvPr>
              <p:cNvSpPr txBox="1">
                <a:spLocks noChangeArrowheads="1"/>
              </p:cNvSpPr>
              <p:nvPr/>
            </p:nvSpPr>
            <p:spPr bwMode="auto">
              <a:xfrm>
                <a:off x="4090" y="1660"/>
                <a:ext cx="176"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1400" i="1"/>
                  <a:t>C</a:t>
                </a:r>
              </a:p>
            </p:txBody>
          </p:sp>
          <p:sp>
            <p:nvSpPr>
              <p:cNvPr id="89" name="Text Box 93">
                <a:extLst>
                  <a:ext uri="{FF2B5EF4-FFF2-40B4-BE49-F238E27FC236}">
                    <a16:creationId xmlns:a16="http://schemas.microsoft.com/office/drawing/2014/main" id="{100C9185-9D92-B510-386C-FCBDF46EEC3E}"/>
                  </a:ext>
                </a:extLst>
              </p:cNvPr>
              <p:cNvSpPr txBox="1">
                <a:spLocks noChangeArrowheads="1"/>
              </p:cNvSpPr>
              <p:nvPr/>
            </p:nvSpPr>
            <p:spPr bwMode="auto">
              <a:xfrm>
                <a:off x="5029" y="2098"/>
                <a:ext cx="19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1400" b="1">
                    <a:latin typeface="+mn-ea"/>
                  </a:rPr>
                  <a:t>D</a:t>
                </a:r>
              </a:p>
            </p:txBody>
          </p:sp>
          <p:sp>
            <p:nvSpPr>
              <p:cNvPr id="90" name="Text Box 94">
                <a:extLst>
                  <a:ext uri="{FF2B5EF4-FFF2-40B4-BE49-F238E27FC236}">
                    <a16:creationId xmlns:a16="http://schemas.microsoft.com/office/drawing/2014/main" id="{0E6C5B03-C548-9357-C5CC-201F41CF41FA}"/>
                  </a:ext>
                </a:extLst>
              </p:cNvPr>
              <p:cNvSpPr txBox="1">
                <a:spLocks noChangeArrowheads="1"/>
              </p:cNvSpPr>
              <p:nvPr/>
            </p:nvSpPr>
            <p:spPr bwMode="auto">
              <a:xfrm>
                <a:off x="4449" y="1710"/>
                <a:ext cx="189"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1400" i="1"/>
                  <a:t>N</a:t>
                </a:r>
              </a:p>
            </p:txBody>
          </p:sp>
          <p:sp>
            <p:nvSpPr>
              <p:cNvPr id="91" name="Text Box 95">
                <a:extLst>
                  <a:ext uri="{FF2B5EF4-FFF2-40B4-BE49-F238E27FC236}">
                    <a16:creationId xmlns:a16="http://schemas.microsoft.com/office/drawing/2014/main" id="{BDDB6E41-BD3F-D338-7B2D-9032D186A079}"/>
                  </a:ext>
                </a:extLst>
              </p:cNvPr>
              <p:cNvSpPr txBox="1">
                <a:spLocks noChangeArrowheads="1"/>
              </p:cNvSpPr>
              <p:nvPr/>
            </p:nvSpPr>
            <p:spPr bwMode="auto">
              <a:xfrm>
                <a:off x="4909" y="1596"/>
                <a:ext cx="21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1400" i="1"/>
                  <a:t>M</a:t>
                </a:r>
              </a:p>
            </p:txBody>
          </p:sp>
          <p:sp>
            <p:nvSpPr>
              <p:cNvPr id="92" name="Text Box 96">
                <a:extLst>
                  <a:ext uri="{FF2B5EF4-FFF2-40B4-BE49-F238E27FC236}">
                    <a16:creationId xmlns:a16="http://schemas.microsoft.com/office/drawing/2014/main" id="{541051B8-8124-4EA2-F9C2-B1FBFFD3FEA0}"/>
                  </a:ext>
                </a:extLst>
              </p:cNvPr>
              <p:cNvSpPr txBox="1">
                <a:spLocks noChangeArrowheads="1"/>
              </p:cNvSpPr>
              <p:nvPr/>
            </p:nvSpPr>
            <p:spPr bwMode="auto">
              <a:xfrm>
                <a:off x="4080" y="2477"/>
                <a:ext cx="202"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1400" i="1"/>
                  <a:t>c</a:t>
                </a:r>
                <a:r>
                  <a:rPr lang="en-US" altLang="zh-CN" sz="1400" i="1" baseline="-25000"/>
                  <a:t>1</a:t>
                </a:r>
                <a:endParaRPr lang="en-US" altLang="zh-CN" sz="1400" i="1"/>
              </a:p>
            </p:txBody>
          </p:sp>
          <p:sp>
            <p:nvSpPr>
              <p:cNvPr id="93" name="Text Box 97">
                <a:extLst>
                  <a:ext uri="{FF2B5EF4-FFF2-40B4-BE49-F238E27FC236}">
                    <a16:creationId xmlns:a16="http://schemas.microsoft.com/office/drawing/2014/main" id="{4BD7CD0C-E5D4-35DC-182B-866F983A3739}"/>
                  </a:ext>
                </a:extLst>
              </p:cNvPr>
              <p:cNvSpPr txBox="1">
                <a:spLocks noChangeArrowheads="1"/>
              </p:cNvSpPr>
              <p:nvPr/>
            </p:nvSpPr>
            <p:spPr bwMode="auto">
              <a:xfrm>
                <a:off x="5042" y="2654"/>
                <a:ext cx="21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1400" i="1"/>
                  <a:t>d</a:t>
                </a:r>
                <a:r>
                  <a:rPr lang="en-US" altLang="zh-CN" sz="1400" i="1" baseline="-25000"/>
                  <a:t>1</a:t>
                </a:r>
                <a:endParaRPr lang="en-US" altLang="zh-CN" sz="1400" i="1"/>
              </a:p>
            </p:txBody>
          </p:sp>
          <p:sp>
            <p:nvSpPr>
              <p:cNvPr id="94" name="Text Box 98">
                <a:extLst>
                  <a:ext uri="{FF2B5EF4-FFF2-40B4-BE49-F238E27FC236}">
                    <a16:creationId xmlns:a16="http://schemas.microsoft.com/office/drawing/2014/main" id="{0BFBFDF9-057A-562F-EE06-F9D46C78DC71}"/>
                  </a:ext>
                </a:extLst>
              </p:cNvPr>
              <p:cNvSpPr txBox="1">
                <a:spLocks noChangeArrowheads="1"/>
              </p:cNvSpPr>
              <p:nvPr/>
            </p:nvSpPr>
            <p:spPr bwMode="auto">
              <a:xfrm>
                <a:off x="4814" y="2358"/>
                <a:ext cx="60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pPr eaLnBrk="0" hangingPunct="0"/>
                <a:r>
                  <a:rPr lang="en-US" altLang="zh-CN" sz="1600" i="1" dirty="0"/>
                  <a:t>a</a:t>
                </a:r>
                <a:r>
                  <a:rPr lang="en-US" altLang="zh-CN" sz="1600" i="1" baseline="-25000" dirty="0"/>
                  <a:t>1</a:t>
                </a:r>
                <a:r>
                  <a:rPr lang="en-US" altLang="zh-CN" sz="1600" i="1" dirty="0"/>
                  <a:t>(m</a:t>
                </a:r>
                <a:r>
                  <a:rPr lang="en-US" altLang="zh-CN" sz="1600" i="1" baseline="-25000" dirty="0"/>
                  <a:t>1</a:t>
                </a:r>
                <a:r>
                  <a:rPr lang="en-US" altLang="zh-CN" sz="1600" i="1" dirty="0"/>
                  <a:t>b</a:t>
                </a:r>
                <a:r>
                  <a:rPr lang="en-US" altLang="zh-CN" sz="1600" i="1" baseline="-25000" dirty="0"/>
                  <a:t>1)</a:t>
                </a:r>
                <a:endParaRPr lang="en-US" altLang="zh-CN" sz="2400" i="1" dirty="0"/>
              </a:p>
            </p:txBody>
          </p:sp>
          <p:sp>
            <p:nvSpPr>
              <p:cNvPr id="95" name="Text Box 99">
                <a:extLst>
                  <a:ext uri="{FF2B5EF4-FFF2-40B4-BE49-F238E27FC236}">
                    <a16:creationId xmlns:a16="http://schemas.microsoft.com/office/drawing/2014/main" id="{D01161A9-F317-8565-D557-BEEACC9742FD}"/>
                  </a:ext>
                </a:extLst>
              </p:cNvPr>
              <p:cNvSpPr txBox="1">
                <a:spLocks noChangeArrowheads="1"/>
              </p:cNvSpPr>
              <p:nvPr/>
            </p:nvSpPr>
            <p:spPr bwMode="auto">
              <a:xfrm>
                <a:off x="4409" y="2609"/>
                <a:ext cx="21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1400" i="1"/>
                  <a:t>n</a:t>
                </a:r>
                <a:r>
                  <a:rPr lang="en-US" altLang="zh-CN" sz="1400" i="1" baseline="-25000"/>
                  <a:t>1</a:t>
                </a:r>
                <a:endParaRPr lang="en-US" altLang="zh-CN" sz="1400" i="1"/>
              </a:p>
            </p:txBody>
          </p:sp>
          <p:sp>
            <p:nvSpPr>
              <p:cNvPr id="96" name="Freeform 100">
                <a:extLst>
                  <a:ext uri="{FF2B5EF4-FFF2-40B4-BE49-F238E27FC236}">
                    <a16:creationId xmlns:a16="http://schemas.microsoft.com/office/drawing/2014/main" id="{8F32E35D-6A25-8805-5B1C-FDCA1BBCA095}"/>
                  </a:ext>
                </a:extLst>
              </p:cNvPr>
              <p:cNvSpPr>
                <a:spLocks/>
              </p:cNvSpPr>
              <p:nvPr/>
            </p:nvSpPr>
            <p:spPr bwMode="auto">
              <a:xfrm>
                <a:off x="4875" y="1516"/>
                <a:ext cx="1" cy="744"/>
              </a:xfrm>
              <a:custGeom>
                <a:avLst/>
                <a:gdLst>
                  <a:gd name="T0" fmla="*/ 0 w 1"/>
                  <a:gd name="T1" fmla="*/ 0 h 600"/>
                  <a:gd name="T2" fmla="*/ 0 w 1"/>
                  <a:gd name="T3" fmla="*/ 600 h 600"/>
                </a:gdLst>
                <a:ahLst/>
                <a:cxnLst>
                  <a:cxn ang="0">
                    <a:pos x="T0" y="T1"/>
                  </a:cxn>
                  <a:cxn ang="0">
                    <a:pos x="T2" y="T3"/>
                  </a:cxn>
                </a:cxnLst>
                <a:rect l="0" t="0" r="r" b="b"/>
                <a:pathLst>
                  <a:path w="1" h="600">
                    <a:moveTo>
                      <a:pt x="0" y="0"/>
                    </a:moveTo>
                    <a:lnTo>
                      <a:pt x="0" y="600"/>
                    </a:lnTo>
                  </a:path>
                </a:pathLst>
              </a:custGeom>
              <a:noFill/>
              <a:ln w="381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lstStyle/>
              <a:p>
                <a:endParaRPr lang="en-US">
                  <a:latin typeface="+mn-ea"/>
                </a:endParaRPr>
              </a:p>
            </p:txBody>
          </p:sp>
          <p:sp>
            <p:nvSpPr>
              <p:cNvPr id="97" name="Freeform 101">
                <a:extLst>
                  <a:ext uri="{FF2B5EF4-FFF2-40B4-BE49-F238E27FC236}">
                    <a16:creationId xmlns:a16="http://schemas.microsoft.com/office/drawing/2014/main" id="{0508A556-B48B-9ACC-0D3A-4B929E80A109}"/>
                  </a:ext>
                </a:extLst>
              </p:cNvPr>
              <p:cNvSpPr>
                <a:spLocks/>
              </p:cNvSpPr>
              <p:nvPr/>
            </p:nvSpPr>
            <p:spPr bwMode="auto">
              <a:xfrm>
                <a:off x="4540" y="2427"/>
                <a:ext cx="335" cy="242"/>
              </a:xfrm>
              <a:custGeom>
                <a:avLst/>
                <a:gdLst>
                  <a:gd name="T0" fmla="*/ 210 w 210"/>
                  <a:gd name="T1" fmla="*/ 0 h 195"/>
                  <a:gd name="T2" fmla="*/ 0 w 210"/>
                  <a:gd name="T3" fmla="*/ 195 h 195"/>
                </a:gdLst>
                <a:ahLst/>
                <a:cxnLst>
                  <a:cxn ang="0">
                    <a:pos x="T0" y="T1"/>
                  </a:cxn>
                  <a:cxn ang="0">
                    <a:pos x="T2" y="T3"/>
                  </a:cxn>
                </a:cxnLst>
                <a:rect l="0" t="0" r="r" b="b"/>
                <a:pathLst>
                  <a:path w="210" h="195">
                    <a:moveTo>
                      <a:pt x="210" y="0"/>
                    </a:moveTo>
                    <a:lnTo>
                      <a:pt x="0" y="195"/>
                    </a:lnTo>
                  </a:path>
                </a:pathLst>
              </a:custGeom>
              <a:noFill/>
              <a:ln w="3810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lstStyle/>
              <a:p>
                <a:endParaRPr lang="en-US">
                  <a:latin typeface="+mn-ea"/>
                </a:endParaRPr>
              </a:p>
            </p:txBody>
          </p:sp>
          <p:sp>
            <p:nvSpPr>
              <p:cNvPr id="98" name="Freeform 102">
                <a:extLst>
                  <a:ext uri="{FF2B5EF4-FFF2-40B4-BE49-F238E27FC236}">
                    <a16:creationId xmlns:a16="http://schemas.microsoft.com/office/drawing/2014/main" id="{EDD506B1-9DFD-37C8-1435-13304F5F8594}"/>
                  </a:ext>
                </a:extLst>
              </p:cNvPr>
              <p:cNvSpPr>
                <a:spLocks/>
              </p:cNvSpPr>
              <p:nvPr/>
            </p:nvSpPr>
            <p:spPr bwMode="auto">
              <a:xfrm>
                <a:off x="4276" y="2595"/>
                <a:ext cx="742" cy="186"/>
              </a:xfrm>
              <a:custGeom>
                <a:avLst/>
                <a:gdLst>
                  <a:gd name="T0" fmla="*/ 0 w 466"/>
                  <a:gd name="T1" fmla="*/ 0 h 150"/>
                  <a:gd name="T2" fmla="*/ 466 w 466"/>
                  <a:gd name="T3" fmla="*/ 150 h 150"/>
                </a:gdLst>
                <a:ahLst/>
                <a:cxnLst>
                  <a:cxn ang="0">
                    <a:pos x="T0" y="T1"/>
                  </a:cxn>
                  <a:cxn ang="0">
                    <a:pos x="T2" y="T3"/>
                  </a:cxn>
                </a:cxnLst>
                <a:rect l="0" t="0" r="r" b="b"/>
                <a:pathLst>
                  <a:path w="466" h="150">
                    <a:moveTo>
                      <a:pt x="0" y="0"/>
                    </a:moveTo>
                    <a:lnTo>
                      <a:pt x="466" y="150"/>
                    </a:lnTo>
                  </a:path>
                </a:pathLst>
              </a:custGeom>
              <a:noFill/>
              <a:ln w="381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lstStyle/>
              <a:p>
                <a:endParaRPr lang="en-US">
                  <a:latin typeface="+mn-ea"/>
                </a:endParaRPr>
              </a:p>
            </p:txBody>
          </p:sp>
          <p:sp>
            <p:nvSpPr>
              <p:cNvPr id="99" name="Line 103">
                <a:extLst>
                  <a:ext uri="{FF2B5EF4-FFF2-40B4-BE49-F238E27FC236}">
                    <a16:creationId xmlns:a16="http://schemas.microsoft.com/office/drawing/2014/main" id="{3919864B-51B4-5805-6DC3-92344714A5EB}"/>
                  </a:ext>
                </a:extLst>
              </p:cNvPr>
              <p:cNvSpPr>
                <a:spLocks noChangeShapeType="1"/>
              </p:cNvSpPr>
              <p:nvPr/>
            </p:nvSpPr>
            <p:spPr bwMode="auto">
              <a:xfrm flipV="1">
                <a:off x="5018" y="2254"/>
                <a:ext cx="0" cy="52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latin typeface="+mn-ea"/>
                </a:endParaRPr>
              </a:p>
            </p:txBody>
          </p:sp>
          <p:sp>
            <p:nvSpPr>
              <p:cNvPr id="100" name="Line 104">
                <a:extLst>
                  <a:ext uri="{FF2B5EF4-FFF2-40B4-BE49-F238E27FC236}">
                    <a16:creationId xmlns:a16="http://schemas.microsoft.com/office/drawing/2014/main" id="{EA099553-26EA-ECA0-AD65-7188B644A352}"/>
                  </a:ext>
                </a:extLst>
              </p:cNvPr>
              <p:cNvSpPr>
                <a:spLocks noChangeShapeType="1"/>
              </p:cNvSpPr>
              <p:nvPr/>
            </p:nvSpPr>
            <p:spPr bwMode="auto">
              <a:xfrm flipH="1" flipV="1">
                <a:off x="4276" y="1730"/>
                <a:ext cx="0" cy="86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latin typeface="+mn-ea"/>
                </a:endParaRPr>
              </a:p>
            </p:txBody>
          </p:sp>
          <p:sp>
            <p:nvSpPr>
              <p:cNvPr id="101" name="Freeform 105">
                <a:extLst>
                  <a:ext uri="{FF2B5EF4-FFF2-40B4-BE49-F238E27FC236}">
                    <a16:creationId xmlns:a16="http://schemas.microsoft.com/office/drawing/2014/main" id="{EA80FB5F-B47B-7EC9-5E3B-EF96C1B7B2B1}"/>
                  </a:ext>
                </a:extLst>
              </p:cNvPr>
              <p:cNvSpPr>
                <a:spLocks/>
              </p:cNvSpPr>
              <p:nvPr/>
            </p:nvSpPr>
            <p:spPr bwMode="auto">
              <a:xfrm>
                <a:off x="4276" y="1742"/>
                <a:ext cx="740" cy="510"/>
              </a:xfrm>
              <a:custGeom>
                <a:avLst/>
                <a:gdLst>
                  <a:gd name="T0" fmla="*/ 0 w 466"/>
                  <a:gd name="T1" fmla="*/ 0 h 172"/>
                  <a:gd name="T2" fmla="*/ 466 w 466"/>
                  <a:gd name="T3" fmla="*/ 172 h 172"/>
                </a:gdLst>
                <a:ahLst/>
                <a:cxnLst>
                  <a:cxn ang="0">
                    <a:pos x="T0" y="T1"/>
                  </a:cxn>
                  <a:cxn ang="0">
                    <a:pos x="T2" y="T3"/>
                  </a:cxn>
                </a:cxnLst>
                <a:rect l="0" t="0" r="r" b="b"/>
                <a:pathLst>
                  <a:path w="466" h="172">
                    <a:moveTo>
                      <a:pt x="0" y="0"/>
                    </a:moveTo>
                    <a:lnTo>
                      <a:pt x="466" y="172"/>
                    </a:lnTo>
                  </a:path>
                </a:pathLst>
              </a:custGeom>
              <a:noFill/>
              <a:ln w="381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lstStyle/>
              <a:p>
                <a:endParaRPr lang="en-US">
                  <a:latin typeface="+mn-ea"/>
                </a:endParaRPr>
              </a:p>
            </p:txBody>
          </p:sp>
          <p:sp>
            <p:nvSpPr>
              <p:cNvPr id="102" name="Freeform 106">
                <a:extLst>
                  <a:ext uri="{FF2B5EF4-FFF2-40B4-BE49-F238E27FC236}">
                    <a16:creationId xmlns:a16="http://schemas.microsoft.com/office/drawing/2014/main" id="{C6704706-0764-75A4-1500-3422EF50A133}"/>
                  </a:ext>
                </a:extLst>
              </p:cNvPr>
              <p:cNvSpPr>
                <a:spLocks/>
              </p:cNvSpPr>
              <p:nvPr/>
            </p:nvSpPr>
            <p:spPr bwMode="auto">
              <a:xfrm>
                <a:off x="4524" y="1694"/>
                <a:ext cx="335" cy="230"/>
              </a:xfrm>
              <a:custGeom>
                <a:avLst/>
                <a:gdLst>
                  <a:gd name="T0" fmla="*/ 225 w 225"/>
                  <a:gd name="T1" fmla="*/ 0 h 195"/>
                  <a:gd name="T2" fmla="*/ 0 w 225"/>
                  <a:gd name="T3" fmla="*/ 195 h 195"/>
                </a:gdLst>
                <a:ahLst/>
                <a:cxnLst>
                  <a:cxn ang="0">
                    <a:pos x="T0" y="T1"/>
                  </a:cxn>
                  <a:cxn ang="0">
                    <a:pos x="T2" y="T3"/>
                  </a:cxn>
                </a:cxnLst>
                <a:rect l="0" t="0" r="r" b="b"/>
                <a:pathLst>
                  <a:path w="225" h="195">
                    <a:moveTo>
                      <a:pt x="225" y="0"/>
                    </a:moveTo>
                    <a:lnTo>
                      <a:pt x="0" y="195"/>
                    </a:lnTo>
                  </a:path>
                </a:pathLst>
              </a:custGeom>
              <a:noFill/>
              <a:ln w="3810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lstStyle/>
              <a:p>
                <a:endParaRPr lang="en-US">
                  <a:latin typeface="+mn-ea"/>
                </a:endParaRPr>
              </a:p>
            </p:txBody>
          </p:sp>
          <p:sp>
            <p:nvSpPr>
              <p:cNvPr id="103" name="Freeform 107">
                <a:extLst>
                  <a:ext uri="{FF2B5EF4-FFF2-40B4-BE49-F238E27FC236}">
                    <a16:creationId xmlns:a16="http://schemas.microsoft.com/office/drawing/2014/main" id="{033B3812-AAA4-8133-3558-4F4A4EBEF85D}"/>
                  </a:ext>
                </a:extLst>
              </p:cNvPr>
              <p:cNvSpPr>
                <a:spLocks/>
              </p:cNvSpPr>
              <p:nvPr/>
            </p:nvSpPr>
            <p:spPr bwMode="auto">
              <a:xfrm>
                <a:off x="4875" y="2186"/>
                <a:ext cx="1" cy="260"/>
              </a:xfrm>
              <a:custGeom>
                <a:avLst/>
                <a:gdLst>
                  <a:gd name="T0" fmla="*/ 0 w 1"/>
                  <a:gd name="T1" fmla="*/ 0 h 210"/>
                  <a:gd name="T2" fmla="*/ 0 w 1"/>
                  <a:gd name="T3" fmla="*/ 210 h 210"/>
                </a:gdLst>
                <a:ahLst/>
                <a:cxnLst>
                  <a:cxn ang="0">
                    <a:pos x="T0" y="T1"/>
                  </a:cxn>
                  <a:cxn ang="0">
                    <a:pos x="T2" y="T3"/>
                  </a:cxn>
                </a:cxnLst>
                <a:rect l="0" t="0" r="r" b="b"/>
                <a:pathLst>
                  <a:path w="1" h="210">
                    <a:moveTo>
                      <a:pt x="0" y="0"/>
                    </a:moveTo>
                    <a:lnTo>
                      <a:pt x="0" y="210"/>
                    </a:ln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lstStyle/>
              <a:p>
                <a:endParaRPr lang="en-US">
                  <a:latin typeface="+mn-ea"/>
                </a:endParaRPr>
              </a:p>
            </p:txBody>
          </p:sp>
          <p:sp>
            <p:nvSpPr>
              <p:cNvPr id="104" name="Text Box 108">
                <a:extLst>
                  <a:ext uri="{FF2B5EF4-FFF2-40B4-BE49-F238E27FC236}">
                    <a16:creationId xmlns:a16="http://schemas.microsoft.com/office/drawing/2014/main" id="{E1B54A71-B6CB-5CD4-2D1C-BC36D445B26E}"/>
                  </a:ext>
                </a:extLst>
              </p:cNvPr>
              <p:cNvSpPr txBox="1">
                <a:spLocks noChangeArrowheads="1"/>
              </p:cNvSpPr>
              <p:nvPr/>
            </p:nvSpPr>
            <p:spPr bwMode="auto">
              <a:xfrm>
                <a:off x="4649" y="2132"/>
                <a:ext cx="180"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en-US" altLang="zh-CN" sz="1400" i="1" dirty="0"/>
                  <a:t>B</a:t>
                </a:r>
              </a:p>
            </p:txBody>
          </p:sp>
          <p:sp>
            <p:nvSpPr>
              <p:cNvPr id="105" name="Line 109">
                <a:extLst>
                  <a:ext uri="{FF2B5EF4-FFF2-40B4-BE49-F238E27FC236}">
                    <a16:creationId xmlns:a16="http://schemas.microsoft.com/office/drawing/2014/main" id="{B38E0F72-FCC9-B228-8EBD-9FEA97EF85AD}"/>
                  </a:ext>
                </a:extLst>
              </p:cNvPr>
              <p:cNvSpPr>
                <a:spLocks noChangeShapeType="1"/>
              </p:cNvSpPr>
              <p:nvPr/>
            </p:nvSpPr>
            <p:spPr bwMode="auto">
              <a:xfrm>
                <a:off x="4524" y="1924"/>
                <a:ext cx="0" cy="74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latin typeface="+mn-ea"/>
                </a:endParaRPr>
              </a:p>
            </p:txBody>
          </p:sp>
        </p:grpSp>
      </p:grpSp>
      <p:sp>
        <p:nvSpPr>
          <p:cNvPr id="108" name="Text Box 110">
            <a:extLst>
              <a:ext uri="{FF2B5EF4-FFF2-40B4-BE49-F238E27FC236}">
                <a16:creationId xmlns:a16="http://schemas.microsoft.com/office/drawing/2014/main" id="{B18CBFF1-203D-C201-7925-31D6C83D1AD7}"/>
              </a:ext>
            </a:extLst>
          </p:cNvPr>
          <p:cNvSpPr txBox="1">
            <a:spLocks noChangeArrowheads="1"/>
          </p:cNvSpPr>
          <p:nvPr/>
        </p:nvSpPr>
        <p:spPr bwMode="auto">
          <a:xfrm>
            <a:off x="1412134" y="1315404"/>
            <a:ext cx="110799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r>
              <a:rPr lang="zh-CN" altLang="en-US" sz="2400" b="1" dirty="0">
                <a:solidFill>
                  <a:srgbClr val="C00000"/>
                </a:solidFill>
                <a:latin typeface="+mn-ea"/>
              </a:rPr>
              <a:t>作图：</a:t>
            </a:r>
          </a:p>
        </p:txBody>
      </p:sp>
      <p:sp>
        <p:nvSpPr>
          <p:cNvPr id="109" name="Text Box 111">
            <a:extLst>
              <a:ext uri="{FF2B5EF4-FFF2-40B4-BE49-F238E27FC236}">
                <a16:creationId xmlns:a16="http://schemas.microsoft.com/office/drawing/2014/main" id="{8578A8B5-27CC-8D02-D82F-7E176BA993BA}"/>
              </a:ext>
            </a:extLst>
          </p:cNvPr>
          <p:cNvSpPr txBox="1">
            <a:spLocks noChangeArrowheads="1"/>
          </p:cNvSpPr>
          <p:nvPr/>
        </p:nvSpPr>
        <p:spPr bwMode="auto">
          <a:xfrm>
            <a:off x="3435785" y="6279536"/>
            <a:ext cx="6088526" cy="461665"/>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none">
            <a:spAutoFit/>
          </a:bodyPr>
          <a:lstStyle/>
          <a:p>
            <a:pPr eaLnBrk="0" hangingPunct="0"/>
            <a:r>
              <a:rPr lang="zh-CN" altLang="en-US" sz="2400" dirty="0">
                <a:solidFill>
                  <a:srgbClr val="C00000"/>
                </a:solidFill>
                <a:latin typeface="+mn-ea"/>
              </a:rPr>
              <a:t>求</a:t>
            </a:r>
            <a:r>
              <a:rPr lang="en-US" altLang="zh-CN" sz="2400" i="1" dirty="0">
                <a:solidFill>
                  <a:srgbClr val="C00000"/>
                </a:solidFill>
                <a:latin typeface="+mn-ea"/>
              </a:rPr>
              <a:t>m</a:t>
            </a:r>
            <a:r>
              <a:rPr lang="zh-CN" altLang="en-US" sz="2400" dirty="0">
                <a:solidFill>
                  <a:srgbClr val="C00000"/>
                </a:solidFill>
                <a:latin typeface="+mn-ea"/>
              </a:rPr>
              <a:t>点是难点，</a:t>
            </a:r>
            <a:r>
              <a:rPr lang="en-US" altLang="zh-CN" sz="2400" i="1" dirty="0">
                <a:solidFill>
                  <a:srgbClr val="C00000"/>
                </a:solidFill>
                <a:latin typeface="+mn-ea"/>
              </a:rPr>
              <a:t>MN</a:t>
            </a:r>
            <a:r>
              <a:rPr lang="zh-CN" altLang="en-US" sz="2400" dirty="0">
                <a:solidFill>
                  <a:srgbClr val="C00000"/>
                </a:solidFill>
                <a:latin typeface="+mn-ea"/>
              </a:rPr>
              <a:t>是</a:t>
            </a:r>
            <a:r>
              <a:rPr lang="en-US" altLang="zh-CN" sz="2400" i="1" dirty="0">
                <a:solidFill>
                  <a:srgbClr val="C00000"/>
                </a:solidFill>
                <a:latin typeface="+mn-ea"/>
              </a:rPr>
              <a:t>V</a:t>
            </a:r>
            <a:r>
              <a:rPr lang="en-US" altLang="zh-CN" sz="2400" i="1" baseline="-25000" dirty="0">
                <a:solidFill>
                  <a:srgbClr val="C00000"/>
                </a:solidFill>
                <a:latin typeface="+mn-ea"/>
              </a:rPr>
              <a:t>1</a:t>
            </a:r>
            <a:r>
              <a:rPr lang="zh-CN" altLang="en-US" sz="2400" dirty="0">
                <a:solidFill>
                  <a:srgbClr val="C00000"/>
                </a:solidFill>
                <a:latin typeface="+mn-ea"/>
              </a:rPr>
              <a:t>的平行线，</a:t>
            </a:r>
            <a:r>
              <a:rPr lang="en-US" altLang="zh-CN" sz="2400" i="1" dirty="0" err="1">
                <a:solidFill>
                  <a:srgbClr val="C00000"/>
                </a:solidFill>
                <a:latin typeface="+mn-ea"/>
              </a:rPr>
              <a:t>mn</a:t>
            </a:r>
            <a:r>
              <a:rPr lang="en-US" altLang="zh-CN" sz="2400" dirty="0">
                <a:solidFill>
                  <a:srgbClr val="C00000"/>
                </a:solidFill>
                <a:latin typeface="+mn-ea"/>
              </a:rPr>
              <a:t>//</a:t>
            </a:r>
            <a:r>
              <a:rPr lang="en-US" altLang="zh-CN" sz="2400" i="1" dirty="0">
                <a:solidFill>
                  <a:srgbClr val="C00000"/>
                </a:solidFill>
                <a:latin typeface="+mn-ea"/>
              </a:rPr>
              <a:t>X1</a:t>
            </a:r>
          </a:p>
        </p:txBody>
      </p:sp>
      <p:grpSp>
        <p:nvGrpSpPr>
          <p:cNvPr id="110" name="Group 112">
            <a:extLst>
              <a:ext uri="{FF2B5EF4-FFF2-40B4-BE49-F238E27FC236}">
                <a16:creationId xmlns:a16="http://schemas.microsoft.com/office/drawing/2014/main" id="{2B046D07-D4A0-C555-243E-AA5E07DD656D}"/>
              </a:ext>
            </a:extLst>
          </p:cNvPr>
          <p:cNvGrpSpPr>
            <a:grpSpLocks/>
          </p:cNvGrpSpPr>
          <p:nvPr/>
        </p:nvGrpSpPr>
        <p:grpSpPr bwMode="auto">
          <a:xfrm>
            <a:off x="4930425" y="4266416"/>
            <a:ext cx="233362" cy="274638"/>
            <a:chOff x="2227" y="2672"/>
            <a:chExt cx="147" cy="173"/>
          </a:xfrm>
        </p:grpSpPr>
        <p:sp>
          <p:nvSpPr>
            <p:cNvPr id="111" name="Freeform 113">
              <a:extLst>
                <a:ext uri="{FF2B5EF4-FFF2-40B4-BE49-F238E27FC236}">
                  <a16:creationId xmlns:a16="http://schemas.microsoft.com/office/drawing/2014/main" id="{7BA26AAA-B720-34F5-AB96-59496BB7D28E}"/>
                </a:ext>
              </a:extLst>
            </p:cNvPr>
            <p:cNvSpPr>
              <a:spLocks/>
            </p:cNvSpPr>
            <p:nvPr/>
          </p:nvSpPr>
          <p:spPr bwMode="auto">
            <a:xfrm>
              <a:off x="2227" y="2733"/>
              <a:ext cx="130" cy="61"/>
            </a:xfrm>
            <a:custGeom>
              <a:avLst/>
              <a:gdLst>
                <a:gd name="T0" fmla="*/ 0 w 130"/>
                <a:gd name="T1" fmla="*/ 61 h 61"/>
                <a:gd name="T2" fmla="*/ 29 w 130"/>
                <a:gd name="T3" fmla="*/ 22 h 61"/>
                <a:gd name="T4" fmla="*/ 58 w 130"/>
                <a:gd name="T5" fmla="*/ 3 h 61"/>
                <a:gd name="T6" fmla="*/ 130 w 130"/>
                <a:gd name="T7" fmla="*/ 3 h 61"/>
              </a:gdLst>
              <a:ahLst/>
              <a:cxnLst>
                <a:cxn ang="0">
                  <a:pos x="T0" y="T1"/>
                </a:cxn>
                <a:cxn ang="0">
                  <a:pos x="T2" y="T3"/>
                </a:cxn>
                <a:cxn ang="0">
                  <a:pos x="T4" y="T5"/>
                </a:cxn>
                <a:cxn ang="0">
                  <a:pos x="T6" y="T7"/>
                </a:cxn>
              </a:cxnLst>
              <a:rect l="0" t="0" r="r" b="b"/>
              <a:pathLst>
                <a:path w="130" h="61">
                  <a:moveTo>
                    <a:pt x="0" y="61"/>
                  </a:moveTo>
                  <a:cubicBezTo>
                    <a:pt x="9" y="46"/>
                    <a:pt x="19" y="32"/>
                    <a:pt x="29" y="22"/>
                  </a:cubicBezTo>
                  <a:cubicBezTo>
                    <a:pt x="39" y="12"/>
                    <a:pt x="41" y="6"/>
                    <a:pt x="58" y="3"/>
                  </a:cubicBezTo>
                  <a:cubicBezTo>
                    <a:pt x="75" y="0"/>
                    <a:pt x="118" y="3"/>
                    <a:pt x="130" y="3"/>
                  </a:cubicBezTo>
                </a:path>
              </a:pathLst>
            </a:custGeom>
            <a:noFill/>
            <a:ln w="12700" cap="flat" cmpd="sng">
              <a:solidFill>
                <a:schemeClr val="tx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lstStyle/>
            <a:p>
              <a:endParaRPr lang="en-US"/>
            </a:p>
          </p:txBody>
        </p:sp>
        <p:sp>
          <p:nvSpPr>
            <p:cNvPr id="112" name="Text Box 114">
              <a:extLst>
                <a:ext uri="{FF2B5EF4-FFF2-40B4-BE49-F238E27FC236}">
                  <a16:creationId xmlns:a16="http://schemas.microsoft.com/office/drawing/2014/main" id="{3017D653-429E-0241-D9EA-E48F440F5D4A}"/>
                </a:ext>
              </a:extLst>
            </p:cNvPr>
            <p:cNvSpPr txBox="1">
              <a:spLocks noChangeArrowheads="1"/>
            </p:cNvSpPr>
            <p:nvPr/>
          </p:nvSpPr>
          <p:spPr bwMode="auto">
            <a:xfrm>
              <a:off x="2234" y="2672"/>
              <a:ext cx="140"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eaLnBrk="0" hangingPunct="0"/>
              <a:r>
                <a:rPr lang="en-US" altLang="zh-CN" sz="1200" b="1"/>
                <a:t>.</a:t>
              </a:r>
            </a:p>
          </p:txBody>
        </p:sp>
      </p:grpSp>
      <p:grpSp>
        <p:nvGrpSpPr>
          <p:cNvPr id="113" name="Group 115">
            <a:extLst>
              <a:ext uri="{FF2B5EF4-FFF2-40B4-BE49-F238E27FC236}">
                <a16:creationId xmlns:a16="http://schemas.microsoft.com/office/drawing/2014/main" id="{55E3F7E3-6365-0847-E642-495DA6F86170}"/>
              </a:ext>
            </a:extLst>
          </p:cNvPr>
          <p:cNvGrpSpPr>
            <a:grpSpLocks/>
          </p:cNvGrpSpPr>
          <p:nvPr/>
        </p:nvGrpSpPr>
        <p:grpSpPr bwMode="auto">
          <a:xfrm>
            <a:off x="6497287" y="4926816"/>
            <a:ext cx="231775" cy="274638"/>
            <a:chOff x="3178" y="3084"/>
            <a:chExt cx="146" cy="173"/>
          </a:xfrm>
        </p:grpSpPr>
        <p:sp>
          <p:nvSpPr>
            <p:cNvPr id="114" name="Freeform 116">
              <a:extLst>
                <a:ext uri="{FF2B5EF4-FFF2-40B4-BE49-F238E27FC236}">
                  <a16:creationId xmlns:a16="http://schemas.microsoft.com/office/drawing/2014/main" id="{A820672D-54DB-E728-5302-4AE43113690C}"/>
                </a:ext>
              </a:extLst>
            </p:cNvPr>
            <p:cNvSpPr>
              <a:spLocks/>
            </p:cNvSpPr>
            <p:nvPr/>
          </p:nvSpPr>
          <p:spPr bwMode="auto">
            <a:xfrm>
              <a:off x="3178" y="3154"/>
              <a:ext cx="129" cy="43"/>
            </a:xfrm>
            <a:custGeom>
              <a:avLst/>
              <a:gdLst>
                <a:gd name="T0" fmla="*/ 0 w 129"/>
                <a:gd name="T1" fmla="*/ 43 h 43"/>
                <a:gd name="T2" fmla="*/ 43 w 129"/>
                <a:gd name="T3" fmla="*/ 9 h 43"/>
                <a:gd name="T4" fmla="*/ 91 w 129"/>
                <a:gd name="T5" fmla="*/ 4 h 43"/>
                <a:gd name="T6" fmla="*/ 129 w 129"/>
                <a:gd name="T7" fmla="*/ 33 h 43"/>
              </a:gdLst>
              <a:ahLst/>
              <a:cxnLst>
                <a:cxn ang="0">
                  <a:pos x="T0" y="T1"/>
                </a:cxn>
                <a:cxn ang="0">
                  <a:pos x="T2" y="T3"/>
                </a:cxn>
                <a:cxn ang="0">
                  <a:pos x="T4" y="T5"/>
                </a:cxn>
                <a:cxn ang="0">
                  <a:pos x="T6" y="T7"/>
                </a:cxn>
              </a:cxnLst>
              <a:rect l="0" t="0" r="r" b="b"/>
              <a:pathLst>
                <a:path w="129" h="43">
                  <a:moveTo>
                    <a:pt x="0" y="43"/>
                  </a:moveTo>
                  <a:cubicBezTo>
                    <a:pt x="7" y="37"/>
                    <a:pt x="28" y="15"/>
                    <a:pt x="43" y="9"/>
                  </a:cubicBezTo>
                  <a:cubicBezTo>
                    <a:pt x="58" y="3"/>
                    <a:pt x="77" y="0"/>
                    <a:pt x="91" y="4"/>
                  </a:cubicBezTo>
                  <a:cubicBezTo>
                    <a:pt x="105" y="8"/>
                    <a:pt x="117" y="19"/>
                    <a:pt x="129" y="33"/>
                  </a:cubicBezTo>
                </a:path>
              </a:pathLst>
            </a:custGeom>
            <a:noFill/>
            <a:ln w="12700" cap="flat" cmpd="sng">
              <a:solidFill>
                <a:schemeClr val="tx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txBody>
            <a:bodyPr wrap="none" anchor="ctr"/>
            <a:lstStyle/>
            <a:p>
              <a:endParaRPr lang="en-US"/>
            </a:p>
          </p:txBody>
        </p:sp>
        <p:sp>
          <p:nvSpPr>
            <p:cNvPr id="115" name="Text Box 117">
              <a:extLst>
                <a:ext uri="{FF2B5EF4-FFF2-40B4-BE49-F238E27FC236}">
                  <a16:creationId xmlns:a16="http://schemas.microsoft.com/office/drawing/2014/main" id="{20109A85-3D82-BE37-C1C8-EC1F4BA21723}"/>
                </a:ext>
              </a:extLst>
            </p:cNvPr>
            <p:cNvSpPr txBox="1">
              <a:spLocks noChangeArrowheads="1"/>
            </p:cNvSpPr>
            <p:nvPr/>
          </p:nvSpPr>
          <p:spPr bwMode="auto">
            <a:xfrm>
              <a:off x="3184" y="3084"/>
              <a:ext cx="140"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eaLnBrk="0" hangingPunct="0"/>
              <a:r>
                <a:rPr lang="en-US" altLang="zh-CN" sz="1200" b="1"/>
                <a:t>.</a:t>
              </a:r>
            </a:p>
          </p:txBody>
        </p:sp>
      </p:grpSp>
      <p:sp>
        <p:nvSpPr>
          <p:cNvPr id="116" name="Oval 118">
            <a:extLst>
              <a:ext uri="{FF2B5EF4-FFF2-40B4-BE49-F238E27FC236}">
                <a16:creationId xmlns:a16="http://schemas.microsoft.com/office/drawing/2014/main" id="{0BF2319C-15A0-A679-268E-646DF154ECC5}"/>
              </a:ext>
            </a:extLst>
          </p:cNvPr>
          <p:cNvSpPr>
            <a:spLocks noChangeArrowheads="1"/>
          </p:cNvSpPr>
          <p:nvPr/>
        </p:nvSpPr>
        <p:spPr bwMode="auto">
          <a:xfrm>
            <a:off x="8153050" y="3615312"/>
            <a:ext cx="1524000" cy="1014413"/>
          </a:xfrm>
          <a:prstGeom prst="ellipse">
            <a:avLst/>
          </a:prstGeom>
          <a:noFill/>
          <a:ln w="12700">
            <a:solidFill>
              <a:srgbClr val="FF3300"/>
            </a:solidFill>
            <a:round/>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117" name="Arc 119">
            <a:extLst>
              <a:ext uri="{FF2B5EF4-FFF2-40B4-BE49-F238E27FC236}">
                <a16:creationId xmlns:a16="http://schemas.microsoft.com/office/drawing/2014/main" id="{AB38624F-95F1-4FD6-8ACC-0706930E46AE}"/>
              </a:ext>
            </a:extLst>
          </p:cNvPr>
          <p:cNvSpPr>
            <a:spLocks/>
          </p:cNvSpPr>
          <p:nvPr/>
        </p:nvSpPr>
        <p:spPr bwMode="auto">
          <a:xfrm>
            <a:off x="8680100" y="4440812"/>
            <a:ext cx="88900" cy="1746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8575">
            <a:pattFill prst="trellis">
              <a:fgClr>
                <a:srgbClr val="FF3300"/>
              </a:fgClr>
              <a:bgClr>
                <a:srgbClr val="FFFF00"/>
              </a:bgClr>
            </a:pattFill>
            <a:round/>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cxnSp>
        <p:nvCxnSpPr>
          <p:cNvPr id="118" name="Straight Connector 2">
            <a:extLst>
              <a:ext uri="{FF2B5EF4-FFF2-40B4-BE49-F238E27FC236}">
                <a16:creationId xmlns:a16="http://schemas.microsoft.com/office/drawing/2014/main" id="{F3A81968-C238-DEEA-7650-58208CA285AE}"/>
              </a:ext>
            </a:extLst>
          </p:cNvPr>
          <p:cNvCxnSpPr/>
          <p:nvPr/>
        </p:nvCxnSpPr>
        <p:spPr>
          <a:xfrm>
            <a:off x="6135337" y="3140879"/>
            <a:ext cx="889001" cy="0"/>
          </a:xfrm>
          <a:prstGeom prst="line">
            <a:avLst/>
          </a:prstGeom>
          <a:ln w="28575"/>
        </p:spPr>
        <p:style>
          <a:lnRef idx="3">
            <a:schemeClr val="dk1"/>
          </a:lnRef>
          <a:fillRef idx="0">
            <a:schemeClr val="dk1"/>
          </a:fillRef>
          <a:effectRef idx="2">
            <a:schemeClr val="dk1"/>
          </a:effectRef>
          <a:fontRef idx="minor">
            <a:schemeClr val="tx1"/>
          </a:fontRef>
        </p:style>
      </p:cxnSp>
      <p:sp>
        <p:nvSpPr>
          <p:cNvPr id="119" name="Rectangle 4">
            <a:extLst>
              <a:ext uri="{FF2B5EF4-FFF2-40B4-BE49-F238E27FC236}">
                <a16:creationId xmlns:a16="http://schemas.microsoft.com/office/drawing/2014/main" id="{9CBB412D-E421-1ACF-47F3-16019A704F5B}"/>
              </a:ext>
            </a:extLst>
          </p:cNvPr>
          <p:cNvSpPr/>
          <p:nvPr/>
        </p:nvSpPr>
        <p:spPr>
          <a:xfrm>
            <a:off x="5942411" y="2761744"/>
            <a:ext cx="1279517" cy="369332"/>
          </a:xfrm>
          <a:prstGeom prst="rect">
            <a:avLst/>
          </a:prstGeom>
        </p:spPr>
        <p:txBody>
          <a:bodyPr wrap="none">
            <a:spAutoFit/>
          </a:bodyPr>
          <a:lstStyle/>
          <a:p>
            <a:r>
              <a:rPr lang="en-US" altLang="zh-CN" i="1" dirty="0">
                <a:solidFill>
                  <a:srgbClr val="002060"/>
                </a:solidFill>
                <a:latin typeface="+mn-ea"/>
              </a:rPr>
              <a:t>M</a:t>
            </a:r>
            <a:r>
              <a:rPr lang="zh-CN" altLang="en-US" i="1" dirty="0">
                <a:solidFill>
                  <a:srgbClr val="002060"/>
                </a:solidFill>
                <a:latin typeface="+mn-ea"/>
              </a:rPr>
              <a:t>           </a:t>
            </a:r>
            <a:r>
              <a:rPr lang="en-US" altLang="zh-CN" i="1" dirty="0">
                <a:solidFill>
                  <a:srgbClr val="002060"/>
                </a:solidFill>
                <a:latin typeface="+mn-ea"/>
              </a:rPr>
              <a:t>N</a:t>
            </a:r>
            <a:endParaRPr lang="en-US" i="1" dirty="0"/>
          </a:p>
        </p:txBody>
      </p:sp>
      <p:sp>
        <p:nvSpPr>
          <p:cNvPr id="120" name="Smiley Face 119">
            <a:extLst>
              <a:ext uri="{FF2B5EF4-FFF2-40B4-BE49-F238E27FC236}">
                <a16:creationId xmlns:a16="http://schemas.microsoft.com/office/drawing/2014/main" id="{3BF61DA2-C2E2-364D-EF7C-EC5BAB61708B}"/>
              </a:ext>
            </a:extLst>
          </p:cNvPr>
          <p:cNvSpPr/>
          <p:nvPr/>
        </p:nvSpPr>
        <p:spPr>
          <a:xfrm>
            <a:off x="11353800" y="5935396"/>
            <a:ext cx="479564" cy="423090"/>
          </a:xfrm>
          <a:prstGeom prst="smileyFac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714592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dissolve">
                                      <p:cBhvr>
                                        <p:cTn id="7" dur="500"/>
                                        <p:tgtEl>
                                          <p:spTgt spid="8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8"/>
                                        </p:tgtEl>
                                        <p:attrNameLst>
                                          <p:attrName>style.visibility</p:attrName>
                                        </p:attrNameLst>
                                      </p:cBhvr>
                                      <p:to>
                                        <p:strVal val="visible"/>
                                      </p:to>
                                    </p:set>
                                    <p:anim calcmode="lin" valueType="num">
                                      <p:cBhvr additive="base">
                                        <p:cTn id="12" dur="500" fill="hold"/>
                                        <p:tgtEl>
                                          <p:spTgt spid="108"/>
                                        </p:tgtEl>
                                        <p:attrNameLst>
                                          <p:attrName>ppt_x</p:attrName>
                                        </p:attrNameLst>
                                      </p:cBhvr>
                                      <p:tavLst>
                                        <p:tav tm="0">
                                          <p:val>
                                            <p:strVal val="0-#ppt_w/2"/>
                                          </p:val>
                                        </p:tav>
                                        <p:tav tm="100000">
                                          <p:val>
                                            <p:strVal val="#ppt_x"/>
                                          </p:val>
                                        </p:tav>
                                      </p:tavLst>
                                    </p:anim>
                                    <p:anim calcmode="lin" valueType="num">
                                      <p:cBhvr additive="base">
                                        <p:cTn id="13" dur="500" fill="hold"/>
                                        <p:tgtEl>
                                          <p:spTgt spid="10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left)">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70"/>
                                        </p:tgtEl>
                                        <p:attrNameLst>
                                          <p:attrName>style.visibility</p:attrName>
                                        </p:attrNameLst>
                                      </p:cBhvr>
                                      <p:to>
                                        <p:strVal val="visible"/>
                                      </p:to>
                                    </p:set>
                                    <p:animEffect transition="in" filter="wipe(up)">
                                      <p:cBhvr>
                                        <p:cTn id="23" dur="500"/>
                                        <p:tgtEl>
                                          <p:spTgt spid="70"/>
                                        </p:tgtEl>
                                      </p:cBhvr>
                                    </p:animEffec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499"/>
                                          </p:stCondLst>
                                        </p:cTn>
                                        <p:tgtEl>
                                          <p:spTgt spid="1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23" presetClass="entr" presetSubtype="32" fill="hold" nodeType="clickEffect">
                                  <p:stCondLst>
                                    <p:cond delay="0"/>
                                  </p:stCondLst>
                                  <p:childTnLst>
                                    <p:set>
                                      <p:cBhvr>
                                        <p:cTn id="34" dur="1" fill="hold">
                                          <p:stCondLst>
                                            <p:cond delay="0"/>
                                          </p:stCondLst>
                                        </p:cTn>
                                        <p:tgtEl>
                                          <p:spTgt spid="50"/>
                                        </p:tgtEl>
                                        <p:attrNameLst>
                                          <p:attrName>style.visibility</p:attrName>
                                        </p:attrNameLst>
                                      </p:cBhvr>
                                      <p:to>
                                        <p:strVal val="visible"/>
                                      </p:to>
                                    </p:set>
                                    <p:anim calcmode="lin" valueType="num">
                                      <p:cBhvr>
                                        <p:cTn id="35" dur="500" fill="hold"/>
                                        <p:tgtEl>
                                          <p:spTgt spid="50"/>
                                        </p:tgtEl>
                                        <p:attrNameLst>
                                          <p:attrName>ppt_w</p:attrName>
                                        </p:attrNameLst>
                                      </p:cBhvr>
                                      <p:tavLst>
                                        <p:tav tm="0">
                                          <p:val>
                                            <p:strVal val="4*#ppt_w"/>
                                          </p:val>
                                        </p:tav>
                                        <p:tav tm="100000">
                                          <p:val>
                                            <p:strVal val="#ppt_w"/>
                                          </p:val>
                                        </p:tav>
                                      </p:tavLst>
                                    </p:anim>
                                    <p:anim calcmode="lin" valueType="num">
                                      <p:cBhvr>
                                        <p:cTn id="36" dur="500" fill="hold"/>
                                        <p:tgtEl>
                                          <p:spTgt spid="50"/>
                                        </p:tgtEl>
                                        <p:attrNameLst>
                                          <p:attrName>ppt_h</p:attrName>
                                        </p:attrNameLst>
                                      </p:cBhvr>
                                      <p:tavLst>
                                        <p:tav tm="0">
                                          <p:val>
                                            <p:strVal val="4*#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left)">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499"/>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46" fill="hold">
                      <p:stCondLst>
                        <p:cond delay="indefinite"/>
                      </p:stCondLst>
                      <p:childTnLst>
                        <p:par>
                          <p:cTn id="47" fill="hold">
                            <p:stCondLst>
                              <p:cond delay="0"/>
                            </p:stCondLst>
                            <p:childTnLst>
                              <p:par>
                                <p:cTn id="48" presetID="23" presetClass="entr" presetSubtype="32" fill="hold" nodeType="clickEffect">
                                  <p:stCondLst>
                                    <p:cond delay="0"/>
                                  </p:stCondLst>
                                  <p:childTnLst>
                                    <p:set>
                                      <p:cBhvr>
                                        <p:cTn id="49" dur="1" fill="hold">
                                          <p:stCondLst>
                                            <p:cond delay="0"/>
                                          </p:stCondLst>
                                        </p:cTn>
                                        <p:tgtEl>
                                          <p:spTgt spid="56"/>
                                        </p:tgtEl>
                                        <p:attrNameLst>
                                          <p:attrName>style.visibility</p:attrName>
                                        </p:attrNameLst>
                                      </p:cBhvr>
                                      <p:to>
                                        <p:strVal val="visible"/>
                                      </p:to>
                                    </p:set>
                                    <p:anim calcmode="lin" valueType="num">
                                      <p:cBhvr>
                                        <p:cTn id="50" dur="500" fill="hold"/>
                                        <p:tgtEl>
                                          <p:spTgt spid="56"/>
                                        </p:tgtEl>
                                        <p:attrNameLst>
                                          <p:attrName>ppt_w</p:attrName>
                                        </p:attrNameLst>
                                      </p:cBhvr>
                                      <p:tavLst>
                                        <p:tav tm="0">
                                          <p:val>
                                            <p:strVal val="4*#ppt_w"/>
                                          </p:val>
                                        </p:tav>
                                        <p:tav tm="100000">
                                          <p:val>
                                            <p:strVal val="#ppt_w"/>
                                          </p:val>
                                        </p:tav>
                                      </p:tavLst>
                                    </p:anim>
                                    <p:anim calcmode="lin" valueType="num">
                                      <p:cBhvr>
                                        <p:cTn id="51" dur="500" fill="hold"/>
                                        <p:tgtEl>
                                          <p:spTgt spid="56"/>
                                        </p:tgtEl>
                                        <p:attrNameLst>
                                          <p:attrName>ppt_h</p:attrName>
                                        </p:attrNameLst>
                                      </p:cBhvr>
                                      <p:tavLst>
                                        <p:tav tm="0">
                                          <p:val>
                                            <p:strVal val="4*#ppt_h"/>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50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116"/>
                                        </p:tgtEl>
                                        <p:attrNameLst>
                                          <p:attrName>style.visibility</p:attrName>
                                        </p:attrNameLst>
                                      </p:cBhvr>
                                      <p:to>
                                        <p:strVal val="visible"/>
                                      </p:to>
                                    </p:set>
                                    <p:animEffect transition="in" filter="wipe(down)">
                                      <p:cBhvr>
                                        <p:cTn id="61" dur="500"/>
                                        <p:tgtEl>
                                          <p:spTgt spid="11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17"/>
                                        </p:tgtEl>
                                        <p:attrNameLst>
                                          <p:attrName>style.visibility</p:attrName>
                                        </p:attrNameLst>
                                      </p:cBhvr>
                                      <p:to>
                                        <p:strVal val="visible"/>
                                      </p:to>
                                    </p:set>
                                    <p:animEffect transition="in" filter="fade">
                                      <p:cBhvr>
                                        <p:cTn id="66" dur="500"/>
                                        <p:tgtEl>
                                          <p:spTgt spid="117"/>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32" fill="hold" grpId="0" nodeType="click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box(out)">
                                      <p:cBhvr>
                                        <p:cTn id="71" dur="500"/>
                                        <p:tgtEl>
                                          <p:spTgt spid="34"/>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8" fill="hold" grpId="0" nodeType="clickEffect">
                                  <p:stCondLst>
                                    <p:cond delay="0"/>
                                  </p:stCondLst>
                                  <p:childTnLst>
                                    <p:set>
                                      <p:cBhvr>
                                        <p:cTn id="75" dur="1" fill="hold">
                                          <p:stCondLst>
                                            <p:cond delay="0"/>
                                          </p:stCondLst>
                                        </p:cTn>
                                        <p:tgtEl>
                                          <p:spTgt spid="76"/>
                                        </p:tgtEl>
                                        <p:attrNameLst>
                                          <p:attrName>style.visibility</p:attrName>
                                        </p:attrNameLst>
                                      </p:cBhvr>
                                      <p:to>
                                        <p:strVal val="visible"/>
                                      </p:to>
                                    </p:set>
                                    <p:anim calcmode="lin" valueType="num">
                                      <p:cBhvr additive="base">
                                        <p:cTn id="76" dur="500" fill="hold"/>
                                        <p:tgtEl>
                                          <p:spTgt spid="76"/>
                                        </p:tgtEl>
                                        <p:attrNameLst>
                                          <p:attrName>ppt_x</p:attrName>
                                        </p:attrNameLst>
                                      </p:cBhvr>
                                      <p:tavLst>
                                        <p:tav tm="0">
                                          <p:val>
                                            <p:strVal val="0-#ppt_w/2"/>
                                          </p:val>
                                        </p:tav>
                                        <p:tav tm="100000">
                                          <p:val>
                                            <p:strVal val="#ppt_x"/>
                                          </p:val>
                                        </p:tav>
                                      </p:tavLst>
                                    </p:anim>
                                    <p:anim calcmode="lin" valueType="num">
                                      <p:cBhvr additive="base">
                                        <p:cTn id="77" dur="500" fill="hold"/>
                                        <p:tgtEl>
                                          <p:spTgt spid="76"/>
                                        </p:tgtEl>
                                        <p:attrNameLst>
                                          <p:attrName>ppt_y</p:attrName>
                                        </p:attrNameLst>
                                      </p:cBhvr>
                                      <p:tavLst>
                                        <p:tav tm="0">
                                          <p:val>
                                            <p:strVal val="#ppt_y"/>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wipe(down)">
                                      <p:cBhvr>
                                        <p:cTn id="82" dur="500"/>
                                        <p:tgtEl>
                                          <p:spTgt spid="22"/>
                                        </p:tgtEl>
                                      </p:cBhvr>
                                    </p:animEffect>
                                  </p:childTnLst>
                                </p:cTn>
                              </p:par>
                            </p:childTnLst>
                          </p:cTn>
                        </p:par>
                      </p:childTnLst>
                    </p:cTn>
                  </p:par>
                  <p:par>
                    <p:cTn id="83" fill="hold">
                      <p:stCondLst>
                        <p:cond delay="indefinite"/>
                      </p:stCondLst>
                      <p:childTnLst>
                        <p:par>
                          <p:cTn id="84" fill="hold">
                            <p:stCondLst>
                              <p:cond delay="0"/>
                            </p:stCondLst>
                            <p:childTnLst>
                              <p:par>
                                <p:cTn id="85" presetID="23" presetClass="entr" presetSubtype="32" fill="hold" nodeType="clickEffect">
                                  <p:stCondLst>
                                    <p:cond delay="0"/>
                                  </p:stCondLst>
                                  <p:childTnLst>
                                    <p:set>
                                      <p:cBhvr>
                                        <p:cTn id="86" dur="1" fill="hold">
                                          <p:stCondLst>
                                            <p:cond delay="0"/>
                                          </p:stCondLst>
                                        </p:cTn>
                                        <p:tgtEl>
                                          <p:spTgt spid="59"/>
                                        </p:tgtEl>
                                        <p:attrNameLst>
                                          <p:attrName>style.visibility</p:attrName>
                                        </p:attrNameLst>
                                      </p:cBhvr>
                                      <p:to>
                                        <p:strVal val="visible"/>
                                      </p:to>
                                    </p:set>
                                    <p:anim calcmode="lin" valueType="num">
                                      <p:cBhvr>
                                        <p:cTn id="87" dur="500" fill="hold"/>
                                        <p:tgtEl>
                                          <p:spTgt spid="59"/>
                                        </p:tgtEl>
                                        <p:attrNameLst>
                                          <p:attrName>ppt_w</p:attrName>
                                        </p:attrNameLst>
                                      </p:cBhvr>
                                      <p:tavLst>
                                        <p:tav tm="0">
                                          <p:val>
                                            <p:strVal val="4*#ppt_w"/>
                                          </p:val>
                                        </p:tav>
                                        <p:tav tm="100000">
                                          <p:val>
                                            <p:strVal val="#ppt_w"/>
                                          </p:val>
                                        </p:tav>
                                      </p:tavLst>
                                    </p:anim>
                                    <p:anim calcmode="lin" valueType="num">
                                      <p:cBhvr>
                                        <p:cTn id="88" dur="500" fill="hold"/>
                                        <p:tgtEl>
                                          <p:spTgt spid="59"/>
                                        </p:tgtEl>
                                        <p:attrNameLst>
                                          <p:attrName>ppt_h</p:attrName>
                                        </p:attrNameLst>
                                      </p:cBhvr>
                                      <p:tavLst>
                                        <p:tav tm="0">
                                          <p:val>
                                            <p:strVal val="4*#ppt_h"/>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25"/>
                                        </p:tgtEl>
                                        <p:attrNameLst>
                                          <p:attrName>style.visibility</p:attrName>
                                        </p:attrNameLst>
                                      </p:cBhvr>
                                      <p:to>
                                        <p:strVal val="visible"/>
                                      </p:to>
                                    </p:set>
                                    <p:animEffect transition="in" filter="wipe(down)">
                                      <p:cBhvr>
                                        <p:cTn id="93" dur="500"/>
                                        <p:tgtEl>
                                          <p:spTgt spid="25"/>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grpId="0" nodeType="click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wipe(up)">
                                      <p:cBhvr>
                                        <p:cTn id="98" dur="500"/>
                                        <p:tgtEl>
                                          <p:spTgt spid="23"/>
                                        </p:tgtEl>
                                      </p:cBhvr>
                                    </p:animEffect>
                                  </p:childTnLst>
                                </p:cTn>
                              </p:par>
                            </p:childTnLst>
                          </p:cTn>
                        </p:par>
                        <p:par>
                          <p:cTn id="99" fill="hold">
                            <p:stCondLst>
                              <p:cond delay="500"/>
                            </p:stCondLst>
                            <p:childTnLst>
                              <p:par>
                                <p:cTn id="100" presetID="23" presetClass="entr" presetSubtype="32" fill="hold" nodeType="afterEffect">
                                  <p:stCondLst>
                                    <p:cond delay="0"/>
                                  </p:stCondLst>
                                  <p:childTnLst>
                                    <p:set>
                                      <p:cBhvr>
                                        <p:cTn id="101" dur="1" fill="hold">
                                          <p:stCondLst>
                                            <p:cond delay="0"/>
                                          </p:stCondLst>
                                        </p:cTn>
                                        <p:tgtEl>
                                          <p:spTgt spid="53"/>
                                        </p:tgtEl>
                                        <p:attrNameLst>
                                          <p:attrName>style.visibility</p:attrName>
                                        </p:attrNameLst>
                                      </p:cBhvr>
                                      <p:to>
                                        <p:strVal val="visible"/>
                                      </p:to>
                                    </p:set>
                                    <p:anim calcmode="lin" valueType="num">
                                      <p:cBhvr>
                                        <p:cTn id="102" dur="500" fill="hold"/>
                                        <p:tgtEl>
                                          <p:spTgt spid="53"/>
                                        </p:tgtEl>
                                        <p:attrNameLst>
                                          <p:attrName>ppt_w</p:attrName>
                                        </p:attrNameLst>
                                      </p:cBhvr>
                                      <p:tavLst>
                                        <p:tav tm="0">
                                          <p:val>
                                            <p:strVal val="4*#ppt_w"/>
                                          </p:val>
                                        </p:tav>
                                        <p:tav tm="100000">
                                          <p:val>
                                            <p:strVal val="#ppt_w"/>
                                          </p:val>
                                        </p:tav>
                                      </p:tavLst>
                                    </p:anim>
                                    <p:anim calcmode="lin" valueType="num">
                                      <p:cBhvr>
                                        <p:cTn id="103" dur="500" fill="hold"/>
                                        <p:tgtEl>
                                          <p:spTgt spid="53"/>
                                        </p:tgtEl>
                                        <p:attrNameLst>
                                          <p:attrName>ppt_h</p:attrName>
                                        </p:attrNameLst>
                                      </p:cBhvr>
                                      <p:tavLst>
                                        <p:tav tm="0">
                                          <p:val>
                                            <p:strVal val="4*#ppt_h"/>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499"/>
                                          </p:stCondLst>
                                        </p:cTn>
                                        <p:tgtEl>
                                          <p:spTgt spid="113"/>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wipe(down)">
                                      <p:cBhvr>
                                        <p:cTn id="112" dur="500"/>
                                        <p:tgtEl>
                                          <p:spTgt spid="6"/>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499"/>
                                          </p:stCondLst>
                                        </p:cTn>
                                        <p:tgtEl>
                                          <p:spTgt spid="38"/>
                                        </p:tgtEl>
                                        <p:attrNameLst>
                                          <p:attrName>style.visibility</p:attrName>
                                        </p:attrNameLst>
                                      </p:cBhvr>
                                      <p:to>
                                        <p:strVal val="visible"/>
                                      </p:to>
                                    </p:set>
                                  </p:childTnLst>
                                  <p:subTnLst>
                                    <p:set>
                                      <p:cBhvr override="childStyle">
                                        <p:cTn dur="1" fill="hold" display="0" masterRel="nextClick" afterEffect="1"/>
                                        <p:tgtEl>
                                          <p:spTgt spid="38"/>
                                        </p:tgtEl>
                                        <p:attrNameLst>
                                          <p:attrName>style.visibility</p:attrName>
                                        </p:attrNameLst>
                                      </p:cBhvr>
                                      <p:to>
                                        <p:strVal val="hidden"/>
                                      </p:to>
                                    </p:set>
                                  </p:subTnLst>
                                </p:cTn>
                              </p:par>
                            </p:childTnLst>
                          </p:cTn>
                        </p:par>
                      </p:childTnLst>
                    </p:cTn>
                  </p:par>
                  <p:par>
                    <p:cTn id="117" fill="hold">
                      <p:stCondLst>
                        <p:cond delay="indefinite"/>
                      </p:stCondLst>
                      <p:childTnLst>
                        <p:par>
                          <p:cTn id="118" fill="hold">
                            <p:stCondLst>
                              <p:cond delay="0"/>
                            </p:stCondLst>
                            <p:childTnLst>
                              <p:par>
                                <p:cTn id="119" presetID="23" presetClass="entr" presetSubtype="32" fill="hold" nodeType="clickEffect">
                                  <p:stCondLst>
                                    <p:cond delay="0"/>
                                  </p:stCondLst>
                                  <p:childTnLst>
                                    <p:set>
                                      <p:cBhvr>
                                        <p:cTn id="120" dur="1" fill="hold">
                                          <p:stCondLst>
                                            <p:cond delay="0"/>
                                          </p:stCondLst>
                                        </p:cTn>
                                        <p:tgtEl>
                                          <p:spTgt spid="47"/>
                                        </p:tgtEl>
                                        <p:attrNameLst>
                                          <p:attrName>style.visibility</p:attrName>
                                        </p:attrNameLst>
                                      </p:cBhvr>
                                      <p:to>
                                        <p:strVal val="visible"/>
                                      </p:to>
                                    </p:set>
                                    <p:anim calcmode="lin" valueType="num">
                                      <p:cBhvr>
                                        <p:cTn id="121" dur="500" fill="hold"/>
                                        <p:tgtEl>
                                          <p:spTgt spid="47"/>
                                        </p:tgtEl>
                                        <p:attrNameLst>
                                          <p:attrName>ppt_w</p:attrName>
                                        </p:attrNameLst>
                                      </p:cBhvr>
                                      <p:tavLst>
                                        <p:tav tm="0">
                                          <p:val>
                                            <p:strVal val="4*#ppt_w"/>
                                          </p:val>
                                        </p:tav>
                                        <p:tav tm="100000">
                                          <p:val>
                                            <p:strVal val="#ppt_w"/>
                                          </p:val>
                                        </p:tav>
                                      </p:tavLst>
                                    </p:anim>
                                    <p:anim calcmode="lin" valueType="num">
                                      <p:cBhvr>
                                        <p:cTn id="122" dur="500" fill="hold"/>
                                        <p:tgtEl>
                                          <p:spTgt spid="47"/>
                                        </p:tgtEl>
                                        <p:attrNameLst>
                                          <p:attrName>ppt_h</p:attrName>
                                        </p:attrNameLst>
                                      </p:cBhvr>
                                      <p:tavLst>
                                        <p:tav tm="0">
                                          <p:val>
                                            <p:strVal val="4*#ppt_h"/>
                                          </p:val>
                                        </p:tav>
                                        <p:tav tm="100000">
                                          <p:val>
                                            <p:strVal val="#ppt_h"/>
                                          </p:val>
                                        </p:tav>
                                      </p:tavLst>
                                    </p:anim>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75"/>
                                        </p:tgtEl>
                                        <p:attrNameLst>
                                          <p:attrName>style.visibility</p:attrName>
                                        </p:attrNameLst>
                                      </p:cBhvr>
                                      <p:to>
                                        <p:strVal val="visible"/>
                                      </p:to>
                                    </p:set>
                                    <p:animEffect transition="in" filter="wipe(left)">
                                      <p:cBhvr>
                                        <p:cTn id="127" dur="500"/>
                                        <p:tgtEl>
                                          <p:spTgt spid="75"/>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2" fill="hold" grpId="0" nodeType="clickEffect">
                                  <p:stCondLst>
                                    <p:cond delay="0"/>
                                  </p:stCondLst>
                                  <p:childTnLst>
                                    <p:set>
                                      <p:cBhvr>
                                        <p:cTn id="131" dur="1" fill="hold">
                                          <p:stCondLst>
                                            <p:cond delay="0"/>
                                          </p:stCondLst>
                                        </p:cTn>
                                        <p:tgtEl>
                                          <p:spTgt spid="35"/>
                                        </p:tgtEl>
                                        <p:attrNameLst>
                                          <p:attrName>style.visibility</p:attrName>
                                        </p:attrNameLst>
                                      </p:cBhvr>
                                      <p:to>
                                        <p:strVal val="visible"/>
                                      </p:to>
                                    </p:set>
                                    <p:animEffect transition="in" filter="wipe(right)">
                                      <p:cBhvr>
                                        <p:cTn id="132" dur="500"/>
                                        <p:tgtEl>
                                          <p:spTgt spid="35"/>
                                        </p:tgtEl>
                                      </p:cBhvr>
                                    </p:animEffect>
                                  </p:childTnLst>
                                </p:cTn>
                              </p:par>
                            </p:childTnLst>
                          </p:cTn>
                        </p:par>
                        <p:par>
                          <p:cTn id="133" fill="hold">
                            <p:stCondLst>
                              <p:cond delay="500"/>
                            </p:stCondLst>
                            <p:childTnLst>
                              <p:par>
                                <p:cTn id="134" presetID="23" presetClass="entr" presetSubtype="32" fill="hold" nodeType="afterEffect">
                                  <p:stCondLst>
                                    <p:cond delay="0"/>
                                  </p:stCondLst>
                                  <p:childTnLst>
                                    <p:set>
                                      <p:cBhvr>
                                        <p:cTn id="135" dur="1" fill="hold">
                                          <p:stCondLst>
                                            <p:cond delay="0"/>
                                          </p:stCondLst>
                                        </p:cTn>
                                        <p:tgtEl>
                                          <p:spTgt spid="62"/>
                                        </p:tgtEl>
                                        <p:attrNameLst>
                                          <p:attrName>style.visibility</p:attrName>
                                        </p:attrNameLst>
                                      </p:cBhvr>
                                      <p:to>
                                        <p:strVal val="visible"/>
                                      </p:to>
                                    </p:set>
                                    <p:anim calcmode="lin" valueType="num">
                                      <p:cBhvr>
                                        <p:cTn id="136" dur="500" fill="hold"/>
                                        <p:tgtEl>
                                          <p:spTgt spid="62"/>
                                        </p:tgtEl>
                                        <p:attrNameLst>
                                          <p:attrName>ppt_w</p:attrName>
                                        </p:attrNameLst>
                                      </p:cBhvr>
                                      <p:tavLst>
                                        <p:tav tm="0">
                                          <p:val>
                                            <p:strVal val="4*#ppt_w"/>
                                          </p:val>
                                        </p:tav>
                                        <p:tav tm="100000">
                                          <p:val>
                                            <p:strVal val="#ppt_w"/>
                                          </p:val>
                                        </p:tav>
                                      </p:tavLst>
                                    </p:anim>
                                    <p:anim calcmode="lin" valueType="num">
                                      <p:cBhvr>
                                        <p:cTn id="137" dur="500" fill="hold"/>
                                        <p:tgtEl>
                                          <p:spTgt spid="62"/>
                                        </p:tgtEl>
                                        <p:attrNameLst>
                                          <p:attrName>ppt_h</p:attrName>
                                        </p:attrNameLst>
                                      </p:cBhvr>
                                      <p:tavLst>
                                        <p:tav tm="0">
                                          <p:val>
                                            <p:strVal val="4*#ppt_h"/>
                                          </p:val>
                                        </p:tav>
                                        <p:tav tm="100000">
                                          <p:val>
                                            <p:strVal val="#ppt_h"/>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8" fill="hold" grpId="0" nodeType="clickEffect">
                                  <p:stCondLst>
                                    <p:cond delay="0"/>
                                  </p:stCondLst>
                                  <p:childTnLst>
                                    <p:set>
                                      <p:cBhvr>
                                        <p:cTn id="141" dur="1" fill="hold">
                                          <p:stCondLst>
                                            <p:cond delay="0"/>
                                          </p:stCondLst>
                                        </p:cTn>
                                        <p:tgtEl>
                                          <p:spTgt spid="109"/>
                                        </p:tgtEl>
                                        <p:attrNameLst>
                                          <p:attrName>style.visibility</p:attrName>
                                        </p:attrNameLst>
                                      </p:cBhvr>
                                      <p:to>
                                        <p:strVal val="visible"/>
                                      </p:to>
                                    </p:set>
                                    <p:anim calcmode="lin" valueType="num">
                                      <p:cBhvr additive="base">
                                        <p:cTn id="142" dur="500" fill="hold"/>
                                        <p:tgtEl>
                                          <p:spTgt spid="109"/>
                                        </p:tgtEl>
                                        <p:attrNameLst>
                                          <p:attrName>ppt_x</p:attrName>
                                        </p:attrNameLst>
                                      </p:cBhvr>
                                      <p:tavLst>
                                        <p:tav tm="0">
                                          <p:val>
                                            <p:strVal val="0-#ppt_w/2"/>
                                          </p:val>
                                        </p:tav>
                                        <p:tav tm="100000">
                                          <p:val>
                                            <p:strVal val="#ppt_x"/>
                                          </p:val>
                                        </p:tav>
                                      </p:tavLst>
                                    </p:anim>
                                    <p:anim calcmode="lin" valueType="num">
                                      <p:cBhvr additive="base">
                                        <p:cTn id="143" dur="500" fill="hold"/>
                                        <p:tgtEl>
                                          <p:spTgt spid="109"/>
                                        </p:tgtEl>
                                        <p:attrNameLst>
                                          <p:attrName>ppt_y</p:attrName>
                                        </p:attrNameLst>
                                      </p:cBhvr>
                                      <p:tavLst>
                                        <p:tav tm="0">
                                          <p:val>
                                            <p:strVal val="#ppt_y"/>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22" presetClass="entr" presetSubtype="4" fill="hold" grpId="0" nodeType="clickEffect">
                                  <p:stCondLst>
                                    <p:cond delay="0"/>
                                  </p:stCondLst>
                                  <p:childTnLst>
                                    <p:set>
                                      <p:cBhvr>
                                        <p:cTn id="147" dur="1" fill="hold">
                                          <p:stCondLst>
                                            <p:cond delay="0"/>
                                          </p:stCondLst>
                                        </p:cTn>
                                        <p:tgtEl>
                                          <p:spTgt spid="36"/>
                                        </p:tgtEl>
                                        <p:attrNameLst>
                                          <p:attrName>style.visibility</p:attrName>
                                        </p:attrNameLst>
                                      </p:cBhvr>
                                      <p:to>
                                        <p:strVal val="visible"/>
                                      </p:to>
                                    </p:set>
                                    <p:animEffect transition="in" filter="wipe(down)">
                                      <p:cBhvr>
                                        <p:cTn id="148" dur="500"/>
                                        <p:tgtEl>
                                          <p:spTgt spid="36"/>
                                        </p:tgtEl>
                                      </p:cBhvr>
                                    </p:animEffect>
                                  </p:childTnLst>
                                </p:cTn>
                              </p:par>
                            </p:childTnLst>
                          </p:cTn>
                        </p:par>
                        <p:par>
                          <p:cTn id="149" fill="hold">
                            <p:stCondLst>
                              <p:cond delay="500"/>
                            </p:stCondLst>
                            <p:childTnLst>
                              <p:par>
                                <p:cTn id="150" presetID="23" presetClass="entr" presetSubtype="32" fill="hold" nodeType="afterEffect">
                                  <p:stCondLst>
                                    <p:cond delay="0"/>
                                  </p:stCondLst>
                                  <p:childTnLst>
                                    <p:set>
                                      <p:cBhvr>
                                        <p:cTn id="151" dur="1" fill="hold">
                                          <p:stCondLst>
                                            <p:cond delay="0"/>
                                          </p:stCondLst>
                                        </p:cTn>
                                        <p:tgtEl>
                                          <p:spTgt spid="80"/>
                                        </p:tgtEl>
                                        <p:attrNameLst>
                                          <p:attrName>style.visibility</p:attrName>
                                        </p:attrNameLst>
                                      </p:cBhvr>
                                      <p:to>
                                        <p:strVal val="visible"/>
                                      </p:to>
                                    </p:set>
                                    <p:anim calcmode="lin" valueType="num">
                                      <p:cBhvr>
                                        <p:cTn id="152" dur="500" fill="hold"/>
                                        <p:tgtEl>
                                          <p:spTgt spid="80"/>
                                        </p:tgtEl>
                                        <p:attrNameLst>
                                          <p:attrName>ppt_w</p:attrName>
                                        </p:attrNameLst>
                                      </p:cBhvr>
                                      <p:tavLst>
                                        <p:tav tm="0">
                                          <p:val>
                                            <p:strVal val="4*#ppt_w"/>
                                          </p:val>
                                        </p:tav>
                                        <p:tav tm="100000">
                                          <p:val>
                                            <p:strVal val="#ppt_w"/>
                                          </p:val>
                                        </p:tav>
                                      </p:tavLst>
                                    </p:anim>
                                    <p:anim calcmode="lin" valueType="num">
                                      <p:cBhvr>
                                        <p:cTn id="153" dur="500" fill="hold"/>
                                        <p:tgtEl>
                                          <p:spTgt spid="80"/>
                                        </p:tgtEl>
                                        <p:attrNameLst>
                                          <p:attrName>ppt_h</p:attrName>
                                        </p:attrNameLst>
                                      </p:cBhvr>
                                      <p:tavLst>
                                        <p:tav tm="0">
                                          <p:val>
                                            <p:strVal val="4*#ppt_h"/>
                                          </p:val>
                                        </p:tav>
                                        <p:tav tm="100000">
                                          <p:val>
                                            <p:strVal val="#ppt_h"/>
                                          </p:val>
                                        </p:tav>
                                      </p:tavLst>
                                    </p:anim>
                                  </p:childTnLst>
                                </p:cTn>
                              </p:par>
                            </p:childTnLst>
                          </p:cTn>
                        </p:par>
                      </p:childTnLst>
                    </p:cTn>
                  </p:par>
                  <p:par>
                    <p:cTn id="154" fill="hold">
                      <p:stCondLst>
                        <p:cond delay="indefinite"/>
                      </p:stCondLst>
                      <p:childTnLst>
                        <p:par>
                          <p:cTn id="155" fill="hold">
                            <p:stCondLst>
                              <p:cond delay="0"/>
                            </p:stCondLst>
                            <p:childTnLst>
                              <p:par>
                                <p:cTn id="156" presetID="22" presetClass="entr" presetSubtype="4" fill="hold" grpId="0" nodeType="click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wipe(down)">
                                      <p:cBhvr>
                                        <p:cTn id="158" dur="500"/>
                                        <p:tgtEl>
                                          <p:spTgt spid="41"/>
                                        </p:tgtEl>
                                      </p:cBhvr>
                                    </p:animEffect>
                                  </p:childTnLst>
                                </p:cTn>
                              </p:par>
                            </p:childTnLst>
                          </p:cTn>
                        </p:par>
                        <p:par>
                          <p:cTn id="159" fill="hold">
                            <p:stCondLst>
                              <p:cond delay="500"/>
                            </p:stCondLst>
                            <p:childTnLst>
                              <p:par>
                                <p:cTn id="160" presetID="23" presetClass="entr" presetSubtype="32" fill="hold" nodeType="afterEffect">
                                  <p:stCondLst>
                                    <p:cond delay="0"/>
                                  </p:stCondLst>
                                  <p:childTnLst>
                                    <p:set>
                                      <p:cBhvr>
                                        <p:cTn id="161" dur="1" fill="hold">
                                          <p:stCondLst>
                                            <p:cond delay="0"/>
                                          </p:stCondLst>
                                        </p:cTn>
                                        <p:tgtEl>
                                          <p:spTgt spid="77"/>
                                        </p:tgtEl>
                                        <p:attrNameLst>
                                          <p:attrName>style.visibility</p:attrName>
                                        </p:attrNameLst>
                                      </p:cBhvr>
                                      <p:to>
                                        <p:strVal val="visible"/>
                                      </p:to>
                                    </p:set>
                                    <p:anim calcmode="lin" valueType="num">
                                      <p:cBhvr>
                                        <p:cTn id="162" dur="500" fill="hold"/>
                                        <p:tgtEl>
                                          <p:spTgt spid="77"/>
                                        </p:tgtEl>
                                        <p:attrNameLst>
                                          <p:attrName>ppt_w</p:attrName>
                                        </p:attrNameLst>
                                      </p:cBhvr>
                                      <p:tavLst>
                                        <p:tav tm="0">
                                          <p:val>
                                            <p:strVal val="4*#ppt_w"/>
                                          </p:val>
                                        </p:tav>
                                        <p:tav tm="100000">
                                          <p:val>
                                            <p:strVal val="#ppt_w"/>
                                          </p:val>
                                        </p:tav>
                                      </p:tavLst>
                                    </p:anim>
                                    <p:anim calcmode="lin" valueType="num">
                                      <p:cBhvr>
                                        <p:cTn id="163" dur="500" fill="hold"/>
                                        <p:tgtEl>
                                          <p:spTgt spid="77"/>
                                        </p:tgtEl>
                                        <p:attrNameLst>
                                          <p:attrName>ppt_h</p:attrName>
                                        </p:attrNameLst>
                                      </p:cBhvr>
                                      <p:tavLst>
                                        <p:tav tm="0">
                                          <p:val>
                                            <p:strVal val="4*#ppt_h"/>
                                          </p:val>
                                        </p:tav>
                                        <p:tav tm="100000">
                                          <p:val>
                                            <p:strVal val="#ppt_h"/>
                                          </p:val>
                                        </p:tav>
                                      </p:tavLst>
                                    </p:anim>
                                  </p:childTnLst>
                                </p:cTn>
                              </p:par>
                            </p:childTnLst>
                          </p:cTn>
                        </p:par>
                      </p:childTnLst>
                    </p:cTn>
                  </p:par>
                  <p:par>
                    <p:cTn id="164" fill="hold">
                      <p:stCondLst>
                        <p:cond delay="indefinite"/>
                      </p:stCondLst>
                      <p:childTnLst>
                        <p:par>
                          <p:cTn id="165" fill="hold">
                            <p:stCondLst>
                              <p:cond delay="0"/>
                            </p:stCondLst>
                            <p:childTnLst>
                              <p:par>
                                <p:cTn id="166" presetID="22" presetClass="entr" presetSubtype="4" fill="hold" grpId="0" nodeType="clickEffect">
                                  <p:stCondLst>
                                    <p:cond delay="0"/>
                                  </p:stCondLst>
                                  <p:childTnLst>
                                    <p:set>
                                      <p:cBhvr>
                                        <p:cTn id="167" dur="1" fill="hold">
                                          <p:stCondLst>
                                            <p:cond delay="0"/>
                                          </p:stCondLst>
                                        </p:cTn>
                                        <p:tgtEl>
                                          <p:spTgt spid="37"/>
                                        </p:tgtEl>
                                        <p:attrNameLst>
                                          <p:attrName>style.visibility</p:attrName>
                                        </p:attrNameLst>
                                      </p:cBhvr>
                                      <p:to>
                                        <p:strVal val="visible"/>
                                      </p:to>
                                    </p:set>
                                    <p:animEffect transition="in" filter="wipe(down)">
                                      <p:cBhvr>
                                        <p:cTn id="168" dur="500"/>
                                        <p:tgtEl>
                                          <p:spTgt spid="37"/>
                                        </p:tgtEl>
                                      </p:cBhvr>
                                    </p:animEffect>
                                  </p:childTnLst>
                                </p:cTn>
                              </p:par>
                            </p:childTnLst>
                          </p:cTn>
                        </p:par>
                        <p:par>
                          <p:cTn id="169" fill="hold">
                            <p:stCondLst>
                              <p:cond delay="500"/>
                            </p:stCondLst>
                            <p:childTnLst>
                              <p:par>
                                <p:cTn id="170" presetID="23" presetClass="entr" presetSubtype="32" fill="hold" nodeType="afterEffect">
                                  <p:stCondLst>
                                    <p:cond delay="0"/>
                                  </p:stCondLst>
                                  <p:childTnLst>
                                    <p:set>
                                      <p:cBhvr>
                                        <p:cTn id="171" dur="1" fill="hold">
                                          <p:stCondLst>
                                            <p:cond delay="0"/>
                                          </p:stCondLst>
                                        </p:cTn>
                                        <p:tgtEl>
                                          <p:spTgt spid="44"/>
                                        </p:tgtEl>
                                        <p:attrNameLst>
                                          <p:attrName>style.visibility</p:attrName>
                                        </p:attrNameLst>
                                      </p:cBhvr>
                                      <p:to>
                                        <p:strVal val="visible"/>
                                      </p:to>
                                    </p:set>
                                    <p:anim calcmode="lin" valueType="num">
                                      <p:cBhvr>
                                        <p:cTn id="172" dur="500" fill="hold"/>
                                        <p:tgtEl>
                                          <p:spTgt spid="44"/>
                                        </p:tgtEl>
                                        <p:attrNameLst>
                                          <p:attrName>ppt_w</p:attrName>
                                        </p:attrNameLst>
                                      </p:cBhvr>
                                      <p:tavLst>
                                        <p:tav tm="0">
                                          <p:val>
                                            <p:strVal val="4*#ppt_w"/>
                                          </p:val>
                                        </p:tav>
                                        <p:tav tm="100000">
                                          <p:val>
                                            <p:strVal val="#ppt_w"/>
                                          </p:val>
                                        </p:tav>
                                      </p:tavLst>
                                    </p:anim>
                                    <p:anim calcmode="lin" valueType="num">
                                      <p:cBhvr>
                                        <p:cTn id="173" dur="500" fill="hold"/>
                                        <p:tgtEl>
                                          <p:spTgt spid="44"/>
                                        </p:tgtEl>
                                        <p:attrNameLst>
                                          <p:attrName>ppt_h</p:attrName>
                                        </p:attrNameLst>
                                      </p:cBhvr>
                                      <p:tavLst>
                                        <p:tav tm="0">
                                          <p:val>
                                            <p:strVal val="4*#ppt_h"/>
                                          </p:val>
                                        </p:tav>
                                        <p:tav tm="100000">
                                          <p:val>
                                            <p:strVal val="#ppt_h"/>
                                          </p:val>
                                        </p:tav>
                                      </p:tavLst>
                                    </p:anim>
                                  </p:childTnLst>
                                </p:cTn>
                              </p:par>
                            </p:childTnLst>
                          </p:cTn>
                        </p:par>
                      </p:childTnLst>
                    </p:cTn>
                  </p:par>
                  <p:par>
                    <p:cTn id="174" fill="hold">
                      <p:stCondLst>
                        <p:cond delay="indefinite"/>
                      </p:stCondLst>
                      <p:childTnLst>
                        <p:par>
                          <p:cTn id="175" fill="hold">
                            <p:stCondLst>
                              <p:cond delay="0"/>
                            </p:stCondLst>
                            <p:childTnLst>
                              <p:par>
                                <p:cTn id="176" presetID="22" presetClass="entr" presetSubtype="1" fill="hold" grpId="0" nodeType="clickEffect">
                                  <p:stCondLst>
                                    <p:cond delay="0"/>
                                  </p:stCondLst>
                                  <p:childTnLst>
                                    <p:set>
                                      <p:cBhvr>
                                        <p:cTn id="177" dur="1" fill="hold">
                                          <p:stCondLst>
                                            <p:cond delay="0"/>
                                          </p:stCondLst>
                                        </p:cTn>
                                        <p:tgtEl>
                                          <p:spTgt spid="42"/>
                                        </p:tgtEl>
                                        <p:attrNameLst>
                                          <p:attrName>style.visibility</p:attrName>
                                        </p:attrNameLst>
                                      </p:cBhvr>
                                      <p:to>
                                        <p:strVal val="visible"/>
                                      </p:to>
                                    </p:set>
                                    <p:animEffect transition="in" filter="wipe(up)">
                                      <p:cBhvr>
                                        <p:cTn id="178" dur="500"/>
                                        <p:tgtEl>
                                          <p:spTgt spid="42"/>
                                        </p:tgtEl>
                                      </p:cBhvr>
                                    </p:animEffect>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grpId="0" nodeType="clickEffect">
                                  <p:stCondLst>
                                    <p:cond delay="0"/>
                                  </p:stCondLst>
                                  <p:childTnLst>
                                    <p:set>
                                      <p:cBhvr>
                                        <p:cTn id="182" dur="1" fill="hold">
                                          <p:stCondLst>
                                            <p:cond delay="0"/>
                                          </p:stCondLst>
                                        </p:cTn>
                                        <p:tgtEl>
                                          <p:spTgt spid="120"/>
                                        </p:tgtEl>
                                        <p:attrNameLst>
                                          <p:attrName>style.visibility</p:attrName>
                                        </p:attrNameLst>
                                      </p:cBhvr>
                                      <p:to>
                                        <p:strVal val="visible"/>
                                      </p:to>
                                    </p:set>
                                    <p:anim calcmode="lin" valueType="num">
                                      <p:cBhvr additive="base">
                                        <p:cTn id="183" dur="500" fill="hold"/>
                                        <p:tgtEl>
                                          <p:spTgt spid="120"/>
                                        </p:tgtEl>
                                        <p:attrNameLst>
                                          <p:attrName>ppt_x</p:attrName>
                                        </p:attrNameLst>
                                      </p:cBhvr>
                                      <p:tavLst>
                                        <p:tav tm="0">
                                          <p:val>
                                            <p:strVal val="#ppt_x"/>
                                          </p:val>
                                        </p:tav>
                                        <p:tav tm="100000">
                                          <p:val>
                                            <p:strVal val="#ppt_x"/>
                                          </p:val>
                                        </p:tav>
                                      </p:tavLst>
                                    </p:anim>
                                    <p:anim calcmode="lin" valueType="num">
                                      <p:cBhvr additive="base">
                                        <p:cTn id="184"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2" grpId="0" animBg="1"/>
      <p:bldP spid="23" grpId="0" animBg="1"/>
      <p:bldP spid="24" grpId="0" animBg="1"/>
      <p:bldP spid="25" grpId="0" animBg="1"/>
      <p:bldP spid="26" grpId="0" animBg="1"/>
      <p:bldP spid="27" grpId="0" animBg="1"/>
      <p:bldP spid="34" grpId="0" animBg="1"/>
      <p:bldP spid="35" grpId="0" animBg="1"/>
      <p:bldP spid="36" grpId="0" animBg="1"/>
      <p:bldP spid="37" grpId="0" animBg="1"/>
      <p:bldP spid="41" grpId="0" animBg="1"/>
      <p:bldP spid="42" grpId="0" animBg="1"/>
      <p:bldP spid="75" grpId="0" animBg="1"/>
      <p:bldP spid="76" grpId="0" animBg="1" autoUpdateAnimBg="0"/>
      <p:bldP spid="108" grpId="0" autoUpdateAnimBg="0"/>
      <p:bldP spid="109" grpId="0" animBg="1" autoUpdateAnimBg="0"/>
      <p:bldP spid="116" grpId="0" animBg="1"/>
      <p:bldP spid="117" grpId="0" animBg="1"/>
      <p:bldP spid="120"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MASTER_TYPE" val="1"/>
  <p:tag name="KSO_WM_TEMPLATE_COLOR_TYPE" val="0"/>
  <p:tag name="KSO_WM_TAG_VERSION" val="1.0"/>
  <p:tag name="KSO_WM_BEAUTIFY_FLAG" val="#wm#"/>
  <p:tag name="KSO_WM_TEMPLATE_CATEGORY" val="custom"/>
  <p:tag name="KSO_WM_TEMPLATE_INDEX" val="20230820"/>
  <p:tag name="KSO_WM_SPECIAL_SOURCE" val="bdnull"/>
  <p:tag name="KSO_WM_TEMPLATE_THUMBS_INDEX" val="1、9"/>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1.0"/>
</p:tagLst>
</file>

<file path=ppt/tags/tag3.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1.0"/>
  <p:tag name="KSO_WM_BEAUTIFY_FLAG" val="#wm#"/>
  <p:tag name="KSO_WM_UNIT_TEXT_FILL_FORE_SCHEMECOLOR_INDEX_BRIGHTNESS" val="0"/>
  <p:tag name="KSO_WM_UNIT_TEXT_FILL_FORE_SCHEMECOLOR_INDEX" val="14"/>
  <p:tag name="KSO_WM_UNIT_TEXT_FILL_TYPE" val="1"/>
  <p:tag name="KSO_WM_UNIT_CONTENT_GROUP_TYPE" val="contentchip"/>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文档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1.0"/>
  <p:tag name="KSO_WM_BEAUTIFY_FLAG" val="#wm#"/>
  <p:tag name="KSO_WM_UNIT_CONTENT_GROUP_TYPE" val="contentchip"/>
</p:tagLst>
</file>

<file path=ppt/tags/tag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1.0"/>
  <p:tag name="KSO_WM_BEAUTIFY_FLAG" val="#wm#"/>
  <p:tag name="KSO_WM_UNIT_CONTENT_GROUP_TYPE" val="contentchip"/>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UNIT_PLACING_PICTURE_USER_VIEWPORT" val="{&quot;height&quot;:10411,&quot;width&quot;:12984}"/>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1.0"/>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2"/>
  <p:tag name="KSO_WM_UNIT_ID" val="_3*i*2"/>
  <p:tag name="KSO_WM_UNIT_LAYERLEVEL" val="1"/>
  <p:tag name="KSO_WM_TAG_VERSION" val="1.0"/>
</p:tagLst>
</file>

<file path=ppt/tags/tag11.xml><?xml version="1.0" encoding="utf-8"?>
<p:tagLst xmlns:a="http://schemas.openxmlformats.org/drawingml/2006/main" xmlns:r="http://schemas.openxmlformats.org/officeDocument/2006/relationships"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3*e*1"/>
  <p:tag name="KSO_WM_UNIT_LAYERLEVEL" val="1"/>
  <p:tag name="KSO_WM_TAG_VERSION" val="1.0"/>
  <p:tag name="KSO_WM_BEAUTIFY_FLAG" val="#wm#"/>
  <p:tag name="KSO_WM_UNIT_CONTENT_GROUP_TYPE" val="contentchip"/>
</p:tagLst>
</file>

<file path=ppt/tags/tag1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1.0"/>
  <p:tag name="KSO_WM_BEAUTIFY_FLAG" val="#wm#"/>
  <p:tag name="KSO_WM_UNIT_CONTENT_GROUP_TYPE" val="contentchip"/>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1.0"/>
</p:tagLst>
</file>

<file path=ppt/tags/tag1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4*f*1"/>
  <p:tag name="KSO_WM_UNIT_LAYERLEVEL" val="1"/>
  <p:tag name="KSO_WM_TAG_VERSION" val="1.0"/>
  <p:tag name="KSO_WM_BEAUTIFY_FLAG" val="#wm#"/>
  <p:tag name="KSO_WM_UNIT_PRESET_TEXT" val="单击此处编辑母版文本样式&#10;第二级&#10;第三级&#10;第四级&#10;第五级"/>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4*f*2"/>
  <p:tag name="KSO_WM_UNIT_LAYERLEVEL" val="1"/>
  <p:tag name="KSO_WM_TAG_VERSION" val="1.0"/>
  <p:tag name="KSO_WM_BEAUTIFY_FLAG" val="#wm#"/>
  <p:tag name="KSO_WM_UNIT_PRESET_TEXT" val="单击此处编辑母版文本样式&#10;第二级&#10;第三级&#10;第四级&#10;第五级"/>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1.0"/>
  <p:tag name="KSO_WM_BEAUTIFY_FLAG" val="#wm#"/>
  <p:tag name="KSO_WM_UNIT_CONTENT_GROUP_TYPE" val="titlestyle"/>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5*i*1"/>
  <p:tag name="KSO_WM_UNIT_LAYERLEVEL" val="1"/>
  <p:tag name="KSO_WM_TAG_VERSION" val="1.0"/>
</p:tagLst>
</file>

<file path=ppt/tags/tag2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1.0"/>
  <p:tag name="KSO_WM_BEAUTIFY_FLAG" val="#wm#"/>
  <p:tag name="KSO_WM_UNIT_PRESET_TEXT" val="单击此处编辑母版文本样式&#10;第二级&#10;第三级&#10;第四级&#10;第五级"/>
</p:tagLst>
</file>

<file path=ppt/tags/tag2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1.0"/>
  <p:tag name="KSO_WM_BEAUTIFY_FLAG" val="#wm#"/>
  <p:tag name="KSO_WM_UNIT_PRESET_TEXT" val="单击此处编辑母版文本样式&#10;第二级&#10;第三级&#10;第四级&#10;第五级"/>
</p:tagLst>
</file>

<file path=ppt/tags/tag2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2"/>
  <p:tag name="KSO_WM_UNIT_ID" val="_5*a*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3"/>
  <p:tag name="KSO_WM_UNIT_ID" val="_5*a*3"/>
  <p:tag name="KSO_WM_UNIT_LAYERLEVEL" val="1"/>
  <p:tag name="KSO_WM_TAG_VERSION" val="1.0"/>
  <p:tag name="KSO_WM_BEAUTIFY_FLAG" val="#wm#"/>
  <p:tag name="KSO_WM_UNIT_CONTENT_GROUP_TYPE" val="titlestyle"/>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7*i*1"/>
  <p:tag name="KSO_WM_UNIT_LAYERLEVEL" val="1"/>
  <p:tag name="KSO_WM_TAG_VERSION" val="1.0"/>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0*i*1"/>
  <p:tag name="KSO_WM_UNIT_LAYERLEVEL" val="1"/>
  <p:tag name="KSO_WM_TAG_VERSION" val="1.0"/>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0*f*1"/>
  <p:tag name="KSO_WM_UNIT_LAYERLEVEL" val="1"/>
  <p:tag name="KSO_WM_TAG_VERSION" val="1.0"/>
  <p:tag name="KSO_WM_BEAUTIFY_FLAG" val="#wm#"/>
  <p:tag name="KSO_WM_UNIT_PRESET_TEXT" val="单击此处编辑母版文本样式&#10;第二级&#10;第三级&#10;第四级&#10;第五级"/>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1.0"/>
</p:tagLst>
</file>

<file path=ppt/tags/tag4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THANK YOU "/>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1.0"/>
  <p:tag name="KSO_WM_BEAUTIFY_FLAG" val="#wm#"/>
  <p:tag name="KSO_WM_UNIT_CONTENT_GROUP_TYPE" val="contentchip"/>
</p:tagLst>
</file>

<file path=ppt/tags/tag49.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1.0"/>
  <p:tag name="KSO_WM_BEAUTIFY_FLAG" val="#wm#"/>
  <p:tag name="KSO_WM_UNIT_TEXT_FILL_FORE_SCHEMECOLOR_INDEX_BRIGHTNESS" val="0"/>
  <p:tag name="KSO_WM_UNIT_TEXT_FILL_FORE_SCHEMECOLOR_INDEX" val="14"/>
  <p:tag name="KSO_WM_UNIT_TEXT_FILL_TYPE" val="1"/>
  <p:tag name="KSO_WM_UNIT_CONTENT_GROUP_TYPE" val="contentchip"/>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SLIDE_BACKGROUND_TYPE" val="general"/>
</p:tagLst>
</file>

<file path=ppt/tags/tag5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2*a*1"/>
  <p:tag name="KSO_WM_UNIT_LAYERLEVEL" val="1"/>
  <p:tag name="KSO_WM_TAG_VERSION" val="1.0"/>
  <p:tag name="KSO_WM_BEAUTIFY_FLAG" val="#wm#"/>
  <p:tag name="KSO_WM_UNIT_CONTENT_GROUP_TYPE" val="titlestyle"/>
  <p:tag name="KSO_WM_SLIDE_BACKGROUND_TYPE" val="general"/>
</p:tagLst>
</file>

<file path=ppt/tags/tag55.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59.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6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7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7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SLIDE_ID" val="custom20230820_1"/>
  <p:tag name="KSO_WM_TEMPLATE_SUBCATEGORY" val="0"/>
  <p:tag name="KSO_WM_TEMPLATE_MASTER_TYPE" val="1"/>
  <p:tag name="KSO_WM_TEMPLATE_COLOR_TYPE" val="0"/>
  <p:tag name="KSO_WM_SLIDE_ITEM_CNT" val="0"/>
  <p:tag name="KSO_WM_SLIDE_INDEX" val="1"/>
  <p:tag name="KSO_WM_TAG_VERSION" val="1.0"/>
  <p:tag name="KSO_WM_BEAUTIFY_FLAG" val="#wm#"/>
  <p:tag name="KSO_WM_TEMPLATE_CATEGORY" val="custom"/>
  <p:tag name="KSO_WM_TEMPLATE_INDEX" val="20230820"/>
  <p:tag name="KSO_WM_SLIDE_TYPE" val="title"/>
  <p:tag name="KSO_WM_SLIDE_SUBTYPE" val="pureTxt"/>
  <p:tag name="KSO_WM_SLIDE_LAYOUT" val="a_b_f"/>
  <p:tag name="KSO_WM_SLIDE_LAYOUT_CNT" val="1_1_1"/>
  <p:tag name="KSO_WM_SPECIAL_SOURCE" val="bdnull"/>
  <p:tag name="KSO_WM_TEMPLATE_THUMBS_INDEX" val="1、9"/>
  <p:tag name="KSO_WM_SLIDE_CONTENT_AREA" val="{&quot;left&quot;:&quot;50.8&quot;,&quot;top&quot;:&quot;87.4&quot;,&quot;width&quot;:&quot;541.3&quot;,&quot;height&quot;:&quot;310.5&quot;}"/>
</p:tagLst>
</file>

<file path=ppt/tags/tag10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820_1*a*1"/>
  <p:tag name="KSO_WM_TEMPLATE_CATEGORY" val="custom"/>
  <p:tag name="KSO_WM_TEMPLATE_INDEX" val="20230820"/>
  <p:tag name="KSO_WM_UNIT_LAYERLEVEL" val="1"/>
  <p:tag name="KSO_WM_TAG_VERSION" val="1.0"/>
  <p:tag name="KSO_WM_BEAUTIFY_FLAG" val="#wm#"/>
  <p:tag name="KSO_WM_UNIT_CONTENT_GROUP_TYPE" val="contentchip"/>
  <p:tag name="KSO_WM_UNIT_TEXT_FILL_FORE_SCHEMECOLOR_INDEX_BRIGHTNESS" val="0.25"/>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文档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custom20230820_1*b*1"/>
  <p:tag name="KSO_WM_TEMPLATE_CATEGORY" val="custom"/>
  <p:tag name="KSO_WM_TEMPLATE_INDEX" val="20230820"/>
  <p:tag name="KSO_WM_UNIT_LAYERLEVEL" val="1"/>
  <p:tag name="KSO_WM_TAG_VERSION" val="1.0"/>
  <p:tag name="KSO_WM_BEAUTIFY_FLAG" val="#wm#"/>
  <p:tag name="KSO_WM_UNIT_CONTENT_GROUP_TYPE" val="contentchip"/>
  <p:tag name="KSO_WM_UNIT_TEXT_FILL_FORE_SCHEMECOLOR_INDEX_1_BRIGHTNESS" val="0"/>
  <p:tag name="KSO_WM_UNIT_TEXT_FILL_FORE_SCHEMECOLOR_INDEX_1" val="5"/>
  <p:tag name="KSO_WM_UNIT_TEXT_FILL_FORE_SCHEMECOLOR_INDEX_1_POS" val="0"/>
  <p:tag name="KSO_WM_UNIT_TEXT_FILL_FORE_SCHEMECOLOR_INDEX_1_TRANS" val="0"/>
  <p:tag name="KSO_WM_UNIT_TEXT_FILL_FORE_SCHEMECOLOR_INDEX_2_BRIGHTNESS" val="0"/>
  <p:tag name="KSO_WM_UNIT_TEXT_FILL_FORE_SCHEMECOLOR_INDEX_2" val="6"/>
  <p:tag name="KSO_WM_UNIT_TEXT_FILL_FORE_SCHEMECOLOR_INDEX_2_POS" val="1"/>
  <p:tag name="KSO_WM_UNIT_TEXT_FILL_FORE_SCHEMECOLOR_INDEX_2_TRANS" val="0"/>
  <p:tag name="KSO_WM_UNIT_TEXT_FILL_GRADIENT_TYPE" val="0"/>
  <p:tag name="KSO_WM_UNIT_TEXT_FILL_GRADIENT_ANGLE" val="41"/>
  <p:tag name="KSO_WM_UNIT_TEXT_FILL_GRADIENT_DIRECTION" val="-2"/>
  <p:tag name="KSO_WM_UNIT_TEXT_FILL_TYPE" val="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rawing.potx" id="{77E09630-93FA-4073-96B7-E4A1C97AE4E9}" vid="{2BCD55EF-A901-4B71-8B57-2954839B2DF5}"/>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Drawing</Template>
  <TotalTime>4515</TotalTime>
  <Words>1777</Words>
  <Application>Microsoft Macintosh PowerPoint</Application>
  <PresentationFormat>Widescreen</PresentationFormat>
  <Paragraphs>425</Paragraphs>
  <Slides>30</Slides>
  <Notes>0</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6" baseType="lpstr">
      <vt:lpstr>CommercialPi BT</vt:lpstr>
      <vt:lpstr>DengXian</vt:lpstr>
      <vt:lpstr>方正姚体</vt:lpstr>
      <vt:lpstr>Italic</vt:lpstr>
      <vt:lpstr>楷体_GB2312</vt:lpstr>
      <vt:lpstr>Microsoft YaHei</vt:lpstr>
      <vt:lpstr>黑体</vt:lpstr>
      <vt:lpstr>宋体</vt:lpstr>
      <vt:lpstr>宋体</vt:lpstr>
      <vt:lpstr>Arial</vt:lpstr>
      <vt:lpstr>Calibri</vt:lpstr>
      <vt:lpstr>Symbol</vt:lpstr>
      <vt:lpstr>Times New Roman</vt:lpstr>
      <vt:lpstr>Wingdings</vt:lpstr>
      <vt:lpstr>Office Theme</vt:lpstr>
      <vt:lpstr>AutoCAD Drawing</vt:lpstr>
      <vt:lpstr>工程制图 第8讲</vt:lpstr>
      <vt:lpstr>交#3作业</vt:lpstr>
      <vt:lpstr>作业#4</vt:lpstr>
      <vt:lpstr>作业讲评</vt:lpstr>
      <vt:lpstr>作业的关键点</vt:lpstr>
      <vt:lpstr>PowerPoint Presentation</vt:lpstr>
      <vt:lpstr>五、换面法的应用</vt:lpstr>
      <vt:lpstr>PowerPoint Presentation</vt:lpstr>
      <vt:lpstr>PowerPoint Presentation</vt:lpstr>
      <vt:lpstr>PowerPoint Presentation</vt:lpstr>
      <vt:lpstr>PowerPoint Presentation</vt:lpstr>
      <vt:lpstr>PowerPoint Presentation</vt:lpstr>
      <vt:lpstr>选择辅助投影面的两项原则</vt:lpstr>
      <vt:lpstr>PowerPoint Presentation</vt:lpstr>
      <vt:lpstr>PowerPoint Presentation</vt:lpstr>
      <vt:lpstr>PowerPoint Presentation</vt:lpstr>
      <vt:lpstr>PowerPoint Presentation</vt:lpstr>
      <vt:lpstr>PowerPoint Presentation</vt:lpstr>
      <vt:lpstr>PowerPoint Presentation</vt:lpstr>
      <vt:lpstr>换面法解题实例</vt:lpstr>
      <vt:lpstr>解题思路</vt:lpstr>
      <vt:lpstr>换面法应用及例题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视觉与视图</dc:title>
  <dc:creator>Jun Chen</dc:creator>
  <cp:lastModifiedBy>陈军_工学院</cp:lastModifiedBy>
  <cp:revision>229</cp:revision>
  <dcterms:created xsi:type="dcterms:W3CDTF">2016-02-16T14:15:02Z</dcterms:created>
  <dcterms:modified xsi:type="dcterms:W3CDTF">2025-10-14T02:07:05Z</dcterms:modified>
</cp:coreProperties>
</file>