
<file path=[Content_Types].xml><?xml version="1.0" encoding="utf-8"?>
<Types xmlns="http://schemas.openxmlformats.org/package/2006/content-types">
  <Default Extension="bin" ContentType="audio/unknown"/>
  <Default Extension="gif" ContentType="image/gi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44"/>
  </p:notesMasterIdLst>
  <p:handoutMasterIdLst>
    <p:handoutMasterId r:id="rId45"/>
  </p:handoutMasterIdLst>
  <p:sldIdLst>
    <p:sldId id="262" r:id="rId2"/>
    <p:sldId id="1304" r:id="rId3"/>
    <p:sldId id="1448" r:id="rId4"/>
    <p:sldId id="1286" r:id="rId5"/>
    <p:sldId id="1287" r:id="rId6"/>
    <p:sldId id="1288" r:id="rId7"/>
    <p:sldId id="1285" r:id="rId8"/>
    <p:sldId id="1449" r:id="rId9"/>
    <p:sldId id="1450" r:id="rId10"/>
    <p:sldId id="1455" r:id="rId11"/>
    <p:sldId id="1456" r:id="rId12"/>
    <p:sldId id="1485" r:id="rId13"/>
    <p:sldId id="1458" r:id="rId14"/>
    <p:sldId id="1459" r:id="rId15"/>
    <p:sldId id="1460" r:id="rId16"/>
    <p:sldId id="1461" r:id="rId17"/>
    <p:sldId id="1462" r:id="rId18"/>
    <p:sldId id="1463" r:id="rId19"/>
    <p:sldId id="1464" r:id="rId20"/>
    <p:sldId id="1465" r:id="rId21"/>
    <p:sldId id="1466" r:id="rId22"/>
    <p:sldId id="1467" r:id="rId23"/>
    <p:sldId id="1150" r:id="rId24"/>
    <p:sldId id="1169" r:id="rId25"/>
    <p:sldId id="1159" r:id="rId26"/>
    <p:sldId id="1444" r:id="rId27"/>
    <p:sldId id="1447" r:id="rId28"/>
    <p:sldId id="1468" r:id="rId29"/>
    <p:sldId id="1469" r:id="rId30"/>
    <p:sldId id="1343" r:id="rId31"/>
    <p:sldId id="1476" r:id="rId32"/>
    <p:sldId id="1451" r:id="rId33"/>
    <p:sldId id="1477" r:id="rId34"/>
    <p:sldId id="1478" r:id="rId35"/>
    <p:sldId id="1479" r:id="rId36"/>
    <p:sldId id="1480" r:id="rId37"/>
    <p:sldId id="1352" r:id="rId38"/>
    <p:sldId id="1319" r:id="rId39"/>
    <p:sldId id="1481" r:id="rId40"/>
    <p:sldId id="1482" r:id="rId41"/>
    <p:sldId id="1483" r:id="rId42"/>
    <p:sldId id="1484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A90AC85-7D53-5B42-AE5D-7BBD0D67CB90}">
          <p14:sldIdLst>
            <p14:sldId id="262"/>
            <p14:sldId id="1304"/>
            <p14:sldId id="1448"/>
            <p14:sldId id="1286"/>
            <p14:sldId id="1287"/>
            <p14:sldId id="1288"/>
            <p14:sldId id="1285"/>
            <p14:sldId id="1449"/>
            <p14:sldId id="1450"/>
          </p14:sldIdLst>
        </p14:section>
        <p14:section name=" 偏交" id="{1B866304-04C8-40AD-9C3A-0A63229547E2}">
          <p14:sldIdLst>
            <p14:sldId id="1455"/>
            <p14:sldId id="1456"/>
            <p14:sldId id="1485"/>
          </p14:sldIdLst>
        </p14:section>
        <p14:section name="回转体相贯线" id="{0C05F670-8710-A849-9967-1B3BF71F82A2}">
          <p14:sldIdLst>
            <p14:sldId id="1458"/>
            <p14:sldId id="1459"/>
            <p14:sldId id="1460"/>
            <p14:sldId id="1461"/>
            <p14:sldId id="1462"/>
          </p14:sldIdLst>
        </p14:section>
        <p14:section name="回转体相贯线总结" id="{A69574C4-C40E-614F-B34D-29AA71B06ECC}">
          <p14:sldIdLst>
            <p14:sldId id="1463"/>
            <p14:sldId id="1464"/>
            <p14:sldId id="1465"/>
            <p14:sldId id="1466"/>
            <p14:sldId id="1467"/>
          </p14:sldIdLst>
        </p14:section>
        <p14:section name="三体相交" id="{52F41925-C029-F345-96E4-789F96291599}">
          <p14:sldIdLst>
            <p14:sldId id="1150"/>
            <p14:sldId id="1169"/>
            <p14:sldId id="1159"/>
            <p14:sldId id="1444"/>
            <p14:sldId id="1447"/>
            <p14:sldId id="1468"/>
            <p14:sldId id="1469"/>
          </p14:sldIdLst>
        </p14:section>
        <p14:section name="组合体" id="{848E3C24-B8E4-7B4B-8EE9-4EA8BCFF5C7D}">
          <p14:sldIdLst>
            <p14:sldId id="1343"/>
            <p14:sldId id="1476"/>
            <p14:sldId id="1451"/>
            <p14:sldId id="1477"/>
            <p14:sldId id="1478"/>
            <p14:sldId id="1479"/>
            <p14:sldId id="1480"/>
          </p14:sldIdLst>
        </p14:section>
        <p14:section name="复杂形体画法" id="{FBF6F181-30D2-EB44-8F6E-1A1E8034AE35}">
          <p14:sldIdLst>
            <p14:sldId id="1352"/>
            <p14:sldId id="1319"/>
            <p14:sldId id="1481"/>
            <p14:sldId id="1482"/>
            <p14:sldId id="1483"/>
            <p14:sldId id="14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军" initials="陈军" lastIdx="1" clrIdx="0">
    <p:extLst>
      <p:ext uri="{19B8F6BF-5375-455C-9EA6-DF929625EA0E}">
        <p15:presenceInfo xmlns:p15="http://schemas.microsoft.com/office/powerpoint/2012/main" userId="S-1-5-21-3571948258-4195890842-387671008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03596-EA29-5C4D-8A7A-03F79C787D18}" v="6" dt="2025-11-18T03:10:52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79"/>
  </p:normalViewPr>
  <p:slideViewPr>
    <p:cSldViewPr snapToGrid="0">
      <p:cViewPr varScale="1">
        <p:scale>
          <a:sx n="204" d="100"/>
          <a:sy n="204" d="100"/>
        </p:scale>
        <p:origin x="23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2373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陈军_工学院" userId="6f7f04a3-a118-4a29-a2ab-4ad1875833df" providerId="ADAL" clId="{5704655F-1DC6-5A1D-BC81-F4DA7804E592}"/>
    <pc:docChg chg="delSld modSld modSection">
      <pc:chgData name="陈军_工学院" userId="6f7f04a3-a118-4a29-a2ab-4ad1875833df" providerId="ADAL" clId="{5704655F-1DC6-5A1D-BC81-F4DA7804E592}" dt="2025-11-18T03:10:52.659" v="19"/>
      <pc:docMkLst>
        <pc:docMk/>
      </pc:docMkLst>
      <pc:sldChg chg="del">
        <pc:chgData name="陈军_工学院" userId="6f7f04a3-a118-4a29-a2ab-4ad1875833df" providerId="ADAL" clId="{5704655F-1DC6-5A1D-BC81-F4DA7804E592}" dt="2025-11-18T03:03:30.749" v="2" actId="2696"/>
        <pc:sldMkLst>
          <pc:docMk/>
          <pc:sldMk cId="35565192" sldId="1092"/>
        </pc:sldMkLst>
      </pc:sldChg>
      <pc:sldChg chg="del">
        <pc:chgData name="陈军_工学院" userId="6f7f04a3-a118-4a29-a2ab-4ad1875833df" providerId="ADAL" clId="{5704655F-1DC6-5A1D-BC81-F4DA7804E592}" dt="2025-11-18T03:03:30.740" v="1" actId="2696"/>
        <pc:sldMkLst>
          <pc:docMk/>
          <pc:sldMk cId="2263602477" sldId="1093"/>
        </pc:sldMkLst>
      </pc:sldChg>
      <pc:sldChg chg="modSp mod">
        <pc:chgData name="陈军_工学院" userId="6f7f04a3-a118-4a29-a2ab-4ad1875833df" providerId="ADAL" clId="{5704655F-1DC6-5A1D-BC81-F4DA7804E592}" dt="2025-11-18T03:06:02.080" v="13" actId="20577"/>
        <pc:sldMkLst>
          <pc:docMk/>
          <pc:sldMk cId="2294223833" sldId="1304"/>
        </pc:sldMkLst>
        <pc:spChg chg="mod">
          <ac:chgData name="陈军_工学院" userId="6f7f04a3-a118-4a29-a2ab-4ad1875833df" providerId="ADAL" clId="{5704655F-1DC6-5A1D-BC81-F4DA7804E592}" dt="2025-11-18T03:05:49.324" v="7" actId="20577"/>
          <ac:spMkLst>
            <pc:docMk/>
            <pc:sldMk cId="2294223833" sldId="1304"/>
            <ac:spMk id="3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11-18T03:06:02.080" v="13" actId="20577"/>
          <ac:spMkLst>
            <pc:docMk/>
            <pc:sldMk cId="2294223833" sldId="1304"/>
            <ac:spMk id="8" creationId="{6B071778-1284-1BB4-0E48-143C5337A48F}"/>
          </ac:spMkLst>
        </pc:spChg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249650231" sldId="1364"/>
        </pc:sldMkLst>
      </pc:sldChg>
      <pc:sldChg chg="del">
        <pc:chgData name="陈军_工学院" userId="6f7f04a3-a118-4a29-a2ab-4ad1875833df" providerId="ADAL" clId="{5704655F-1DC6-5A1D-BC81-F4DA7804E592}" dt="2025-11-18T03:03:42.334" v="3" actId="2696"/>
        <pc:sldMkLst>
          <pc:docMk/>
          <pc:sldMk cId="3933708428" sldId="1445"/>
        </pc:sldMkLst>
      </pc:sldChg>
      <pc:sldChg chg="del">
        <pc:chgData name="陈军_工学院" userId="6f7f04a3-a118-4a29-a2ab-4ad1875833df" providerId="ADAL" clId="{5704655F-1DC6-5A1D-BC81-F4DA7804E592}" dt="2025-11-18T03:03:42.337" v="4" actId="2696"/>
        <pc:sldMkLst>
          <pc:docMk/>
          <pc:sldMk cId="3664593516" sldId="1446"/>
        </pc:sldMkLst>
      </pc:sldChg>
      <pc:sldChg chg="addSp modSp modAnim">
        <pc:chgData name="陈军_工学院" userId="6f7f04a3-a118-4a29-a2ab-4ad1875833df" providerId="ADAL" clId="{5704655F-1DC6-5A1D-BC81-F4DA7804E592}" dt="2025-11-18T03:10:52.659" v="19"/>
        <pc:sldMkLst>
          <pc:docMk/>
          <pc:sldMk cId="2560048781" sldId="1461"/>
        </pc:sldMkLst>
        <pc:spChg chg="add mod">
          <ac:chgData name="陈军_工学院" userId="6f7f04a3-a118-4a29-a2ab-4ad1875833df" providerId="ADAL" clId="{5704655F-1DC6-5A1D-BC81-F4DA7804E592}" dt="2025-11-18T03:09:38.841" v="16" actId="14100"/>
          <ac:spMkLst>
            <pc:docMk/>
            <pc:sldMk cId="2560048781" sldId="1461"/>
            <ac:spMk id="68" creationId="{45F5A4B1-1E70-7200-6E02-5FA888B82A85}"/>
          </ac:spMkLst>
        </pc:spChg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2234628232" sldId="1470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1001809304" sldId="1471"/>
        </pc:sldMkLst>
      </pc:sldChg>
      <pc:sldChg chg="del">
        <pc:chgData name="陈军_工学院" userId="6f7f04a3-a118-4a29-a2ab-4ad1875833df" providerId="ADAL" clId="{5704655F-1DC6-5A1D-BC81-F4DA7804E592}" dt="2025-11-18T03:03:44.589" v="5" actId="2696"/>
        <pc:sldMkLst>
          <pc:docMk/>
          <pc:sldMk cId="437747957" sldId="1475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800517921" sldId="1494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2165103790" sldId="1496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2073330436" sldId="1514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1473055673" sldId="1515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1345898396" sldId="1516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1351454480" sldId="1517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765652550" sldId="1518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2140971489" sldId="1519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2707118391" sldId="1520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2838468786" sldId="1521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599119516" sldId="1522"/>
        </pc:sldMkLst>
      </pc:sldChg>
      <pc:sldChg chg="del">
        <pc:chgData name="陈军_工学院" userId="6f7f04a3-a118-4a29-a2ab-4ad1875833df" providerId="ADAL" clId="{5704655F-1DC6-5A1D-BC81-F4DA7804E592}" dt="2025-11-18T03:02:04.752" v="0" actId="2696"/>
        <pc:sldMkLst>
          <pc:docMk/>
          <pc:sldMk cId="3146651369" sldId="15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2A212-11AD-934F-81F1-B483125DF66D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0E1F-3977-4747-911E-733EB8B7B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E6B5E-27DF-4747-96E9-E7A46D46608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2D0D5-ACED-4B29-ADCC-EF2B5D1F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2D0D5-ACED-4B29-ADCC-EF2B5D1FEF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04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D0D5-ACED-4B29-ADCC-EF2B5D1FEF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51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image" Target="../media/image4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e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4.jpe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4.jpe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AC3-F389-46AB-AFA0-5AC2110A7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6"/>
            <a:ext cx="9144000" cy="1655762"/>
          </a:xfrm>
        </p:spPr>
        <p:txBody>
          <a:bodyPr anchor="ctr">
            <a:normAutofit/>
          </a:bodyPr>
          <a:lstStyle>
            <a:lvl1pPr marL="0" algn="ctr" fontAlgn="ctr">
              <a:defRPr sz="48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CE61F-886C-4880-A95B-20ED4D35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4682"/>
            <a:ext cx="9144000" cy="12344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49BB-9DCC-4ED5-AD39-804DFD9F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B5A1E-F7B5-5F44-86D9-0C15A0020BC5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EAEC-C9B7-4F7D-B809-067E35FB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8B62-9141-4264-BCED-EF02C827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4EA-1AFA-C247-B755-1273EF7ADA39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6" y="1591733"/>
            <a:ext cx="10123516" cy="4671849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0517-0D3F-714F-9F42-AA29FE283DCC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C3C248-5F5D-00C6-8D34-6FC56C82B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910400"/>
            <a:ext cx="5507437" cy="528933"/>
          </a:xfrm>
        </p:spPr>
        <p:txBody>
          <a:bodyPr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689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5B8C-0D5D-4E1D-8BF4-D61F46FB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C1DC-2BC3-4C6A-8070-5601A2C6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E4DA0-2198-4827-BDDC-80F0A6D9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240-7D46-E94B-8BD3-9E5AADA6AAE7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7C69-3623-4960-A9FA-1B0F8DB6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57FB-2BC1-4FC4-8AE2-592B3BC4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628E-4CB9-4054-BA93-C362841F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D2D57-0AE5-48FD-B1B2-EFBDD2C7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9D76-97B2-4CEA-AC86-EB290E484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3E77-6C75-4215-8AE0-0F54D85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8BFD-9EE9-C040-AE88-BE78BC933A23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11321-E414-460C-A1DE-21A746FD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4F03E-5220-4EB0-B9BF-C607CE0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1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EF3B-CDCE-46FD-92EB-B68217B9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1" y="288405"/>
            <a:ext cx="6259281" cy="75986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07811-3425-4B48-A99B-1F72A6A26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5403"/>
            <a:ext cx="5157787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9A445-9357-40B0-BED1-6B2A39767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8429"/>
            <a:ext cx="5157787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0F840-44BE-46FF-858C-0B0B78A05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15403"/>
            <a:ext cx="5183188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A1B63-95D0-4B45-8CE1-E41F5C686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8429"/>
            <a:ext cx="5183188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6EE5C-366C-4A05-B24D-6E5E4B49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52A7F-C4E7-A04F-9E48-26A2D61675B1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B345C-BDB7-4F4C-8229-8545DEC4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7997F-13F2-4012-9D15-199F86CB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F8CF-47F8-004A-9DB8-64B33053B08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DEC04-6B17-D643-AE98-7A1AA7A91373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10DF379-40BA-CEA9-A617-CAA5651FF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817632"/>
            <a:ext cx="5507437" cy="626352"/>
          </a:xfrm>
        </p:spPr>
        <p:txBody>
          <a:bodyPr numCol="1"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96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E017-BA54-4903-90BE-5E03D77E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6D71-350A-D444-8E03-C5744A5F5F5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F8058-50F2-4491-82C1-B80DA2B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3026-A32F-485B-931E-8B5B11C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29B452-BDB2-4201-AE17-E702847E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487680"/>
            <a:ext cx="10363403" cy="77031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6D6614D-F0E2-410C-83EC-843926F9C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38352" y="1460211"/>
            <a:ext cx="8163098" cy="469392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3200"/>
            </a:lvl1pPr>
            <a:lvl2pPr>
              <a:spcBef>
                <a:spcPts val="600"/>
              </a:spcBef>
              <a:spcAft>
                <a:spcPts val="600"/>
              </a:spcAft>
              <a:defRPr sz="3200"/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400"/>
            </a:lvl4pPr>
            <a:lvl5pPr>
              <a:spcBef>
                <a:spcPts val="600"/>
              </a:spcBef>
              <a:spcAft>
                <a:spcPts val="600"/>
              </a:spcAft>
              <a:defRPr sz="2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172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7C01-812F-4893-9A0C-92A5D295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0BFB-74E3-4B20-9BBD-AF221DE1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6F0D4-7478-4A79-8103-D634F6721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74364-04AB-4E55-AC1A-F2B4127F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E565-0758-D94B-BB37-7F22B3B743A1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198EE-5344-4348-8E71-5A87B6DC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E4C5-A969-4885-A0BE-2A760C74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5B18-6F1E-42D0-8FED-31E3999A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D196E-5D9C-459B-B14C-90F666FF9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D1EF5-A4C9-4E66-A9EA-9B5CA5F53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86928-A2BF-4B5F-9D93-879B18BB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AC6E-42A0-BF43-88D4-D31D6D4ACD0D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76131-49F2-4B3E-AD09-EDADE8CD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C662-A2DB-429F-A30E-2132412A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65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926-5B6E-4CE3-978D-BEBFA240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8062-5C83-4067-B283-F55F0238F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D8A3-3E49-434E-890B-E08ED9C6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71D6-6FE0-294C-BF08-CA308BD216B3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313AC-44E6-416A-A578-A7EF1D10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31F8-5845-43A3-84C5-610D75AF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9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A46F6-727A-40AF-9987-FCA799ADE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3C102-28C3-448C-964D-C1025F5DE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BFBA-56B0-47E9-A049-82F57723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0549-F296-5F4F-A213-77058066D289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D6BE8-555C-431D-AEE9-48CF2893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AC4DC-E662-433F-BF78-423BED1F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98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CC9ECCA6-5FDF-6B47-85FB-550C24A960A8}" type="datetime1">
              <a:rPr lang="en-US" altLang="zh-CN" smtClean="0"/>
              <a:t>11/18/25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5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109855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07110" y="2699385"/>
            <a:ext cx="6332855" cy="105156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4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07110" y="1318895"/>
            <a:ext cx="6333490" cy="156083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5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8B06189-5B03-AA4E-B70E-9160B7F00EB9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6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二万个通过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33" name="圆角矩形 32"/>
          <p:cNvSpPr/>
          <p:nvPr>
            <p:custDataLst>
              <p:tags r:id="rId2"/>
            </p:custDataLst>
          </p:nvPr>
        </p:nvSpPr>
        <p:spPr>
          <a:xfrm>
            <a:off x="10532110" y="4648200"/>
            <a:ext cx="572770" cy="755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crosoft YaHei" panose="020B0503020204020204" charset="-122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674735" y="1183641"/>
            <a:ext cx="2516505" cy="19773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1500" b="1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1092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302885" y="3161030"/>
            <a:ext cx="5888355" cy="1352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D7405A9-E4C7-7A4F-A123-67F76E64A34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96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FEE87EB-B4A5-5449-A4F2-F92A34D0C9A7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6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D054A8-6540-E841-8B9D-7FBA9879FC0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9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B68495A-F26B-E442-89B4-AC8685803150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en-US" altLang="zh-CN">
                <a:sym typeface="+mn-ea"/>
              </a:rPr>
              <a:t>Click icon to add picture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text styles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C0586EEA-CA0B-0045-BEEA-EB11CB27B5AB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08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089544C-B3FA-A344-BA7B-4EC743F6828A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49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t="12314" r="7229"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1013460" y="1395730"/>
            <a:ext cx="6620510" cy="2147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altLang="zh-CN" sz="6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6" name="署名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1346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AA1DB1E-A9BC-1945-8F33-9D4B34B37A27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通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898EB1-2B9C-354B-871B-7CBE046867E9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691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85188866-08AA-7742-9363-E1D03A30E2A9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77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6A5F1DF9-7F91-C04C-AC32-65625445688A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8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32383C2D-34B5-6943-8FBC-B956073A0FE4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3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C3211495-590F-594A-B1F1-71A57D4B2F67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3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7"/>
            </p:custDataLst>
          </p:nvPr>
        </p:nvSpPr>
        <p:spPr/>
        <p:txBody>
          <a:bodyPr/>
          <a:lstStyle/>
          <a:p>
            <a:fld id="{39E7817D-8343-B240-A2F6-E2ABFA568C12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9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45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6EB5F026-E700-7548-8209-AA856925D03D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45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7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59F7-BCFC-5849-AB07-E202AEBD1B8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4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8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43206-CD7E-5949-B0D9-72B814D90D92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897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FE63-763C-964E-9F84-E78456133DE2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BC8C0-4493-5149-BBAD-FC5E9CF8DEE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39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0543"/>
            <a:fld id="{81D60167-4931-47E6-BA6A-407CBD079E47}" type="slidenum">
              <a:rPr lang="en-US" spc="-4" smtClean="0"/>
              <a:pPr marL="120543"/>
              <a:t>‹#›</a:t>
            </a:fld>
            <a:endParaRPr lang="en-US" spc="-4"/>
          </a:p>
        </p:txBody>
      </p:sp>
    </p:spTree>
    <p:extLst>
      <p:ext uri="{BB962C8B-B14F-4D97-AF65-F5344CB8AC3E}">
        <p14:creationId xmlns:p14="http://schemas.microsoft.com/office/powerpoint/2010/main" val="4209073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8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A4C4-410D-F946-872D-F44340E1B258}" type="datetime1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2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gi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E955-D44B-46F3-A0B9-FDBE5CDF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6048267" cy="6263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793E-2A17-4837-852C-44235CB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026" y="1091737"/>
            <a:ext cx="10123516" cy="5171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6ED5-48B4-4311-840C-6EF776C0F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935176DA-8CB0-8144-8FDF-F9AE6E33AE16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7A07-B8EF-4017-9D40-6DF6C997A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3CD0-A9C8-4733-84A7-C287D1A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99179082-B492-9FA8-BE7D-47FB6E5C19E5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B7E40-A509-27CD-47DE-560C5BCDD004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312" y="132757"/>
            <a:ext cx="2692517" cy="6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1" r:id="rId14"/>
    <p:sldLayoutId id="2147483704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685" r:id="rId31"/>
    <p:sldLayoutId id="2147483722" r:id="rId32"/>
    <p:sldLayoutId id="2147483723" r:id="rId33"/>
    <p:sldLayoutId id="2147483724" r:id="rId34"/>
  </p:sldLayoutIdLst>
  <p:hf hdr="0"/>
  <p:txStyles>
    <p:titleStyle>
      <a:lvl1pPr marL="274320" indent="0"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50000"/>
          </a:schemeClr>
        </a:buClr>
        <a:buSzPct val="100000"/>
        <a:buFont typeface="Arial" panose="020B0604020202020204" pitchFamily="34" charset="0"/>
        <a:buChar char="•"/>
        <a:defRPr sz="2400" b="1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audio" Target="../media/audio1.bin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8.png"/><Relationship Id="rId5" Type="http://schemas.openxmlformats.org/officeDocument/2006/relationships/image" Target="../media/image24.jpeg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59.png"/><Relationship Id="rId5" Type="http://schemas.openxmlformats.org/officeDocument/2006/relationships/image" Target="../media/image24.jpe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3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工程制图</a:t>
            </a:r>
            <a:br>
              <a:rPr lang="zh-CN" altLang="en-US">
                <a:latin typeface="Arial" panose="020B0604020202020204" pitchFamily="34" charset="0"/>
                <a:ea typeface="SimHei" panose="02010609060101010101" charset="-122"/>
              </a:rPr>
            </a:br>
            <a:r>
              <a:rPr lang="zh-CN" altLang="en-US" sz="400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第</a:t>
            </a:r>
            <a:r>
              <a:rPr lang="en-US" altLang="zh-CN" sz="400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15</a:t>
            </a:r>
            <a:r>
              <a:rPr lang="zh-CN" altLang="en-US" sz="400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讲</a:t>
            </a:r>
            <a:endParaRPr lang="zh-CN" altLang="en-US">
              <a:solidFill>
                <a:schemeClr val="bg1">
                  <a:lumMod val="95000"/>
                </a:schemeClr>
              </a:solidFill>
              <a:latin typeface="Arial"/>
              <a:ea typeface="SimHei"/>
              <a:cs typeface="Arial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授课教师：陈 军</a:t>
            </a:r>
          </a:p>
          <a:p>
            <a:r>
              <a:rPr lang="zh-CN" altLang="en-US" sz="2400" b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北京大学 工学院</a:t>
            </a:r>
          </a:p>
          <a:p>
            <a:r>
              <a:rPr lang="en-US" altLang="zh-CN" sz="2400" b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jun@pku.edu.cn</a:t>
            </a:r>
            <a:endParaRPr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SimHei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作业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#8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P32: 5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P33: 2</a:t>
            </a:r>
            <a:r>
              <a:rPr lang="zh-CN" altLang="en-US" sz="2800" dirty="0"/>
              <a:t>、</a:t>
            </a:r>
            <a:r>
              <a:rPr lang="en-US" altLang="zh-CN" sz="2800" dirty="0"/>
              <a:t>5</a:t>
            </a:r>
          </a:p>
          <a:p>
            <a:pPr>
              <a:lnSpc>
                <a:spcPct val="150000"/>
              </a:lnSpc>
            </a:pPr>
            <a:endParaRPr lang="en-US" altLang="zh-CN" sz="2800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B071778-1284-1BB4-0E48-143C5337A4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P34</a:t>
            </a:r>
            <a:r>
              <a:rPr lang="zh-CN" altLang="en-US" sz="2800" dirty="0"/>
              <a:t>：</a:t>
            </a:r>
            <a:r>
              <a:rPr lang="en-US" altLang="zh-CN" sz="2800" dirty="0"/>
              <a:t>3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P35</a:t>
            </a:r>
            <a:r>
              <a:rPr lang="zh-CN" altLang="en-US" sz="2800" dirty="0"/>
              <a:t>：</a:t>
            </a: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en-US" altLang="zh-CN" sz="2800" dirty="0"/>
              <a:t>5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P36</a:t>
            </a:r>
            <a:r>
              <a:rPr lang="zh-CN" altLang="en-US" sz="2800" dirty="0"/>
              <a:t>：</a:t>
            </a: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en-US" altLang="zh-CN" sz="2800" dirty="0"/>
              <a:t>4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C6A28E-9087-115A-933C-05FC2962A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81C31-7C27-4DEC-AF64-3A5E1A2EEF4D}" type="datetime1">
              <a:rPr lang="zh-CN" altLang="en-US" smtClean="0"/>
              <a:t>2025/11/18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520BD3-395B-5801-D78C-1E8BCB08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6E9F04-4FD4-917A-2E44-F391530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27CC65-6202-8550-4AE4-CD491BF35CD5}"/>
              </a:ext>
            </a:extLst>
          </p:cNvPr>
          <p:cNvSpPr txBox="1"/>
          <p:nvPr/>
        </p:nvSpPr>
        <p:spPr>
          <a:xfrm>
            <a:off x="1323295" y="3947558"/>
            <a:ext cx="4211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11</a:t>
            </a:r>
            <a:r>
              <a:rPr lang="zh-CN" altLang="en-US" sz="2800" b="1" dirty="0"/>
              <a:t>月</a:t>
            </a:r>
            <a:r>
              <a:rPr lang="en-US" altLang="zh-CN" sz="2800" b="1" dirty="0"/>
              <a:t>24</a:t>
            </a:r>
            <a:r>
              <a:rPr lang="zh-CN" altLang="en-US" sz="2800" b="1" dirty="0"/>
              <a:t>日（周一）提交。</a:t>
            </a:r>
          </a:p>
        </p:txBody>
      </p:sp>
    </p:spTree>
    <p:extLst>
      <p:ext uri="{BB962C8B-B14F-4D97-AF65-F5344CB8AC3E}">
        <p14:creationId xmlns:p14="http://schemas.microsoft.com/office/powerpoint/2010/main" val="229422383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76147B6-A8EC-4416-B693-634FB88C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/>
              <a:t>热 身</a:t>
            </a:r>
          </a:p>
        </p:txBody>
      </p:sp>
      <p:pic>
        <p:nvPicPr>
          <p:cNvPr id="19458" name="Picture 2" descr="https://timgsa.baidu.com/timg?image&amp;quality=80&amp;size=b9999_10000&amp;sec=1570593760045&amp;di=ce433b48bf8d7db61a787d1ce3fccb54&amp;imgtype=0&amp;src=http%3A%2F%2Fp0.ssl.cdn.btime.com%2Ft01e1ece584aeaaf138.jpg%3Fsize%3D634x429">
            <a:extLst>
              <a:ext uri="{FF2B5EF4-FFF2-40B4-BE49-F238E27FC236}">
                <a16:creationId xmlns:a16="http://schemas.microsoft.com/office/drawing/2014/main" id="{71CD7C8B-C11A-4E2F-A715-5A1E278E56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7" b="6432"/>
          <a:stretch/>
        </p:blipFill>
        <p:spPr bwMode="auto">
          <a:xfrm>
            <a:off x="7050018" y="4294908"/>
            <a:ext cx="3246680" cy="207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94404-9711-4692-FFBF-E7385500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1B88-CD99-F145-B0D3-62357E033A15}" type="datetime1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A7075-8ABD-17B2-8116-1AB62CFE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1BD16-8B9F-0B1D-FAA9-4BC249C8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15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25" y="157949"/>
            <a:ext cx="8229600" cy="125572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r>
              <a:rPr lang="en-US" altLang="zh-CN">
                <a:latin typeface="+mn-lt"/>
                <a:ea typeface="+mn-ea"/>
                <a:cs typeface="+mn-cs"/>
              </a:rPr>
              <a:t>H.2 </a:t>
            </a:r>
            <a:r>
              <a:rPr lang="zh-CN" altLang="en-US">
                <a:latin typeface="+mn-lt"/>
                <a:ea typeface="+mn-ea"/>
                <a:cs typeface="+mn-cs"/>
              </a:rPr>
              <a:t>选择正确的第三视图</a:t>
            </a:r>
            <a:br>
              <a:rPr lang="en-US" altLang="zh-CN">
                <a:latin typeface="+mn-lt"/>
                <a:ea typeface="+mn-ea"/>
                <a:cs typeface="+mn-cs"/>
              </a:rPr>
            </a:br>
            <a:r>
              <a:rPr lang="zh-CN" altLang="en-US">
                <a:latin typeface="+mn-lt"/>
                <a:ea typeface="+mn-ea"/>
                <a:cs typeface="+mn-cs"/>
              </a:rPr>
              <a:t>（注意分析形体被切后和形体组合后的交线的投影）</a:t>
            </a:r>
          </a:p>
        </p:txBody>
      </p:sp>
      <p:pic>
        <p:nvPicPr>
          <p:cNvPr id="819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21320" r="4391" b="22752"/>
          <a:stretch>
            <a:fillRect/>
          </a:stretch>
        </p:blipFill>
        <p:spPr bwMode="auto">
          <a:xfrm>
            <a:off x="1666876" y="2357438"/>
            <a:ext cx="878522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1809751" y="1428750"/>
            <a:ext cx="3286125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应为两圆柱相贯线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4738688" y="1928814"/>
            <a:ext cx="1143000" cy="7143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9024938" y="3643313"/>
            <a:ext cx="914400" cy="9144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6381750" y="1357314"/>
            <a:ext cx="4071938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等径时才为直线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rot="5400000">
            <a:off x="7489031" y="2178844"/>
            <a:ext cx="928688" cy="8572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 1"/>
          <p:cNvSpPr txBox="1">
            <a:spLocks/>
          </p:cNvSpPr>
          <p:nvPr/>
        </p:nvSpPr>
        <p:spPr bwMode="auto">
          <a:xfrm>
            <a:off x="3667126" y="5500689"/>
            <a:ext cx="5072063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此处应为铅垂大孔与水平小孔</a:t>
            </a:r>
            <a:endParaRPr lang="en-US" altLang="zh-CN" sz="2400" b="1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DengXian" charset="-122"/>
              <a:ea typeface="DengXian" charset="-122"/>
              <a:cs typeface="DengXian" charset="-122"/>
            </a:endParaRPr>
          </a:p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相贯，且凸向大圆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rot="16200000" flipV="1">
            <a:off x="3774282" y="3893344"/>
            <a:ext cx="2428875" cy="9286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7AF94B-0024-1A07-4D9D-24086099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E420-0DBF-9446-A3B0-BCF41BE547F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8C49E-0ADF-679A-2B06-B35AE451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38F2D-2D40-2007-0B53-A81370BA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9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25" y="157949"/>
            <a:ext cx="8229600" cy="125572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r>
              <a:rPr lang="en-US" altLang="zh-CN">
                <a:latin typeface="+mn-lt"/>
                <a:ea typeface="+mn-ea"/>
                <a:cs typeface="+mn-cs"/>
              </a:rPr>
              <a:t> H.3 </a:t>
            </a:r>
            <a:r>
              <a:rPr lang="zh-CN" altLang="en-US">
                <a:latin typeface="+mn-lt"/>
                <a:ea typeface="+mn-ea"/>
                <a:cs typeface="+mn-cs"/>
              </a:rPr>
              <a:t>选择正确的第三视图</a:t>
            </a:r>
            <a:br>
              <a:rPr lang="en-US" altLang="zh-CN">
                <a:latin typeface="+mn-lt"/>
                <a:ea typeface="+mn-ea"/>
                <a:cs typeface="+mn-cs"/>
              </a:rPr>
            </a:br>
            <a:r>
              <a:rPr lang="zh-CN" altLang="en-US">
                <a:latin typeface="+mn-lt"/>
                <a:ea typeface="+mn-ea"/>
                <a:cs typeface="+mn-cs"/>
              </a:rPr>
              <a:t>（注意分析形体被切后和形体组合后的交线的投影）</a:t>
            </a:r>
          </a:p>
        </p:txBody>
      </p:sp>
      <p:pic>
        <p:nvPicPr>
          <p:cNvPr id="8294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22752" r="169" b="18451"/>
          <a:stretch>
            <a:fillRect/>
          </a:stretch>
        </p:blipFill>
        <p:spPr bwMode="auto">
          <a:xfrm>
            <a:off x="1524000" y="2071688"/>
            <a:ext cx="9144000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7667625" y="3429000"/>
            <a:ext cx="914400" cy="9144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3514726" y="1357313"/>
            <a:ext cx="242887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应为曲线</a:t>
            </a:r>
          </a:p>
        </p:txBody>
      </p:sp>
      <p:cxnSp>
        <p:nvCxnSpPr>
          <p:cNvPr id="6" name="直接箭头连接符 5"/>
          <p:cNvCxnSpPr/>
          <p:nvPr/>
        </p:nvCxnSpPr>
        <p:spPr>
          <a:xfrm rot="10800000" flipV="1">
            <a:off x="4167189" y="1928813"/>
            <a:ext cx="642937" cy="5715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 txBox="1">
            <a:spLocks/>
          </p:cNvSpPr>
          <p:nvPr/>
        </p:nvSpPr>
        <p:spPr bwMode="auto">
          <a:xfrm>
            <a:off x="7953376" y="1357314"/>
            <a:ext cx="242887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应为直线</a:t>
            </a:r>
          </a:p>
        </p:txBody>
      </p:sp>
      <p:cxnSp>
        <p:nvCxnSpPr>
          <p:cNvPr id="9" name="直接箭头连接符 8"/>
          <p:cNvCxnSpPr/>
          <p:nvPr/>
        </p:nvCxnSpPr>
        <p:spPr>
          <a:xfrm rot="16200000" flipH="1">
            <a:off x="9417845" y="2178845"/>
            <a:ext cx="928687" cy="42862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881189" y="2714625"/>
            <a:ext cx="338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C000"/>
                </a:solidFill>
              </a:rPr>
              <a:t>A</a:t>
            </a:r>
            <a:endParaRPr lang="zh-CN" altLang="en-US" sz="1800">
              <a:solidFill>
                <a:srgbClr val="FFC000"/>
              </a:solidFill>
            </a:endParaRPr>
          </a:p>
        </p:txBody>
      </p:sp>
      <p:sp>
        <p:nvSpPr>
          <p:cNvPr id="12" name="标题 1"/>
          <p:cNvSpPr txBox="1">
            <a:spLocks/>
          </p:cNvSpPr>
          <p:nvPr/>
        </p:nvSpPr>
        <p:spPr bwMode="auto">
          <a:xfrm>
            <a:off x="2952750" y="5429250"/>
            <a:ext cx="542925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此处缺</a:t>
            </a:r>
            <a:r>
              <a:rPr lang="en-US" altLang="zh-CN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A</a:t>
            </a:r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面在左视图上的投影</a:t>
            </a:r>
          </a:p>
        </p:txBody>
      </p:sp>
      <p:cxnSp>
        <p:nvCxnSpPr>
          <p:cNvPr id="13" name="直接箭头连接符 12"/>
          <p:cNvCxnSpPr/>
          <p:nvPr/>
        </p:nvCxnSpPr>
        <p:spPr>
          <a:xfrm rot="5400000" flipH="1" flipV="1">
            <a:off x="4167188" y="3643313"/>
            <a:ext cx="2786062" cy="107156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rot="16200000" flipV="1">
            <a:off x="1952626" y="3071813"/>
            <a:ext cx="2571750" cy="24288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39A8F-6B81-8447-37D4-46EE743A7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090D-A898-E640-8351-8225843FAA55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5B3440-9D17-86A1-D27A-F1663F06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8FBC37-81D0-DF75-766B-BAAA11F6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25" y="157949"/>
            <a:ext cx="8229600" cy="125572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r>
              <a:rPr lang="en-US" altLang="zh-CN">
                <a:latin typeface="+mn-lt"/>
                <a:ea typeface="+mn-ea"/>
                <a:cs typeface="+mn-cs"/>
              </a:rPr>
              <a:t>H.4 </a:t>
            </a:r>
            <a:r>
              <a:rPr lang="zh-CN" altLang="en-US">
                <a:latin typeface="+mn-lt"/>
                <a:ea typeface="+mn-ea"/>
                <a:cs typeface="+mn-cs"/>
              </a:rPr>
              <a:t>选择正确的第三视图</a:t>
            </a:r>
            <a:br>
              <a:rPr lang="en-US" altLang="zh-CN">
                <a:latin typeface="+mn-lt"/>
                <a:ea typeface="+mn-ea"/>
                <a:cs typeface="+mn-cs"/>
              </a:rPr>
            </a:br>
            <a:r>
              <a:rPr lang="zh-CN" altLang="en-US">
                <a:latin typeface="+mn-lt"/>
                <a:ea typeface="+mn-ea"/>
                <a:cs typeface="+mn-cs"/>
              </a:rPr>
              <a:t>（注意分析形体被切后和形体组合后的交线的投影）</a:t>
            </a:r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4" t="24187" r="21284" b="29922"/>
          <a:stretch>
            <a:fillRect/>
          </a:stretch>
        </p:blipFill>
        <p:spPr bwMode="auto">
          <a:xfrm>
            <a:off x="1524001" y="2286000"/>
            <a:ext cx="91090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1666876" y="6000750"/>
            <a:ext cx="6715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由主视图可知</a:t>
            </a:r>
            <a:r>
              <a:rPr lang="en-US" altLang="zh-CN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,</a:t>
            </a:r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此处两孔为一圆一方</a:t>
            </a:r>
            <a:r>
              <a:rPr lang="en-US" altLang="zh-CN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!</a:t>
            </a:r>
            <a:endParaRPr lang="zh-CN" altLang="en-US" sz="2400" b="1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DengXian" charset="-122"/>
              <a:ea typeface="DengXian" charset="-122"/>
              <a:cs typeface="DengXian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rot="10800000">
            <a:off x="2524126" y="4500563"/>
            <a:ext cx="3000375" cy="164306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rot="10800000">
            <a:off x="2524126" y="5357813"/>
            <a:ext cx="3000375" cy="78581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标题 1"/>
          <p:cNvSpPr txBox="1">
            <a:spLocks/>
          </p:cNvSpPr>
          <p:nvPr/>
        </p:nvSpPr>
        <p:spPr bwMode="auto">
          <a:xfrm>
            <a:off x="3095626" y="1548454"/>
            <a:ext cx="242887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均为圆孔</a:t>
            </a:r>
          </a:p>
        </p:txBody>
      </p:sp>
      <p:cxnSp>
        <p:nvCxnSpPr>
          <p:cNvPr id="19" name="直接箭头连接符 18"/>
          <p:cNvCxnSpPr>
            <a:cxnSpLocks/>
          </p:cNvCxnSpPr>
          <p:nvPr/>
        </p:nvCxnSpPr>
        <p:spPr>
          <a:xfrm>
            <a:off x="4406982" y="2084011"/>
            <a:ext cx="145969" cy="80634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1"/>
          <p:cNvSpPr txBox="1">
            <a:spLocks/>
          </p:cNvSpPr>
          <p:nvPr/>
        </p:nvSpPr>
        <p:spPr bwMode="auto">
          <a:xfrm>
            <a:off x="6893098" y="1597622"/>
            <a:ext cx="242887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均为方孔</a:t>
            </a:r>
          </a:p>
        </p:txBody>
      </p:sp>
      <p:cxnSp>
        <p:nvCxnSpPr>
          <p:cNvPr id="23" name="直接箭头连接符 22"/>
          <p:cNvCxnSpPr>
            <a:cxnSpLocks/>
          </p:cNvCxnSpPr>
          <p:nvPr/>
        </p:nvCxnSpPr>
        <p:spPr>
          <a:xfrm flipH="1">
            <a:off x="7808316" y="2208212"/>
            <a:ext cx="56332" cy="75048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标题 1"/>
          <p:cNvSpPr txBox="1">
            <a:spLocks/>
          </p:cNvSpPr>
          <p:nvPr/>
        </p:nvSpPr>
        <p:spPr bwMode="auto">
          <a:xfrm>
            <a:off x="2831464" y="3735231"/>
            <a:ext cx="92868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2000" b="1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A</a:t>
            </a:r>
            <a:r>
              <a:rPr lang="zh-CN" altLang="en-US" sz="2000" b="1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面</a:t>
            </a:r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2700973" y="4194495"/>
            <a:ext cx="443551" cy="242886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标题 1"/>
          <p:cNvSpPr txBox="1">
            <a:spLocks/>
          </p:cNvSpPr>
          <p:nvPr/>
        </p:nvSpPr>
        <p:spPr bwMode="auto">
          <a:xfrm>
            <a:off x="7739063" y="4929189"/>
            <a:ext cx="257175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A</a:t>
            </a:r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面为一平面</a:t>
            </a:r>
          </a:p>
        </p:txBody>
      </p:sp>
      <p:cxnSp>
        <p:nvCxnSpPr>
          <p:cNvPr id="27" name="直接箭头连接符 26"/>
          <p:cNvCxnSpPr/>
          <p:nvPr/>
        </p:nvCxnSpPr>
        <p:spPr>
          <a:xfrm rot="5400000" flipH="1" flipV="1">
            <a:off x="8382001" y="4143376"/>
            <a:ext cx="1571625" cy="2857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5738813" y="4000500"/>
            <a:ext cx="914400" cy="9144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1" name="直接箭头连接符 18">
            <a:extLst>
              <a:ext uri="{FF2B5EF4-FFF2-40B4-BE49-F238E27FC236}">
                <a16:creationId xmlns:a16="http://schemas.microsoft.com/office/drawing/2014/main" id="{6F499820-562F-464F-A1E6-B7EF33ED5878}"/>
              </a:ext>
            </a:extLst>
          </p:cNvPr>
          <p:cNvCxnSpPr>
            <a:cxnSpLocks/>
          </p:cNvCxnSpPr>
          <p:nvPr/>
        </p:nvCxnSpPr>
        <p:spPr>
          <a:xfrm flipH="1">
            <a:off x="3987802" y="2084011"/>
            <a:ext cx="151267" cy="942671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2">
            <a:extLst>
              <a:ext uri="{FF2B5EF4-FFF2-40B4-BE49-F238E27FC236}">
                <a16:creationId xmlns:a16="http://schemas.microsoft.com/office/drawing/2014/main" id="{45E6D9CC-A903-4E7E-9D2E-0FE8CB64F498}"/>
              </a:ext>
            </a:extLst>
          </p:cNvPr>
          <p:cNvCxnSpPr>
            <a:cxnSpLocks/>
          </p:cNvCxnSpPr>
          <p:nvPr/>
        </p:nvCxnSpPr>
        <p:spPr>
          <a:xfrm>
            <a:off x="8222199" y="2168993"/>
            <a:ext cx="88091" cy="77270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7D00C-FCF3-081A-739F-F71FCB9A9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07E5-6876-F348-A64D-E5145874D283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E8ECB9-CD8E-D199-7708-C6270DB5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3B818F-861E-8A47-2D14-0FFB3301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5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22" grpId="0"/>
      <p:bldP spid="24" grpId="0"/>
      <p:bldP spid="26" grpId="0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25" y="157949"/>
            <a:ext cx="8229600" cy="125572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r>
              <a:rPr lang="zh-CN" altLang="en-US">
                <a:latin typeface="+mn-lt"/>
                <a:ea typeface="+mn-ea"/>
                <a:cs typeface="+mn-cs"/>
              </a:rPr>
              <a:t>例</a:t>
            </a:r>
            <a:r>
              <a:rPr lang="en-US" altLang="zh-CN">
                <a:latin typeface="+mn-lt"/>
                <a:ea typeface="+mn-ea"/>
                <a:cs typeface="+mn-cs"/>
              </a:rPr>
              <a:t>H.1 </a:t>
            </a:r>
            <a:r>
              <a:rPr lang="zh-CN" altLang="en-US">
                <a:latin typeface="+mn-lt"/>
                <a:ea typeface="+mn-ea"/>
                <a:cs typeface="+mn-cs"/>
              </a:rPr>
              <a:t>选择正确的第三视图</a:t>
            </a:r>
            <a:br>
              <a:rPr lang="en-US" altLang="zh-CN">
                <a:latin typeface="+mn-lt"/>
                <a:ea typeface="+mn-ea"/>
                <a:cs typeface="+mn-cs"/>
              </a:rPr>
            </a:br>
            <a:r>
              <a:rPr lang="zh-CN" altLang="en-US">
                <a:latin typeface="+mn-lt"/>
                <a:ea typeface="+mn-ea"/>
                <a:cs typeface="+mn-cs"/>
              </a:rPr>
              <a:t>（注意分析形体被切后和形体组合后的交线的投影）</a:t>
            </a:r>
          </a:p>
        </p:txBody>
      </p:sp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2" t="14149" r="1859" b="15582"/>
          <a:stretch>
            <a:fillRect/>
          </a:stretch>
        </p:blipFill>
        <p:spPr bwMode="auto">
          <a:xfrm>
            <a:off x="1524000" y="1643063"/>
            <a:ext cx="9144000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3738563" y="3643313"/>
            <a:ext cx="914400" cy="9144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 rot="16200000" flipH="1">
            <a:off x="9525001" y="2643189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rot="5400000">
            <a:off x="9525001" y="2643189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16200000" flipH="1">
            <a:off x="10025064" y="2643189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10025064" y="2643189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16200000" flipH="1">
            <a:off x="8310564" y="2500314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8310564" y="2500314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rot="16200000" flipH="1">
            <a:off x="7453314" y="2500314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rot="5400000">
            <a:off x="7453314" y="2500314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rot="16200000" flipH="1">
            <a:off x="6667501" y="2500314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5400000">
            <a:off x="6667501" y="2500314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rot="16200000" flipH="1">
            <a:off x="5524501" y="2500314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rot="5400000">
            <a:off x="5524501" y="2500314"/>
            <a:ext cx="142875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14E7-13FC-91F9-DEAE-658AF933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95DC-66EE-FC47-AF3C-9985D9C2A7CD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8EEACE-C8D2-3A2B-C89B-E1A750D0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369CBD-8DD3-CD2E-4C43-4B2C6E90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08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4063" y="188560"/>
            <a:ext cx="8229600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r>
              <a:rPr lang="zh-CN" altLang="en-US">
                <a:latin typeface="+mn-lt"/>
                <a:ea typeface="+mn-ea"/>
                <a:cs typeface="+mn-cs"/>
              </a:rPr>
              <a:t>例</a:t>
            </a:r>
            <a:r>
              <a:rPr lang="en-US" altLang="zh-CN">
                <a:latin typeface="+mn-lt"/>
                <a:ea typeface="+mn-ea"/>
                <a:cs typeface="+mn-cs"/>
              </a:rPr>
              <a:t>H.5 </a:t>
            </a:r>
            <a:r>
              <a:rPr lang="zh-CN" altLang="en-US">
                <a:latin typeface="+mn-lt"/>
                <a:ea typeface="+mn-ea"/>
                <a:cs typeface="+mn-cs"/>
              </a:rPr>
              <a:t>求作左视图</a:t>
            </a:r>
          </a:p>
        </p:txBody>
      </p:sp>
      <p:pic>
        <p:nvPicPr>
          <p:cNvPr id="645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07" t="9846" r="22128" b="6979"/>
          <a:stretch>
            <a:fillRect/>
          </a:stretch>
        </p:blipFill>
        <p:spPr bwMode="auto">
          <a:xfrm>
            <a:off x="3238501" y="857250"/>
            <a:ext cx="6215063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5453063" y="1106353"/>
            <a:ext cx="450056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95813" y="4714875"/>
            <a:ext cx="2857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 flipH="1" flipV="1">
            <a:off x="5560220" y="2821782"/>
            <a:ext cx="378618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595813" y="6572250"/>
            <a:ext cx="457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5400000" flipH="1" flipV="1">
            <a:off x="6346032" y="3750469"/>
            <a:ext cx="564356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238751" y="1500188"/>
            <a:ext cx="45005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5310189" y="2463665"/>
            <a:ext cx="44291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167563" y="2463665"/>
            <a:ext cx="2214562" cy="0"/>
          </a:xfrm>
          <a:prstGeom prst="line">
            <a:avLst/>
          </a:prstGeom>
          <a:ln w="25400">
            <a:solidFill>
              <a:srgbClr val="FF000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595813" y="2035040"/>
            <a:ext cx="5143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595813" y="2909058"/>
            <a:ext cx="542925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4595814" y="5357813"/>
            <a:ext cx="350043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rot="5400000" flipH="1" flipV="1">
            <a:off x="5845969" y="3178969"/>
            <a:ext cx="435768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4595813" y="5929313"/>
            <a:ext cx="4000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rot="5400000" flipH="1" flipV="1">
            <a:off x="6024563" y="3429000"/>
            <a:ext cx="5143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4805155" y="2098395"/>
            <a:ext cx="492918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4881564" y="2820853"/>
            <a:ext cx="50006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5310188" y="5072063"/>
            <a:ext cx="250031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rot="5400000" flipH="1" flipV="1">
            <a:off x="5667376" y="3000376"/>
            <a:ext cx="41433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5310188" y="6215063"/>
            <a:ext cx="364331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rot="5400000" flipH="1" flipV="1">
            <a:off x="6238876" y="3571876"/>
            <a:ext cx="52863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rot="10800000" flipV="1">
            <a:off x="7739063" y="1106353"/>
            <a:ext cx="114300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rot="5400000" flipH="1" flipV="1">
            <a:off x="7524751" y="1285876"/>
            <a:ext cx="428625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rot="5400000" flipH="1" flipV="1">
            <a:off x="8667751" y="1285876"/>
            <a:ext cx="428625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rot="10800000">
            <a:off x="7453313" y="1500188"/>
            <a:ext cx="28575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rot="10800000">
            <a:off x="8882063" y="1500188"/>
            <a:ext cx="28575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rot="10800000" flipV="1">
            <a:off x="7739063" y="1500188"/>
            <a:ext cx="1143000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rot="5400000">
            <a:off x="8989220" y="3107532"/>
            <a:ext cx="357187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rot="5400000">
            <a:off x="7274720" y="3107532"/>
            <a:ext cx="357187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rot="5400000">
            <a:off x="7203282" y="1750219"/>
            <a:ext cx="500062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rot="5400000">
            <a:off x="8917782" y="1750219"/>
            <a:ext cx="500062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5024438" y="4857750"/>
            <a:ext cx="250031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rot="5400000" flipH="1" flipV="1">
            <a:off x="5667376" y="2928938"/>
            <a:ext cx="38576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任意多边形 95"/>
          <p:cNvSpPr/>
          <p:nvPr/>
        </p:nvSpPr>
        <p:spPr>
          <a:xfrm>
            <a:off x="7448550" y="1990726"/>
            <a:ext cx="139700" cy="931863"/>
          </a:xfrm>
          <a:custGeom>
            <a:avLst/>
            <a:gdLst>
              <a:gd name="connsiteX0" fmla="*/ 0 w 140245"/>
              <a:gd name="connsiteY0" fmla="*/ 0 h 931229"/>
              <a:gd name="connsiteX1" fmla="*/ 140245 w 140245"/>
              <a:gd name="connsiteY1" fmla="*/ 426346 h 931229"/>
              <a:gd name="connsiteX2" fmla="*/ 0 w 140245"/>
              <a:gd name="connsiteY2" fmla="*/ 931229 h 931229"/>
              <a:gd name="connsiteX3" fmla="*/ 0 w 140245"/>
              <a:gd name="connsiteY3" fmla="*/ 931229 h 931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45" h="931229">
                <a:moveTo>
                  <a:pt x="0" y="0"/>
                </a:moveTo>
                <a:cubicBezTo>
                  <a:pt x="70122" y="135570"/>
                  <a:pt x="140245" y="271141"/>
                  <a:pt x="140245" y="426346"/>
                </a:cubicBezTo>
                <a:cubicBezTo>
                  <a:pt x="140245" y="581551"/>
                  <a:pt x="0" y="931229"/>
                  <a:pt x="0" y="931229"/>
                </a:cubicBezTo>
                <a:lnTo>
                  <a:pt x="0" y="931229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7" name="任意多边形 96"/>
          <p:cNvSpPr/>
          <p:nvPr/>
        </p:nvSpPr>
        <p:spPr>
          <a:xfrm>
            <a:off x="9036050" y="1990726"/>
            <a:ext cx="128588" cy="931863"/>
          </a:xfrm>
          <a:custGeom>
            <a:avLst/>
            <a:gdLst>
              <a:gd name="connsiteX0" fmla="*/ 129025 w 129025"/>
              <a:gd name="connsiteY0" fmla="*/ 0 h 931229"/>
              <a:gd name="connsiteX1" fmla="*/ 0 w 129025"/>
              <a:gd name="connsiteY1" fmla="*/ 437565 h 931229"/>
              <a:gd name="connsiteX2" fmla="*/ 129025 w 129025"/>
              <a:gd name="connsiteY2" fmla="*/ 931229 h 931229"/>
              <a:gd name="connsiteX3" fmla="*/ 129025 w 129025"/>
              <a:gd name="connsiteY3" fmla="*/ 931229 h 931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025" h="931229">
                <a:moveTo>
                  <a:pt x="129025" y="0"/>
                </a:moveTo>
                <a:cubicBezTo>
                  <a:pt x="64512" y="141180"/>
                  <a:pt x="0" y="282360"/>
                  <a:pt x="0" y="437565"/>
                </a:cubicBezTo>
                <a:cubicBezTo>
                  <a:pt x="0" y="592770"/>
                  <a:pt x="129025" y="931229"/>
                  <a:pt x="129025" y="931229"/>
                </a:cubicBezTo>
                <a:lnTo>
                  <a:pt x="129025" y="931229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8" name="任意多边形 97"/>
          <p:cNvSpPr/>
          <p:nvPr/>
        </p:nvSpPr>
        <p:spPr>
          <a:xfrm>
            <a:off x="8010527" y="2000250"/>
            <a:ext cx="622091" cy="125648"/>
          </a:xfrm>
          <a:custGeom>
            <a:avLst/>
            <a:gdLst>
              <a:gd name="connsiteX0" fmla="*/ 0 w 603913"/>
              <a:gd name="connsiteY0" fmla="*/ 17060 h 161499"/>
              <a:gd name="connsiteX1" fmla="*/ 286603 w 603913"/>
              <a:gd name="connsiteY1" fmla="*/ 160362 h 161499"/>
              <a:gd name="connsiteX2" fmla="*/ 559558 w 603913"/>
              <a:gd name="connsiteY2" fmla="*/ 23884 h 161499"/>
              <a:gd name="connsiteX3" fmla="*/ 552734 w 603913"/>
              <a:gd name="connsiteY3" fmla="*/ 17060 h 161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913" h="161499">
                <a:moveTo>
                  <a:pt x="0" y="17060"/>
                </a:moveTo>
                <a:cubicBezTo>
                  <a:pt x="96671" y="88142"/>
                  <a:pt x="193343" y="159225"/>
                  <a:pt x="286603" y="160362"/>
                </a:cubicBezTo>
                <a:cubicBezTo>
                  <a:pt x="379863" y="161499"/>
                  <a:pt x="515203" y="47768"/>
                  <a:pt x="559558" y="23884"/>
                </a:cubicBezTo>
                <a:cubicBezTo>
                  <a:pt x="603913" y="0"/>
                  <a:pt x="578323" y="8530"/>
                  <a:pt x="552734" y="17060"/>
                </a:cubicBezTo>
              </a:path>
            </a:pathLst>
          </a:cu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9" name="任意多边形 98"/>
          <p:cNvSpPr/>
          <p:nvPr/>
        </p:nvSpPr>
        <p:spPr>
          <a:xfrm>
            <a:off x="8020051" y="2821503"/>
            <a:ext cx="581025" cy="101085"/>
          </a:xfrm>
          <a:custGeom>
            <a:avLst/>
            <a:gdLst>
              <a:gd name="connsiteX0" fmla="*/ 0 w 581410"/>
              <a:gd name="connsiteY0" fmla="*/ 148876 h 154162"/>
              <a:gd name="connsiteX1" fmla="*/ 311847 w 581410"/>
              <a:gd name="connsiteY1" fmla="*/ 881 h 154162"/>
              <a:gd name="connsiteX2" fmla="*/ 581410 w 581410"/>
              <a:gd name="connsiteY2" fmla="*/ 154162 h 154162"/>
              <a:gd name="connsiteX3" fmla="*/ 581410 w 581410"/>
              <a:gd name="connsiteY3" fmla="*/ 154162 h 154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410" h="154162">
                <a:moveTo>
                  <a:pt x="0" y="148876"/>
                </a:moveTo>
                <a:cubicBezTo>
                  <a:pt x="107472" y="74438"/>
                  <a:pt x="214945" y="0"/>
                  <a:pt x="311847" y="881"/>
                </a:cubicBezTo>
                <a:cubicBezTo>
                  <a:pt x="408749" y="1762"/>
                  <a:pt x="581410" y="154162"/>
                  <a:pt x="581410" y="154162"/>
                </a:cubicBezTo>
                <a:lnTo>
                  <a:pt x="581410" y="154162"/>
                </a:lnTo>
              </a:path>
            </a:pathLst>
          </a:cu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00" name="直接连接符 99"/>
          <p:cNvCxnSpPr>
            <a:cxnSpLocks/>
            <a:endCxn id="99" idx="2"/>
          </p:cNvCxnSpPr>
          <p:nvPr/>
        </p:nvCxnSpPr>
        <p:spPr>
          <a:xfrm flipH="1">
            <a:off x="8601076" y="2902709"/>
            <a:ext cx="563562" cy="19879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 rot="10800000">
            <a:off x="7453313" y="2909058"/>
            <a:ext cx="571500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cxnSpLocks/>
          </p:cNvCxnSpPr>
          <p:nvPr/>
        </p:nvCxnSpPr>
        <p:spPr>
          <a:xfrm flipH="1">
            <a:off x="8610600" y="2035040"/>
            <a:ext cx="554038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rot="10800000" flipV="1">
            <a:off x="7453313" y="2035040"/>
            <a:ext cx="571500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rot="5400000">
            <a:off x="7846220" y="3107532"/>
            <a:ext cx="357187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cxnSpLocks/>
            <a:endCxn id="99" idx="2"/>
          </p:cNvCxnSpPr>
          <p:nvPr/>
        </p:nvCxnSpPr>
        <p:spPr>
          <a:xfrm flipV="1">
            <a:off x="8596313" y="2922588"/>
            <a:ext cx="4763" cy="398328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>
            <a:cxnSpLocks/>
          </p:cNvCxnSpPr>
          <p:nvPr/>
        </p:nvCxnSpPr>
        <p:spPr>
          <a:xfrm flipV="1">
            <a:off x="8020051" y="1500188"/>
            <a:ext cx="4762" cy="534852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>
            <a:cxnSpLocks/>
          </p:cNvCxnSpPr>
          <p:nvPr/>
        </p:nvCxnSpPr>
        <p:spPr>
          <a:xfrm flipV="1">
            <a:off x="8591344" y="1490248"/>
            <a:ext cx="0" cy="544792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DED36-9289-0966-B5E4-D528D9DB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BDCD-925F-5443-B3C1-0E071158FC7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9761C-56F1-A161-FFF0-CF2234B2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29D1-612B-D46F-C83F-71371947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4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0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25" y="122679"/>
            <a:ext cx="8229600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r>
              <a:rPr lang="zh-CN" altLang="en-US">
                <a:latin typeface="+mn-lt"/>
                <a:ea typeface="+mn-ea"/>
                <a:cs typeface="+mn-cs"/>
              </a:rPr>
              <a:t>例</a:t>
            </a:r>
            <a:r>
              <a:rPr lang="en-US" altLang="zh-CN">
                <a:latin typeface="+mn-lt"/>
                <a:ea typeface="+mn-ea"/>
                <a:cs typeface="+mn-cs"/>
              </a:rPr>
              <a:t>H.6 </a:t>
            </a:r>
            <a:r>
              <a:rPr lang="zh-CN" altLang="en-US">
                <a:latin typeface="+mn-lt"/>
                <a:ea typeface="+mn-ea"/>
                <a:cs typeface="+mn-cs"/>
              </a:rPr>
              <a:t>求作左视图（练习</a:t>
            </a:r>
            <a:r>
              <a:rPr lang="en-US" altLang="zh-CN">
                <a:latin typeface="+mn-lt"/>
                <a:ea typeface="+mn-ea"/>
                <a:cs typeface="+mn-cs"/>
              </a:rPr>
              <a:t>8</a:t>
            </a:r>
            <a:r>
              <a:rPr lang="zh-CN" altLang="en-US">
                <a:latin typeface="+mn-lt"/>
                <a:ea typeface="+mn-ea"/>
                <a:cs typeface="+mn-cs"/>
              </a:rPr>
              <a:t>分钟）</a:t>
            </a:r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07" t="6979" r="21283" b="5545"/>
          <a:stretch>
            <a:fillRect/>
          </a:stretch>
        </p:blipFill>
        <p:spPr bwMode="auto">
          <a:xfrm>
            <a:off x="3238500" y="642938"/>
            <a:ext cx="6122988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5381626" y="1071563"/>
            <a:ext cx="38576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24376" y="4500563"/>
            <a:ext cx="27860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 flipH="1" flipV="1">
            <a:off x="5524501" y="2786063"/>
            <a:ext cx="35718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524376" y="6286500"/>
            <a:ext cx="44291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rot="5400000" flipH="1" flipV="1">
            <a:off x="6346032" y="3607594"/>
            <a:ext cx="535781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524375" y="5000625"/>
            <a:ext cx="321468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rot="5400000" flipH="1" flipV="1">
            <a:off x="5703095" y="2964657"/>
            <a:ext cx="407193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524375" y="5857875"/>
            <a:ext cx="4000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rot="5400000" flipH="1" flipV="1">
            <a:off x="6096001" y="3357563"/>
            <a:ext cx="50006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167313" y="2357438"/>
            <a:ext cx="450056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024688" y="2357438"/>
            <a:ext cx="2214562" cy="0"/>
          </a:xfrm>
          <a:prstGeom prst="line">
            <a:avLst/>
          </a:prstGeom>
          <a:ln w="25400">
            <a:solidFill>
              <a:srgbClr val="FF000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524376" y="1928813"/>
            <a:ext cx="47148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524376" y="2786063"/>
            <a:ext cx="478631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rot="5400000" flipH="1" flipV="1">
            <a:off x="7739063" y="1928813"/>
            <a:ext cx="857250" cy="85725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rot="16200000" flipH="1">
            <a:off x="7739063" y="1928813"/>
            <a:ext cx="857250" cy="85725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rot="5400000" flipH="1" flipV="1">
            <a:off x="7131845" y="2964657"/>
            <a:ext cx="357187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4524375" y="1785938"/>
            <a:ext cx="485775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4953000" y="1571625"/>
            <a:ext cx="457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rot="5400000">
            <a:off x="7667626" y="1857376"/>
            <a:ext cx="14287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rot="5400000">
            <a:off x="8524876" y="1857376"/>
            <a:ext cx="14287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rot="5400000">
            <a:off x="7560470" y="2964657"/>
            <a:ext cx="357187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rot="5400000">
            <a:off x="8417720" y="2964657"/>
            <a:ext cx="357187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rot="10800000">
            <a:off x="7310439" y="1928813"/>
            <a:ext cx="42862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rot="10800000">
            <a:off x="7310439" y="2786063"/>
            <a:ext cx="42862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 rot="10800000">
            <a:off x="8596314" y="1928813"/>
            <a:ext cx="42862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rot="10800000">
            <a:off x="8596314" y="2786063"/>
            <a:ext cx="42862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rot="5400000" flipH="1" flipV="1">
            <a:off x="8846345" y="2964657"/>
            <a:ext cx="357187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953001" y="4643438"/>
            <a:ext cx="24288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rot="5400000" flipH="1" flipV="1">
            <a:off x="5988844" y="3178969"/>
            <a:ext cx="292893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任意多边形 80"/>
          <p:cNvSpPr/>
          <p:nvPr/>
        </p:nvSpPr>
        <p:spPr>
          <a:xfrm>
            <a:off x="7308851" y="1924051"/>
            <a:ext cx="142875" cy="860425"/>
          </a:xfrm>
          <a:custGeom>
            <a:avLst/>
            <a:gdLst>
              <a:gd name="connsiteX0" fmla="*/ 0 w 143011"/>
              <a:gd name="connsiteY0" fmla="*/ 0 h 860229"/>
              <a:gd name="connsiteX1" fmla="*/ 73672 w 143011"/>
              <a:gd name="connsiteY1" fmla="*/ 108342 h 860229"/>
              <a:gd name="connsiteX2" fmla="*/ 138677 w 143011"/>
              <a:gd name="connsiteY2" fmla="*/ 429032 h 860229"/>
              <a:gd name="connsiteX3" fmla="*/ 47670 w 143011"/>
              <a:gd name="connsiteY3" fmla="*/ 788724 h 860229"/>
              <a:gd name="connsiteX4" fmla="*/ 0 w 143011"/>
              <a:gd name="connsiteY4" fmla="*/ 858063 h 860229"/>
              <a:gd name="connsiteX5" fmla="*/ 0 w 143011"/>
              <a:gd name="connsiteY5" fmla="*/ 858063 h 86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011" h="860229">
                <a:moveTo>
                  <a:pt x="0" y="0"/>
                </a:moveTo>
                <a:cubicBezTo>
                  <a:pt x="25279" y="18418"/>
                  <a:pt x="50559" y="36837"/>
                  <a:pt x="73672" y="108342"/>
                </a:cubicBezTo>
                <a:cubicBezTo>
                  <a:pt x="96785" y="179847"/>
                  <a:pt x="143011" y="315635"/>
                  <a:pt x="138677" y="429032"/>
                </a:cubicBezTo>
                <a:cubicBezTo>
                  <a:pt x="134343" y="542429"/>
                  <a:pt x="70783" y="717219"/>
                  <a:pt x="47670" y="788724"/>
                </a:cubicBezTo>
                <a:cubicBezTo>
                  <a:pt x="24557" y="860229"/>
                  <a:pt x="0" y="858063"/>
                  <a:pt x="0" y="858063"/>
                </a:cubicBezTo>
                <a:lnTo>
                  <a:pt x="0" y="858063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2" name="任意多边形 81"/>
          <p:cNvSpPr/>
          <p:nvPr/>
        </p:nvSpPr>
        <p:spPr>
          <a:xfrm rot="10800000">
            <a:off x="8882064" y="1928814"/>
            <a:ext cx="142875" cy="860425"/>
          </a:xfrm>
          <a:custGeom>
            <a:avLst/>
            <a:gdLst>
              <a:gd name="connsiteX0" fmla="*/ 0 w 143011"/>
              <a:gd name="connsiteY0" fmla="*/ 0 h 860229"/>
              <a:gd name="connsiteX1" fmla="*/ 73672 w 143011"/>
              <a:gd name="connsiteY1" fmla="*/ 108342 h 860229"/>
              <a:gd name="connsiteX2" fmla="*/ 138677 w 143011"/>
              <a:gd name="connsiteY2" fmla="*/ 429032 h 860229"/>
              <a:gd name="connsiteX3" fmla="*/ 47670 w 143011"/>
              <a:gd name="connsiteY3" fmla="*/ 788724 h 860229"/>
              <a:gd name="connsiteX4" fmla="*/ 0 w 143011"/>
              <a:gd name="connsiteY4" fmla="*/ 858063 h 860229"/>
              <a:gd name="connsiteX5" fmla="*/ 0 w 143011"/>
              <a:gd name="connsiteY5" fmla="*/ 858063 h 86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011" h="860229">
                <a:moveTo>
                  <a:pt x="0" y="0"/>
                </a:moveTo>
                <a:cubicBezTo>
                  <a:pt x="25279" y="18418"/>
                  <a:pt x="50559" y="36837"/>
                  <a:pt x="73672" y="108342"/>
                </a:cubicBezTo>
                <a:cubicBezTo>
                  <a:pt x="96785" y="179847"/>
                  <a:pt x="143011" y="315635"/>
                  <a:pt x="138677" y="429032"/>
                </a:cubicBezTo>
                <a:cubicBezTo>
                  <a:pt x="134343" y="542429"/>
                  <a:pt x="70783" y="717219"/>
                  <a:pt x="47670" y="788724"/>
                </a:cubicBezTo>
                <a:cubicBezTo>
                  <a:pt x="24557" y="860229"/>
                  <a:pt x="0" y="858063"/>
                  <a:pt x="0" y="858063"/>
                </a:cubicBezTo>
                <a:lnTo>
                  <a:pt x="0" y="858063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8" name="任意多边形 87"/>
          <p:cNvSpPr/>
          <p:nvPr/>
        </p:nvSpPr>
        <p:spPr>
          <a:xfrm>
            <a:off x="7734301" y="1571626"/>
            <a:ext cx="862013" cy="219075"/>
          </a:xfrm>
          <a:custGeom>
            <a:avLst/>
            <a:gdLst>
              <a:gd name="connsiteX0" fmla="*/ 0 w 862013"/>
              <a:gd name="connsiteY0" fmla="*/ 219075 h 219075"/>
              <a:gd name="connsiteX1" fmla="*/ 442913 w 862013"/>
              <a:gd name="connsiteY1" fmla="*/ 0 h 219075"/>
              <a:gd name="connsiteX2" fmla="*/ 862013 w 862013"/>
              <a:gd name="connsiteY2" fmla="*/ 219075 h 219075"/>
              <a:gd name="connsiteX3" fmla="*/ 862013 w 862013"/>
              <a:gd name="connsiteY3" fmla="*/ 219075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013" h="219075">
                <a:moveTo>
                  <a:pt x="0" y="219075"/>
                </a:moveTo>
                <a:cubicBezTo>
                  <a:pt x="149622" y="109537"/>
                  <a:pt x="299244" y="0"/>
                  <a:pt x="442913" y="0"/>
                </a:cubicBezTo>
                <a:cubicBezTo>
                  <a:pt x="586582" y="0"/>
                  <a:pt x="862013" y="219075"/>
                  <a:pt x="862013" y="219075"/>
                </a:cubicBezTo>
                <a:lnTo>
                  <a:pt x="862013" y="219075"/>
                </a:lnTo>
              </a:path>
            </a:pathLst>
          </a:cu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90" name="直接连接符 89"/>
          <p:cNvCxnSpPr/>
          <p:nvPr/>
        </p:nvCxnSpPr>
        <p:spPr>
          <a:xfrm>
            <a:off x="5238750" y="4857750"/>
            <a:ext cx="235743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rot="5400000" flipH="1" flipV="1">
            <a:off x="5595938" y="2857500"/>
            <a:ext cx="4000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5238750" y="5929313"/>
            <a:ext cx="350043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rot="5400000" flipH="1" flipV="1">
            <a:off x="6238876" y="3429001"/>
            <a:ext cx="50006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0800000">
            <a:off x="7596188" y="1071563"/>
            <a:ext cx="114300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rot="5400000">
            <a:off x="7239001" y="1857376"/>
            <a:ext cx="142875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rot="5400000">
            <a:off x="8953501" y="1857376"/>
            <a:ext cx="142875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3452814" y="1357313"/>
            <a:ext cx="607218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rot="5400000">
            <a:off x="2631282" y="3893344"/>
            <a:ext cx="507206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5167314" y="4786313"/>
            <a:ext cx="235743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rot="5400000" flipH="1" flipV="1">
            <a:off x="5524500" y="2786063"/>
            <a:ext cx="4000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任意多边形 114"/>
          <p:cNvSpPr/>
          <p:nvPr/>
        </p:nvSpPr>
        <p:spPr>
          <a:xfrm>
            <a:off x="7307263" y="1068389"/>
            <a:ext cx="296862" cy="712787"/>
          </a:xfrm>
          <a:custGeom>
            <a:avLst/>
            <a:gdLst>
              <a:gd name="connsiteX0" fmla="*/ 296883 w 296883"/>
              <a:gd name="connsiteY0" fmla="*/ 0 h 712520"/>
              <a:gd name="connsiteX1" fmla="*/ 219694 w 296883"/>
              <a:gd name="connsiteY1" fmla="*/ 279070 h 712520"/>
              <a:gd name="connsiteX2" fmla="*/ 0 w 296883"/>
              <a:gd name="connsiteY2" fmla="*/ 712520 h 712520"/>
              <a:gd name="connsiteX3" fmla="*/ 0 w 296883"/>
              <a:gd name="connsiteY3" fmla="*/ 712520 h 712520"/>
              <a:gd name="connsiteX4" fmla="*/ 0 w 296883"/>
              <a:gd name="connsiteY4" fmla="*/ 712520 h 712520"/>
              <a:gd name="connsiteX5" fmla="*/ 0 w 296883"/>
              <a:gd name="connsiteY5" fmla="*/ 712520 h 712520"/>
              <a:gd name="connsiteX6" fmla="*/ 0 w 296883"/>
              <a:gd name="connsiteY6" fmla="*/ 712520 h 7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883" h="712520">
                <a:moveTo>
                  <a:pt x="296883" y="0"/>
                </a:moveTo>
                <a:cubicBezTo>
                  <a:pt x="283029" y="80158"/>
                  <a:pt x="269175" y="160317"/>
                  <a:pt x="219694" y="279070"/>
                </a:cubicBezTo>
                <a:cubicBezTo>
                  <a:pt x="170214" y="397823"/>
                  <a:pt x="0" y="712520"/>
                  <a:pt x="0" y="712520"/>
                </a:cubicBezTo>
                <a:lnTo>
                  <a:pt x="0" y="712520"/>
                </a:lnTo>
                <a:lnTo>
                  <a:pt x="0" y="712520"/>
                </a:lnTo>
                <a:lnTo>
                  <a:pt x="0" y="712520"/>
                </a:lnTo>
                <a:lnTo>
                  <a:pt x="0" y="712520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6" name="任意多边形 115"/>
          <p:cNvSpPr/>
          <p:nvPr/>
        </p:nvSpPr>
        <p:spPr>
          <a:xfrm rot="8134753">
            <a:off x="8734426" y="1073150"/>
            <a:ext cx="295275" cy="711200"/>
          </a:xfrm>
          <a:custGeom>
            <a:avLst/>
            <a:gdLst>
              <a:gd name="connsiteX0" fmla="*/ 296883 w 296883"/>
              <a:gd name="connsiteY0" fmla="*/ 0 h 712520"/>
              <a:gd name="connsiteX1" fmla="*/ 219694 w 296883"/>
              <a:gd name="connsiteY1" fmla="*/ 279070 h 712520"/>
              <a:gd name="connsiteX2" fmla="*/ 0 w 296883"/>
              <a:gd name="connsiteY2" fmla="*/ 712520 h 712520"/>
              <a:gd name="connsiteX3" fmla="*/ 0 w 296883"/>
              <a:gd name="connsiteY3" fmla="*/ 712520 h 712520"/>
              <a:gd name="connsiteX4" fmla="*/ 0 w 296883"/>
              <a:gd name="connsiteY4" fmla="*/ 712520 h 712520"/>
              <a:gd name="connsiteX5" fmla="*/ 0 w 296883"/>
              <a:gd name="connsiteY5" fmla="*/ 712520 h 712520"/>
              <a:gd name="connsiteX6" fmla="*/ 0 w 296883"/>
              <a:gd name="connsiteY6" fmla="*/ 712520 h 7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883" h="712520">
                <a:moveTo>
                  <a:pt x="296883" y="0"/>
                </a:moveTo>
                <a:cubicBezTo>
                  <a:pt x="283029" y="80158"/>
                  <a:pt x="269175" y="160317"/>
                  <a:pt x="219694" y="279070"/>
                </a:cubicBezTo>
                <a:cubicBezTo>
                  <a:pt x="170214" y="397823"/>
                  <a:pt x="0" y="712520"/>
                  <a:pt x="0" y="712520"/>
                </a:cubicBezTo>
                <a:lnTo>
                  <a:pt x="0" y="712520"/>
                </a:lnTo>
                <a:lnTo>
                  <a:pt x="0" y="712520"/>
                </a:lnTo>
                <a:lnTo>
                  <a:pt x="0" y="712520"/>
                </a:lnTo>
                <a:lnTo>
                  <a:pt x="0" y="712520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17" name="直接连接符 116"/>
          <p:cNvCxnSpPr/>
          <p:nvPr/>
        </p:nvCxnSpPr>
        <p:spPr>
          <a:xfrm rot="10800000">
            <a:off x="7310439" y="1785938"/>
            <a:ext cx="42862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 rot="10800000">
            <a:off x="8596314" y="1785938"/>
            <a:ext cx="42862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2F9E2-1ED2-D77E-BBB4-B7D8FAD4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7E44-3F4E-9F4E-B99B-E0E9BBC81CDE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E6167-275D-6D97-87B6-E54ECF7E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F3263-CF86-4EC1-B766-97A3EC12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7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6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2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4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48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5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5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0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0ECE1-5306-B1BD-1882-E3A3E770C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1937-60DF-3D4F-AB0F-701A3225FB88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C5184-2443-92A6-7598-AC4F02667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17D2D-C0A9-2C6F-76FC-4D1FBB81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10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61C0375B-F386-865E-A8B1-3BF1546488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76838" y="238125"/>
            <a:ext cx="1587" cy="26193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7808577E-98F6-3955-36AC-A6E8587AD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4875" y="231775"/>
            <a:ext cx="1588" cy="26130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9926E9F6-9AFD-3EBA-095A-EC37AF5448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0763" y="2532062"/>
            <a:ext cx="3233737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270EC14A-091F-6F69-6834-5CA372258F3E}"/>
              </a:ext>
            </a:extLst>
          </p:cNvPr>
          <p:cNvSpPr>
            <a:spLocks/>
          </p:cNvSpPr>
          <p:nvPr/>
        </p:nvSpPr>
        <p:spPr bwMode="auto">
          <a:xfrm>
            <a:off x="3930650" y="1016000"/>
            <a:ext cx="1570038" cy="777875"/>
          </a:xfrm>
          <a:custGeom>
            <a:avLst/>
            <a:gdLst>
              <a:gd name="T0" fmla="*/ 9898 w 9898"/>
              <a:gd name="T1" fmla="*/ 0 h 4901"/>
              <a:gd name="T2" fmla="*/ 9892 w 9898"/>
              <a:gd name="T3" fmla="*/ 77 h 4901"/>
              <a:gd name="T4" fmla="*/ 9874 w 9898"/>
              <a:gd name="T5" fmla="*/ 158 h 4901"/>
              <a:gd name="T6" fmla="*/ 9843 w 9898"/>
              <a:gd name="T7" fmla="*/ 244 h 4901"/>
              <a:gd name="T8" fmla="*/ 9800 w 9898"/>
              <a:gd name="T9" fmla="*/ 334 h 4901"/>
              <a:gd name="T10" fmla="*/ 9745 w 9898"/>
              <a:gd name="T11" fmla="*/ 429 h 4901"/>
              <a:gd name="T12" fmla="*/ 9677 w 9898"/>
              <a:gd name="T13" fmla="*/ 528 h 4901"/>
              <a:gd name="T14" fmla="*/ 9599 w 9898"/>
              <a:gd name="T15" fmla="*/ 629 h 4901"/>
              <a:gd name="T16" fmla="*/ 9507 w 9898"/>
              <a:gd name="T17" fmla="*/ 735 h 4901"/>
              <a:gd name="T18" fmla="*/ 9405 w 9898"/>
              <a:gd name="T19" fmla="*/ 844 h 4901"/>
              <a:gd name="T20" fmla="*/ 9294 w 9898"/>
              <a:gd name="T21" fmla="*/ 955 h 4901"/>
              <a:gd name="T22" fmla="*/ 9172 w 9898"/>
              <a:gd name="T23" fmla="*/ 1068 h 4901"/>
              <a:gd name="T24" fmla="*/ 9041 w 9898"/>
              <a:gd name="T25" fmla="*/ 1184 h 4901"/>
              <a:gd name="T26" fmla="*/ 8904 w 9898"/>
              <a:gd name="T27" fmla="*/ 1299 h 4901"/>
              <a:gd name="T28" fmla="*/ 8758 w 9898"/>
              <a:gd name="T29" fmla="*/ 1417 h 4901"/>
              <a:gd name="T30" fmla="*/ 8451 w 9898"/>
              <a:gd name="T31" fmla="*/ 1651 h 4901"/>
              <a:gd name="T32" fmla="*/ 8287 w 9898"/>
              <a:gd name="T33" fmla="*/ 1770 h 4901"/>
              <a:gd name="T34" fmla="*/ 8114 w 9898"/>
              <a:gd name="T35" fmla="*/ 1891 h 4901"/>
              <a:gd name="T36" fmla="*/ 7933 w 9898"/>
              <a:gd name="T37" fmla="*/ 2016 h 4901"/>
              <a:gd name="T38" fmla="*/ 7744 w 9898"/>
              <a:gd name="T39" fmla="*/ 2142 h 4901"/>
              <a:gd name="T40" fmla="*/ 7548 w 9898"/>
              <a:gd name="T41" fmla="*/ 2272 h 4901"/>
              <a:gd name="T42" fmla="*/ 7345 w 9898"/>
              <a:gd name="T43" fmla="*/ 2401 h 4901"/>
              <a:gd name="T44" fmla="*/ 7136 w 9898"/>
              <a:gd name="T45" fmla="*/ 2532 h 4901"/>
              <a:gd name="T46" fmla="*/ 6922 w 9898"/>
              <a:gd name="T47" fmla="*/ 2663 h 4901"/>
              <a:gd name="T48" fmla="*/ 6480 w 9898"/>
              <a:gd name="T49" fmla="*/ 2926 h 4901"/>
              <a:gd name="T50" fmla="*/ 6027 w 9898"/>
              <a:gd name="T51" fmla="*/ 3185 h 4901"/>
              <a:gd name="T52" fmla="*/ 5568 w 9898"/>
              <a:gd name="T53" fmla="*/ 3436 h 4901"/>
              <a:gd name="T54" fmla="*/ 5110 w 9898"/>
              <a:gd name="T55" fmla="*/ 3676 h 4901"/>
              <a:gd name="T56" fmla="*/ 4653 w 9898"/>
              <a:gd name="T57" fmla="*/ 3904 h 4901"/>
              <a:gd name="T58" fmla="*/ 4182 w 9898"/>
              <a:gd name="T59" fmla="*/ 4125 h 4901"/>
              <a:gd name="T60" fmla="*/ 3704 w 9898"/>
              <a:gd name="T61" fmla="*/ 4333 h 4901"/>
              <a:gd name="T62" fmla="*/ 3466 w 9898"/>
              <a:gd name="T63" fmla="*/ 4428 h 4901"/>
              <a:gd name="T64" fmla="*/ 3229 w 9898"/>
              <a:gd name="T65" fmla="*/ 4518 h 4901"/>
              <a:gd name="T66" fmla="*/ 2994 w 9898"/>
              <a:gd name="T67" fmla="*/ 4599 h 4901"/>
              <a:gd name="T68" fmla="*/ 2763 w 9898"/>
              <a:gd name="T69" fmla="*/ 4673 h 4901"/>
              <a:gd name="T70" fmla="*/ 2538 w 9898"/>
              <a:gd name="T71" fmla="*/ 4738 h 4901"/>
              <a:gd name="T72" fmla="*/ 2317 w 9898"/>
              <a:gd name="T73" fmla="*/ 4793 h 4901"/>
              <a:gd name="T74" fmla="*/ 2104 w 9898"/>
              <a:gd name="T75" fmla="*/ 4837 h 4901"/>
              <a:gd name="T76" fmla="*/ 1898 w 9898"/>
              <a:gd name="T77" fmla="*/ 4869 h 4901"/>
              <a:gd name="T78" fmla="*/ 1701 w 9898"/>
              <a:gd name="T79" fmla="*/ 4891 h 4901"/>
              <a:gd name="T80" fmla="*/ 1514 w 9898"/>
              <a:gd name="T81" fmla="*/ 4901 h 4901"/>
              <a:gd name="T82" fmla="*/ 1336 w 9898"/>
              <a:gd name="T83" fmla="*/ 4899 h 4901"/>
              <a:gd name="T84" fmla="*/ 1167 w 9898"/>
              <a:gd name="T85" fmla="*/ 4886 h 4901"/>
              <a:gd name="T86" fmla="*/ 1007 w 9898"/>
              <a:gd name="T87" fmla="*/ 4861 h 4901"/>
              <a:gd name="T88" fmla="*/ 857 w 9898"/>
              <a:gd name="T89" fmla="*/ 4825 h 4901"/>
              <a:gd name="T90" fmla="*/ 718 w 9898"/>
              <a:gd name="T91" fmla="*/ 4778 h 4901"/>
              <a:gd name="T92" fmla="*/ 591 w 9898"/>
              <a:gd name="T93" fmla="*/ 4720 h 4901"/>
              <a:gd name="T94" fmla="*/ 477 w 9898"/>
              <a:gd name="T95" fmla="*/ 4653 h 4901"/>
              <a:gd name="T96" fmla="*/ 374 w 9898"/>
              <a:gd name="T97" fmla="*/ 4576 h 4901"/>
              <a:gd name="T98" fmla="*/ 284 w 9898"/>
              <a:gd name="T99" fmla="*/ 4492 h 4901"/>
              <a:gd name="T100" fmla="*/ 206 w 9898"/>
              <a:gd name="T101" fmla="*/ 4401 h 4901"/>
              <a:gd name="T102" fmla="*/ 142 w 9898"/>
              <a:gd name="T103" fmla="*/ 4303 h 4901"/>
              <a:gd name="T104" fmla="*/ 89 w 9898"/>
              <a:gd name="T105" fmla="*/ 4200 h 4901"/>
              <a:gd name="T106" fmla="*/ 49 w 9898"/>
              <a:gd name="T107" fmla="*/ 4093 h 4901"/>
              <a:gd name="T108" fmla="*/ 21 w 9898"/>
              <a:gd name="T109" fmla="*/ 3984 h 4901"/>
              <a:gd name="T110" fmla="*/ 5 w 9898"/>
              <a:gd name="T111" fmla="*/ 3872 h 4901"/>
              <a:gd name="T112" fmla="*/ 0 w 9898"/>
              <a:gd name="T113" fmla="*/ 3758 h 4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898" h="4901">
                <a:moveTo>
                  <a:pt x="9898" y="0"/>
                </a:moveTo>
                <a:lnTo>
                  <a:pt x="9892" y="77"/>
                </a:lnTo>
                <a:lnTo>
                  <a:pt x="9874" y="158"/>
                </a:lnTo>
                <a:lnTo>
                  <a:pt x="9843" y="244"/>
                </a:lnTo>
                <a:lnTo>
                  <a:pt x="9800" y="334"/>
                </a:lnTo>
                <a:lnTo>
                  <a:pt x="9745" y="429"/>
                </a:lnTo>
                <a:lnTo>
                  <a:pt x="9677" y="528"/>
                </a:lnTo>
                <a:lnTo>
                  <a:pt x="9599" y="629"/>
                </a:lnTo>
                <a:lnTo>
                  <a:pt x="9507" y="735"/>
                </a:lnTo>
                <a:lnTo>
                  <a:pt x="9405" y="844"/>
                </a:lnTo>
                <a:lnTo>
                  <a:pt x="9294" y="955"/>
                </a:lnTo>
                <a:lnTo>
                  <a:pt x="9172" y="1068"/>
                </a:lnTo>
                <a:lnTo>
                  <a:pt x="9041" y="1184"/>
                </a:lnTo>
                <a:lnTo>
                  <a:pt x="8904" y="1299"/>
                </a:lnTo>
                <a:lnTo>
                  <a:pt x="8758" y="1417"/>
                </a:lnTo>
                <a:lnTo>
                  <a:pt x="8451" y="1651"/>
                </a:lnTo>
                <a:lnTo>
                  <a:pt x="8287" y="1770"/>
                </a:lnTo>
                <a:lnTo>
                  <a:pt x="8114" y="1891"/>
                </a:lnTo>
                <a:lnTo>
                  <a:pt x="7933" y="2016"/>
                </a:lnTo>
                <a:lnTo>
                  <a:pt x="7744" y="2142"/>
                </a:lnTo>
                <a:lnTo>
                  <a:pt x="7548" y="2272"/>
                </a:lnTo>
                <a:lnTo>
                  <a:pt x="7345" y="2401"/>
                </a:lnTo>
                <a:lnTo>
                  <a:pt x="7136" y="2532"/>
                </a:lnTo>
                <a:lnTo>
                  <a:pt x="6922" y="2663"/>
                </a:lnTo>
                <a:lnTo>
                  <a:pt x="6480" y="2926"/>
                </a:lnTo>
                <a:lnTo>
                  <a:pt x="6027" y="3185"/>
                </a:lnTo>
                <a:lnTo>
                  <a:pt x="5568" y="3436"/>
                </a:lnTo>
                <a:lnTo>
                  <a:pt x="5110" y="3676"/>
                </a:lnTo>
                <a:lnTo>
                  <a:pt x="4653" y="3904"/>
                </a:lnTo>
                <a:lnTo>
                  <a:pt x="4182" y="4125"/>
                </a:lnTo>
                <a:lnTo>
                  <a:pt x="3704" y="4333"/>
                </a:lnTo>
                <a:lnTo>
                  <a:pt x="3466" y="4428"/>
                </a:lnTo>
                <a:lnTo>
                  <a:pt x="3229" y="4518"/>
                </a:lnTo>
                <a:lnTo>
                  <a:pt x="2994" y="4599"/>
                </a:lnTo>
                <a:lnTo>
                  <a:pt x="2763" y="4673"/>
                </a:lnTo>
                <a:lnTo>
                  <a:pt x="2538" y="4738"/>
                </a:lnTo>
                <a:lnTo>
                  <a:pt x="2317" y="4793"/>
                </a:lnTo>
                <a:lnTo>
                  <a:pt x="2104" y="4837"/>
                </a:lnTo>
                <a:lnTo>
                  <a:pt x="1898" y="4869"/>
                </a:lnTo>
                <a:lnTo>
                  <a:pt x="1701" y="4891"/>
                </a:lnTo>
                <a:lnTo>
                  <a:pt x="1514" y="4901"/>
                </a:lnTo>
                <a:lnTo>
                  <a:pt x="1336" y="4899"/>
                </a:lnTo>
                <a:lnTo>
                  <a:pt x="1167" y="4886"/>
                </a:lnTo>
                <a:lnTo>
                  <a:pt x="1007" y="4861"/>
                </a:lnTo>
                <a:lnTo>
                  <a:pt x="857" y="4825"/>
                </a:lnTo>
                <a:lnTo>
                  <a:pt x="718" y="4778"/>
                </a:lnTo>
                <a:lnTo>
                  <a:pt x="591" y="4720"/>
                </a:lnTo>
                <a:lnTo>
                  <a:pt x="477" y="4653"/>
                </a:lnTo>
                <a:lnTo>
                  <a:pt x="374" y="4576"/>
                </a:lnTo>
                <a:lnTo>
                  <a:pt x="284" y="4492"/>
                </a:lnTo>
                <a:lnTo>
                  <a:pt x="206" y="4401"/>
                </a:lnTo>
                <a:lnTo>
                  <a:pt x="142" y="4303"/>
                </a:lnTo>
                <a:lnTo>
                  <a:pt x="89" y="4200"/>
                </a:lnTo>
                <a:lnTo>
                  <a:pt x="49" y="4093"/>
                </a:lnTo>
                <a:lnTo>
                  <a:pt x="21" y="3984"/>
                </a:lnTo>
                <a:lnTo>
                  <a:pt x="5" y="3872"/>
                </a:lnTo>
                <a:lnTo>
                  <a:pt x="0" y="3758"/>
                </a:lnTo>
              </a:path>
            </a:pathLst>
          </a:custGeom>
          <a:noFill/>
          <a:ln w="95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C19FBD07-2C69-4326-AD16-4552C5A5B4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0650" y="452437"/>
            <a:ext cx="1570038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0FD1159A-02F9-F27B-0796-BA5C8499E5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0688" y="452437"/>
            <a:ext cx="1587" cy="563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554D8967-5451-9773-A770-355AD896BE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0650" y="452437"/>
            <a:ext cx="1588" cy="1160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7B0ECAA9-BBB7-857C-DE44-C079A8FF559A}"/>
              </a:ext>
            </a:extLst>
          </p:cNvPr>
          <p:cNvSpPr>
            <a:spLocks/>
          </p:cNvSpPr>
          <p:nvPr/>
        </p:nvSpPr>
        <p:spPr bwMode="auto">
          <a:xfrm>
            <a:off x="5500688" y="947737"/>
            <a:ext cx="1293812" cy="1584325"/>
          </a:xfrm>
          <a:custGeom>
            <a:avLst/>
            <a:gdLst>
              <a:gd name="T0" fmla="*/ 8150 w 8150"/>
              <a:gd name="T1" fmla="*/ 9986 h 9986"/>
              <a:gd name="T2" fmla="*/ 8141 w 8150"/>
              <a:gd name="T3" fmla="*/ 9537 h 9986"/>
              <a:gd name="T4" fmla="*/ 8111 w 8150"/>
              <a:gd name="T5" fmla="*/ 9088 h 9986"/>
              <a:gd name="T6" fmla="*/ 8061 w 8150"/>
              <a:gd name="T7" fmla="*/ 8639 h 9986"/>
              <a:gd name="T8" fmla="*/ 7992 w 8150"/>
              <a:gd name="T9" fmla="*/ 8195 h 9986"/>
              <a:gd name="T10" fmla="*/ 7903 w 8150"/>
              <a:gd name="T11" fmla="*/ 7753 h 9986"/>
              <a:gd name="T12" fmla="*/ 7795 w 8150"/>
              <a:gd name="T13" fmla="*/ 7316 h 9986"/>
              <a:gd name="T14" fmla="*/ 7668 w 8150"/>
              <a:gd name="T15" fmla="*/ 6885 h 9986"/>
              <a:gd name="T16" fmla="*/ 7521 w 8150"/>
              <a:gd name="T17" fmla="*/ 6458 h 9986"/>
              <a:gd name="T18" fmla="*/ 7356 w 8150"/>
              <a:gd name="T19" fmla="*/ 6040 h 9986"/>
              <a:gd name="T20" fmla="*/ 7172 w 8150"/>
              <a:gd name="T21" fmla="*/ 5629 h 9986"/>
              <a:gd name="T22" fmla="*/ 6971 w 8150"/>
              <a:gd name="T23" fmla="*/ 5226 h 9986"/>
              <a:gd name="T24" fmla="*/ 6752 w 8150"/>
              <a:gd name="T25" fmla="*/ 4833 h 9986"/>
              <a:gd name="T26" fmla="*/ 6516 w 8150"/>
              <a:gd name="T27" fmla="*/ 4450 h 9986"/>
              <a:gd name="T28" fmla="*/ 6264 w 8150"/>
              <a:gd name="T29" fmla="*/ 4077 h 9986"/>
              <a:gd name="T30" fmla="*/ 5994 w 8150"/>
              <a:gd name="T31" fmla="*/ 3716 h 9986"/>
              <a:gd name="T32" fmla="*/ 5709 w 8150"/>
              <a:gd name="T33" fmla="*/ 3367 h 9986"/>
              <a:gd name="T34" fmla="*/ 5410 w 8150"/>
              <a:gd name="T35" fmla="*/ 3031 h 9986"/>
              <a:gd name="T36" fmla="*/ 5095 w 8150"/>
              <a:gd name="T37" fmla="*/ 2709 h 9986"/>
              <a:gd name="T38" fmla="*/ 4768 w 8150"/>
              <a:gd name="T39" fmla="*/ 2401 h 9986"/>
              <a:gd name="T40" fmla="*/ 4426 w 8150"/>
              <a:gd name="T41" fmla="*/ 2108 h 9986"/>
              <a:gd name="T42" fmla="*/ 4071 w 8150"/>
              <a:gd name="T43" fmla="*/ 1830 h 9986"/>
              <a:gd name="T44" fmla="*/ 3706 w 8150"/>
              <a:gd name="T45" fmla="*/ 1567 h 9986"/>
              <a:gd name="T46" fmla="*/ 3328 w 8150"/>
              <a:gd name="T47" fmla="*/ 1322 h 9986"/>
              <a:gd name="T48" fmla="*/ 2941 w 8150"/>
              <a:gd name="T49" fmla="*/ 1094 h 9986"/>
              <a:gd name="T50" fmla="*/ 2544 w 8150"/>
              <a:gd name="T51" fmla="*/ 882 h 9986"/>
              <a:gd name="T52" fmla="*/ 2137 w 8150"/>
              <a:gd name="T53" fmla="*/ 689 h 9986"/>
              <a:gd name="T54" fmla="*/ 1723 w 8150"/>
              <a:gd name="T55" fmla="*/ 513 h 9986"/>
              <a:gd name="T56" fmla="*/ 1301 w 8150"/>
              <a:gd name="T57" fmla="*/ 357 h 9986"/>
              <a:gd name="T58" fmla="*/ 872 w 8150"/>
              <a:gd name="T59" fmla="*/ 218 h 9986"/>
              <a:gd name="T60" fmla="*/ 439 w 8150"/>
              <a:gd name="T61" fmla="*/ 100 h 9986"/>
              <a:gd name="T62" fmla="*/ 0 w 8150"/>
              <a:gd name="T63" fmla="*/ 0 h 9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150" h="9986">
                <a:moveTo>
                  <a:pt x="8150" y="9986"/>
                </a:moveTo>
                <a:lnTo>
                  <a:pt x="8141" y="9537"/>
                </a:lnTo>
                <a:lnTo>
                  <a:pt x="8111" y="9088"/>
                </a:lnTo>
                <a:lnTo>
                  <a:pt x="8061" y="8639"/>
                </a:lnTo>
                <a:lnTo>
                  <a:pt x="7992" y="8195"/>
                </a:lnTo>
                <a:lnTo>
                  <a:pt x="7903" y="7753"/>
                </a:lnTo>
                <a:lnTo>
                  <a:pt x="7795" y="7316"/>
                </a:lnTo>
                <a:lnTo>
                  <a:pt x="7668" y="6885"/>
                </a:lnTo>
                <a:lnTo>
                  <a:pt x="7521" y="6458"/>
                </a:lnTo>
                <a:lnTo>
                  <a:pt x="7356" y="6040"/>
                </a:lnTo>
                <a:lnTo>
                  <a:pt x="7172" y="5629"/>
                </a:lnTo>
                <a:lnTo>
                  <a:pt x="6971" y="5226"/>
                </a:lnTo>
                <a:lnTo>
                  <a:pt x="6752" y="4833"/>
                </a:lnTo>
                <a:lnTo>
                  <a:pt x="6516" y="4450"/>
                </a:lnTo>
                <a:lnTo>
                  <a:pt x="6264" y="4077"/>
                </a:lnTo>
                <a:lnTo>
                  <a:pt x="5994" y="3716"/>
                </a:lnTo>
                <a:lnTo>
                  <a:pt x="5709" y="3367"/>
                </a:lnTo>
                <a:lnTo>
                  <a:pt x="5410" y="3031"/>
                </a:lnTo>
                <a:lnTo>
                  <a:pt x="5095" y="2709"/>
                </a:lnTo>
                <a:lnTo>
                  <a:pt x="4768" y="2401"/>
                </a:lnTo>
                <a:lnTo>
                  <a:pt x="4426" y="2108"/>
                </a:lnTo>
                <a:lnTo>
                  <a:pt x="4071" y="1830"/>
                </a:lnTo>
                <a:lnTo>
                  <a:pt x="3706" y="1567"/>
                </a:lnTo>
                <a:lnTo>
                  <a:pt x="3328" y="1322"/>
                </a:lnTo>
                <a:lnTo>
                  <a:pt x="2941" y="1094"/>
                </a:lnTo>
                <a:lnTo>
                  <a:pt x="2544" y="882"/>
                </a:lnTo>
                <a:lnTo>
                  <a:pt x="2137" y="689"/>
                </a:lnTo>
                <a:lnTo>
                  <a:pt x="1723" y="513"/>
                </a:lnTo>
                <a:lnTo>
                  <a:pt x="1301" y="357"/>
                </a:lnTo>
                <a:lnTo>
                  <a:pt x="872" y="218"/>
                </a:lnTo>
                <a:lnTo>
                  <a:pt x="439" y="100"/>
                </a:lnTo>
                <a:lnTo>
                  <a:pt x="0" y="0"/>
                </a:lnTo>
              </a:path>
            </a:pathLst>
          </a:custGeom>
          <a:noFill/>
          <a:ln w="95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CD4E9C3E-60CB-3EE9-A9BB-9A8799DA7008}"/>
              </a:ext>
            </a:extLst>
          </p:cNvPr>
          <p:cNvSpPr>
            <a:spLocks/>
          </p:cNvSpPr>
          <p:nvPr/>
        </p:nvSpPr>
        <p:spPr bwMode="auto">
          <a:xfrm>
            <a:off x="3560763" y="1503362"/>
            <a:ext cx="369887" cy="1028700"/>
          </a:xfrm>
          <a:custGeom>
            <a:avLst/>
            <a:gdLst>
              <a:gd name="T0" fmla="*/ 2329 w 2329"/>
              <a:gd name="T1" fmla="*/ 0 h 6486"/>
              <a:gd name="T2" fmla="*/ 2057 w 2329"/>
              <a:gd name="T3" fmla="*/ 346 h 6486"/>
              <a:gd name="T4" fmla="*/ 1800 w 2329"/>
              <a:gd name="T5" fmla="*/ 702 h 6486"/>
              <a:gd name="T6" fmla="*/ 1558 w 2329"/>
              <a:gd name="T7" fmla="*/ 1068 h 6486"/>
              <a:gd name="T8" fmla="*/ 1333 w 2329"/>
              <a:gd name="T9" fmla="*/ 1446 h 6486"/>
              <a:gd name="T10" fmla="*/ 1124 w 2329"/>
              <a:gd name="T11" fmla="*/ 1833 h 6486"/>
              <a:gd name="T12" fmla="*/ 932 w 2329"/>
              <a:gd name="T13" fmla="*/ 2228 h 6486"/>
              <a:gd name="T14" fmla="*/ 757 w 2329"/>
              <a:gd name="T15" fmla="*/ 2631 h 6486"/>
              <a:gd name="T16" fmla="*/ 600 w 2329"/>
              <a:gd name="T17" fmla="*/ 3040 h 6486"/>
              <a:gd name="T18" fmla="*/ 460 w 2329"/>
              <a:gd name="T19" fmla="*/ 3457 h 6486"/>
              <a:gd name="T20" fmla="*/ 338 w 2329"/>
              <a:gd name="T21" fmla="*/ 3879 h 6486"/>
              <a:gd name="T22" fmla="*/ 235 w 2329"/>
              <a:gd name="T23" fmla="*/ 4307 h 6486"/>
              <a:gd name="T24" fmla="*/ 151 w 2329"/>
              <a:gd name="T25" fmla="*/ 4738 h 6486"/>
              <a:gd name="T26" fmla="*/ 85 w 2329"/>
              <a:gd name="T27" fmla="*/ 5172 h 6486"/>
              <a:gd name="T28" fmla="*/ 38 w 2329"/>
              <a:gd name="T29" fmla="*/ 5609 h 6486"/>
              <a:gd name="T30" fmla="*/ 10 w 2329"/>
              <a:gd name="T31" fmla="*/ 6047 h 6486"/>
              <a:gd name="T32" fmla="*/ 0 w 2329"/>
              <a:gd name="T33" fmla="*/ 6486 h 6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329" h="6486">
                <a:moveTo>
                  <a:pt x="2329" y="0"/>
                </a:moveTo>
                <a:lnTo>
                  <a:pt x="2057" y="346"/>
                </a:lnTo>
                <a:lnTo>
                  <a:pt x="1800" y="702"/>
                </a:lnTo>
                <a:lnTo>
                  <a:pt x="1558" y="1068"/>
                </a:lnTo>
                <a:lnTo>
                  <a:pt x="1333" y="1446"/>
                </a:lnTo>
                <a:lnTo>
                  <a:pt x="1124" y="1833"/>
                </a:lnTo>
                <a:lnTo>
                  <a:pt x="932" y="2228"/>
                </a:lnTo>
                <a:lnTo>
                  <a:pt x="757" y="2631"/>
                </a:lnTo>
                <a:lnTo>
                  <a:pt x="600" y="3040"/>
                </a:lnTo>
                <a:lnTo>
                  <a:pt x="460" y="3457"/>
                </a:lnTo>
                <a:lnTo>
                  <a:pt x="338" y="3879"/>
                </a:lnTo>
                <a:lnTo>
                  <a:pt x="235" y="4307"/>
                </a:lnTo>
                <a:lnTo>
                  <a:pt x="151" y="4738"/>
                </a:lnTo>
                <a:lnTo>
                  <a:pt x="85" y="5172"/>
                </a:lnTo>
                <a:lnTo>
                  <a:pt x="38" y="5609"/>
                </a:lnTo>
                <a:lnTo>
                  <a:pt x="10" y="6047"/>
                </a:lnTo>
                <a:lnTo>
                  <a:pt x="0" y="6486"/>
                </a:lnTo>
              </a:path>
            </a:pathLst>
          </a:custGeom>
          <a:noFill/>
          <a:ln w="95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9CAF9CC2-0957-EEF9-A354-0DAE52D05F47}"/>
              </a:ext>
            </a:extLst>
          </p:cNvPr>
          <p:cNvSpPr>
            <a:spLocks/>
          </p:cNvSpPr>
          <p:nvPr/>
        </p:nvSpPr>
        <p:spPr bwMode="auto">
          <a:xfrm>
            <a:off x="3930650" y="919162"/>
            <a:ext cx="1570038" cy="693738"/>
          </a:xfrm>
          <a:custGeom>
            <a:avLst/>
            <a:gdLst>
              <a:gd name="T0" fmla="*/ 0 w 9898"/>
              <a:gd name="T1" fmla="*/ 4363 h 4363"/>
              <a:gd name="T2" fmla="*/ 5 w 9898"/>
              <a:gd name="T3" fmla="*/ 4250 h 4363"/>
              <a:gd name="T4" fmla="*/ 20 w 9898"/>
              <a:gd name="T5" fmla="*/ 4133 h 4363"/>
              <a:gd name="T6" fmla="*/ 45 w 9898"/>
              <a:gd name="T7" fmla="*/ 4013 h 4363"/>
              <a:gd name="T8" fmla="*/ 82 w 9898"/>
              <a:gd name="T9" fmla="*/ 3890 h 4363"/>
              <a:gd name="T10" fmla="*/ 129 w 9898"/>
              <a:gd name="T11" fmla="*/ 3765 h 4363"/>
              <a:gd name="T12" fmla="*/ 186 w 9898"/>
              <a:gd name="T13" fmla="*/ 3639 h 4363"/>
              <a:gd name="T14" fmla="*/ 254 w 9898"/>
              <a:gd name="T15" fmla="*/ 3511 h 4363"/>
              <a:gd name="T16" fmla="*/ 333 w 9898"/>
              <a:gd name="T17" fmla="*/ 3383 h 4363"/>
              <a:gd name="T18" fmla="*/ 421 w 9898"/>
              <a:gd name="T19" fmla="*/ 3254 h 4363"/>
              <a:gd name="T20" fmla="*/ 520 w 9898"/>
              <a:gd name="T21" fmla="*/ 3124 h 4363"/>
              <a:gd name="T22" fmla="*/ 627 w 9898"/>
              <a:gd name="T23" fmla="*/ 2996 h 4363"/>
              <a:gd name="T24" fmla="*/ 744 w 9898"/>
              <a:gd name="T25" fmla="*/ 2869 h 4363"/>
              <a:gd name="T26" fmla="*/ 869 w 9898"/>
              <a:gd name="T27" fmla="*/ 2743 h 4363"/>
              <a:gd name="T28" fmla="*/ 1004 w 9898"/>
              <a:gd name="T29" fmla="*/ 2619 h 4363"/>
              <a:gd name="T30" fmla="*/ 1144 w 9898"/>
              <a:gd name="T31" fmla="*/ 2498 h 4363"/>
              <a:gd name="T32" fmla="*/ 1291 w 9898"/>
              <a:gd name="T33" fmla="*/ 2378 h 4363"/>
              <a:gd name="T34" fmla="*/ 1445 w 9898"/>
              <a:gd name="T35" fmla="*/ 2260 h 4363"/>
              <a:gd name="T36" fmla="*/ 1605 w 9898"/>
              <a:gd name="T37" fmla="*/ 2146 h 4363"/>
              <a:gd name="T38" fmla="*/ 1774 w 9898"/>
              <a:gd name="T39" fmla="*/ 2031 h 4363"/>
              <a:gd name="T40" fmla="*/ 1954 w 9898"/>
              <a:gd name="T41" fmla="*/ 1917 h 4363"/>
              <a:gd name="T42" fmla="*/ 2143 w 9898"/>
              <a:gd name="T43" fmla="*/ 1802 h 4363"/>
              <a:gd name="T44" fmla="*/ 2340 w 9898"/>
              <a:gd name="T45" fmla="*/ 1689 h 4363"/>
              <a:gd name="T46" fmla="*/ 2545 w 9898"/>
              <a:gd name="T47" fmla="*/ 1578 h 4363"/>
              <a:gd name="T48" fmla="*/ 2758 w 9898"/>
              <a:gd name="T49" fmla="*/ 1469 h 4363"/>
              <a:gd name="T50" fmla="*/ 2978 w 9898"/>
              <a:gd name="T51" fmla="*/ 1361 h 4363"/>
              <a:gd name="T52" fmla="*/ 3202 w 9898"/>
              <a:gd name="T53" fmla="*/ 1257 h 4363"/>
              <a:gd name="T54" fmla="*/ 3432 w 9898"/>
              <a:gd name="T55" fmla="*/ 1157 h 4363"/>
              <a:gd name="T56" fmla="*/ 3666 w 9898"/>
              <a:gd name="T57" fmla="*/ 1059 h 4363"/>
              <a:gd name="T58" fmla="*/ 4143 w 9898"/>
              <a:gd name="T59" fmla="*/ 875 h 4363"/>
              <a:gd name="T60" fmla="*/ 4624 w 9898"/>
              <a:gd name="T61" fmla="*/ 708 h 4363"/>
              <a:gd name="T62" fmla="*/ 5101 w 9898"/>
              <a:gd name="T63" fmla="*/ 560 h 4363"/>
              <a:gd name="T64" fmla="*/ 5589 w 9898"/>
              <a:gd name="T65" fmla="*/ 425 h 4363"/>
              <a:gd name="T66" fmla="*/ 6084 w 9898"/>
              <a:gd name="T67" fmla="*/ 304 h 4363"/>
              <a:gd name="T68" fmla="*/ 6332 w 9898"/>
              <a:gd name="T69" fmla="*/ 251 h 4363"/>
              <a:gd name="T70" fmla="*/ 6577 w 9898"/>
              <a:gd name="T71" fmla="*/ 201 h 4363"/>
              <a:gd name="T72" fmla="*/ 6818 w 9898"/>
              <a:gd name="T73" fmla="*/ 158 h 4363"/>
              <a:gd name="T74" fmla="*/ 7056 w 9898"/>
              <a:gd name="T75" fmla="*/ 119 h 4363"/>
              <a:gd name="T76" fmla="*/ 7288 w 9898"/>
              <a:gd name="T77" fmla="*/ 86 h 4363"/>
              <a:gd name="T78" fmla="*/ 7512 w 9898"/>
              <a:gd name="T79" fmla="*/ 57 h 4363"/>
              <a:gd name="T80" fmla="*/ 7730 w 9898"/>
              <a:gd name="T81" fmla="*/ 35 h 4363"/>
              <a:gd name="T82" fmla="*/ 7939 w 9898"/>
              <a:gd name="T83" fmla="*/ 18 h 4363"/>
              <a:gd name="T84" fmla="*/ 8138 w 9898"/>
              <a:gd name="T85" fmla="*/ 7 h 4363"/>
              <a:gd name="T86" fmla="*/ 8326 w 9898"/>
              <a:gd name="T87" fmla="*/ 1 h 4363"/>
              <a:gd name="T88" fmla="*/ 8503 w 9898"/>
              <a:gd name="T89" fmla="*/ 0 h 4363"/>
              <a:gd name="T90" fmla="*/ 8674 w 9898"/>
              <a:gd name="T91" fmla="*/ 4 h 4363"/>
              <a:gd name="T92" fmla="*/ 8835 w 9898"/>
              <a:gd name="T93" fmla="*/ 13 h 4363"/>
              <a:gd name="T94" fmla="*/ 8989 w 9898"/>
              <a:gd name="T95" fmla="*/ 29 h 4363"/>
              <a:gd name="T96" fmla="*/ 9132 w 9898"/>
              <a:gd name="T97" fmla="*/ 49 h 4363"/>
              <a:gd name="T98" fmla="*/ 9265 w 9898"/>
              <a:gd name="T99" fmla="*/ 75 h 4363"/>
              <a:gd name="T100" fmla="*/ 9385 w 9898"/>
              <a:gd name="T101" fmla="*/ 107 h 4363"/>
              <a:gd name="T102" fmla="*/ 9495 w 9898"/>
              <a:gd name="T103" fmla="*/ 143 h 4363"/>
              <a:gd name="T104" fmla="*/ 9590 w 9898"/>
              <a:gd name="T105" fmla="*/ 185 h 4363"/>
              <a:gd name="T106" fmla="*/ 9673 w 9898"/>
              <a:gd name="T107" fmla="*/ 233 h 4363"/>
              <a:gd name="T108" fmla="*/ 9743 w 9898"/>
              <a:gd name="T109" fmla="*/ 284 h 4363"/>
              <a:gd name="T110" fmla="*/ 9800 w 9898"/>
              <a:gd name="T111" fmla="*/ 341 h 4363"/>
              <a:gd name="T112" fmla="*/ 9843 w 9898"/>
              <a:gd name="T113" fmla="*/ 402 h 4363"/>
              <a:gd name="T114" fmla="*/ 9874 w 9898"/>
              <a:gd name="T115" fmla="*/ 467 h 4363"/>
              <a:gd name="T116" fmla="*/ 9892 w 9898"/>
              <a:gd name="T117" fmla="*/ 534 h 4363"/>
              <a:gd name="T118" fmla="*/ 9898 w 9898"/>
              <a:gd name="T119" fmla="*/ 605 h 4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898" h="4363">
                <a:moveTo>
                  <a:pt x="0" y="4363"/>
                </a:moveTo>
                <a:lnTo>
                  <a:pt x="5" y="4250"/>
                </a:lnTo>
                <a:lnTo>
                  <a:pt x="20" y="4133"/>
                </a:lnTo>
                <a:lnTo>
                  <a:pt x="45" y="4013"/>
                </a:lnTo>
                <a:lnTo>
                  <a:pt x="82" y="3890"/>
                </a:lnTo>
                <a:lnTo>
                  <a:pt x="129" y="3765"/>
                </a:lnTo>
                <a:lnTo>
                  <a:pt x="186" y="3639"/>
                </a:lnTo>
                <a:lnTo>
                  <a:pt x="254" y="3511"/>
                </a:lnTo>
                <a:lnTo>
                  <a:pt x="333" y="3383"/>
                </a:lnTo>
                <a:lnTo>
                  <a:pt x="421" y="3254"/>
                </a:lnTo>
                <a:lnTo>
                  <a:pt x="520" y="3124"/>
                </a:lnTo>
                <a:lnTo>
                  <a:pt x="627" y="2996"/>
                </a:lnTo>
                <a:lnTo>
                  <a:pt x="744" y="2869"/>
                </a:lnTo>
                <a:lnTo>
                  <a:pt x="869" y="2743"/>
                </a:lnTo>
                <a:lnTo>
                  <a:pt x="1004" y="2619"/>
                </a:lnTo>
                <a:lnTo>
                  <a:pt x="1144" y="2498"/>
                </a:lnTo>
                <a:lnTo>
                  <a:pt x="1291" y="2378"/>
                </a:lnTo>
                <a:lnTo>
                  <a:pt x="1445" y="2260"/>
                </a:lnTo>
                <a:lnTo>
                  <a:pt x="1605" y="2146"/>
                </a:lnTo>
                <a:lnTo>
                  <a:pt x="1774" y="2031"/>
                </a:lnTo>
                <a:lnTo>
                  <a:pt x="1954" y="1917"/>
                </a:lnTo>
                <a:lnTo>
                  <a:pt x="2143" y="1802"/>
                </a:lnTo>
                <a:lnTo>
                  <a:pt x="2340" y="1689"/>
                </a:lnTo>
                <a:lnTo>
                  <a:pt x="2545" y="1578"/>
                </a:lnTo>
                <a:lnTo>
                  <a:pt x="2758" y="1469"/>
                </a:lnTo>
                <a:lnTo>
                  <a:pt x="2978" y="1361"/>
                </a:lnTo>
                <a:lnTo>
                  <a:pt x="3202" y="1257"/>
                </a:lnTo>
                <a:lnTo>
                  <a:pt x="3432" y="1157"/>
                </a:lnTo>
                <a:lnTo>
                  <a:pt x="3666" y="1059"/>
                </a:lnTo>
                <a:lnTo>
                  <a:pt x="4143" y="875"/>
                </a:lnTo>
                <a:lnTo>
                  <a:pt x="4624" y="708"/>
                </a:lnTo>
                <a:lnTo>
                  <a:pt x="5101" y="560"/>
                </a:lnTo>
                <a:lnTo>
                  <a:pt x="5589" y="425"/>
                </a:lnTo>
                <a:lnTo>
                  <a:pt x="6084" y="304"/>
                </a:lnTo>
                <a:lnTo>
                  <a:pt x="6332" y="251"/>
                </a:lnTo>
                <a:lnTo>
                  <a:pt x="6577" y="201"/>
                </a:lnTo>
                <a:lnTo>
                  <a:pt x="6818" y="158"/>
                </a:lnTo>
                <a:lnTo>
                  <a:pt x="7056" y="119"/>
                </a:lnTo>
                <a:lnTo>
                  <a:pt x="7288" y="86"/>
                </a:lnTo>
                <a:lnTo>
                  <a:pt x="7512" y="57"/>
                </a:lnTo>
                <a:lnTo>
                  <a:pt x="7730" y="35"/>
                </a:lnTo>
                <a:lnTo>
                  <a:pt x="7939" y="18"/>
                </a:lnTo>
                <a:lnTo>
                  <a:pt x="8138" y="7"/>
                </a:lnTo>
                <a:lnTo>
                  <a:pt x="8326" y="1"/>
                </a:lnTo>
                <a:lnTo>
                  <a:pt x="8503" y="0"/>
                </a:lnTo>
                <a:lnTo>
                  <a:pt x="8674" y="4"/>
                </a:lnTo>
                <a:lnTo>
                  <a:pt x="8835" y="13"/>
                </a:lnTo>
                <a:lnTo>
                  <a:pt x="8989" y="29"/>
                </a:lnTo>
                <a:lnTo>
                  <a:pt x="9132" y="49"/>
                </a:lnTo>
                <a:lnTo>
                  <a:pt x="9265" y="75"/>
                </a:lnTo>
                <a:lnTo>
                  <a:pt x="9385" y="107"/>
                </a:lnTo>
                <a:lnTo>
                  <a:pt x="9495" y="143"/>
                </a:lnTo>
                <a:lnTo>
                  <a:pt x="9590" y="185"/>
                </a:lnTo>
                <a:lnTo>
                  <a:pt x="9673" y="233"/>
                </a:lnTo>
                <a:lnTo>
                  <a:pt x="9743" y="284"/>
                </a:lnTo>
                <a:lnTo>
                  <a:pt x="9800" y="341"/>
                </a:lnTo>
                <a:lnTo>
                  <a:pt x="9843" y="402"/>
                </a:lnTo>
                <a:lnTo>
                  <a:pt x="9874" y="467"/>
                </a:lnTo>
                <a:lnTo>
                  <a:pt x="9892" y="534"/>
                </a:lnTo>
                <a:lnTo>
                  <a:pt x="9898" y="605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712F9E3A-E295-4AB4-66DD-577DF2068BFB}"/>
              </a:ext>
            </a:extLst>
          </p:cNvPr>
          <p:cNvSpPr>
            <a:spLocks/>
          </p:cNvSpPr>
          <p:nvPr/>
        </p:nvSpPr>
        <p:spPr bwMode="auto">
          <a:xfrm>
            <a:off x="5351463" y="923925"/>
            <a:ext cx="149225" cy="23812"/>
          </a:xfrm>
          <a:custGeom>
            <a:avLst/>
            <a:gdLst>
              <a:gd name="T0" fmla="*/ 947 w 947"/>
              <a:gd name="T1" fmla="*/ 148 h 148"/>
              <a:gd name="T2" fmla="*/ 475 w 947"/>
              <a:gd name="T3" fmla="*/ 63 h 148"/>
              <a:gd name="T4" fmla="*/ 0 w 947"/>
              <a:gd name="T5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47" h="148">
                <a:moveTo>
                  <a:pt x="947" y="148"/>
                </a:moveTo>
                <a:lnTo>
                  <a:pt x="475" y="63"/>
                </a:lnTo>
                <a:lnTo>
                  <a:pt x="0" y="0"/>
                </a:lnTo>
              </a:path>
            </a:pathLst>
          </a:custGeom>
          <a:noFill/>
          <a:ln w="95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C4E1A5B9-3342-D461-DE07-71806A98F994}"/>
              </a:ext>
            </a:extLst>
          </p:cNvPr>
          <p:cNvSpPr>
            <a:spLocks/>
          </p:cNvSpPr>
          <p:nvPr/>
        </p:nvSpPr>
        <p:spPr bwMode="auto">
          <a:xfrm>
            <a:off x="3930650" y="1344612"/>
            <a:ext cx="149225" cy="158750"/>
          </a:xfrm>
          <a:custGeom>
            <a:avLst/>
            <a:gdLst>
              <a:gd name="T0" fmla="*/ 947 w 947"/>
              <a:gd name="T1" fmla="*/ 0 h 1001"/>
              <a:gd name="T2" fmla="*/ 616 w 947"/>
              <a:gd name="T3" fmla="*/ 319 h 1001"/>
              <a:gd name="T4" fmla="*/ 300 w 947"/>
              <a:gd name="T5" fmla="*/ 654 h 1001"/>
              <a:gd name="T6" fmla="*/ 0 w 947"/>
              <a:gd name="T7" fmla="*/ 1001 h 1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47" h="1001">
                <a:moveTo>
                  <a:pt x="947" y="0"/>
                </a:moveTo>
                <a:lnTo>
                  <a:pt x="616" y="319"/>
                </a:lnTo>
                <a:lnTo>
                  <a:pt x="300" y="654"/>
                </a:lnTo>
                <a:lnTo>
                  <a:pt x="0" y="1001"/>
                </a:lnTo>
              </a:path>
            </a:pathLst>
          </a:custGeom>
          <a:noFill/>
          <a:ln w="95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7C1C8EEC-2B7A-9020-2A02-E481222AF738}"/>
              </a:ext>
            </a:extLst>
          </p:cNvPr>
          <p:cNvSpPr>
            <a:spLocks/>
          </p:cNvSpPr>
          <p:nvPr/>
        </p:nvSpPr>
        <p:spPr bwMode="auto">
          <a:xfrm>
            <a:off x="3560763" y="914400"/>
            <a:ext cx="3233737" cy="1617662"/>
          </a:xfrm>
          <a:custGeom>
            <a:avLst/>
            <a:gdLst>
              <a:gd name="T0" fmla="*/ 20368 w 20377"/>
              <a:gd name="T1" fmla="*/ 9748 h 10192"/>
              <a:gd name="T2" fmla="*/ 20290 w 20377"/>
              <a:gd name="T3" fmla="*/ 8862 h 10192"/>
              <a:gd name="T4" fmla="*/ 20136 w 20377"/>
              <a:gd name="T5" fmla="*/ 7986 h 10192"/>
              <a:gd name="T6" fmla="*/ 19906 w 20377"/>
              <a:gd name="T7" fmla="*/ 7127 h 10192"/>
              <a:gd name="T8" fmla="*/ 19602 w 20377"/>
              <a:gd name="T9" fmla="*/ 6292 h 10192"/>
              <a:gd name="T10" fmla="*/ 19227 w 20377"/>
              <a:gd name="T11" fmla="*/ 5486 h 10192"/>
              <a:gd name="T12" fmla="*/ 18782 w 20377"/>
              <a:gd name="T13" fmla="*/ 4716 h 10192"/>
              <a:gd name="T14" fmla="*/ 18272 w 20377"/>
              <a:gd name="T15" fmla="*/ 3988 h 10192"/>
              <a:gd name="T16" fmla="*/ 17701 w 20377"/>
              <a:gd name="T17" fmla="*/ 3306 h 10192"/>
              <a:gd name="T18" fmla="*/ 17072 w 20377"/>
              <a:gd name="T19" fmla="*/ 2677 h 10192"/>
              <a:gd name="T20" fmla="*/ 16391 w 20377"/>
              <a:gd name="T21" fmla="*/ 2106 h 10192"/>
              <a:gd name="T22" fmla="*/ 15663 w 20377"/>
              <a:gd name="T23" fmla="*/ 1596 h 10192"/>
              <a:gd name="T24" fmla="*/ 14894 w 20377"/>
              <a:gd name="T25" fmla="*/ 1151 h 10192"/>
              <a:gd name="T26" fmla="*/ 14088 w 20377"/>
              <a:gd name="T27" fmla="*/ 776 h 10192"/>
              <a:gd name="T28" fmla="*/ 13253 w 20377"/>
              <a:gd name="T29" fmla="*/ 471 h 10192"/>
              <a:gd name="T30" fmla="*/ 12394 w 20377"/>
              <a:gd name="T31" fmla="*/ 241 h 10192"/>
              <a:gd name="T32" fmla="*/ 11519 w 20377"/>
              <a:gd name="T33" fmla="*/ 87 h 10192"/>
              <a:gd name="T34" fmla="*/ 10633 w 20377"/>
              <a:gd name="T35" fmla="*/ 9 h 10192"/>
              <a:gd name="T36" fmla="*/ 9745 w 20377"/>
              <a:gd name="T37" fmla="*/ 9 h 10192"/>
              <a:gd name="T38" fmla="*/ 8859 w 20377"/>
              <a:gd name="T39" fmla="*/ 87 h 10192"/>
              <a:gd name="T40" fmla="*/ 7984 w 20377"/>
              <a:gd name="T41" fmla="*/ 241 h 10192"/>
              <a:gd name="T42" fmla="*/ 7125 w 20377"/>
              <a:gd name="T43" fmla="*/ 471 h 10192"/>
              <a:gd name="T44" fmla="*/ 6289 w 20377"/>
              <a:gd name="T45" fmla="*/ 776 h 10192"/>
              <a:gd name="T46" fmla="*/ 5484 w 20377"/>
              <a:gd name="T47" fmla="*/ 1151 h 10192"/>
              <a:gd name="T48" fmla="*/ 4715 w 20377"/>
              <a:gd name="T49" fmla="*/ 1596 h 10192"/>
              <a:gd name="T50" fmla="*/ 3986 w 20377"/>
              <a:gd name="T51" fmla="*/ 2106 h 10192"/>
              <a:gd name="T52" fmla="*/ 3305 w 20377"/>
              <a:gd name="T53" fmla="*/ 2677 h 10192"/>
              <a:gd name="T54" fmla="*/ 2677 w 20377"/>
              <a:gd name="T55" fmla="*/ 3306 h 10192"/>
              <a:gd name="T56" fmla="*/ 2105 w 20377"/>
              <a:gd name="T57" fmla="*/ 3988 h 10192"/>
              <a:gd name="T58" fmla="*/ 1595 w 20377"/>
              <a:gd name="T59" fmla="*/ 4716 h 10192"/>
              <a:gd name="T60" fmla="*/ 1151 w 20377"/>
              <a:gd name="T61" fmla="*/ 5486 h 10192"/>
              <a:gd name="T62" fmla="*/ 775 w 20377"/>
              <a:gd name="T63" fmla="*/ 6292 h 10192"/>
              <a:gd name="T64" fmla="*/ 472 w 20377"/>
              <a:gd name="T65" fmla="*/ 7127 h 10192"/>
              <a:gd name="T66" fmla="*/ 242 w 20377"/>
              <a:gd name="T67" fmla="*/ 7986 h 10192"/>
              <a:gd name="T68" fmla="*/ 87 w 20377"/>
              <a:gd name="T69" fmla="*/ 8862 h 10192"/>
              <a:gd name="T70" fmla="*/ 10 w 20377"/>
              <a:gd name="T71" fmla="*/ 9748 h 10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0377" h="10192">
                <a:moveTo>
                  <a:pt x="20377" y="10192"/>
                </a:moveTo>
                <a:lnTo>
                  <a:pt x="20368" y="9748"/>
                </a:lnTo>
                <a:lnTo>
                  <a:pt x="20339" y="9304"/>
                </a:lnTo>
                <a:lnTo>
                  <a:pt x="20290" y="8862"/>
                </a:lnTo>
                <a:lnTo>
                  <a:pt x="20223" y="8422"/>
                </a:lnTo>
                <a:lnTo>
                  <a:pt x="20136" y="7986"/>
                </a:lnTo>
                <a:lnTo>
                  <a:pt x="20030" y="7555"/>
                </a:lnTo>
                <a:lnTo>
                  <a:pt x="19906" y="7127"/>
                </a:lnTo>
                <a:lnTo>
                  <a:pt x="19763" y="6706"/>
                </a:lnTo>
                <a:lnTo>
                  <a:pt x="19602" y="6292"/>
                </a:lnTo>
                <a:lnTo>
                  <a:pt x="19423" y="5885"/>
                </a:lnTo>
                <a:lnTo>
                  <a:pt x="19227" y="5486"/>
                </a:lnTo>
                <a:lnTo>
                  <a:pt x="19013" y="5096"/>
                </a:lnTo>
                <a:lnTo>
                  <a:pt x="18782" y="4716"/>
                </a:lnTo>
                <a:lnTo>
                  <a:pt x="18535" y="4346"/>
                </a:lnTo>
                <a:lnTo>
                  <a:pt x="18272" y="3988"/>
                </a:lnTo>
                <a:lnTo>
                  <a:pt x="17994" y="3640"/>
                </a:lnTo>
                <a:lnTo>
                  <a:pt x="17701" y="3306"/>
                </a:lnTo>
                <a:lnTo>
                  <a:pt x="17394" y="2985"/>
                </a:lnTo>
                <a:lnTo>
                  <a:pt x="17072" y="2677"/>
                </a:lnTo>
                <a:lnTo>
                  <a:pt x="16738" y="2385"/>
                </a:lnTo>
                <a:lnTo>
                  <a:pt x="16391" y="2106"/>
                </a:lnTo>
                <a:lnTo>
                  <a:pt x="16033" y="1843"/>
                </a:lnTo>
                <a:lnTo>
                  <a:pt x="15663" y="1596"/>
                </a:lnTo>
                <a:lnTo>
                  <a:pt x="15283" y="1365"/>
                </a:lnTo>
                <a:lnTo>
                  <a:pt x="14894" y="1151"/>
                </a:lnTo>
                <a:lnTo>
                  <a:pt x="14495" y="954"/>
                </a:lnTo>
                <a:lnTo>
                  <a:pt x="14088" y="776"/>
                </a:lnTo>
                <a:lnTo>
                  <a:pt x="13674" y="614"/>
                </a:lnTo>
                <a:lnTo>
                  <a:pt x="13253" y="471"/>
                </a:lnTo>
                <a:lnTo>
                  <a:pt x="12826" y="346"/>
                </a:lnTo>
                <a:lnTo>
                  <a:pt x="12394" y="241"/>
                </a:lnTo>
                <a:lnTo>
                  <a:pt x="11958" y="154"/>
                </a:lnTo>
                <a:lnTo>
                  <a:pt x="11519" y="87"/>
                </a:lnTo>
                <a:lnTo>
                  <a:pt x="11077" y="39"/>
                </a:lnTo>
                <a:lnTo>
                  <a:pt x="10633" y="9"/>
                </a:lnTo>
                <a:lnTo>
                  <a:pt x="10189" y="0"/>
                </a:lnTo>
                <a:lnTo>
                  <a:pt x="9745" y="9"/>
                </a:lnTo>
                <a:lnTo>
                  <a:pt x="9301" y="39"/>
                </a:lnTo>
                <a:lnTo>
                  <a:pt x="8859" y="87"/>
                </a:lnTo>
                <a:lnTo>
                  <a:pt x="8420" y="154"/>
                </a:lnTo>
                <a:lnTo>
                  <a:pt x="7984" y="241"/>
                </a:lnTo>
                <a:lnTo>
                  <a:pt x="7551" y="346"/>
                </a:lnTo>
                <a:lnTo>
                  <a:pt x="7125" y="471"/>
                </a:lnTo>
                <a:lnTo>
                  <a:pt x="6704" y="614"/>
                </a:lnTo>
                <a:lnTo>
                  <a:pt x="6289" y="776"/>
                </a:lnTo>
                <a:lnTo>
                  <a:pt x="5883" y="954"/>
                </a:lnTo>
                <a:lnTo>
                  <a:pt x="5484" y="1151"/>
                </a:lnTo>
                <a:lnTo>
                  <a:pt x="5095" y="1365"/>
                </a:lnTo>
                <a:lnTo>
                  <a:pt x="4715" y="1596"/>
                </a:lnTo>
                <a:lnTo>
                  <a:pt x="4345" y="1843"/>
                </a:lnTo>
                <a:lnTo>
                  <a:pt x="3986" y="2106"/>
                </a:lnTo>
                <a:lnTo>
                  <a:pt x="3639" y="2385"/>
                </a:lnTo>
                <a:lnTo>
                  <a:pt x="3305" y="2677"/>
                </a:lnTo>
                <a:lnTo>
                  <a:pt x="2984" y="2985"/>
                </a:lnTo>
                <a:lnTo>
                  <a:pt x="2677" y="3306"/>
                </a:lnTo>
                <a:lnTo>
                  <a:pt x="2384" y="3640"/>
                </a:lnTo>
                <a:lnTo>
                  <a:pt x="2105" y="3988"/>
                </a:lnTo>
                <a:lnTo>
                  <a:pt x="1843" y="4346"/>
                </a:lnTo>
                <a:lnTo>
                  <a:pt x="1595" y="4716"/>
                </a:lnTo>
                <a:lnTo>
                  <a:pt x="1365" y="5096"/>
                </a:lnTo>
                <a:lnTo>
                  <a:pt x="1151" y="5486"/>
                </a:lnTo>
                <a:lnTo>
                  <a:pt x="955" y="5885"/>
                </a:lnTo>
                <a:lnTo>
                  <a:pt x="775" y="6292"/>
                </a:lnTo>
                <a:lnTo>
                  <a:pt x="614" y="6706"/>
                </a:lnTo>
                <a:lnTo>
                  <a:pt x="472" y="7127"/>
                </a:lnTo>
                <a:lnTo>
                  <a:pt x="347" y="7555"/>
                </a:lnTo>
                <a:lnTo>
                  <a:pt x="242" y="7986"/>
                </a:lnTo>
                <a:lnTo>
                  <a:pt x="155" y="8422"/>
                </a:lnTo>
                <a:lnTo>
                  <a:pt x="87" y="8862"/>
                </a:lnTo>
                <a:lnTo>
                  <a:pt x="39" y="9304"/>
                </a:lnTo>
                <a:lnTo>
                  <a:pt x="10" y="9748"/>
                </a:lnTo>
                <a:lnTo>
                  <a:pt x="0" y="10192"/>
                </a:lnTo>
              </a:path>
            </a:pathLst>
          </a:custGeom>
          <a:noFill/>
          <a:ln w="95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7FEDFE3B-CFAF-E58C-5F3A-004B8AC15740}"/>
              </a:ext>
            </a:extLst>
          </p:cNvPr>
          <p:cNvSpPr>
            <a:spLocks/>
          </p:cNvSpPr>
          <p:nvPr/>
        </p:nvSpPr>
        <p:spPr bwMode="auto">
          <a:xfrm>
            <a:off x="3625850" y="979487"/>
            <a:ext cx="3103563" cy="1552575"/>
          </a:xfrm>
          <a:custGeom>
            <a:avLst/>
            <a:gdLst>
              <a:gd name="T0" fmla="*/ 19541 w 19551"/>
              <a:gd name="T1" fmla="*/ 9340 h 9779"/>
              <a:gd name="T2" fmla="*/ 19463 w 19551"/>
              <a:gd name="T3" fmla="*/ 8467 h 9779"/>
              <a:gd name="T4" fmla="*/ 19306 w 19551"/>
              <a:gd name="T5" fmla="*/ 7604 h 9779"/>
              <a:gd name="T6" fmla="*/ 19073 w 19551"/>
              <a:gd name="T7" fmla="*/ 6757 h 9779"/>
              <a:gd name="T8" fmla="*/ 18764 w 19551"/>
              <a:gd name="T9" fmla="*/ 5936 h 9779"/>
              <a:gd name="T10" fmla="*/ 18384 w 19551"/>
              <a:gd name="T11" fmla="*/ 5146 h 9779"/>
              <a:gd name="T12" fmla="*/ 17934 w 19551"/>
              <a:gd name="T13" fmla="*/ 4392 h 9779"/>
              <a:gd name="T14" fmla="*/ 17418 w 19551"/>
              <a:gd name="T15" fmla="*/ 3682 h 9779"/>
              <a:gd name="T16" fmla="*/ 16841 w 19551"/>
              <a:gd name="T17" fmla="*/ 3022 h 9779"/>
              <a:gd name="T18" fmla="*/ 16208 w 19551"/>
              <a:gd name="T19" fmla="*/ 2415 h 9779"/>
              <a:gd name="T20" fmla="*/ 15521 w 19551"/>
              <a:gd name="T21" fmla="*/ 1868 h 9779"/>
              <a:gd name="T22" fmla="*/ 14789 w 19551"/>
              <a:gd name="T23" fmla="*/ 1385 h 9779"/>
              <a:gd name="T24" fmla="*/ 14018 w 19551"/>
              <a:gd name="T25" fmla="*/ 969 h 9779"/>
              <a:gd name="T26" fmla="*/ 13210 w 19551"/>
              <a:gd name="T27" fmla="*/ 623 h 9779"/>
              <a:gd name="T28" fmla="*/ 12377 w 19551"/>
              <a:gd name="T29" fmla="*/ 352 h 9779"/>
              <a:gd name="T30" fmla="*/ 11521 w 19551"/>
              <a:gd name="T31" fmla="*/ 157 h 9779"/>
              <a:gd name="T32" fmla="*/ 10652 w 19551"/>
              <a:gd name="T33" fmla="*/ 40 h 9779"/>
              <a:gd name="T34" fmla="*/ 9776 w 19551"/>
              <a:gd name="T35" fmla="*/ 0 h 9779"/>
              <a:gd name="T36" fmla="*/ 8899 w 19551"/>
              <a:gd name="T37" fmla="*/ 40 h 9779"/>
              <a:gd name="T38" fmla="*/ 8030 w 19551"/>
              <a:gd name="T39" fmla="*/ 157 h 9779"/>
              <a:gd name="T40" fmla="*/ 7175 w 19551"/>
              <a:gd name="T41" fmla="*/ 352 h 9779"/>
              <a:gd name="T42" fmla="*/ 6340 w 19551"/>
              <a:gd name="T43" fmla="*/ 623 h 9779"/>
              <a:gd name="T44" fmla="*/ 5534 w 19551"/>
              <a:gd name="T45" fmla="*/ 969 h 9779"/>
              <a:gd name="T46" fmla="*/ 4762 w 19551"/>
              <a:gd name="T47" fmla="*/ 1385 h 9779"/>
              <a:gd name="T48" fmla="*/ 4030 w 19551"/>
              <a:gd name="T49" fmla="*/ 1868 h 9779"/>
              <a:gd name="T50" fmla="*/ 3344 w 19551"/>
              <a:gd name="T51" fmla="*/ 2415 h 9779"/>
              <a:gd name="T52" fmla="*/ 2710 w 19551"/>
              <a:gd name="T53" fmla="*/ 3022 h 9779"/>
              <a:gd name="T54" fmla="*/ 2133 w 19551"/>
              <a:gd name="T55" fmla="*/ 3682 h 9779"/>
              <a:gd name="T56" fmla="*/ 1618 w 19551"/>
              <a:gd name="T57" fmla="*/ 4392 h 9779"/>
              <a:gd name="T58" fmla="*/ 1167 w 19551"/>
              <a:gd name="T59" fmla="*/ 5146 h 9779"/>
              <a:gd name="T60" fmla="*/ 787 w 19551"/>
              <a:gd name="T61" fmla="*/ 5936 h 9779"/>
              <a:gd name="T62" fmla="*/ 479 w 19551"/>
              <a:gd name="T63" fmla="*/ 6757 h 9779"/>
              <a:gd name="T64" fmla="*/ 246 w 19551"/>
              <a:gd name="T65" fmla="*/ 7604 h 9779"/>
              <a:gd name="T66" fmla="*/ 89 w 19551"/>
              <a:gd name="T67" fmla="*/ 8467 h 9779"/>
              <a:gd name="T68" fmla="*/ 10 w 19551"/>
              <a:gd name="T69" fmla="*/ 9340 h 97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9551" h="9779">
                <a:moveTo>
                  <a:pt x="19551" y="9779"/>
                </a:moveTo>
                <a:lnTo>
                  <a:pt x="19541" y="9340"/>
                </a:lnTo>
                <a:lnTo>
                  <a:pt x="19512" y="8903"/>
                </a:lnTo>
                <a:lnTo>
                  <a:pt x="19463" y="8467"/>
                </a:lnTo>
                <a:lnTo>
                  <a:pt x="19394" y="8033"/>
                </a:lnTo>
                <a:lnTo>
                  <a:pt x="19306" y="7604"/>
                </a:lnTo>
                <a:lnTo>
                  <a:pt x="19199" y="7177"/>
                </a:lnTo>
                <a:lnTo>
                  <a:pt x="19073" y="6757"/>
                </a:lnTo>
                <a:lnTo>
                  <a:pt x="18928" y="6344"/>
                </a:lnTo>
                <a:lnTo>
                  <a:pt x="18764" y="5936"/>
                </a:lnTo>
                <a:lnTo>
                  <a:pt x="18583" y="5536"/>
                </a:lnTo>
                <a:lnTo>
                  <a:pt x="18384" y="5146"/>
                </a:lnTo>
                <a:lnTo>
                  <a:pt x="18167" y="4763"/>
                </a:lnTo>
                <a:lnTo>
                  <a:pt x="17934" y="4392"/>
                </a:lnTo>
                <a:lnTo>
                  <a:pt x="17684" y="4032"/>
                </a:lnTo>
                <a:lnTo>
                  <a:pt x="17418" y="3682"/>
                </a:lnTo>
                <a:lnTo>
                  <a:pt x="17137" y="3345"/>
                </a:lnTo>
                <a:lnTo>
                  <a:pt x="16841" y="3022"/>
                </a:lnTo>
                <a:lnTo>
                  <a:pt x="16531" y="2711"/>
                </a:lnTo>
                <a:lnTo>
                  <a:pt x="16208" y="2415"/>
                </a:lnTo>
                <a:lnTo>
                  <a:pt x="15871" y="2133"/>
                </a:lnTo>
                <a:lnTo>
                  <a:pt x="15521" y="1868"/>
                </a:lnTo>
                <a:lnTo>
                  <a:pt x="15161" y="1618"/>
                </a:lnTo>
                <a:lnTo>
                  <a:pt x="14789" y="1385"/>
                </a:lnTo>
                <a:lnTo>
                  <a:pt x="14408" y="1168"/>
                </a:lnTo>
                <a:lnTo>
                  <a:pt x="14018" y="969"/>
                </a:lnTo>
                <a:lnTo>
                  <a:pt x="13618" y="787"/>
                </a:lnTo>
                <a:lnTo>
                  <a:pt x="13210" y="623"/>
                </a:lnTo>
                <a:lnTo>
                  <a:pt x="12797" y="478"/>
                </a:lnTo>
                <a:lnTo>
                  <a:pt x="12377" y="352"/>
                </a:lnTo>
                <a:lnTo>
                  <a:pt x="11951" y="245"/>
                </a:lnTo>
                <a:lnTo>
                  <a:pt x="11521" y="157"/>
                </a:lnTo>
                <a:lnTo>
                  <a:pt x="11088" y="89"/>
                </a:lnTo>
                <a:lnTo>
                  <a:pt x="10652" y="40"/>
                </a:lnTo>
                <a:lnTo>
                  <a:pt x="10215" y="10"/>
                </a:lnTo>
                <a:lnTo>
                  <a:pt x="9776" y="0"/>
                </a:lnTo>
                <a:lnTo>
                  <a:pt x="9337" y="10"/>
                </a:lnTo>
                <a:lnTo>
                  <a:pt x="8899" y="40"/>
                </a:lnTo>
                <a:lnTo>
                  <a:pt x="8463" y="89"/>
                </a:lnTo>
                <a:lnTo>
                  <a:pt x="8030" y="157"/>
                </a:lnTo>
                <a:lnTo>
                  <a:pt x="7600" y="245"/>
                </a:lnTo>
                <a:lnTo>
                  <a:pt x="7175" y="352"/>
                </a:lnTo>
                <a:lnTo>
                  <a:pt x="6755" y="478"/>
                </a:lnTo>
                <a:lnTo>
                  <a:pt x="6340" y="623"/>
                </a:lnTo>
                <a:lnTo>
                  <a:pt x="5934" y="787"/>
                </a:lnTo>
                <a:lnTo>
                  <a:pt x="5534" y="969"/>
                </a:lnTo>
                <a:lnTo>
                  <a:pt x="5144" y="1168"/>
                </a:lnTo>
                <a:lnTo>
                  <a:pt x="4762" y="1385"/>
                </a:lnTo>
                <a:lnTo>
                  <a:pt x="4391" y="1618"/>
                </a:lnTo>
                <a:lnTo>
                  <a:pt x="4030" y="1868"/>
                </a:lnTo>
                <a:lnTo>
                  <a:pt x="3681" y="2133"/>
                </a:lnTo>
                <a:lnTo>
                  <a:pt x="3344" y="2415"/>
                </a:lnTo>
                <a:lnTo>
                  <a:pt x="3021" y="2711"/>
                </a:lnTo>
                <a:lnTo>
                  <a:pt x="2710" y="3022"/>
                </a:lnTo>
                <a:lnTo>
                  <a:pt x="2414" y="3345"/>
                </a:lnTo>
                <a:lnTo>
                  <a:pt x="2133" y="3682"/>
                </a:lnTo>
                <a:lnTo>
                  <a:pt x="1868" y="4032"/>
                </a:lnTo>
                <a:lnTo>
                  <a:pt x="1618" y="4392"/>
                </a:lnTo>
                <a:lnTo>
                  <a:pt x="1384" y="4763"/>
                </a:lnTo>
                <a:lnTo>
                  <a:pt x="1167" y="5146"/>
                </a:lnTo>
                <a:lnTo>
                  <a:pt x="968" y="5536"/>
                </a:lnTo>
                <a:lnTo>
                  <a:pt x="787" y="5936"/>
                </a:lnTo>
                <a:lnTo>
                  <a:pt x="624" y="6344"/>
                </a:lnTo>
                <a:lnTo>
                  <a:pt x="479" y="6757"/>
                </a:lnTo>
                <a:lnTo>
                  <a:pt x="353" y="7177"/>
                </a:lnTo>
                <a:lnTo>
                  <a:pt x="246" y="7604"/>
                </a:lnTo>
                <a:lnTo>
                  <a:pt x="157" y="8033"/>
                </a:lnTo>
                <a:lnTo>
                  <a:pt x="89" y="8467"/>
                </a:lnTo>
                <a:lnTo>
                  <a:pt x="40" y="8903"/>
                </a:lnTo>
                <a:lnTo>
                  <a:pt x="10" y="9340"/>
                </a:lnTo>
                <a:lnTo>
                  <a:pt x="0" y="9779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E4548305-B69A-3881-D819-05415D0C1515}"/>
              </a:ext>
            </a:extLst>
          </p:cNvPr>
          <p:cNvSpPr>
            <a:spLocks/>
          </p:cNvSpPr>
          <p:nvPr/>
        </p:nvSpPr>
        <p:spPr bwMode="auto">
          <a:xfrm>
            <a:off x="4146550" y="1501775"/>
            <a:ext cx="2062163" cy="1030287"/>
          </a:xfrm>
          <a:custGeom>
            <a:avLst/>
            <a:gdLst>
              <a:gd name="T0" fmla="*/ 12990 w 12990"/>
              <a:gd name="T1" fmla="*/ 6497 h 6497"/>
              <a:gd name="T2" fmla="*/ 12980 w 12990"/>
              <a:gd name="T3" fmla="*/ 6146 h 6497"/>
              <a:gd name="T4" fmla="*/ 12952 w 12990"/>
              <a:gd name="T5" fmla="*/ 5795 h 6497"/>
              <a:gd name="T6" fmla="*/ 12904 w 12990"/>
              <a:gd name="T7" fmla="*/ 5446 h 6497"/>
              <a:gd name="T8" fmla="*/ 12838 w 12990"/>
              <a:gd name="T9" fmla="*/ 5101 h 6497"/>
              <a:gd name="T10" fmla="*/ 12753 w 12990"/>
              <a:gd name="T11" fmla="*/ 4760 h 6497"/>
              <a:gd name="T12" fmla="*/ 12650 w 12990"/>
              <a:gd name="T13" fmla="*/ 4423 h 6497"/>
              <a:gd name="T14" fmla="*/ 12529 w 12990"/>
              <a:gd name="T15" fmla="*/ 4093 h 6497"/>
              <a:gd name="T16" fmla="*/ 12389 w 12990"/>
              <a:gd name="T17" fmla="*/ 3769 h 6497"/>
              <a:gd name="T18" fmla="*/ 12233 w 12990"/>
              <a:gd name="T19" fmla="*/ 3454 h 6497"/>
              <a:gd name="T20" fmla="*/ 12060 w 12990"/>
              <a:gd name="T21" fmla="*/ 3148 h 6497"/>
              <a:gd name="T22" fmla="*/ 11871 w 12990"/>
              <a:gd name="T23" fmla="*/ 2851 h 6497"/>
              <a:gd name="T24" fmla="*/ 11666 w 12990"/>
              <a:gd name="T25" fmla="*/ 2565 h 6497"/>
              <a:gd name="T26" fmla="*/ 11445 w 12990"/>
              <a:gd name="T27" fmla="*/ 2291 h 6497"/>
              <a:gd name="T28" fmla="*/ 11210 w 12990"/>
              <a:gd name="T29" fmla="*/ 2030 h 6497"/>
              <a:gd name="T30" fmla="*/ 10961 w 12990"/>
              <a:gd name="T31" fmla="*/ 1781 h 6497"/>
              <a:gd name="T32" fmla="*/ 10700 w 12990"/>
              <a:gd name="T33" fmla="*/ 1546 h 6497"/>
              <a:gd name="T34" fmla="*/ 10426 w 12990"/>
              <a:gd name="T35" fmla="*/ 1325 h 6497"/>
              <a:gd name="T36" fmla="*/ 10139 w 12990"/>
              <a:gd name="T37" fmla="*/ 1119 h 6497"/>
              <a:gd name="T38" fmla="*/ 9843 w 12990"/>
              <a:gd name="T39" fmla="*/ 930 h 6497"/>
              <a:gd name="T40" fmla="*/ 9537 w 12990"/>
              <a:gd name="T41" fmla="*/ 757 h 6497"/>
              <a:gd name="T42" fmla="*/ 9222 w 12990"/>
              <a:gd name="T43" fmla="*/ 601 h 6497"/>
              <a:gd name="T44" fmla="*/ 8899 w 12990"/>
              <a:gd name="T45" fmla="*/ 461 h 6497"/>
              <a:gd name="T46" fmla="*/ 8569 w 12990"/>
              <a:gd name="T47" fmla="*/ 340 h 6497"/>
              <a:gd name="T48" fmla="*/ 8233 w 12990"/>
              <a:gd name="T49" fmla="*/ 237 h 6497"/>
              <a:gd name="T50" fmla="*/ 7891 w 12990"/>
              <a:gd name="T51" fmla="*/ 152 h 6497"/>
              <a:gd name="T52" fmla="*/ 7546 w 12990"/>
              <a:gd name="T53" fmla="*/ 85 h 6497"/>
              <a:gd name="T54" fmla="*/ 7197 w 12990"/>
              <a:gd name="T55" fmla="*/ 38 h 6497"/>
              <a:gd name="T56" fmla="*/ 6847 w 12990"/>
              <a:gd name="T57" fmla="*/ 9 h 6497"/>
              <a:gd name="T58" fmla="*/ 6495 w 12990"/>
              <a:gd name="T59" fmla="*/ 0 h 6497"/>
              <a:gd name="T60" fmla="*/ 6143 w 12990"/>
              <a:gd name="T61" fmla="*/ 9 h 6497"/>
              <a:gd name="T62" fmla="*/ 5792 w 12990"/>
              <a:gd name="T63" fmla="*/ 38 h 6497"/>
              <a:gd name="T64" fmla="*/ 5444 w 12990"/>
              <a:gd name="T65" fmla="*/ 85 h 6497"/>
              <a:gd name="T66" fmla="*/ 5098 w 12990"/>
              <a:gd name="T67" fmla="*/ 152 h 6497"/>
              <a:gd name="T68" fmla="*/ 4757 w 12990"/>
              <a:gd name="T69" fmla="*/ 237 h 6497"/>
              <a:gd name="T70" fmla="*/ 4421 w 12990"/>
              <a:gd name="T71" fmla="*/ 340 h 6497"/>
              <a:gd name="T72" fmla="*/ 4091 w 12990"/>
              <a:gd name="T73" fmla="*/ 461 h 6497"/>
              <a:gd name="T74" fmla="*/ 3767 w 12990"/>
              <a:gd name="T75" fmla="*/ 601 h 6497"/>
              <a:gd name="T76" fmla="*/ 3452 w 12990"/>
              <a:gd name="T77" fmla="*/ 757 h 6497"/>
              <a:gd name="T78" fmla="*/ 3147 w 12990"/>
              <a:gd name="T79" fmla="*/ 930 h 6497"/>
              <a:gd name="T80" fmla="*/ 2849 w 12990"/>
              <a:gd name="T81" fmla="*/ 1119 h 6497"/>
              <a:gd name="T82" fmla="*/ 2564 w 12990"/>
              <a:gd name="T83" fmla="*/ 1325 h 6497"/>
              <a:gd name="T84" fmla="*/ 2290 w 12990"/>
              <a:gd name="T85" fmla="*/ 1546 h 6497"/>
              <a:gd name="T86" fmla="*/ 2028 w 12990"/>
              <a:gd name="T87" fmla="*/ 1781 h 6497"/>
              <a:gd name="T88" fmla="*/ 1780 w 12990"/>
              <a:gd name="T89" fmla="*/ 2030 h 6497"/>
              <a:gd name="T90" fmla="*/ 1544 w 12990"/>
              <a:gd name="T91" fmla="*/ 2291 h 6497"/>
              <a:gd name="T92" fmla="*/ 1324 w 12990"/>
              <a:gd name="T93" fmla="*/ 2565 h 6497"/>
              <a:gd name="T94" fmla="*/ 1119 w 12990"/>
              <a:gd name="T95" fmla="*/ 2851 h 6497"/>
              <a:gd name="T96" fmla="*/ 929 w 12990"/>
              <a:gd name="T97" fmla="*/ 3148 h 6497"/>
              <a:gd name="T98" fmla="*/ 756 w 12990"/>
              <a:gd name="T99" fmla="*/ 3454 h 6497"/>
              <a:gd name="T100" fmla="*/ 601 w 12990"/>
              <a:gd name="T101" fmla="*/ 3769 h 6497"/>
              <a:gd name="T102" fmla="*/ 461 w 12990"/>
              <a:gd name="T103" fmla="*/ 4093 h 6497"/>
              <a:gd name="T104" fmla="*/ 340 w 12990"/>
              <a:gd name="T105" fmla="*/ 4423 h 6497"/>
              <a:gd name="T106" fmla="*/ 236 w 12990"/>
              <a:gd name="T107" fmla="*/ 4760 h 6497"/>
              <a:gd name="T108" fmla="*/ 151 w 12990"/>
              <a:gd name="T109" fmla="*/ 5101 h 6497"/>
              <a:gd name="T110" fmla="*/ 85 w 12990"/>
              <a:gd name="T111" fmla="*/ 5446 h 6497"/>
              <a:gd name="T112" fmla="*/ 38 w 12990"/>
              <a:gd name="T113" fmla="*/ 5795 h 6497"/>
              <a:gd name="T114" fmla="*/ 9 w 12990"/>
              <a:gd name="T115" fmla="*/ 6146 h 6497"/>
              <a:gd name="T116" fmla="*/ 0 w 12990"/>
              <a:gd name="T117" fmla="*/ 6497 h 6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990" h="6497">
                <a:moveTo>
                  <a:pt x="12990" y="6497"/>
                </a:moveTo>
                <a:lnTo>
                  <a:pt x="12980" y="6146"/>
                </a:lnTo>
                <a:lnTo>
                  <a:pt x="12952" y="5795"/>
                </a:lnTo>
                <a:lnTo>
                  <a:pt x="12904" y="5446"/>
                </a:lnTo>
                <a:lnTo>
                  <a:pt x="12838" y="5101"/>
                </a:lnTo>
                <a:lnTo>
                  <a:pt x="12753" y="4760"/>
                </a:lnTo>
                <a:lnTo>
                  <a:pt x="12650" y="4423"/>
                </a:lnTo>
                <a:lnTo>
                  <a:pt x="12529" y="4093"/>
                </a:lnTo>
                <a:lnTo>
                  <a:pt x="12389" y="3769"/>
                </a:lnTo>
                <a:lnTo>
                  <a:pt x="12233" y="3454"/>
                </a:lnTo>
                <a:lnTo>
                  <a:pt x="12060" y="3148"/>
                </a:lnTo>
                <a:lnTo>
                  <a:pt x="11871" y="2851"/>
                </a:lnTo>
                <a:lnTo>
                  <a:pt x="11666" y="2565"/>
                </a:lnTo>
                <a:lnTo>
                  <a:pt x="11445" y="2291"/>
                </a:lnTo>
                <a:lnTo>
                  <a:pt x="11210" y="2030"/>
                </a:lnTo>
                <a:lnTo>
                  <a:pt x="10961" y="1781"/>
                </a:lnTo>
                <a:lnTo>
                  <a:pt x="10700" y="1546"/>
                </a:lnTo>
                <a:lnTo>
                  <a:pt x="10426" y="1325"/>
                </a:lnTo>
                <a:lnTo>
                  <a:pt x="10139" y="1119"/>
                </a:lnTo>
                <a:lnTo>
                  <a:pt x="9843" y="930"/>
                </a:lnTo>
                <a:lnTo>
                  <a:pt x="9537" y="757"/>
                </a:lnTo>
                <a:lnTo>
                  <a:pt x="9222" y="601"/>
                </a:lnTo>
                <a:lnTo>
                  <a:pt x="8899" y="461"/>
                </a:lnTo>
                <a:lnTo>
                  <a:pt x="8569" y="340"/>
                </a:lnTo>
                <a:lnTo>
                  <a:pt x="8233" y="237"/>
                </a:lnTo>
                <a:lnTo>
                  <a:pt x="7891" y="152"/>
                </a:lnTo>
                <a:lnTo>
                  <a:pt x="7546" y="85"/>
                </a:lnTo>
                <a:lnTo>
                  <a:pt x="7197" y="38"/>
                </a:lnTo>
                <a:lnTo>
                  <a:pt x="6847" y="9"/>
                </a:lnTo>
                <a:lnTo>
                  <a:pt x="6495" y="0"/>
                </a:lnTo>
                <a:lnTo>
                  <a:pt x="6143" y="9"/>
                </a:lnTo>
                <a:lnTo>
                  <a:pt x="5792" y="38"/>
                </a:lnTo>
                <a:lnTo>
                  <a:pt x="5444" y="85"/>
                </a:lnTo>
                <a:lnTo>
                  <a:pt x="5098" y="152"/>
                </a:lnTo>
                <a:lnTo>
                  <a:pt x="4757" y="237"/>
                </a:lnTo>
                <a:lnTo>
                  <a:pt x="4421" y="340"/>
                </a:lnTo>
                <a:lnTo>
                  <a:pt x="4091" y="461"/>
                </a:lnTo>
                <a:lnTo>
                  <a:pt x="3767" y="601"/>
                </a:lnTo>
                <a:lnTo>
                  <a:pt x="3452" y="757"/>
                </a:lnTo>
                <a:lnTo>
                  <a:pt x="3147" y="930"/>
                </a:lnTo>
                <a:lnTo>
                  <a:pt x="2849" y="1119"/>
                </a:lnTo>
                <a:lnTo>
                  <a:pt x="2564" y="1325"/>
                </a:lnTo>
                <a:lnTo>
                  <a:pt x="2290" y="1546"/>
                </a:lnTo>
                <a:lnTo>
                  <a:pt x="2028" y="1781"/>
                </a:lnTo>
                <a:lnTo>
                  <a:pt x="1780" y="2030"/>
                </a:lnTo>
                <a:lnTo>
                  <a:pt x="1544" y="2291"/>
                </a:lnTo>
                <a:lnTo>
                  <a:pt x="1324" y="2565"/>
                </a:lnTo>
                <a:lnTo>
                  <a:pt x="1119" y="2851"/>
                </a:lnTo>
                <a:lnTo>
                  <a:pt x="929" y="3148"/>
                </a:lnTo>
                <a:lnTo>
                  <a:pt x="756" y="3454"/>
                </a:lnTo>
                <a:lnTo>
                  <a:pt x="601" y="3769"/>
                </a:lnTo>
                <a:lnTo>
                  <a:pt x="461" y="4093"/>
                </a:lnTo>
                <a:lnTo>
                  <a:pt x="340" y="4423"/>
                </a:lnTo>
                <a:lnTo>
                  <a:pt x="236" y="4760"/>
                </a:lnTo>
                <a:lnTo>
                  <a:pt x="151" y="5101"/>
                </a:lnTo>
                <a:lnTo>
                  <a:pt x="85" y="5446"/>
                </a:lnTo>
                <a:lnTo>
                  <a:pt x="38" y="5795"/>
                </a:lnTo>
                <a:lnTo>
                  <a:pt x="9" y="6146"/>
                </a:lnTo>
                <a:lnTo>
                  <a:pt x="0" y="6497"/>
                </a:lnTo>
              </a:path>
            </a:pathLst>
          </a:custGeom>
          <a:noFill/>
          <a:ln w="6350" cmpd="sng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6DCA1316-7EFB-3DA2-E740-2875C0083812}"/>
              </a:ext>
            </a:extLst>
          </p:cNvPr>
          <p:cNvSpPr>
            <a:spLocks/>
          </p:cNvSpPr>
          <p:nvPr/>
        </p:nvSpPr>
        <p:spPr bwMode="auto">
          <a:xfrm>
            <a:off x="3908425" y="1262062"/>
            <a:ext cx="2538413" cy="1270000"/>
          </a:xfrm>
          <a:custGeom>
            <a:avLst/>
            <a:gdLst>
              <a:gd name="T0" fmla="*/ 15985 w 15994"/>
              <a:gd name="T1" fmla="*/ 7609 h 8001"/>
              <a:gd name="T2" fmla="*/ 15908 w 15994"/>
              <a:gd name="T3" fmla="*/ 6827 h 8001"/>
              <a:gd name="T4" fmla="*/ 15755 w 15994"/>
              <a:gd name="T5" fmla="*/ 6058 h 8001"/>
              <a:gd name="T6" fmla="*/ 15527 w 15994"/>
              <a:gd name="T7" fmla="*/ 5306 h 8001"/>
              <a:gd name="T8" fmla="*/ 15227 w 15994"/>
              <a:gd name="T9" fmla="*/ 4580 h 8001"/>
              <a:gd name="T10" fmla="*/ 14856 w 15994"/>
              <a:gd name="T11" fmla="*/ 3888 h 8001"/>
              <a:gd name="T12" fmla="*/ 14420 w 15994"/>
              <a:gd name="T13" fmla="*/ 3235 h 8001"/>
              <a:gd name="T14" fmla="*/ 13923 w 15994"/>
              <a:gd name="T15" fmla="*/ 2628 h 8001"/>
              <a:gd name="T16" fmla="*/ 13367 w 15994"/>
              <a:gd name="T17" fmla="*/ 2073 h 8001"/>
              <a:gd name="T18" fmla="*/ 12760 w 15994"/>
              <a:gd name="T19" fmla="*/ 1575 h 8001"/>
              <a:gd name="T20" fmla="*/ 12108 w 15994"/>
              <a:gd name="T21" fmla="*/ 1139 h 8001"/>
              <a:gd name="T22" fmla="*/ 11417 w 15994"/>
              <a:gd name="T23" fmla="*/ 769 h 8001"/>
              <a:gd name="T24" fmla="*/ 10691 w 15994"/>
              <a:gd name="T25" fmla="*/ 469 h 8001"/>
              <a:gd name="T26" fmla="*/ 9940 w 15994"/>
              <a:gd name="T27" fmla="*/ 241 h 8001"/>
              <a:gd name="T28" fmla="*/ 9171 w 15994"/>
              <a:gd name="T29" fmla="*/ 87 h 8001"/>
              <a:gd name="T30" fmla="*/ 8390 w 15994"/>
              <a:gd name="T31" fmla="*/ 11 h 8001"/>
              <a:gd name="T32" fmla="*/ 7604 w 15994"/>
              <a:gd name="T33" fmla="*/ 11 h 8001"/>
              <a:gd name="T34" fmla="*/ 6823 w 15994"/>
              <a:gd name="T35" fmla="*/ 87 h 8001"/>
              <a:gd name="T36" fmla="*/ 6053 w 15994"/>
              <a:gd name="T37" fmla="*/ 241 h 8001"/>
              <a:gd name="T38" fmla="*/ 5303 w 15994"/>
              <a:gd name="T39" fmla="*/ 469 h 8001"/>
              <a:gd name="T40" fmla="*/ 4577 w 15994"/>
              <a:gd name="T41" fmla="*/ 769 h 8001"/>
              <a:gd name="T42" fmla="*/ 3885 w 15994"/>
              <a:gd name="T43" fmla="*/ 1139 h 8001"/>
              <a:gd name="T44" fmla="*/ 3232 w 15994"/>
              <a:gd name="T45" fmla="*/ 1575 h 8001"/>
              <a:gd name="T46" fmla="*/ 2626 w 15994"/>
              <a:gd name="T47" fmla="*/ 2073 h 8001"/>
              <a:gd name="T48" fmla="*/ 2071 w 15994"/>
              <a:gd name="T49" fmla="*/ 2628 h 8001"/>
              <a:gd name="T50" fmla="*/ 1573 w 15994"/>
              <a:gd name="T51" fmla="*/ 3235 h 8001"/>
              <a:gd name="T52" fmla="*/ 1137 w 15994"/>
              <a:gd name="T53" fmla="*/ 3888 h 8001"/>
              <a:gd name="T54" fmla="*/ 767 w 15994"/>
              <a:gd name="T55" fmla="*/ 4580 h 8001"/>
              <a:gd name="T56" fmla="*/ 467 w 15994"/>
              <a:gd name="T57" fmla="*/ 5306 h 8001"/>
              <a:gd name="T58" fmla="*/ 239 w 15994"/>
              <a:gd name="T59" fmla="*/ 6058 h 8001"/>
              <a:gd name="T60" fmla="*/ 86 w 15994"/>
              <a:gd name="T61" fmla="*/ 6827 h 8001"/>
              <a:gd name="T62" fmla="*/ 9 w 15994"/>
              <a:gd name="T63" fmla="*/ 7609 h 8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5994" h="8001">
                <a:moveTo>
                  <a:pt x="15994" y="8001"/>
                </a:moveTo>
                <a:lnTo>
                  <a:pt x="15985" y="7609"/>
                </a:lnTo>
                <a:lnTo>
                  <a:pt x="15955" y="7217"/>
                </a:lnTo>
                <a:lnTo>
                  <a:pt x="15908" y="6827"/>
                </a:lnTo>
                <a:lnTo>
                  <a:pt x="15841" y="6441"/>
                </a:lnTo>
                <a:lnTo>
                  <a:pt x="15755" y="6058"/>
                </a:lnTo>
                <a:lnTo>
                  <a:pt x="15650" y="5679"/>
                </a:lnTo>
                <a:lnTo>
                  <a:pt x="15527" y="5306"/>
                </a:lnTo>
                <a:lnTo>
                  <a:pt x="15385" y="4940"/>
                </a:lnTo>
                <a:lnTo>
                  <a:pt x="15227" y="4580"/>
                </a:lnTo>
                <a:lnTo>
                  <a:pt x="15050" y="4230"/>
                </a:lnTo>
                <a:lnTo>
                  <a:pt x="14856" y="3888"/>
                </a:lnTo>
                <a:lnTo>
                  <a:pt x="14646" y="3557"/>
                </a:lnTo>
                <a:lnTo>
                  <a:pt x="14420" y="3235"/>
                </a:lnTo>
                <a:lnTo>
                  <a:pt x="14179" y="2926"/>
                </a:lnTo>
                <a:lnTo>
                  <a:pt x="13923" y="2628"/>
                </a:lnTo>
                <a:lnTo>
                  <a:pt x="13652" y="2344"/>
                </a:lnTo>
                <a:lnTo>
                  <a:pt x="13367" y="2073"/>
                </a:lnTo>
                <a:lnTo>
                  <a:pt x="13070" y="1817"/>
                </a:lnTo>
                <a:lnTo>
                  <a:pt x="12760" y="1575"/>
                </a:lnTo>
                <a:lnTo>
                  <a:pt x="12440" y="1350"/>
                </a:lnTo>
                <a:lnTo>
                  <a:pt x="12108" y="1139"/>
                </a:lnTo>
                <a:lnTo>
                  <a:pt x="11767" y="945"/>
                </a:lnTo>
                <a:lnTo>
                  <a:pt x="11417" y="769"/>
                </a:lnTo>
                <a:lnTo>
                  <a:pt x="11057" y="609"/>
                </a:lnTo>
                <a:lnTo>
                  <a:pt x="10691" y="469"/>
                </a:lnTo>
                <a:lnTo>
                  <a:pt x="10318" y="345"/>
                </a:lnTo>
                <a:lnTo>
                  <a:pt x="9940" y="241"/>
                </a:lnTo>
                <a:lnTo>
                  <a:pt x="9557" y="155"/>
                </a:lnTo>
                <a:lnTo>
                  <a:pt x="9171" y="87"/>
                </a:lnTo>
                <a:lnTo>
                  <a:pt x="8780" y="39"/>
                </a:lnTo>
                <a:lnTo>
                  <a:pt x="8390" y="11"/>
                </a:lnTo>
                <a:lnTo>
                  <a:pt x="7997" y="0"/>
                </a:lnTo>
                <a:lnTo>
                  <a:pt x="7604" y="11"/>
                </a:lnTo>
                <a:lnTo>
                  <a:pt x="7213" y="39"/>
                </a:lnTo>
                <a:lnTo>
                  <a:pt x="6823" y="87"/>
                </a:lnTo>
                <a:lnTo>
                  <a:pt x="6437" y="155"/>
                </a:lnTo>
                <a:lnTo>
                  <a:pt x="6053" y="241"/>
                </a:lnTo>
                <a:lnTo>
                  <a:pt x="5675" y="345"/>
                </a:lnTo>
                <a:lnTo>
                  <a:pt x="5303" y="469"/>
                </a:lnTo>
                <a:lnTo>
                  <a:pt x="4936" y="609"/>
                </a:lnTo>
                <a:lnTo>
                  <a:pt x="4577" y="769"/>
                </a:lnTo>
                <a:lnTo>
                  <a:pt x="4227" y="945"/>
                </a:lnTo>
                <a:lnTo>
                  <a:pt x="3885" y="1139"/>
                </a:lnTo>
                <a:lnTo>
                  <a:pt x="3554" y="1350"/>
                </a:lnTo>
                <a:lnTo>
                  <a:pt x="3232" y="1575"/>
                </a:lnTo>
                <a:lnTo>
                  <a:pt x="2924" y="1817"/>
                </a:lnTo>
                <a:lnTo>
                  <a:pt x="2626" y="2073"/>
                </a:lnTo>
                <a:lnTo>
                  <a:pt x="2342" y="2344"/>
                </a:lnTo>
                <a:lnTo>
                  <a:pt x="2071" y="2628"/>
                </a:lnTo>
                <a:lnTo>
                  <a:pt x="1815" y="2926"/>
                </a:lnTo>
                <a:lnTo>
                  <a:pt x="1573" y="3235"/>
                </a:lnTo>
                <a:lnTo>
                  <a:pt x="1347" y="3557"/>
                </a:lnTo>
                <a:lnTo>
                  <a:pt x="1137" y="3888"/>
                </a:lnTo>
                <a:lnTo>
                  <a:pt x="943" y="4230"/>
                </a:lnTo>
                <a:lnTo>
                  <a:pt x="767" y="4580"/>
                </a:lnTo>
                <a:lnTo>
                  <a:pt x="608" y="4940"/>
                </a:lnTo>
                <a:lnTo>
                  <a:pt x="467" y="5306"/>
                </a:lnTo>
                <a:lnTo>
                  <a:pt x="344" y="5679"/>
                </a:lnTo>
                <a:lnTo>
                  <a:pt x="239" y="6058"/>
                </a:lnTo>
                <a:lnTo>
                  <a:pt x="153" y="6441"/>
                </a:lnTo>
                <a:lnTo>
                  <a:pt x="86" y="6827"/>
                </a:lnTo>
                <a:lnTo>
                  <a:pt x="37" y="7217"/>
                </a:lnTo>
                <a:lnTo>
                  <a:pt x="9" y="7609"/>
                </a:lnTo>
                <a:lnTo>
                  <a:pt x="0" y="8001"/>
                </a:lnTo>
              </a:path>
            </a:pathLst>
          </a:custGeom>
          <a:noFill/>
          <a:ln w="9525" cmpd="sng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32A7264D-6317-5DBE-CF78-D376647FDE08}"/>
              </a:ext>
            </a:extLst>
          </p:cNvPr>
          <p:cNvSpPr>
            <a:spLocks/>
          </p:cNvSpPr>
          <p:nvPr/>
        </p:nvSpPr>
        <p:spPr bwMode="auto">
          <a:xfrm>
            <a:off x="3573463" y="915987"/>
            <a:ext cx="3205162" cy="1617663"/>
          </a:xfrm>
          <a:custGeom>
            <a:avLst/>
            <a:gdLst>
              <a:gd name="T0" fmla="*/ 20351 w 20360"/>
              <a:gd name="T1" fmla="*/ 9740 h 10184"/>
              <a:gd name="T2" fmla="*/ 20273 w 20360"/>
              <a:gd name="T3" fmla="*/ 8855 h 10184"/>
              <a:gd name="T4" fmla="*/ 20119 w 20360"/>
              <a:gd name="T5" fmla="*/ 7980 h 10184"/>
              <a:gd name="T6" fmla="*/ 19889 w 20360"/>
              <a:gd name="T7" fmla="*/ 7123 h 10184"/>
              <a:gd name="T8" fmla="*/ 19585 w 20360"/>
              <a:gd name="T9" fmla="*/ 6287 h 10184"/>
              <a:gd name="T10" fmla="*/ 19209 w 20360"/>
              <a:gd name="T11" fmla="*/ 5482 h 10184"/>
              <a:gd name="T12" fmla="*/ 18765 w 20360"/>
              <a:gd name="T13" fmla="*/ 4713 h 10184"/>
              <a:gd name="T14" fmla="*/ 18256 w 20360"/>
              <a:gd name="T15" fmla="*/ 3985 h 10184"/>
              <a:gd name="T16" fmla="*/ 17685 w 20360"/>
              <a:gd name="T17" fmla="*/ 3304 h 10184"/>
              <a:gd name="T18" fmla="*/ 17057 w 20360"/>
              <a:gd name="T19" fmla="*/ 2676 h 10184"/>
              <a:gd name="T20" fmla="*/ 16377 w 20360"/>
              <a:gd name="T21" fmla="*/ 2105 h 10184"/>
              <a:gd name="T22" fmla="*/ 15649 w 20360"/>
              <a:gd name="T23" fmla="*/ 1595 h 10184"/>
              <a:gd name="T24" fmla="*/ 14880 w 20360"/>
              <a:gd name="T25" fmla="*/ 1151 h 10184"/>
              <a:gd name="T26" fmla="*/ 14075 w 20360"/>
              <a:gd name="T27" fmla="*/ 775 h 10184"/>
              <a:gd name="T28" fmla="*/ 13240 w 20360"/>
              <a:gd name="T29" fmla="*/ 472 h 10184"/>
              <a:gd name="T30" fmla="*/ 12383 w 20360"/>
              <a:gd name="T31" fmla="*/ 242 h 10184"/>
              <a:gd name="T32" fmla="*/ 11508 w 20360"/>
              <a:gd name="T33" fmla="*/ 88 h 10184"/>
              <a:gd name="T34" fmla="*/ 10624 w 20360"/>
              <a:gd name="T35" fmla="*/ 10 h 10184"/>
              <a:gd name="T36" fmla="*/ 9736 w 20360"/>
              <a:gd name="T37" fmla="*/ 10 h 10184"/>
              <a:gd name="T38" fmla="*/ 8851 w 20360"/>
              <a:gd name="T39" fmla="*/ 88 h 10184"/>
              <a:gd name="T40" fmla="*/ 7976 w 20360"/>
              <a:gd name="T41" fmla="*/ 242 h 10184"/>
              <a:gd name="T42" fmla="*/ 7118 w 20360"/>
              <a:gd name="T43" fmla="*/ 472 h 10184"/>
              <a:gd name="T44" fmla="*/ 6284 w 20360"/>
              <a:gd name="T45" fmla="*/ 775 h 10184"/>
              <a:gd name="T46" fmla="*/ 5479 w 20360"/>
              <a:gd name="T47" fmla="*/ 1151 h 10184"/>
              <a:gd name="T48" fmla="*/ 4710 w 20360"/>
              <a:gd name="T49" fmla="*/ 1595 h 10184"/>
              <a:gd name="T50" fmla="*/ 3982 w 20360"/>
              <a:gd name="T51" fmla="*/ 2105 h 10184"/>
              <a:gd name="T52" fmla="*/ 3302 w 20360"/>
              <a:gd name="T53" fmla="*/ 2676 h 10184"/>
              <a:gd name="T54" fmla="*/ 2674 w 20360"/>
              <a:gd name="T55" fmla="*/ 3304 h 10184"/>
              <a:gd name="T56" fmla="*/ 2104 w 20360"/>
              <a:gd name="T57" fmla="*/ 3985 h 10184"/>
              <a:gd name="T58" fmla="*/ 1593 w 20360"/>
              <a:gd name="T59" fmla="*/ 4713 h 10184"/>
              <a:gd name="T60" fmla="*/ 1150 w 20360"/>
              <a:gd name="T61" fmla="*/ 5482 h 10184"/>
              <a:gd name="T62" fmla="*/ 775 w 20360"/>
              <a:gd name="T63" fmla="*/ 6287 h 10184"/>
              <a:gd name="T64" fmla="*/ 471 w 20360"/>
              <a:gd name="T65" fmla="*/ 7123 h 10184"/>
              <a:gd name="T66" fmla="*/ 241 w 20360"/>
              <a:gd name="T67" fmla="*/ 7980 h 10184"/>
              <a:gd name="T68" fmla="*/ 87 w 20360"/>
              <a:gd name="T69" fmla="*/ 8855 h 10184"/>
              <a:gd name="T70" fmla="*/ 9 w 20360"/>
              <a:gd name="T71" fmla="*/ 9740 h 10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0360" h="10184">
                <a:moveTo>
                  <a:pt x="20360" y="10184"/>
                </a:moveTo>
                <a:lnTo>
                  <a:pt x="20351" y="9740"/>
                </a:lnTo>
                <a:lnTo>
                  <a:pt x="20321" y="9297"/>
                </a:lnTo>
                <a:lnTo>
                  <a:pt x="20273" y="8855"/>
                </a:lnTo>
                <a:lnTo>
                  <a:pt x="20205" y="8416"/>
                </a:lnTo>
                <a:lnTo>
                  <a:pt x="20119" y="7980"/>
                </a:lnTo>
                <a:lnTo>
                  <a:pt x="20013" y="7549"/>
                </a:lnTo>
                <a:lnTo>
                  <a:pt x="19889" y="7123"/>
                </a:lnTo>
                <a:lnTo>
                  <a:pt x="19746" y="6701"/>
                </a:lnTo>
                <a:lnTo>
                  <a:pt x="19585" y="6287"/>
                </a:lnTo>
                <a:lnTo>
                  <a:pt x="19406" y="5880"/>
                </a:lnTo>
                <a:lnTo>
                  <a:pt x="19209" y="5482"/>
                </a:lnTo>
                <a:lnTo>
                  <a:pt x="18996" y="5093"/>
                </a:lnTo>
                <a:lnTo>
                  <a:pt x="18765" y="4713"/>
                </a:lnTo>
                <a:lnTo>
                  <a:pt x="18518" y="4343"/>
                </a:lnTo>
                <a:lnTo>
                  <a:pt x="18256" y="3985"/>
                </a:lnTo>
                <a:lnTo>
                  <a:pt x="17978" y="3639"/>
                </a:lnTo>
                <a:lnTo>
                  <a:pt x="17685" y="3304"/>
                </a:lnTo>
                <a:lnTo>
                  <a:pt x="17378" y="2983"/>
                </a:lnTo>
                <a:lnTo>
                  <a:pt x="17057" y="2676"/>
                </a:lnTo>
                <a:lnTo>
                  <a:pt x="16723" y="2383"/>
                </a:lnTo>
                <a:lnTo>
                  <a:pt x="16377" y="2105"/>
                </a:lnTo>
                <a:lnTo>
                  <a:pt x="16019" y="1842"/>
                </a:lnTo>
                <a:lnTo>
                  <a:pt x="15649" y="1595"/>
                </a:lnTo>
                <a:lnTo>
                  <a:pt x="15270" y="1364"/>
                </a:lnTo>
                <a:lnTo>
                  <a:pt x="14880" y="1151"/>
                </a:lnTo>
                <a:lnTo>
                  <a:pt x="14483" y="955"/>
                </a:lnTo>
                <a:lnTo>
                  <a:pt x="14075" y="775"/>
                </a:lnTo>
                <a:lnTo>
                  <a:pt x="13661" y="615"/>
                </a:lnTo>
                <a:lnTo>
                  <a:pt x="13240" y="472"/>
                </a:lnTo>
                <a:lnTo>
                  <a:pt x="12814" y="347"/>
                </a:lnTo>
                <a:lnTo>
                  <a:pt x="12383" y="242"/>
                </a:lnTo>
                <a:lnTo>
                  <a:pt x="11948" y="155"/>
                </a:lnTo>
                <a:lnTo>
                  <a:pt x="11508" y="88"/>
                </a:lnTo>
                <a:lnTo>
                  <a:pt x="11067" y="39"/>
                </a:lnTo>
                <a:lnTo>
                  <a:pt x="10624" y="10"/>
                </a:lnTo>
                <a:lnTo>
                  <a:pt x="10180" y="0"/>
                </a:lnTo>
                <a:lnTo>
                  <a:pt x="9736" y="10"/>
                </a:lnTo>
                <a:lnTo>
                  <a:pt x="9293" y="39"/>
                </a:lnTo>
                <a:lnTo>
                  <a:pt x="8851" y="88"/>
                </a:lnTo>
                <a:lnTo>
                  <a:pt x="8412" y="155"/>
                </a:lnTo>
                <a:lnTo>
                  <a:pt x="7976" y="242"/>
                </a:lnTo>
                <a:lnTo>
                  <a:pt x="7545" y="347"/>
                </a:lnTo>
                <a:lnTo>
                  <a:pt x="7118" y="472"/>
                </a:lnTo>
                <a:lnTo>
                  <a:pt x="6698" y="615"/>
                </a:lnTo>
                <a:lnTo>
                  <a:pt x="6284" y="775"/>
                </a:lnTo>
                <a:lnTo>
                  <a:pt x="5877" y="955"/>
                </a:lnTo>
                <a:lnTo>
                  <a:pt x="5479" y="1151"/>
                </a:lnTo>
                <a:lnTo>
                  <a:pt x="5090" y="1364"/>
                </a:lnTo>
                <a:lnTo>
                  <a:pt x="4710" y="1595"/>
                </a:lnTo>
                <a:lnTo>
                  <a:pt x="4341" y="1842"/>
                </a:lnTo>
                <a:lnTo>
                  <a:pt x="3982" y="2105"/>
                </a:lnTo>
                <a:lnTo>
                  <a:pt x="3636" y="2383"/>
                </a:lnTo>
                <a:lnTo>
                  <a:pt x="3302" y="2676"/>
                </a:lnTo>
                <a:lnTo>
                  <a:pt x="2982" y="2983"/>
                </a:lnTo>
                <a:lnTo>
                  <a:pt x="2674" y="3304"/>
                </a:lnTo>
                <a:lnTo>
                  <a:pt x="2381" y="3639"/>
                </a:lnTo>
                <a:lnTo>
                  <a:pt x="2104" y="3985"/>
                </a:lnTo>
                <a:lnTo>
                  <a:pt x="1840" y="4343"/>
                </a:lnTo>
                <a:lnTo>
                  <a:pt x="1593" y="4713"/>
                </a:lnTo>
                <a:lnTo>
                  <a:pt x="1364" y="5093"/>
                </a:lnTo>
                <a:lnTo>
                  <a:pt x="1150" y="5482"/>
                </a:lnTo>
                <a:lnTo>
                  <a:pt x="953" y="5880"/>
                </a:lnTo>
                <a:lnTo>
                  <a:pt x="775" y="6287"/>
                </a:lnTo>
                <a:lnTo>
                  <a:pt x="614" y="6701"/>
                </a:lnTo>
                <a:lnTo>
                  <a:pt x="471" y="7123"/>
                </a:lnTo>
                <a:lnTo>
                  <a:pt x="346" y="7549"/>
                </a:lnTo>
                <a:lnTo>
                  <a:pt x="241" y="7980"/>
                </a:lnTo>
                <a:lnTo>
                  <a:pt x="154" y="8416"/>
                </a:lnTo>
                <a:lnTo>
                  <a:pt x="87" y="8855"/>
                </a:lnTo>
                <a:lnTo>
                  <a:pt x="39" y="9297"/>
                </a:lnTo>
                <a:lnTo>
                  <a:pt x="9" y="9740"/>
                </a:lnTo>
                <a:lnTo>
                  <a:pt x="0" y="10184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6063217E-1523-FFE8-D5FD-376168C87C31}"/>
              </a:ext>
            </a:extLst>
          </p:cNvPr>
          <p:cNvSpPr>
            <a:spLocks/>
          </p:cNvSpPr>
          <p:nvPr/>
        </p:nvSpPr>
        <p:spPr bwMode="auto">
          <a:xfrm>
            <a:off x="3714750" y="1069975"/>
            <a:ext cx="2924175" cy="1462087"/>
          </a:xfrm>
          <a:custGeom>
            <a:avLst/>
            <a:gdLst>
              <a:gd name="T0" fmla="*/ 18411 w 18421"/>
              <a:gd name="T1" fmla="*/ 8788 h 9213"/>
              <a:gd name="T2" fmla="*/ 18333 w 18421"/>
              <a:gd name="T3" fmla="*/ 7941 h 9213"/>
              <a:gd name="T4" fmla="*/ 18176 w 18421"/>
              <a:gd name="T5" fmla="*/ 7104 h 9213"/>
              <a:gd name="T6" fmla="*/ 17944 w 18421"/>
              <a:gd name="T7" fmla="*/ 6285 h 9213"/>
              <a:gd name="T8" fmla="*/ 17637 w 18421"/>
              <a:gd name="T9" fmla="*/ 5492 h 9213"/>
              <a:gd name="T10" fmla="*/ 17258 w 18421"/>
              <a:gd name="T11" fmla="*/ 4730 h 9213"/>
              <a:gd name="T12" fmla="*/ 16809 w 18421"/>
              <a:gd name="T13" fmla="*/ 4006 h 9213"/>
              <a:gd name="T14" fmla="*/ 16297 w 18421"/>
              <a:gd name="T15" fmla="*/ 3327 h 9213"/>
              <a:gd name="T16" fmla="*/ 15724 w 18421"/>
              <a:gd name="T17" fmla="*/ 2698 h 9213"/>
              <a:gd name="T18" fmla="*/ 15095 w 18421"/>
              <a:gd name="T19" fmla="*/ 2125 h 9213"/>
              <a:gd name="T20" fmla="*/ 14416 w 18421"/>
              <a:gd name="T21" fmla="*/ 1611 h 9213"/>
              <a:gd name="T22" fmla="*/ 13693 w 18421"/>
              <a:gd name="T23" fmla="*/ 1164 h 9213"/>
              <a:gd name="T24" fmla="*/ 12931 w 18421"/>
              <a:gd name="T25" fmla="*/ 784 h 9213"/>
              <a:gd name="T26" fmla="*/ 12138 w 18421"/>
              <a:gd name="T27" fmla="*/ 477 h 9213"/>
              <a:gd name="T28" fmla="*/ 11319 w 18421"/>
              <a:gd name="T29" fmla="*/ 244 h 9213"/>
              <a:gd name="T30" fmla="*/ 10483 w 18421"/>
              <a:gd name="T31" fmla="*/ 88 h 9213"/>
              <a:gd name="T32" fmla="*/ 9636 w 18421"/>
              <a:gd name="T33" fmla="*/ 9 h 9213"/>
              <a:gd name="T34" fmla="*/ 8786 w 18421"/>
              <a:gd name="T35" fmla="*/ 9 h 9213"/>
              <a:gd name="T36" fmla="*/ 7938 w 18421"/>
              <a:gd name="T37" fmla="*/ 88 h 9213"/>
              <a:gd name="T38" fmla="*/ 7102 w 18421"/>
              <a:gd name="T39" fmla="*/ 244 h 9213"/>
              <a:gd name="T40" fmla="*/ 6284 w 18421"/>
              <a:gd name="T41" fmla="*/ 477 h 9213"/>
              <a:gd name="T42" fmla="*/ 5491 w 18421"/>
              <a:gd name="T43" fmla="*/ 784 h 9213"/>
              <a:gd name="T44" fmla="*/ 4729 w 18421"/>
              <a:gd name="T45" fmla="*/ 1164 h 9213"/>
              <a:gd name="T46" fmla="*/ 4005 w 18421"/>
              <a:gd name="T47" fmla="*/ 1611 h 9213"/>
              <a:gd name="T48" fmla="*/ 3327 w 18421"/>
              <a:gd name="T49" fmla="*/ 2125 h 9213"/>
              <a:gd name="T50" fmla="*/ 2698 w 18421"/>
              <a:gd name="T51" fmla="*/ 2698 h 9213"/>
              <a:gd name="T52" fmla="*/ 2125 w 18421"/>
              <a:gd name="T53" fmla="*/ 3327 h 9213"/>
              <a:gd name="T54" fmla="*/ 1612 w 18421"/>
              <a:gd name="T55" fmla="*/ 4006 h 9213"/>
              <a:gd name="T56" fmla="*/ 1164 w 18421"/>
              <a:gd name="T57" fmla="*/ 4730 h 9213"/>
              <a:gd name="T58" fmla="*/ 785 w 18421"/>
              <a:gd name="T59" fmla="*/ 5492 h 9213"/>
              <a:gd name="T60" fmla="*/ 477 w 18421"/>
              <a:gd name="T61" fmla="*/ 6285 h 9213"/>
              <a:gd name="T62" fmla="*/ 244 w 18421"/>
              <a:gd name="T63" fmla="*/ 7104 h 9213"/>
              <a:gd name="T64" fmla="*/ 89 w 18421"/>
              <a:gd name="T65" fmla="*/ 7941 h 9213"/>
              <a:gd name="T66" fmla="*/ 10 w 18421"/>
              <a:gd name="T67" fmla="*/ 8788 h 9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421" h="9213">
                <a:moveTo>
                  <a:pt x="18421" y="9213"/>
                </a:moveTo>
                <a:lnTo>
                  <a:pt x="18411" y="8788"/>
                </a:lnTo>
                <a:lnTo>
                  <a:pt x="18382" y="8364"/>
                </a:lnTo>
                <a:lnTo>
                  <a:pt x="18333" y="7941"/>
                </a:lnTo>
                <a:lnTo>
                  <a:pt x="18264" y="7521"/>
                </a:lnTo>
                <a:lnTo>
                  <a:pt x="18176" y="7104"/>
                </a:lnTo>
                <a:lnTo>
                  <a:pt x="18069" y="6692"/>
                </a:lnTo>
                <a:lnTo>
                  <a:pt x="17944" y="6285"/>
                </a:lnTo>
                <a:lnTo>
                  <a:pt x="17799" y="5885"/>
                </a:lnTo>
                <a:lnTo>
                  <a:pt x="17637" y="5492"/>
                </a:lnTo>
                <a:lnTo>
                  <a:pt x="17456" y="5107"/>
                </a:lnTo>
                <a:lnTo>
                  <a:pt x="17258" y="4730"/>
                </a:lnTo>
                <a:lnTo>
                  <a:pt x="17041" y="4362"/>
                </a:lnTo>
                <a:lnTo>
                  <a:pt x="16809" y="4006"/>
                </a:lnTo>
                <a:lnTo>
                  <a:pt x="16560" y="3661"/>
                </a:lnTo>
                <a:lnTo>
                  <a:pt x="16297" y="3327"/>
                </a:lnTo>
                <a:lnTo>
                  <a:pt x="16018" y="3006"/>
                </a:lnTo>
                <a:lnTo>
                  <a:pt x="15724" y="2698"/>
                </a:lnTo>
                <a:lnTo>
                  <a:pt x="15416" y="2404"/>
                </a:lnTo>
                <a:lnTo>
                  <a:pt x="15095" y="2125"/>
                </a:lnTo>
                <a:lnTo>
                  <a:pt x="14761" y="1860"/>
                </a:lnTo>
                <a:lnTo>
                  <a:pt x="14416" y="1611"/>
                </a:lnTo>
                <a:lnTo>
                  <a:pt x="14059" y="1379"/>
                </a:lnTo>
                <a:lnTo>
                  <a:pt x="13693" y="1164"/>
                </a:lnTo>
                <a:lnTo>
                  <a:pt x="13316" y="966"/>
                </a:lnTo>
                <a:lnTo>
                  <a:pt x="12931" y="784"/>
                </a:lnTo>
                <a:lnTo>
                  <a:pt x="12538" y="621"/>
                </a:lnTo>
                <a:lnTo>
                  <a:pt x="12138" y="477"/>
                </a:lnTo>
                <a:lnTo>
                  <a:pt x="11732" y="351"/>
                </a:lnTo>
                <a:lnTo>
                  <a:pt x="11319" y="244"/>
                </a:lnTo>
                <a:lnTo>
                  <a:pt x="10903" y="156"/>
                </a:lnTo>
                <a:lnTo>
                  <a:pt x="10483" y="88"/>
                </a:lnTo>
                <a:lnTo>
                  <a:pt x="10060" y="38"/>
                </a:lnTo>
                <a:lnTo>
                  <a:pt x="9636" y="9"/>
                </a:lnTo>
                <a:lnTo>
                  <a:pt x="9211" y="0"/>
                </a:lnTo>
                <a:lnTo>
                  <a:pt x="8786" y="9"/>
                </a:lnTo>
                <a:lnTo>
                  <a:pt x="8360" y="38"/>
                </a:lnTo>
                <a:lnTo>
                  <a:pt x="7938" y="88"/>
                </a:lnTo>
                <a:lnTo>
                  <a:pt x="7518" y="156"/>
                </a:lnTo>
                <a:lnTo>
                  <a:pt x="7102" y="244"/>
                </a:lnTo>
                <a:lnTo>
                  <a:pt x="6690" y="351"/>
                </a:lnTo>
                <a:lnTo>
                  <a:pt x="6284" y="477"/>
                </a:lnTo>
                <a:lnTo>
                  <a:pt x="5884" y="621"/>
                </a:lnTo>
                <a:lnTo>
                  <a:pt x="5491" y="784"/>
                </a:lnTo>
                <a:lnTo>
                  <a:pt x="5106" y="966"/>
                </a:lnTo>
                <a:lnTo>
                  <a:pt x="4729" y="1164"/>
                </a:lnTo>
                <a:lnTo>
                  <a:pt x="4362" y="1379"/>
                </a:lnTo>
                <a:lnTo>
                  <a:pt x="4005" y="1611"/>
                </a:lnTo>
                <a:lnTo>
                  <a:pt x="3660" y="1860"/>
                </a:lnTo>
                <a:lnTo>
                  <a:pt x="3327" y="2125"/>
                </a:lnTo>
                <a:lnTo>
                  <a:pt x="3006" y="2404"/>
                </a:lnTo>
                <a:lnTo>
                  <a:pt x="2698" y="2698"/>
                </a:lnTo>
                <a:lnTo>
                  <a:pt x="2404" y="3006"/>
                </a:lnTo>
                <a:lnTo>
                  <a:pt x="2125" y="3327"/>
                </a:lnTo>
                <a:lnTo>
                  <a:pt x="1860" y="3661"/>
                </a:lnTo>
                <a:lnTo>
                  <a:pt x="1612" y="4006"/>
                </a:lnTo>
                <a:lnTo>
                  <a:pt x="1379" y="4362"/>
                </a:lnTo>
                <a:lnTo>
                  <a:pt x="1164" y="4730"/>
                </a:lnTo>
                <a:lnTo>
                  <a:pt x="966" y="5107"/>
                </a:lnTo>
                <a:lnTo>
                  <a:pt x="785" y="5492"/>
                </a:lnTo>
                <a:lnTo>
                  <a:pt x="622" y="5885"/>
                </a:lnTo>
                <a:lnTo>
                  <a:pt x="477" y="6285"/>
                </a:lnTo>
                <a:lnTo>
                  <a:pt x="352" y="6692"/>
                </a:lnTo>
                <a:lnTo>
                  <a:pt x="244" y="7104"/>
                </a:lnTo>
                <a:lnTo>
                  <a:pt x="157" y="7521"/>
                </a:lnTo>
                <a:lnTo>
                  <a:pt x="89" y="7941"/>
                </a:lnTo>
                <a:lnTo>
                  <a:pt x="40" y="8364"/>
                </a:lnTo>
                <a:lnTo>
                  <a:pt x="10" y="8788"/>
                </a:lnTo>
                <a:lnTo>
                  <a:pt x="0" y="9213"/>
                </a:lnTo>
              </a:path>
            </a:pathLst>
          </a:custGeom>
          <a:noFill/>
          <a:ln w="63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3F152630-BDEC-6827-E733-F61B207FD622}"/>
              </a:ext>
            </a:extLst>
          </p:cNvPr>
          <p:cNvSpPr>
            <a:spLocks/>
          </p:cNvSpPr>
          <p:nvPr/>
        </p:nvSpPr>
        <p:spPr bwMode="auto">
          <a:xfrm>
            <a:off x="3590925" y="946150"/>
            <a:ext cx="3173413" cy="1585912"/>
          </a:xfrm>
          <a:custGeom>
            <a:avLst/>
            <a:gdLst>
              <a:gd name="T0" fmla="*/ 19988 w 19988"/>
              <a:gd name="T1" fmla="*/ 9998 h 9998"/>
              <a:gd name="T2" fmla="*/ 19965 w 19988"/>
              <a:gd name="T3" fmla="*/ 9316 h 9998"/>
              <a:gd name="T4" fmla="*/ 19895 w 19988"/>
              <a:gd name="T5" fmla="*/ 8638 h 9998"/>
              <a:gd name="T6" fmla="*/ 19779 w 19988"/>
              <a:gd name="T7" fmla="*/ 7964 h 9998"/>
              <a:gd name="T8" fmla="*/ 19618 w 19988"/>
              <a:gd name="T9" fmla="*/ 7301 h 9998"/>
              <a:gd name="T10" fmla="*/ 19411 w 19988"/>
              <a:gd name="T11" fmla="*/ 6650 h 9998"/>
              <a:gd name="T12" fmla="*/ 19161 w 19988"/>
              <a:gd name="T13" fmla="*/ 6015 h 9998"/>
              <a:gd name="T14" fmla="*/ 18868 w 19988"/>
              <a:gd name="T15" fmla="*/ 5398 h 9998"/>
              <a:gd name="T16" fmla="*/ 18533 w 19988"/>
              <a:gd name="T17" fmla="*/ 4803 h 9998"/>
              <a:gd name="T18" fmla="*/ 18159 w 19988"/>
              <a:gd name="T19" fmla="*/ 4233 h 9998"/>
              <a:gd name="T20" fmla="*/ 17747 w 19988"/>
              <a:gd name="T21" fmla="*/ 3689 h 9998"/>
              <a:gd name="T22" fmla="*/ 17298 w 19988"/>
              <a:gd name="T23" fmla="*/ 3174 h 9998"/>
              <a:gd name="T24" fmla="*/ 16815 w 19988"/>
              <a:gd name="T25" fmla="*/ 2691 h 9998"/>
              <a:gd name="T26" fmla="*/ 16301 w 19988"/>
              <a:gd name="T27" fmla="*/ 2243 h 9998"/>
              <a:gd name="T28" fmla="*/ 15757 w 19988"/>
              <a:gd name="T29" fmla="*/ 1830 h 9998"/>
              <a:gd name="T30" fmla="*/ 15187 w 19988"/>
              <a:gd name="T31" fmla="*/ 1456 h 9998"/>
              <a:gd name="T32" fmla="*/ 14592 w 19988"/>
              <a:gd name="T33" fmla="*/ 1121 h 9998"/>
              <a:gd name="T34" fmla="*/ 13975 w 19988"/>
              <a:gd name="T35" fmla="*/ 828 h 9998"/>
              <a:gd name="T36" fmla="*/ 13341 w 19988"/>
              <a:gd name="T37" fmla="*/ 578 h 9998"/>
              <a:gd name="T38" fmla="*/ 12690 w 19988"/>
              <a:gd name="T39" fmla="*/ 371 h 9998"/>
              <a:gd name="T40" fmla="*/ 12028 w 19988"/>
              <a:gd name="T41" fmla="*/ 209 h 9998"/>
              <a:gd name="T42" fmla="*/ 11355 w 19988"/>
              <a:gd name="T43" fmla="*/ 93 h 9998"/>
              <a:gd name="T44" fmla="*/ 10675 w 19988"/>
              <a:gd name="T45" fmla="*/ 23 h 9998"/>
              <a:gd name="T46" fmla="*/ 9994 w 19988"/>
              <a:gd name="T47" fmla="*/ 0 h 9998"/>
              <a:gd name="T48" fmla="*/ 9311 w 19988"/>
              <a:gd name="T49" fmla="*/ 23 h 9998"/>
              <a:gd name="T50" fmla="*/ 8633 w 19988"/>
              <a:gd name="T51" fmla="*/ 93 h 9998"/>
              <a:gd name="T52" fmla="*/ 7960 w 19988"/>
              <a:gd name="T53" fmla="*/ 209 h 9998"/>
              <a:gd name="T54" fmla="*/ 7298 w 19988"/>
              <a:gd name="T55" fmla="*/ 371 h 9998"/>
              <a:gd name="T56" fmla="*/ 6647 w 19988"/>
              <a:gd name="T57" fmla="*/ 578 h 9998"/>
              <a:gd name="T58" fmla="*/ 6011 w 19988"/>
              <a:gd name="T59" fmla="*/ 828 h 9998"/>
              <a:gd name="T60" fmla="*/ 5395 w 19988"/>
              <a:gd name="T61" fmla="*/ 1121 h 9998"/>
              <a:gd name="T62" fmla="*/ 4801 w 19988"/>
              <a:gd name="T63" fmla="*/ 1456 h 9998"/>
              <a:gd name="T64" fmla="*/ 4230 w 19988"/>
              <a:gd name="T65" fmla="*/ 1830 h 9998"/>
              <a:gd name="T66" fmla="*/ 3686 w 19988"/>
              <a:gd name="T67" fmla="*/ 2243 h 9998"/>
              <a:gd name="T68" fmla="*/ 3172 w 19988"/>
              <a:gd name="T69" fmla="*/ 2691 h 9998"/>
              <a:gd name="T70" fmla="*/ 2689 w 19988"/>
              <a:gd name="T71" fmla="*/ 3174 h 9998"/>
              <a:gd name="T72" fmla="*/ 2241 w 19988"/>
              <a:gd name="T73" fmla="*/ 3689 h 9998"/>
              <a:gd name="T74" fmla="*/ 1829 w 19988"/>
              <a:gd name="T75" fmla="*/ 4233 h 9998"/>
              <a:gd name="T76" fmla="*/ 1455 w 19988"/>
              <a:gd name="T77" fmla="*/ 4803 h 9998"/>
              <a:gd name="T78" fmla="*/ 1120 w 19988"/>
              <a:gd name="T79" fmla="*/ 5398 h 9998"/>
              <a:gd name="T80" fmla="*/ 827 w 19988"/>
              <a:gd name="T81" fmla="*/ 6015 h 9998"/>
              <a:gd name="T82" fmla="*/ 576 w 19988"/>
              <a:gd name="T83" fmla="*/ 6650 h 9998"/>
              <a:gd name="T84" fmla="*/ 370 w 19988"/>
              <a:gd name="T85" fmla="*/ 7301 h 9998"/>
              <a:gd name="T86" fmla="*/ 208 w 19988"/>
              <a:gd name="T87" fmla="*/ 7964 h 9998"/>
              <a:gd name="T88" fmla="*/ 92 w 19988"/>
              <a:gd name="T89" fmla="*/ 8638 h 9998"/>
              <a:gd name="T90" fmla="*/ 23 w 19988"/>
              <a:gd name="T91" fmla="*/ 9316 h 9998"/>
              <a:gd name="T92" fmla="*/ 0 w 19988"/>
              <a:gd name="T93" fmla="*/ 9998 h 9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988" h="9998">
                <a:moveTo>
                  <a:pt x="19988" y="9998"/>
                </a:moveTo>
                <a:lnTo>
                  <a:pt x="19965" y="9316"/>
                </a:lnTo>
                <a:lnTo>
                  <a:pt x="19895" y="8638"/>
                </a:lnTo>
                <a:lnTo>
                  <a:pt x="19779" y="7964"/>
                </a:lnTo>
                <a:lnTo>
                  <a:pt x="19618" y="7301"/>
                </a:lnTo>
                <a:lnTo>
                  <a:pt x="19411" y="6650"/>
                </a:lnTo>
                <a:lnTo>
                  <a:pt x="19161" y="6015"/>
                </a:lnTo>
                <a:lnTo>
                  <a:pt x="18868" y="5398"/>
                </a:lnTo>
                <a:lnTo>
                  <a:pt x="18533" y="4803"/>
                </a:lnTo>
                <a:lnTo>
                  <a:pt x="18159" y="4233"/>
                </a:lnTo>
                <a:lnTo>
                  <a:pt x="17747" y="3689"/>
                </a:lnTo>
                <a:lnTo>
                  <a:pt x="17298" y="3174"/>
                </a:lnTo>
                <a:lnTo>
                  <a:pt x="16815" y="2691"/>
                </a:lnTo>
                <a:lnTo>
                  <a:pt x="16301" y="2243"/>
                </a:lnTo>
                <a:lnTo>
                  <a:pt x="15757" y="1830"/>
                </a:lnTo>
                <a:lnTo>
                  <a:pt x="15187" y="1456"/>
                </a:lnTo>
                <a:lnTo>
                  <a:pt x="14592" y="1121"/>
                </a:lnTo>
                <a:lnTo>
                  <a:pt x="13975" y="828"/>
                </a:lnTo>
                <a:lnTo>
                  <a:pt x="13341" y="578"/>
                </a:lnTo>
                <a:lnTo>
                  <a:pt x="12690" y="371"/>
                </a:lnTo>
                <a:lnTo>
                  <a:pt x="12028" y="209"/>
                </a:lnTo>
                <a:lnTo>
                  <a:pt x="11355" y="93"/>
                </a:lnTo>
                <a:lnTo>
                  <a:pt x="10675" y="23"/>
                </a:lnTo>
                <a:lnTo>
                  <a:pt x="9994" y="0"/>
                </a:lnTo>
                <a:lnTo>
                  <a:pt x="9311" y="23"/>
                </a:lnTo>
                <a:lnTo>
                  <a:pt x="8633" y="93"/>
                </a:lnTo>
                <a:lnTo>
                  <a:pt x="7960" y="209"/>
                </a:lnTo>
                <a:lnTo>
                  <a:pt x="7298" y="371"/>
                </a:lnTo>
                <a:lnTo>
                  <a:pt x="6647" y="578"/>
                </a:lnTo>
                <a:lnTo>
                  <a:pt x="6011" y="828"/>
                </a:lnTo>
                <a:lnTo>
                  <a:pt x="5395" y="1121"/>
                </a:lnTo>
                <a:lnTo>
                  <a:pt x="4801" y="1456"/>
                </a:lnTo>
                <a:lnTo>
                  <a:pt x="4230" y="1830"/>
                </a:lnTo>
                <a:lnTo>
                  <a:pt x="3686" y="2243"/>
                </a:lnTo>
                <a:lnTo>
                  <a:pt x="3172" y="2691"/>
                </a:lnTo>
                <a:lnTo>
                  <a:pt x="2689" y="3174"/>
                </a:lnTo>
                <a:lnTo>
                  <a:pt x="2241" y="3689"/>
                </a:lnTo>
                <a:lnTo>
                  <a:pt x="1829" y="4233"/>
                </a:lnTo>
                <a:lnTo>
                  <a:pt x="1455" y="4803"/>
                </a:lnTo>
                <a:lnTo>
                  <a:pt x="1120" y="5398"/>
                </a:lnTo>
                <a:lnTo>
                  <a:pt x="827" y="6015"/>
                </a:lnTo>
                <a:lnTo>
                  <a:pt x="576" y="6650"/>
                </a:lnTo>
                <a:lnTo>
                  <a:pt x="370" y="7301"/>
                </a:lnTo>
                <a:lnTo>
                  <a:pt x="208" y="7964"/>
                </a:lnTo>
                <a:lnTo>
                  <a:pt x="92" y="8638"/>
                </a:lnTo>
                <a:lnTo>
                  <a:pt x="23" y="9316"/>
                </a:lnTo>
                <a:lnTo>
                  <a:pt x="0" y="9998"/>
                </a:lnTo>
              </a:path>
            </a:pathLst>
          </a:custGeom>
          <a:noFill/>
          <a:ln w="63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493C752-DEB8-AF1E-8896-78D44F43A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5963" y="4811712"/>
            <a:ext cx="3933825" cy="1588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DE95AE3E-AE96-B4EC-FC8C-5C77E87F27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4000" y="4251325"/>
            <a:ext cx="1668463" cy="1655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7F1D4F7F-D883-566B-98A1-B57065444E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3188" y="3054350"/>
            <a:ext cx="1587" cy="36671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AD673FF1-4365-9BED-DC59-F28EC71D7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0788" y="5273675"/>
            <a:ext cx="2030412" cy="158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008E2240-6EAE-CA9F-AA7F-5FF7E56037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264025"/>
            <a:ext cx="1587" cy="197961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CD1F88ED-63D0-18A6-AD9A-FDFEA0C46931}"/>
              </a:ext>
            </a:extLst>
          </p:cNvPr>
          <p:cNvSpPr>
            <a:spLocks/>
          </p:cNvSpPr>
          <p:nvPr/>
        </p:nvSpPr>
        <p:spPr bwMode="auto">
          <a:xfrm>
            <a:off x="3567113" y="3194050"/>
            <a:ext cx="3235325" cy="3235325"/>
          </a:xfrm>
          <a:custGeom>
            <a:avLst/>
            <a:gdLst>
              <a:gd name="T0" fmla="*/ 20339 w 20378"/>
              <a:gd name="T1" fmla="*/ 9305 h 20387"/>
              <a:gd name="T2" fmla="*/ 20137 w 20378"/>
              <a:gd name="T3" fmla="*/ 7988 h 20387"/>
              <a:gd name="T4" fmla="*/ 19764 w 20378"/>
              <a:gd name="T5" fmla="*/ 6708 h 20387"/>
              <a:gd name="T6" fmla="*/ 19226 w 20378"/>
              <a:gd name="T7" fmla="*/ 5488 h 20387"/>
              <a:gd name="T8" fmla="*/ 18535 w 20378"/>
              <a:gd name="T9" fmla="*/ 4347 h 20387"/>
              <a:gd name="T10" fmla="*/ 17701 w 20378"/>
              <a:gd name="T11" fmla="*/ 3308 h 20387"/>
              <a:gd name="T12" fmla="*/ 16738 w 20378"/>
              <a:gd name="T13" fmla="*/ 2386 h 20387"/>
              <a:gd name="T14" fmla="*/ 15664 w 20378"/>
              <a:gd name="T15" fmla="*/ 1597 h 20387"/>
              <a:gd name="T16" fmla="*/ 14495 w 20378"/>
              <a:gd name="T17" fmla="*/ 956 h 20387"/>
              <a:gd name="T18" fmla="*/ 13253 w 20378"/>
              <a:gd name="T19" fmla="*/ 473 h 20387"/>
              <a:gd name="T20" fmla="*/ 11959 w 20378"/>
              <a:gd name="T21" fmla="*/ 156 h 20387"/>
              <a:gd name="T22" fmla="*/ 10634 w 20378"/>
              <a:gd name="T23" fmla="*/ 11 h 20387"/>
              <a:gd name="T24" fmla="*/ 9301 w 20378"/>
              <a:gd name="T25" fmla="*/ 39 h 20387"/>
              <a:gd name="T26" fmla="*/ 7984 w 20378"/>
              <a:gd name="T27" fmla="*/ 242 h 20387"/>
              <a:gd name="T28" fmla="*/ 6705 w 20378"/>
              <a:gd name="T29" fmla="*/ 616 h 20387"/>
              <a:gd name="T30" fmla="*/ 5485 w 20378"/>
              <a:gd name="T31" fmla="*/ 1152 h 20387"/>
              <a:gd name="T32" fmla="*/ 4345 w 20378"/>
              <a:gd name="T33" fmla="*/ 1844 h 20387"/>
              <a:gd name="T34" fmla="*/ 3306 w 20378"/>
              <a:gd name="T35" fmla="*/ 2679 h 20387"/>
              <a:gd name="T36" fmla="*/ 2384 w 20378"/>
              <a:gd name="T37" fmla="*/ 3642 h 20387"/>
              <a:gd name="T38" fmla="*/ 1596 w 20378"/>
              <a:gd name="T39" fmla="*/ 4717 h 20387"/>
              <a:gd name="T40" fmla="*/ 955 w 20378"/>
              <a:gd name="T41" fmla="*/ 5886 h 20387"/>
              <a:gd name="T42" fmla="*/ 472 w 20378"/>
              <a:gd name="T43" fmla="*/ 7129 h 20387"/>
              <a:gd name="T44" fmla="*/ 155 w 20378"/>
              <a:gd name="T45" fmla="*/ 8423 h 20387"/>
              <a:gd name="T46" fmla="*/ 10 w 20378"/>
              <a:gd name="T47" fmla="*/ 9750 h 20387"/>
              <a:gd name="T48" fmla="*/ 39 w 20378"/>
              <a:gd name="T49" fmla="*/ 11082 h 20387"/>
              <a:gd name="T50" fmla="*/ 242 w 20378"/>
              <a:gd name="T51" fmla="*/ 12400 h 20387"/>
              <a:gd name="T52" fmla="*/ 615 w 20378"/>
              <a:gd name="T53" fmla="*/ 13680 h 20387"/>
              <a:gd name="T54" fmla="*/ 1152 w 20378"/>
              <a:gd name="T55" fmla="*/ 14900 h 20387"/>
              <a:gd name="T56" fmla="*/ 1842 w 20378"/>
              <a:gd name="T57" fmla="*/ 16040 h 20387"/>
              <a:gd name="T58" fmla="*/ 2677 w 20378"/>
              <a:gd name="T59" fmla="*/ 17080 h 20387"/>
              <a:gd name="T60" fmla="*/ 3640 w 20378"/>
              <a:gd name="T61" fmla="*/ 18001 h 20387"/>
              <a:gd name="T62" fmla="*/ 4715 w 20378"/>
              <a:gd name="T63" fmla="*/ 18790 h 20387"/>
              <a:gd name="T64" fmla="*/ 5884 w 20378"/>
              <a:gd name="T65" fmla="*/ 19432 h 20387"/>
              <a:gd name="T66" fmla="*/ 7126 w 20378"/>
              <a:gd name="T67" fmla="*/ 19915 h 20387"/>
              <a:gd name="T68" fmla="*/ 8420 w 20378"/>
              <a:gd name="T69" fmla="*/ 20232 h 20387"/>
              <a:gd name="T70" fmla="*/ 9744 w 20378"/>
              <a:gd name="T71" fmla="*/ 20377 h 20387"/>
              <a:gd name="T72" fmla="*/ 11077 w 20378"/>
              <a:gd name="T73" fmla="*/ 20348 h 20387"/>
              <a:gd name="T74" fmla="*/ 12394 w 20378"/>
              <a:gd name="T75" fmla="*/ 20146 h 20387"/>
              <a:gd name="T76" fmla="*/ 13674 w 20378"/>
              <a:gd name="T77" fmla="*/ 19772 h 20387"/>
              <a:gd name="T78" fmla="*/ 14894 w 20378"/>
              <a:gd name="T79" fmla="*/ 19235 h 20387"/>
              <a:gd name="T80" fmla="*/ 16033 w 20378"/>
              <a:gd name="T81" fmla="*/ 18543 h 20387"/>
              <a:gd name="T82" fmla="*/ 17073 w 20378"/>
              <a:gd name="T83" fmla="*/ 17709 h 20387"/>
              <a:gd name="T84" fmla="*/ 17995 w 20378"/>
              <a:gd name="T85" fmla="*/ 16746 h 20387"/>
              <a:gd name="T86" fmla="*/ 18782 w 20378"/>
              <a:gd name="T87" fmla="*/ 15670 h 20387"/>
              <a:gd name="T88" fmla="*/ 19424 w 20378"/>
              <a:gd name="T89" fmla="*/ 14502 h 20387"/>
              <a:gd name="T90" fmla="*/ 19907 w 20378"/>
              <a:gd name="T91" fmla="*/ 13259 h 20387"/>
              <a:gd name="T92" fmla="*/ 20223 w 20378"/>
              <a:gd name="T93" fmla="*/ 11964 h 20387"/>
              <a:gd name="T94" fmla="*/ 20369 w 20378"/>
              <a:gd name="T95" fmla="*/ 10638 h 20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0378" h="20387">
                <a:moveTo>
                  <a:pt x="20378" y="10194"/>
                </a:moveTo>
                <a:lnTo>
                  <a:pt x="20369" y="9750"/>
                </a:lnTo>
                <a:lnTo>
                  <a:pt x="20339" y="9305"/>
                </a:lnTo>
                <a:lnTo>
                  <a:pt x="20291" y="8863"/>
                </a:lnTo>
                <a:lnTo>
                  <a:pt x="20223" y="8423"/>
                </a:lnTo>
                <a:lnTo>
                  <a:pt x="20137" y="7988"/>
                </a:lnTo>
                <a:lnTo>
                  <a:pt x="20031" y="7555"/>
                </a:lnTo>
                <a:lnTo>
                  <a:pt x="19907" y="7129"/>
                </a:lnTo>
                <a:lnTo>
                  <a:pt x="19764" y="6708"/>
                </a:lnTo>
                <a:lnTo>
                  <a:pt x="19602" y="6293"/>
                </a:lnTo>
                <a:lnTo>
                  <a:pt x="19424" y="5886"/>
                </a:lnTo>
                <a:lnTo>
                  <a:pt x="19226" y="5488"/>
                </a:lnTo>
                <a:lnTo>
                  <a:pt x="19013" y="5097"/>
                </a:lnTo>
                <a:lnTo>
                  <a:pt x="18782" y="4717"/>
                </a:lnTo>
                <a:lnTo>
                  <a:pt x="18535" y="4347"/>
                </a:lnTo>
                <a:lnTo>
                  <a:pt x="18273" y="3988"/>
                </a:lnTo>
                <a:lnTo>
                  <a:pt x="17995" y="3642"/>
                </a:lnTo>
                <a:lnTo>
                  <a:pt x="17701" y="3308"/>
                </a:lnTo>
                <a:lnTo>
                  <a:pt x="17394" y="2986"/>
                </a:lnTo>
                <a:lnTo>
                  <a:pt x="17073" y="2679"/>
                </a:lnTo>
                <a:lnTo>
                  <a:pt x="16738" y="2386"/>
                </a:lnTo>
                <a:lnTo>
                  <a:pt x="16391" y="2107"/>
                </a:lnTo>
                <a:lnTo>
                  <a:pt x="16033" y="1844"/>
                </a:lnTo>
                <a:lnTo>
                  <a:pt x="15664" y="1597"/>
                </a:lnTo>
                <a:lnTo>
                  <a:pt x="15284" y="1366"/>
                </a:lnTo>
                <a:lnTo>
                  <a:pt x="14894" y="1152"/>
                </a:lnTo>
                <a:lnTo>
                  <a:pt x="14495" y="956"/>
                </a:lnTo>
                <a:lnTo>
                  <a:pt x="14088" y="776"/>
                </a:lnTo>
                <a:lnTo>
                  <a:pt x="13674" y="616"/>
                </a:lnTo>
                <a:lnTo>
                  <a:pt x="13253" y="473"/>
                </a:lnTo>
                <a:lnTo>
                  <a:pt x="12826" y="348"/>
                </a:lnTo>
                <a:lnTo>
                  <a:pt x="12394" y="242"/>
                </a:lnTo>
                <a:lnTo>
                  <a:pt x="11959" y="156"/>
                </a:lnTo>
                <a:lnTo>
                  <a:pt x="11519" y="87"/>
                </a:lnTo>
                <a:lnTo>
                  <a:pt x="11077" y="39"/>
                </a:lnTo>
                <a:lnTo>
                  <a:pt x="10634" y="11"/>
                </a:lnTo>
                <a:lnTo>
                  <a:pt x="10189" y="0"/>
                </a:lnTo>
                <a:lnTo>
                  <a:pt x="9744" y="11"/>
                </a:lnTo>
                <a:lnTo>
                  <a:pt x="9301" y="39"/>
                </a:lnTo>
                <a:lnTo>
                  <a:pt x="8859" y="87"/>
                </a:lnTo>
                <a:lnTo>
                  <a:pt x="8420" y="156"/>
                </a:lnTo>
                <a:lnTo>
                  <a:pt x="7984" y="242"/>
                </a:lnTo>
                <a:lnTo>
                  <a:pt x="7552" y="348"/>
                </a:lnTo>
                <a:lnTo>
                  <a:pt x="7126" y="473"/>
                </a:lnTo>
                <a:lnTo>
                  <a:pt x="6705" y="616"/>
                </a:lnTo>
                <a:lnTo>
                  <a:pt x="6290" y="776"/>
                </a:lnTo>
                <a:lnTo>
                  <a:pt x="5884" y="956"/>
                </a:lnTo>
                <a:lnTo>
                  <a:pt x="5485" y="1152"/>
                </a:lnTo>
                <a:lnTo>
                  <a:pt x="5095" y="1366"/>
                </a:lnTo>
                <a:lnTo>
                  <a:pt x="4715" y="1597"/>
                </a:lnTo>
                <a:lnTo>
                  <a:pt x="4345" y="1844"/>
                </a:lnTo>
                <a:lnTo>
                  <a:pt x="3986" y="2107"/>
                </a:lnTo>
                <a:lnTo>
                  <a:pt x="3640" y="2386"/>
                </a:lnTo>
                <a:lnTo>
                  <a:pt x="3306" y="2679"/>
                </a:lnTo>
                <a:lnTo>
                  <a:pt x="2985" y="2986"/>
                </a:lnTo>
                <a:lnTo>
                  <a:pt x="2677" y="3308"/>
                </a:lnTo>
                <a:lnTo>
                  <a:pt x="2384" y="3642"/>
                </a:lnTo>
                <a:lnTo>
                  <a:pt x="2106" y="3988"/>
                </a:lnTo>
                <a:lnTo>
                  <a:pt x="1842" y="4347"/>
                </a:lnTo>
                <a:lnTo>
                  <a:pt x="1596" y="4717"/>
                </a:lnTo>
                <a:lnTo>
                  <a:pt x="1366" y="5097"/>
                </a:lnTo>
                <a:lnTo>
                  <a:pt x="1152" y="5488"/>
                </a:lnTo>
                <a:lnTo>
                  <a:pt x="955" y="5886"/>
                </a:lnTo>
                <a:lnTo>
                  <a:pt x="776" y="6293"/>
                </a:lnTo>
                <a:lnTo>
                  <a:pt x="615" y="6708"/>
                </a:lnTo>
                <a:lnTo>
                  <a:pt x="472" y="7129"/>
                </a:lnTo>
                <a:lnTo>
                  <a:pt x="347" y="7555"/>
                </a:lnTo>
                <a:lnTo>
                  <a:pt x="242" y="7988"/>
                </a:lnTo>
                <a:lnTo>
                  <a:pt x="155" y="8423"/>
                </a:lnTo>
                <a:lnTo>
                  <a:pt x="88" y="8863"/>
                </a:lnTo>
                <a:lnTo>
                  <a:pt x="39" y="9305"/>
                </a:lnTo>
                <a:lnTo>
                  <a:pt x="10" y="9750"/>
                </a:lnTo>
                <a:lnTo>
                  <a:pt x="0" y="10194"/>
                </a:lnTo>
                <a:lnTo>
                  <a:pt x="10" y="10638"/>
                </a:lnTo>
                <a:lnTo>
                  <a:pt x="39" y="11082"/>
                </a:lnTo>
                <a:lnTo>
                  <a:pt x="88" y="11524"/>
                </a:lnTo>
                <a:lnTo>
                  <a:pt x="155" y="11964"/>
                </a:lnTo>
                <a:lnTo>
                  <a:pt x="242" y="12400"/>
                </a:lnTo>
                <a:lnTo>
                  <a:pt x="347" y="12832"/>
                </a:lnTo>
                <a:lnTo>
                  <a:pt x="472" y="13259"/>
                </a:lnTo>
                <a:lnTo>
                  <a:pt x="615" y="13680"/>
                </a:lnTo>
                <a:lnTo>
                  <a:pt x="776" y="14094"/>
                </a:lnTo>
                <a:lnTo>
                  <a:pt x="955" y="14502"/>
                </a:lnTo>
                <a:lnTo>
                  <a:pt x="1152" y="14900"/>
                </a:lnTo>
                <a:lnTo>
                  <a:pt x="1366" y="15290"/>
                </a:lnTo>
                <a:lnTo>
                  <a:pt x="1596" y="15670"/>
                </a:lnTo>
                <a:lnTo>
                  <a:pt x="1842" y="16040"/>
                </a:lnTo>
                <a:lnTo>
                  <a:pt x="2106" y="16399"/>
                </a:lnTo>
                <a:lnTo>
                  <a:pt x="2384" y="16746"/>
                </a:lnTo>
                <a:lnTo>
                  <a:pt x="2677" y="17080"/>
                </a:lnTo>
                <a:lnTo>
                  <a:pt x="2985" y="17401"/>
                </a:lnTo>
                <a:lnTo>
                  <a:pt x="3306" y="17709"/>
                </a:lnTo>
                <a:lnTo>
                  <a:pt x="3640" y="18001"/>
                </a:lnTo>
                <a:lnTo>
                  <a:pt x="3986" y="18281"/>
                </a:lnTo>
                <a:lnTo>
                  <a:pt x="4345" y="18543"/>
                </a:lnTo>
                <a:lnTo>
                  <a:pt x="4715" y="18790"/>
                </a:lnTo>
                <a:lnTo>
                  <a:pt x="5095" y="19021"/>
                </a:lnTo>
                <a:lnTo>
                  <a:pt x="5485" y="19235"/>
                </a:lnTo>
                <a:lnTo>
                  <a:pt x="5884" y="19432"/>
                </a:lnTo>
                <a:lnTo>
                  <a:pt x="6290" y="19611"/>
                </a:lnTo>
                <a:lnTo>
                  <a:pt x="6705" y="19772"/>
                </a:lnTo>
                <a:lnTo>
                  <a:pt x="7126" y="19915"/>
                </a:lnTo>
                <a:lnTo>
                  <a:pt x="7552" y="20040"/>
                </a:lnTo>
                <a:lnTo>
                  <a:pt x="7984" y="20146"/>
                </a:lnTo>
                <a:lnTo>
                  <a:pt x="8420" y="20232"/>
                </a:lnTo>
                <a:lnTo>
                  <a:pt x="8859" y="20300"/>
                </a:lnTo>
                <a:lnTo>
                  <a:pt x="9301" y="20348"/>
                </a:lnTo>
                <a:lnTo>
                  <a:pt x="9744" y="20377"/>
                </a:lnTo>
                <a:lnTo>
                  <a:pt x="10189" y="20387"/>
                </a:lnTo>
                <a:lnTo>
                  <a:pt x="10634" y="20377"/>
                </a:lnTo>
                <a:lnTo>
                  <a:pt x="11077" y="20348"/>
                </a:lnTo>
                <a:lnTo>
                  <a:pt x="11519" y="20300"/>
                </a:lnTo>
                <a:lnTo>
                  <a:pt x="11959" y="20232"/>
                </a:lnTo>
                <a:lnTo>
                  <a:pt x="12394" y="20146"/>
                </a:lnTo>
                <a:lnTo>
                  <a:pt x="12826" y="20040"/>
                </a:lnTo>
                <a:lnTo>
                  <a:pt x="13253" y="19915"/>
                </a:lnTo>
                <a:lnTo>
                  <a:pt x="13674" y="19772"/>
                </a:lnTo>
                <a:lnTo>
                  <a:pt x="14088" y="19611"/>
                </a:lnTo>
                <a:lnTo>
                  <a:pt x="14495" y="19432"/>
                </a:lnTo>
                <a:lnTo>
                  <a:pt x="14894" y="19235"/>
                </a:lnTo>
                <a:lnTo>
                  <a:pt x="15284" y="19021"/>
                </a:lnTo>
                <a:lnTo>
                  <a:pt x="15664" y="18790"/>
                </a:lnTo>
                <a:lnTo>
                  <a:pt x="16033" y="18543"/>
                </a:lnTo>
                <a:lnTo>
                  <a:pt x="16391" y="18281"/>
                </a:lnTo>
                <a:lnTo>
                  <a:pt x="16738" y="18001"/>
                </a:lnTo>
                <a:lnTo>
                  <a:pt x="17073" y="17709"/>
                </a:lnTo>
                <a:lnTo>
                  <a:pt x="17394" y="17401"/>
                </a:lnTo>
                <a:lnTo>
                  <a:pt x="17701" y="17080"/>
                </a:lnTo>
                <a:lnTo>
                  <a:pt x="17995" y="16746"/>
                </a:lnTo>
                <a:lnTo>
                  <a:pt x="18273" y="16399"/>
                </a:lnTo>
                <a:lnTo>
                  <a:pt x="18535" y="16040"/>
                </a:lnTo>
                <a:lnTo>
                  <a:pt x="18782" y="15670"/>
                </a:lnTo>
                <a:lnTo>
                  <a:pt x="19013" y="15290"/>
                </a:lnTo>
                <a:lnTo>
                  <a:pt x="19226" y="14900"/>
                </a:lnTo>
                <a:lnTo>
                  <a:pt x="19424" y="14502"/>
                </a:lnTo>
                <a:lnTo>
                  <a:pt x="19602" y="14094"/>
                </a:lnTo>
                <a:lnTo>
                  <a:pt x="19764" y="13680"/>
                </a:lnTo>
                <a:lnTo>
                  <a:pt x="19907" y="13259"/>
                </a:lnTo>
                <a:lnTo>
                  <a:pt x="20031" y="12832"/>
                </a:lnTo>
                <a:lnTo>
                  <a:pt x="20137" y="12400"/>
                </a:lnTo>
                <a:lnTo>
                  <a:pt x="20223" y="11964"/>
                </a:lnTo>
                <a:lnTo>
                  <a:pt x="20291" y="11524"/>
                </a:lnTo>
                <a:lnTo>
                  <a:pt x="20339" y="11082"/>
                </a:lnTo>
                <a:lnTo>
                  <a:pt x="20369" y="10638"/>
                </a:lnTo>
                <a:lnTo>
                  <a:pt x="20378" y="10194"/>
                </a:lnTo>
                <a:close/>
              </a:path>
            </a:pathLst>
          </a:custGeom>
          <a:noFill/>
          <a:ln w="95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3C16D6A3-472E-150C-C095-8F545955E347}"/>
              </a:ext>
            </a:extLst>
          </p:cNvPr>
          <p:cNvSpPr>
            <a:spLocks/>
          </p:cNvSpPr>
          <p:nvPr/>
        </p:nvSpPr>
        <p:spPr bwMode="auto">
          <a:xfrm>
            <a:off x="3937000" y="4487862"/>
            <a:ext cx="1571625" cy="1571625"/>
          </a:xfrm>
          <a:custGeom>
            <a:avLst/>
            <a:gdLst>
              <a:gd name="T0" fmla="*/ 9887 w 9897"/>
              <a:gd name="T1" fmla="*/ 4641 h 9902"/>
              <a:gd name="T2" fmla="*/ 9809 w 9897"/>
              <a:gd name="T3" fmla="*/ 4023 h 9902"/>
              <a:gd name="T4" fmla="*/ 9655 w 9897"/>
              <a:gd name="T5" fmla="*/ 3422 h 9902"/>
              <a:gd name="T6" fmla="*/ 9426 w 9897"/>
              <a:gd name="T7" fmla="*/ 2843 h 9902"/>
              <a:gd name="T8" fmla="*/ 9127 w 9897"/>
              <a:gd name="T9" fmla="*/ 2298 h 9902"/>
              <a:gd name="T10" fmla="*/ 8761 w 9897"/>
              <a:gd name="T11" fmla="*/ 1795 h 9902"/>
              <a:gd name="T12" fmla="*/ 8336 w 9897"/>
              <a:gd name="T13" fmla="*/ 1341 h 9902"/>
              <a:gd name="T14" fmla="*/ 7857 w 9897"/>
              <a:gd name="T15" fmla="*/ 946 h 9902"/>
              <a:gd name="T16" fmla="*/ 7332 w 9897"/>
              <a:gd name="T17" fmla="*/ 613 h 9902"/>
              <a:gd name="T18" fmla="*/ 6770 w 9897"/>
              <a:gd name="T19" fmla="*/ 348 h 9902"/>
              <a:gd name="T20" fmla="*/ 6178 w 9897"/>
              <a:gd name="T21" fmla="*/ 156 h 9902"/>
              <a:gd name="T22" fmla="*/ 5568 w 9897"/>
              <a:gd name="T23" fmla="*/ 39 h 9902"/>
              <a:gd name="T24" fmla="*/ 4948 w 9897"/>
              <a:gd name="T25" fmla="*/ 0 h 9902"/>
              <a:gd name="T26" fmla="*/ 4327 w 9897"/>
              <a:gd name="T27" fmla="*/ 39 h 9902"/>
              <a:gd name="T28" fmla="*/ 3717 w 9897"/>
              <a:gd name="T29" fmla="*/ 156 h 9902"/>
              <a:gd name="T30" fmla="*/ 3126 w 9897"/>
              <a:gd name="T31" fmla="*/ 348 h 9902"/>
              <a:gd name="T32" fmla="*/ 2564 w 9897"/>
              <a:gd name="T33" fmla="*/ 613 h 9902"/>
              <a:gd name="T34" fmla="*/ 2040 w 9897"/>
              <a:gd name="T35" fmla="*/ 946 h 9902"/>
              <a:gd name="T36" fmla="*/ 1560 w 9897"/>
              <a:gd name="T37" fmla="*/ 1341 h 9902"/>
              <a:gd name="T38" fmla="*/ 1135 w 9897"/>
              <a:gd name="T39" fmla="*/ 1795 h 9902"/>
              <a:gd name="T40" fmla="*/ 769 w 9897"/>
              <a:gd name="T41" fmla="*/ 2298 h 9902"/>
              <a:gd name="T42" fmla="*/ 470 w 9897"/>
              <a:gd name="T43" fmla="*/ 2843 h 9902"/>
              <a:gd name="T44" fmla="*/ 241 w 9897"/>
              <a:gd name="T45" fmla="*/ 3422 h 9902"/>
              <a:gd name="T46" fmla="*/ 87 w 9897"/>
              <a:gd name="T47" fmla="*/ 4023 h 9902"/>
              <a:gd name="T48" fmla="*/ 9 w 9897"/>
              <a:gd name="T49" fmla="*/ 4641 h 9902"/>
              <a:gd name="T50" fmla="*/ 9 w 9897"/>
              <a:gd name="T51" fmla="*/ 5262 h 9902"/>
              <a:gd name="T52" fmla="*/ 87 w 9897"/>
              <a:gd name="T53" fmla="*/ 5879 h 9902"/>
              <a:gd name="T54" fmla="*/ 241 w 9897"/>
              <a:gd name="T55" fmla="*/ 6481 h 9902"/>
              <a:gd name="T56" fmla="*/ 470 w 9897"/>
              <a:gd name="T57" fmla="*/ 7059 h 9902"/>
              <a:gd name="T58" fmla="*/ 769 w 9897"/>
              <a:gd name="T59" fmla="*/ 7604 h 9902"/>
              <a:gd name="T60" fmla="*/ 1135 w 9897"/>
              <a:gd name="T61" fmla="*/ 8107 h 9902"/>
              <a:gd name="T62" fmla="*/ 1560 w 9897"/>
              <a:gd name="T63" fmla="*/ 8560 h 9902"/>
              <a:gd name="T64" fmla="*/ 2040 w 9897"/>
              <a:gd name="T65" fmla="*/ 8956 h 9902"/>
              <a:gd name="T66" fmla="*/ 2564 w 9897"/>
              <a:gd name="T67" fmla="*/ 9290 h 9902"/>
              <a:gd name="T68" fmla="*/ 3126 w 9897"/>
              <a:gd name="T69" fmla="*/ 9555 h 9902"/>
              <a:gd name="T70" fmla="*/ 3717 w 9897"/>
              <a:gd name="T71" fmla="*/ 9747 h 9902"/>
              <a:gd name="T72" fmla="*/ 4327 w 9897"/>
              <a:gd name="T73" fmla="*/ 9863 h 9902"/>
              <a:gd name="T74" fmla="*/ 4948 w 9897"/>
              <a:gd name="T75" fmla="*/ 9902 h 9902"/>
              <a:gd name="T76" fmla="*/ 5568 w 9897"/>
              <a:gd name="T77" fmla="*/ 9863 h 9902"/>
              <a:gd name="T78" fmla="*/ 6178 w 9897"/>
              <a:gd name="T79" fmla="*/ 9747 h 9902"/>
              <a:gd name="T80" fmla="*/ 6770 w 9897"/>
              <a:gd name="T81" fmla="*/ 9555 h 9902"/>
              <a:gd name="T82" fmla="*/ 7332 w 9897"/>
              <a:gd name="T83" fmla="*/ 9290 h 9902"/>
              <a:gd name="T84" fmla="*/ 7857 w 9897"/>
              <a:gd name="T85" fmla="*/ 8956 h 9902"/>
              <a:gd name="T86" fmla="*/ 8336 w 9897"/>
              <a:gd name="T87" fmla="*/ 8560 h 9902"/>
              <a:gd name="T88" fmla="*/ 8761 w 9897"/>
              <a:gd name="T89" fmla="*/ 8107 h 9902"/>
              <a:gd name="T90" fmla="*/ 9127 w 9897"/>
              <a:gd name="T91" fmla="*/ 7604 h 9902"/>
              <a:gd name="T92" fmla="*/ 9426 w 9897"/>
              <a:gd name="T93" fmla="*/ 7059 h 9902"/>
              <a:gd name="T94" fmla="*/ 9655 w 9897"/>
              <a:gd name="T95" fmla="*/ 6481 h 9902"/>
              <a:gd name="T96" fmla="*/ 9809 w 9897"/>
              <a:gd name="T97" fmla="*/ 5879 h 9902"/>
              <a:gd name="T98" fmla="*/ 9887 w 9897"/>
              <a:gd name="T99" fmla="*/ 5262 h 99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897" h="9902">
                <a:moveTo>
                  <a:pt x="9897" y="4951"/>
                </a:moveTo>
                <a:lnTo>
                  <a:pt x="9887" y="4641"/>
                </a:lnTo>
                <a:lnTo>
                  <a:pt x="9857" y="4331"/>
                </a:lnTo>
                <a:lnTo>
                  <a:pt x="9809" y="4023"/>
                </a:lnTo>
                <a:lnTo>
                  <a:pt x="9741" y="3720"/>
                </a:lnTo>
                <a:lnTo>
                  <a:pt x="9655" y="3422"/>
                </a:lnTo>
                <a:lnTo>
                  <a:pt x="9550" y="3129"/>
                </a:lnTo>
                <a:lnTo>
                  <a:pt x="9426" y="2843"/>
                </a:lnTo>
                <a:lnTo>
                  <a:pt x="9284" y="2566"/>
                </a:lnTo>
                <a:lnTo>
                  <a:pt x="9127" y="2298"/>
                </a:lnTo>
                <a:lnTo>
                  <a:pt x="8951" y="2041"/>
                </a:lnTo>
                <a:lnTo>
                  <a:pt x="8761" y="1795"/>
                </a:lnTo>
                <a:lnTo>
                  <a:pt x="8556" y="1562"/>
                </a:lnTo>
                <a:lnTo>
                  <a:pt x="8336" y="1341"/>
                </a:lnTo>
                <a:lnTo>
                  <a:pt x="8103" y="1137"/>
                </a:lnTo>
                <a:lnTo>
                  <a:pt x="7857" y="946"/>
                </a:lnTo>
                <a:lnTo>
                  <a:pt x="7600" y="770"/>
                </a:lnTo>
                <a:lnTo>
                  <a:pt x="7332" y="613"/>
                </a:lnTo>
                <a:lnTo>
                  <a:pt x="7055" y="471"/>
                </a:lnTo>
                <a:lnTo>
                  <a:pt x="6770" y="348"/>
                </a:lnTo>
                <a:lnTo>
                  <a:pt x="6478" y="242"/>
                </a:lnTo>
                <a:lnTo>
                  <a:pt x="6178" y="156"/>
                </a:lnTo>
                <a:lnTo>
                  <a:pt x="5875" y="88"/>
                </a:lnTo>
                <a:lnTo>
                  <a:pt x="5568" y="39"/>
                </a:lnTo>
                <a:lnTo>
                  <a:pt x="5259" y="10"/>
                </a:lnTo>
                <a:lnTo>
                  <a:pt x="4948" y="0"/>
                </a:lnTo>
                <a:lnTo>
                  <a:pt x="4637" y="10"/>
                </a:lnTo>
                <a:lnTo>
                  <a:pt x="4327" y="39"/>
                </a:lnTo>
                <a:lnTo>
                  <a:pt x="4021" y="88"/>
                </a:lnTo>
                <a:lnTo>
                  <a:pt x="3717" y="156"/>
                </a:lnTo>
                <a:lnTo>
                  <a:pt x="3419" y="242"/>
                </a:lnTo>
                <a:lnTo>
                  <a:pt x="3126" y="348"/>
                </a:lnTo>
                <a:lnTo>
                  <a:pt x="2841" y="471"/>
                </a:lnTo>
                <a:lnTo>
                  <a:pt x="2564" y="613"/>
                </a:lnTo>
                <a:lnTo>
                  <a:pt x="2296" y="770"/>
                </a:lnTo>
                <a:lnTo>
                  <a:pt x="2040" y="946"/>
                </a:lnTo>
                <a:lnTo>
                  <a:pt x="1794" y="1137"/>
                </a:lnTo>
                <a:lnTo>
                  <a:pt x="1560" y="1341"/>
                </a:lnTo>
                <a:lnTo>
                  <a:pt x="1340" y="1562"/>
                </a:lnTo>
                <a:lnTo>
                  <a:pt x="1135" y="1795"/>
                </a:lnTo>
                <a:lnTo>
                  <a:pt x="945" y="2041"/>
                </a:lnTo>
                <a:lnTo>
                  <a:pt x="769" y="2298"/>
                </a:lnTo>
                <a:lnTo>
                  <a:pt x="612" y="2566"/>
                </a:lnTo>
                <a:lnTo>
                  <a:pt x="470" y="2843"/>
                </a:lnTo>
                <a:lnTo>
                  <a:pt x="347" y="3129"/>
                </a:lnTo>
                <a:lnTo>
                  <a:pt x="241" y="3422"/>
                </a:lnTo>
                <a:lnTo>
                  <a:pt x="155" y="3720"/>
                </a:lnTo>
                <a:lnTo>
                  <a:pt x="87" y="4023"/>
                </a:lnTo>
                <a:lnTo>
                  <a:pt x="38" y="4331"/>
                </a:lnTo>
                <a:lnTo>
                  <a:pt x="9" y="4641"/>
                </a:lnTo>
                <a:lnTo>
                  <a:pt x="0" y="4951"/>
                </a:lnTo>
                <a:lnTo>
                  <a:pt x="9" y="5262"/>
                </a:lnTo>
                <a:lnTo>
                  <a:pt x="38" y="5572"/>
                </a:lnTo>
                <a:lnTo>
                  <a:pt x="87" y="5879"/>
                </a:lnTo>
                <a:lnTo>
                  <a:pt x="155" y="6182"/>
                </a:lnTo>
                <a:lnTo>
                  <a:pt x="241" y="6481"/>
                </a:lnTo>
                <a:lnTo>
                  <a:pt x="347" y="6773"/>
                </a:lnTo>
                <a:lnTo>
                  <a:pt x="470" y="7059"/>
                </a:lnTo>
                <a:lnTo>
                  <a:pt x="612" y="7336"/>
                </a:lnTo>
                <a:lnTo>
                  <a:pt x="769" y="7604"/>
                </a:lnTo>
                <a:lnTo>
                  <a:pt x="945" y="7861"/>
                </a:lnTo>
                <a:lnTo>
                  <a:pt x="1135" y="8107"/>
                </a:lnTo>
                <a:lnTo>
                  <a:pt x="1340" y="8340"/>
                </a:lnTo>
                <a:lnTo>
                  <a:pt x="1560" y="8560"/>
                </a:lnTo>
                <a:lnTo>
                  <a:pt x="1794" y="8766"/>
                </a:lnTo>
                <a:lnTo>
                  <a:pt x="2040" y="8956"/>
                </a:lnTo>
                <a:lnTo>
                  <a:pt x="2296" y="9131"/>
                </a:lnTo>
                <a:lnTo>
                  <a:pt x="2564" y="9290"/>
                </a:lnTo>
                <a:lnTo>
                  <a:pt x="2841" y="9431"/>
                </a:lnTo>
                <a:lnTo>
                  <a:pt x="3126" y="9555"/>
                </a:lnTo>
                <a:lnTo>
                  <a:pt x="3419" y="9660"/>
                </a:lnTo>
                <a:lnTo>
                  <a:pt x="3717" y="9747"/>
                </a:lnTo>
                <a:lnTo>
                  <a:pt x="4021" y="9814"/>
                </a:lnTo>
                <a:lnTo>
                  <a:pt x="4327" y="9863"/>
                </a:lnTo>
                <a:lnTo>
                  <a:pt x="4637" y="9892"/>
                </a:lnTo>
                <a:lnTo>
                  <a:pt x="4948" y="9902"/>
                </a:lnTo>
                <a:lnTo>
                  <a:pt x="5259" y="9892"/>
                </a:lnTo>
                <a:lnTo>
                  <a:pt x="5568" y="9863"/>
                </a:lnTo>
                <a:lnTo>
                  <a:pt x="5875" y="9814"/>
                </a:lnTo>
                <a:lnTo>
                  <a:pt x="6178" y="9747"/>
                </a:lnTo>
                <a:lnTo>
                  <a:pt x="6478" y="9660"/>
                </a:lnTo>
                <a:lnTo>
                  <a:pt x="6770" y="9555"/>
                </a:lnTo>
                <a:lnTo>
                  <a:pt x="7055" y="9431"/>
                </a:lnTo>
                <a:lnTo>
                  <a:pt x="7332" y="9290"/>
                </a:lnTo>
                <a:lnTo>
                  <a:pt x="7600" y="9131"/>
                </a:lnTo>
                <a:lnTo>
                  <a:pt x="7857" y="8956"/>
                </a:lnTo>
                <a:lnTo>
                  <a:pt x="8103" y="8766"/>
                </a:lnTo>
                <a:lnTo>
                  <a:pt x="8336" y="8560"/>
                </a:lnTo>
                <a:lnTo>
                  <a:pt x="8556" y="8340"/>
                </a:lnTo>
                <a:lnTo>
                  <a:pt x="8761" y="8107"/>
                </a:lnTo>
                <a:lnTo>
                  <a:pt x="8951" y="7861"/>
                </a:lnTo>
                <a:lnTo>
                  <a:pt x="9127" y="7604"/>
                </a:lnTo>
                <a:lnTo>
                  <a:pt x="9284" y="7336"/>
                </a:lnTo>
                <a:lnTo>
                  <a:pt x="9426" y="7059"/>
                </a:lnTo>
                <a:lnTo>
                  <a:pt x="9550" y="6773"/>
                </a:lnTo>
                <a:lnTo>
                  <a:pt x="9655" y="6481"/>
                </a:lnTo>
                <a:lnTo>
                  <a:pt x="9741" y="6182"/>
                </a:lnTo>
                <a:lnTo>
                  <a:pt x="9809" y="5879"/>
                </a:lnTo>
                <a:lnTo>
                  <a:pt x="9857" y="5572"/>
                </a:lnTo>
                <a:lnTo>
                  <a:pt x="9887" y="5262"/>
                </a:lnTo>
                <a:lnTo>
                  <a:pt x="9897" y="4951"/>
                </a:lnTo>
                <a:close/>
              </a:path>
            </a:pathLst>
          </a:custGeom>
          <a:noFill/>
          <a:ln w="95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8C58DDFA-00BD-1969-254C-66B0B0A0C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913" y="6059487"/>
            <a:ext cx="3952875" cy="158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F7245841-19F5-7E72-FAB0-FD1AB96B5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913" y="4710112"/>
            <a:ext cx="3952875" cy="158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730471A3-7C40-72FF-2584-1EF619BF4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913" y="5816600"/>
            <a:ext cx="3952875" cy="15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E06E58B1-ED5B-2ED4-365D-5E09B37B4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913" y="5507037"/>
            <a:ext cx="3952875" cy="158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D709AA43-0818-9D3E-5ADA-A3D6573C0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913" y="4487862"/>
            <a:ext cx="3948112" cy="158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Oval 33">
            <a:extLst>
              <a:ext uri="{FF2B5EF4-FFF2-40B4-BE49-F238E27FC236}">
                <a16:creationId xmlns:a16="http://schemas.microsoft.com/office/drawing/2014/main" id="{CD008ECC-7613-D0B5-0E07-4E01FB252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775" y="1577975"/>
            <a:ext cx="74613" cy="7461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Oval 34">
            <a:extLst>
              <a:ext uri="{FF2B5EF4-FFF2-40B4-BE49-F238E27FC236}">
                <a16:creationId xmlns:a16="http://schemas.microsoft.com/office/drawing/2014/main" id="{14FD5AD7-7AF5-43EF-B17E-4D5B375D4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877887"/>
            <a:ext cx="74613" cy="746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" name="Group 35">
            <a:extLst>
              <a:ext uri="{FF2B5EF4-FFF2-40B4-BE49-F238E27FC236}">
                <a16:creationId xmlns:a16="http://schemas.microsoft.com/office/drawing/2014/main" id="{4B04CF8C-5B31-3FC4-27CE-FD897FA3F153}"/>
              </a:ext>
            </a:extLst>
          </p:cNvPr>
          <p:cNvGrpSpPr>
            <a:grpSpLocks/>
          </p:cNvGrpSpPr>
          <p:nvPr/>
        </p:nvGrpSpPr>
        <p:grpSpPr bwMode="auto">
          <a:xfrm>
            <a:off x="3890963" y="982662"/>
            <a:ext cx="1641475" cy="650875"/>
            <a:chOff x="1901" y="656"/>
            <a:chExt cx="1034" cy="410"/>
          </a:xfrm>
        </p:grpSpPr>
        <p:sp>
          <p:nvSpPr>
            <p:cNvPr id="39" name="Oval 36">
              <a:extLst>
                <a:ext uri="{FF2B5EF4-FFF2-40B4-BE49-F238E27FC236}">
                  <a16:creationId xmlns:a16="http://schemas.microsoft.com/office/drawing/2014/main" id="{602720D4-4C42-FD62-F2CD-2AC0AFC8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1" y="1019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37">
              <a:extLst>
                <a:ext uri="{FF2B5EF4-FFF2-40B4-BE49-F238E27FC236}">
                  <a16:creationId xmlns:a16="http://schemas.microsoft.com/office/drawing/2014/main" id="{CFD90E59-D42D-694B-889E-9FFF6A522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8" y="65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" name="Oval 38">
            <a:extLst>
              <a:ext uri="{FF2B5EF4-FFF2-40B4-BE49-F238E27FC236}">
                <a16:creationId xmlns:a16="http://schemas.microsoft.com/office/drawing/2014/main" id="{FEFCAE29-F87A-F2DF-B149-CC080CEDB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775" y="977900"/>
            <a:ext cx="74613" cy="7461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Oval 39">
            <a:extLst>
              <a:ext uri="{FF2B5EF4-FFF2-40B4-BE49-F238E27FC236}">
                <a16:creationId xmlns:a16="http://schemas.microsoft.com/office/drawing/2014/main" id="{A12F0FF1-51B4-7DC8-E3BB-527C5FFBE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225" y="4664075"/>
            <a:ext cx="74613" cy="7461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Oval 40">
            <a:extLst>
              <a:ext uri="{FF2B5EF4-FFF2-40B4-BE49-F238E27FC236}">
                <a16:creationId xmlns:a16="http://schemas.microsoft.com/office/drawing/2014/main" id="{FBE2E73A-2EE8-09F8-84DC-7E564C59F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5" y="4454525"/>
            <a:ext cx="74613" cy="7461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41">
            <a:extLst>
              <a:ext uri="{FF2B5EF4-FFF2-40B4-BE49-F238E27FC236}">
                <a16:creationId xmlns:a16="http://schemas.microsoft.com/office/drawing/2014/main" id="{D7FF60B9-6E7E-1D43-C505-62089B681027}"/>
              </a:ext>
            </a:extLst>
          </p:cNvPr>
          <p:cNvGrpSpPr>
            <a:grpSpLocks/>
          </p:cNvGrpSpPr>
          <p:nvPr/>
        </p:nvGrpSpPr>
        <p:grpSpPr bwMode="auto">
          <a:xfrm>
            <a:off x="4041775" y="4772025"/>
            <a:ext cx="1350963" cy="87312"/>
            <a:chOff x="1996" y="3043"/>
            <a:chExt cx="851" cy="55"/>
          </a:xfrm>
        </p:grpSpPr>
        <p:sp>
          <p:nvSpPr>
            <p:cNvPr id="45" name="Oval 42">
              <a:extLst>
                <a:ext uri="{FF2B5EF4-FFF2-40B4-BE49-F238E27FC236}">
                  <a16:creationId xmlns:a16="http://schemas.microsoft.com/office/drawing/2014/main" id="{880F8213-66E6-1188-A667-A4BF8A057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3043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43">
              <a:extLst>
                <a:ext uri="{FF2B5EF4-FFF2-40B4-BE49-F238E27FC236}">
                  <a16:creationId xmlns:a16="http://schemas.microsoft.com/office/drawing/2014/main" id="{9CAE8765-BCA4-6DB9-A536-823A39DF3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3051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7" name="Group 44">
            <a:extLst>
              <a:ext uri="{FF2B5EF4-FFF2-40B4-BE49-F238E27FC236}">
                <a16:creationId xmlns:a16="http://schemas.microsoft.com/office/drawing/2014/main" id="{69989E22-0DBF-BE9C-4C2C-F72477B813D0}"/>
              </a:ext>
            </a:extLst>
          </p:cNvPr>
          <p:cNvGrpSpPr>
            <a:grpSpLocks/>
          </p:cNvGrpSpPr>
          <p:nvPr/>
        </p:nvGrpSpPr>
        <p:grpSpPr bwMode="auto">
          <a:xfrm>
            <a:off x="3902075" y="5235575"/>
            <a:ext cx="1655763" cy="80962"/>
            <a:chOff x="1908" y="3335"/>
            <a:chExt cx="1043" cy="51"/>
          </a:xfrm>
        </p:grpSpPr>
        <p:sp>
          <p:nvSpPr>
            <p:cNvPr id="48" name="Oval 45">
              <a:extLst>
                <a:ext uri="{FF2B5EF4-FFF2-40B4-BE49-F238E27FC236}">
                  <a16:creationId xmlns:a16="http://schemas.microsoft.com/office/drawing/2014/main" id="{EC3C95C4-194E-0B5E-63A3-2117683BF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3335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46">
              <a:extLst>
                <a:ext uri="{FF2B5EF4-FFF2-40B4-BE49-F238E27FC236}">
                  <a16:creationId xmlns:a16="http://schemas.microsoft.com/office/drawing/2014/main" id="{C9A226B8-4F0D-DC2F-3CAB-C48BDFF47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4" y="3339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Oval 47">
            <a:extLst>
              <a:ext uri="{FF2B5EF4-FFF2-40B4-BE49-F238E27FC236}">
                <a16:creationId xmlns:a16="http://schemas.microsoft.com/office/drawing/2014/main" id="{7EEAB6D0-7384-6ED6-9239-B4C592BD3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5" y="6022975"/>
            <a:ext cx="74613" cy="7461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48">
            <a:extLst>
              <a:ext uri="{FF2B5EF4-FFF2-40B4-BE49-F238E27FC236}">
                <a16:creationId xmlns:a16="http://schemas.microsoft.com/office/drawing/2014/main" id="{56ECDA1B-11F0-0295-771A-F46D0F8C5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470525"/>
            <a:ext cx="74612" cy="74612"/>
          </a:xfrm>
          <a:prstGeom prst="ellipse">
            <a:avLst/>
          </a:prstGeom>
          <a:solidFill>
            <a:srgbClr val="FF6600"/>
          </a:solidFill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49">
            <a:extLst>
              <a:ext uri="{FF2B5EF4-FFF2-40B4-BE49-F238E27FC236}">
                <a16:creationId xmlns:a16="http://schemas.microsoft.com/office/drawing/2014/main" id="{A22DC0BA-EFEC-4D36-9CC6-31EBCDCA3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1741487"/>
            <a:ext cx="74613" cy="746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50">
            <a:extLst>
              <a:ext uri="{FF2B5EF4-FFF2-40B4-BE49-F238E27FC236}">
                <a16:creationId xmlns:a16="http://schemas.microsoft.com/office/drawing/2014/main" id="{2479C91D-1184-80AE-DDFA-E4EED235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5784850"/>
            <a:ext cx="74613" cy="7461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51">
            <a:extLst>
              <a:ext uri="{FF2B5EF4-FFF2-40B4-BE49-F238E27FC236}">
                <a16:creationId xmlns:a16="http://schemas.microsoft.com/office/drawing/2014/main" id="{71915D11-BCF3-F57D-29D2-9DA33ED4D9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9250" y="1789112"/>
            <a:ext cx="0" cy="40290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52">
            <a:extLst>
              <a:ext uri="{FF2B5EF4-FFF2-40B4-BE49-F238E27FC236}">
                <a16:creationId xmlns:a16="http://schemas.microsoft.com/office/drawing/2014/main" id="{87D2B011-73F6-13F5-F12F-9469905D46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4150" y="912812"/>
            <a:ext cx="0" cy="37909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Oval 53">
            <a:extLst>
              <a:ext uri="{FF2B5EF4-FFF2-40B4-BE49-F238E27FC236}">
                <a16:creationId xmlns:a16="http://schemas.microsoft.com/office/drawing/2014/main" id="{9C8D38CE-3377-16E2-E947-C2ED75C70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650" y="5461000"/>
            <a:ext cx="74613" cy="74612"/>
          </a:xfrm>
          <a:prstGeom prst="ellipse">
            <a:avLst/>
          </a:prstGeom>
          <a:solidFill>
            <a:srgbClr val="FF6600"/>
          </a:solidFill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54">
            <a:extLst>
              <a:ext uri="{FF2B5EF4-FFF2-40B4-BE49-F238E27FC236}">
                <a16:creationId xmlns:a16="http://schemas.microsoft.com/office/drawing/2014/main" id="{091D7CB2-BBAD-8ECF-8546-E12D9CF9A9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8750" y="1731962"/>
            <a:ext cx="0" cy="377190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55">
            <a:extLst>
              <a:ext uri="{FF2B5EF4-FFF2-40B4-BE49-F238E27FC236}">
                <a16:creationId xmlns:a16="http://schemas.microsoft.com/office/drawing/2014/main" id="{8A879280-F955-BE8E-4B01-E70DB79B04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4175" y="1074737"/>
            <a:ext cx="0" cy="441960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Oval 56">
            <a:extLst>
              <a:ext uri="{FF2B5EF4-FFF2-40B4-BE49-F238E27FC236}">
                <a16:creationId xmlns:a16="http://schemas.microsoft.com/office/drawing/2014/main" id="{3EE3EE31-F663-11E9-533C-4C033D9D4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1687512"/>
            <a:ext cx="74613" cy="74613"/>
          </a:xfrm>
          <a:prstGeom prst="ellipse">
            <a:avLst/>
          </a:prstGeom>
          <a:solidFill>
            <a:srgbClr val="FF6600"/>
          </a:solidFill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Oval 57">
            <a:extLst>
              <a:ext uri="{FF2B5EF4-FFF2-40B4-BE49-F238E27FC236}">
                <a16:creationId xmlns:a16="http://schemas.microsoft.com/office/drawing/2014/main" id="{62A1F855-597E-64D9-C595-C2C007903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1077912"/>
            <a:ext cx="74613" cy="74613"/>
          </a:xfrm>
          <a:prstGeom prst="ellipse">
            <a:avLst/>
          </a:prstGeom>
          <a:solidFill>
            <a:srgbClr val="FF6600"/>
          </a:solidFill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" name="Group 58">
            <a:extLst>
              <a:ext uri="{FF2B5EF4-FFF2-40B4-BE49-F238E27FC236}">
                <a16:creationId xmlns:a16="http://schemas.microsoft.com/office/drawing/2014/main" id="{367238E0-92A5-2A3D-C538-9915EA79C503}"/>
              </a:ext>
            </a:extLst>
          </p:cNvPr>
          <p:cNvGrpSpPr>
            <a:grpSpLocks/>
          </p:cNvGrpSpPr>
          <p:nvPr/>
        </p:nvGrpSpPr>
        <p:grpSpPr bwMode="auto">
          <a:xfrm>
            <a:off x="4083050" y="931862"/>
            <a:ext cx="1285875" cy="3886200"/>
            <a:chOff x="2022" y="624"/>
            <a:chExt cx="810" cy="2448"/>
          </a:xfrm>
        </p:grpSpPr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CEDA64FF-0905-9295-2608-0F16CB6D6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22" y="882"/>
              <a:ext cx="0" cy="219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B09F25DE-1F05-AD44-16F9-EBBBC4954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624"/>
              <a:ext cx="0" cy="244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1">
            <a:extLst>
              <a:ext uri="{FF2B5EF4-FFF2-40B4-BE49-F238E27FC236}">
                <a16:creationId xmlns:a16="http://schemas.microsoft.com/office/drawing/2014/main" id="{D81B721C-4536-A526-0F27-52CD524837B2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882650"/>
            <a:ext cx="1365250" cy="488950"/>
            <a:chOff x="1997" y="593"/>
            <a:chExt cx="860" cy="308"/>
          </a:xfrm>
        </p:grpSpPr>
        <p:sp>
          <p:nvSpPr>
            <p:cNvPr id="65" name="Oval 62">
              <a:extLst>
                <a:ext uri="{FF2B5EF4-FFF2-40B4-BE49-F238E27FC236}">
                  <a16:creationId xmlns:a16="http://schemas.microsoft.com/office/drawing/2014/main" id="{7FD461B2-2CBE-77BE-597C-5DE4AF501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7" y="854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Oval 63">
              <a:extLst>
                <a:ext uri="{FF2B5EF4-FFF2-40B4-BE49-F238E27FC236}">
                  <a16:creationId xmlns:a16="http://schemas.microsoft.com/office/drawing/2014/main" id="{0D5D417E-A616-290C-7DC6-AEB70D170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0" y="593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" name="Rectangle 64">
            <a:extLst>
              <a:ext uri="{FF2B5EF4-FFF2-40B4-BE49-F238E27FC236}">
                <a16:creationId xmlns:a16="http://schemas.microsoft.com/office/drawing/2014/main" id="{619EFDFB-B9F3-CFE9-535C-6E6E72DEC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298" y="477838"/>
            <a:ext cx="2708277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例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15.1 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求圆柱与圆球的交线</a:t>
            </a:r>
            <a:endParaRPr lang="zh-CN" altLang="en-US" sz="44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68" name="Text Box 65">
            <a:extLst>
              <a:ext uri="{FF2B5EF4-FFF2-40B4-BE49-F238E27FC236}">
                <a16:creationId xmlns:a16="http://schemas.microsoft.com/office/drawing/2014/main" id="{BA8E161E-515B-B39B-D243-217A52053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774" y="1478865"/>
            <a:ext cx="387826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3200" b="1">
                <a:latin typeface="仿宋_GB2312" pitchFamily="49" charset="-122"/>
              </a:rPr>
              <a:t>  </a:t>
            </a:r>
            <a:r>
              <a:rPr lang="zh-CN" altLang="en-US" sz="2000" b="1">
                <a:latin typeface="仿宋_GB2312" pitchFamily="49" charset="-122"/>
              </a:rPr>
              <a:t>相贯线为一</a:t>
            </a:r>
            <a:r>
              <a:rPr lang="zh-CN" altLang="en-US" sz="2000" b="1">
                <a:solidFill>
                  <a:srgbClr val="FF0000"/>
                </a:solidFill>
                <a:latin typeface="仿宋_GB2312" pitchFamily="49" charset="-122"/>
              </a:rPr>
              <a:t>光滑的封闭的空间曲线</a:t>
            </a:r>
            <a:r>
              <a:rPr lang="zh-CN" altLang="en-US" sz="2000" b="1">
                <a:latin typeface="仿宋_GB2312" pitchFamily="49" charset="-122"/>
              </a:rPr>
              <a:t>。其中圆柱面的水平投影有积聚性，因此，相贯线的水平投影在柱面的水平投影上。相贯线的正面投影应求出。</a:t>
            </a:r>
          </a:p>
        </p:txBody>
      </p:sp>
      <p:sp>
        <p:nvSpPr>
          <p:cNvPr id="69" name="Rectangle 67">
            <a:extLst>
              <a:ext uri="{FF2B5EF4-FFF2-40B4-BE49-F238E27FC236}">
                <a16:creationId xmlns:a16="http://schemas.microsoft.com/office/drawing/2014/main" id="{D7D02092-5B4D-41CB-18CA-277EAE7AE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8925" y="4084637"/>
            <a:ext cx="18415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求解方法</a:t>
            </a:r>
            <a:br>
              <a:rPr lang="zh-CN" altLang="en-US" sz="24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</a:br>
            <a:r>
              <a:rPr lang="zh-CN" altLang="en-US" sz="24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辅助平面法</a:t>
            </a:r>
            <a:endParaRPr lang="zh-CN" altLang="en-US" b="1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70" name="Text Box 68">
            <a:extLst>
              <a:ext uri="{FF2B5EF4-FFF2-40B4-BE49-F238E27FC236}">
                <a16:creationId xmlns:a16="http://schemas.microsoft.com/office/drawing/2014/main" id="{026A9E4C-54D8-D25C-5657-C62B7611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1951037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仿宋_GB2312" pitchFamily="49" charset="-122"/>
              </a:rPr>
              <a:t>解题步骤：</a:t>
            </a:r>
          </a:p>
        </p:txBody>
      </p:sp>
      <p:sp>
        <p:nvSpPr>
          <p:cNvPr id="71" name="Text Box 69">
            <a:extLst>
              <a:ext uri="{FF2B5EF4-FFF2-40B4-BE49-F238E27FC236}">
                <a16:creationId xmlns:a16="http://schemas.microsoft.com/office/drawing/2014/main" id="{EAA08F45-9B0C-FC1B-875C-027222E96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2495550"/>
            <a:ext cx="158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000" b="1">
                <a:solidFill>
                  <a:srgbClr val="003399"/>
                </a:solidFill>
                <a:latin typeface="仿宋_GB2312" pitchFamily="49" charset="-122"/>
              </a:rPr>
              <a:t>★ </a:t>
            </a:r>
            <a:r>
              <a:rPr lang="zh-CN" altLang="en-US" sz="2000" b="1">
                <a:solidFill>
                  <a:srgbClr val="003399"/>
                </a:solidFill>
                <a:latin typeface="仿宋_GB2312" pitchFamily="49" charset="-122"/>
              </a:rPr>
              <a:t>求特殊点</a:t>
            </a:r>
          </a:p>
        </p:txBody>
      </p:sp>
      <p:sp>
        <p:nvSpPr>
          <p:cNvPr id="72" name="Text Box 70">
            <a:extLst>
              <a:ext uri="{FF2B5EF4-FFF2-40B4-BE49-F238E27FC236}">
                <a16:creationId xmlns:a16="http://schemas.microsoft.com/office/drawing/2014/main" id="{9D5CA77B-3789-A636-78D5-73F80155B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3046412"/>
            <a:ext cx="19605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000" b="1">
                <a:solidFill>
                  <a:srgbClr val="003399"/>
                </a:solidFill>
                <a:latin typeface="仿宋_GB2312" pitchFamily="49" charset="-122"/>
              </a:rPr>
              <a:t>★ </a:t>
            </a:r>
            <a:r>
              <a:rPr lang="zh-CN" altLang="en-US" sz="2000" b="1">
                <a:solidFill>
                  <a:srgbClr val="003399"/>
                </a:solidFill>
                <a:latin typeface="仿宋_GB2312" pitchFamily="49" charset="-122"/>
              </a:rPr>
              <a:t>用辅助平面法求中间点</a:t>
            </a:r>
          </a:p>
        </p:txBody>
      </p:sp>
      <p:sp>
        <p:nvSpPr>
          <p:cNvPr id="73" name="Text Box 71">
            <a:extLst>
              <a:ext uri="{FF2B5EF4-FFF2-40B4-BE49-F238E27FC236}">
                <a16:creationId xmlns:a16="http://schemas.microsoft.com/office/drawing/2014/main" id="{537328D0-0963-0C3D-A5AC-EE877DAF2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3840162"/>
            <a:ext cx="23034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000" b="1">
                <a:solidFill>
                  <a:srgbClr val="003399"/>
                </a:solidFill>
                <a:latin typeface="仿宋_GB2312" pitchFamily="49" charset="-122"/>
              </a:rPr>
              <a:t>★ </a:t>
            </a:r>
            <a:r>
              <a:rPr lang="zh-CN" altLang="en-US" sz="2000" b="1">
                <a:solidFill>
                  <a:srgbClr val="003399"/>
                </a:solidFill>
                <a:latin typeface="仿宋_GB2312" pitchFamily="49" charset="-122"/>
              </a:rPr>
              <a:t>光滑连接各点，注意投影的可见性</a:t>
            </a:r>
          </a:p>
        </p:txBody>
      </p:sp>
      <p:sp>
        <p:nvSpPr>
          <p:cNvPr id="74" name="Text Box 72">
            <a:extLst>
              <a:ext uri="{FF2B5EF4-FFF2-40B4-BE49-F238E27FC236}">
                <a16:creationId xmlns:a16="http://schemas.microsoft.com/office/drawing/2014/main" id="{E50B0647-F577-D47D-FBCC-7DDC47D19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5073650"/>
            <a:ext cx="19605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000" b="1">
                <a:solidFill>
                  <a:srgbClr val="003399"/>
                </a:solidFill>
                <a:latin typeface="仿宋_GB2312" pitchFamily="49" charset="-122"/>
              </a:rPr>
              <a:t>★ </a:t>
            </a:r>
            <a:r>
              <a:rPr lang="zh-CN" altLang="en-US" sz="2000" b="1">
                <a:solidFill>
                  <a:srgbClr val="003399"/>
                </a:solidFill>
                <a:latin typeface="仿宋_GB2312" pitchFamily="49" charset="-122"/>
              </a:rPr>
              <a:t>补全轮廓线的投影</a:t>
            </a:r>
          </a:p>
        </p:txBody>
      </p:sp>
    </p:spTree>
    <p:extLst>
      <p:ext uri="{BB962C8B-B14F-4D97-AF65-F5344CB8AC3E}">
        <p14:creationId xmlns:p14="http://schemas.microsoft.com/office/powerpoint/2010/main" val="124939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 autoUpdateAnimBg="0"/>
      <p:bldP spid="71" grpId="0" autoUpdateAnimBg="0"/>
      <p:bldP spid="72" grpId="0" autoUpdateAnimBg="0"/>
      <p:bldP spid="73" grpId="0" autoUpdateAnimBg="0"/>
      <p:bldP spid="7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2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06" t="32292" r="30469" b="20833"/>
          <a:stretch>
            <a:fillRect/>
          </a:stretch>
        </p:blipFill>
        <p:spPr bwMode="auto">
          <a:xfrm>
            <a:off x="2055813" y="1511300"/>
            <a:ext cx="39624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32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23958" r="24219" b="18750"/>
          <a:stretch>
            <a:fillRect/>
          </a:stretch>
        </p:blipFill>
        <p:spPr bwMode="auto">
          <a:xfrm>
            <a:off x="6523038" y="1511300"/>
            <a:ext cx="3543300" cy="341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C37720-A2CC-ABE5-47A3-A5D10014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67E9-5C01-6A4D-9A6D-1FDEA7663C9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89F09F-2B69-174C-571C-0FA93B51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F14000-3896-D64C-92EC-10355300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F51C0-34F2-E1DE-D572-5C4707E7F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260420" y="2083633"/>
            <a:ext cx="1437366" cy="33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76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258" name="Group 2"/>
          <p:cNvGrpSpPr>
            <a:grpSpLocks/>
          </p:cNvGrpSpPr>
          <p:nvPr/>
        </p:nvGrpSpPr>
        <p:grpSpPr bwMode="auto">
          <a:xfrm>
            <a:off x="3633788" y="0"/>
            <a:ext cx="4622800" cy="6858000"/>
            <a:chOff x="1329" y="0"/>
            <a:chExt cx="2912" cy="4320"/>
          </a:xfrm>
        </p:grpSpPr>
        <p:sp>
          <p:nvSpPr>
            <p:cNvPr id="224259" name="Line 3"/>
            <p:cNvSpPr>
              <a:spLocks noChangeShapeType="1"/>
            </p:cNvSpPr>
            <p:nvPr/>
          </p:nvSpPr>
          <p:spPr bwMode="auto">
            <a:xfrm flipV="1">
              <a:off x="2747" y="0"/>
              <a:ext cx="1" cy="168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0" name="Line 4"/>
            <p:cNvSpPr>
              <a:spLocks noChangeShapeType="1"/>
            </p:cNvSpPr>
            <p:nvPr/>
          </p:nvSpPr>
          <p:spPr bwMode="auto">
            <a:xfrm>
              <a:off x="2409" y="0"/>
              <a:ext cx="1" cy="17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1" name="Line 5"/>
            <p:cNvSpPr>
              <a:spLocks noChangeShapeType="1"/>
            </p:cNvSpPr>
            <p:nvPr/>
          </p:nvSpPr>
          <p:spPr bwMode="auto">
            <a:xfrm flipH="1">
              <a:off x="1564" y="1615"/>
              <a:ext cx="236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2" name="Freeform 6"/>
            <p:cNvSpPr>
              <a:spLocks/>
            </p:cNvSpPr>
            <p:nvPr/>
          </p:nvSpPr>
          <p:spPr bwMode="auto">
            <a:xfrm>
              <a:off x="1835" y="507"/>
              <a:ext cx="1148" cy="568"/>
            </a:xfrm>
            <a:custGeom>
              <a:avLst/>
              <a:gdLst>
                <a:gd name="T0" fmla="*/ 11485 w 11485"/>
                <a:gd name="T1" fmla="*/ 0 h 5684"/>
                <a:gd name="T2" fmla="*/ 11478 w 11485"/>
                <a:gd name="T3" fmla="*/ 88 h 5684"/>
                <a:gd name="T4" fmla="*/ 11457 w 11485"/>
                <a:gd name="T5" fmla="*/ 183 h 5684"/>
                <a:gd name="T6" fmla="*/ 11421 w 11485"/>
                <a:gd name="T7" fmla="*/ 282 h 5684"/>
                <a:gd name="T8" fmla="*/ 11372 w 11485"/>
                <a:gd name="T9" fmla="*/ 386 h 5684"/>
                <a:gd name="T10" fmla="*/ 11308 w 11485"/>
                <a:gd name="T11" fmla="*/ 496 h 5684"/>
                <a:gd name="T12" fmla="*/ 11229 w 11485"/>
                <a:gd name="T13" fmla="*/ 611 h 5684"/>
                <a:gd name="T14" fmla="*/ 11138 w 11485"/>
                <a:gd name="T15" fmla="*/ 729 h 5684"/>
                <a:gd name="T16" fmla="*/ 11032 w 11485"/>
                <a:gd name="T17" fmla="*/ 852 h 5684"/>
                <a:gd name="T18" fmla="*/ 10914 w 11485"/>
                <a:gd name="T19" fmla="*/ 978 h 5684"/>
                <a:gd name="T20" fmla="*/ 10784 w 11485"/>
                <a:gd name="T21" fmla="*/ 1106 h 5684"/>
                <a:gd name="T22" fmla="*/ 10643 w 11485"/>
                <a:gd name="T23" fmla="*/ 1239 h 5684"/>
                <a:gd name="T24" fmla="*/ 10492 w 11485"/>
                <a:gd name="T25" fmla="*/ 1372 h 5684"/>
                <a:gd name="T26" fmla="*/ 10332 w 11485"/>
                <a:gd name="T27" fmla="*/ 1506 h 5684"/>
                <a:gd name="T28" fmla="*/ 10163 w 11485"/>
                <a:gd name="T29" fmla="*/ 1643 h 5684"/>
                <a:gd name="T30" fmla="*/ 9807 w 11485"/>
                <a:gd name="T31" fmla="*/ 1913 h 5684"/>
                <a:gd name="T32" fmla="*/ 9617 w 11485"/>
                <a:gd name="T33" fmla="*/ 2052 h 5684"/>
                <a:gd name="T34" fmla="*/ 9416 w 11485"/>
                <a:gd name="T35" fmla="*/ 2193 h 5684"/>
                <a:gd name="T36" fmla="*/ 9206 w 11485"/>
                <a:gd name="T37" fmla="*/ 2337 h 5684"/>
                <a:gd name="T38" fmla="*/ 8987 w 11485"/>
                <a:gd name="T39" fmla="*/ 2484 h 5684"/>
                <a:gd name="T40" fmla="*/ 8759 w 11485"/>
                <a:gd name="T41" fmla="*/ 2633 h 5684"/>
                <a:gd name="T42" fmla="*/ 8524 w 11485"/>
                <a:gd name="T43" fmla="*/ 2785 h 5684"/>
                <a:gd name="T44" fmla="*/ 8281 w 11485"/>
                <a:gd name="T45" fmla="*/ 2936 h 5684"/>
                <a:gd name="T46" fmla="*/ 8032 w 11485"/>
                <a:gd name="T47" fmla="*/ 3088 h 5684"/>
                <a:gd name="T48" fmla="*/ 7520 w 11485"/>
                <a:gd name="T49" fmla="*/ 3392 h 5684"/>
                <a:gd name="T50" fmla="*/ 6994 w 11485"/>
                <a:gd name="T51" fmla="*/ 3693 h 5684"/>
                <a:gd name="T52" fmla="*/ 6461 w 11485"/>
                <a:gd name="T53" fmla="*/ 3984 h 5684"/>
                <a:gd name="T54" fmla="*/ 5930 w 11485"/>
                <a:gd name="T55" fmla="*/ 4263 h 5684"/>
                <a:gd name="T56" fmla="*/ 5400 w 11485"/>
                <a:gd name="T57" fmla="*/ 4527 h 5684"/>
                <a:gd name="T58" fmla="*/ 4854 w 11485"/>
                <a:gd name="T59" fmla="*/ 4784 h 5684"/>
                <a:gd name="T60" fmla="*/ 4299 w 11485"/>
                <a:gd name="T61" fmla="*/ 5024 h 5684"/>
                <a:gd name="T62" fmla="*/ 4022 w 11485"/>
                <a:gd name="T63" fmla="*/ 5136 h 5684"/>
                <a:gd name="T64" fmla="*/ 3747 w 11485"/>
                <a:gd name="T65" fmla="*/ 5239 h 5684"/>
                <a:gd name="T66" fmla="*/ 3475 w 11485"/>
                <a:gd name="T67" fmla="*/ 5334 h 5684"/>
                <a:gd name="T68" fmla="*/ 3208 w 11485"/>
                <a:gd name="T69" fmla="*/ 5419 h 5684"/>
                <a:gd name="T70" fmla="*/ 2945 w 11485"/>
                <a:gd name="T71" fmla="*/ 5495 h 5684"/>
                <a:gd name="T72" fmla="*/ 2689 w 11485"/>
                <a:gd name="T73" fmla="*/ 5558 h 5684"/>
                <a:gd name="T74" fmla="*/ 2442 w 11485"/>
                <a:gd name="T75" fmla="*/ 5609 h 5684"/>
                <a:gd name="T76" fmla="*/ 2203 w 11485"/>
                <a:gd name="T77" fmla="*/ 5647 h 5684"/>
                <a:gd name="T78" fmla="*/ 1974 w 11485"/>
                <a:gd name="T79" fmla="*/ 5672 h 5684"/>
                <a:gd name="T80" fmla="*/ 1757 w 11485"/>
                <a:gd name="T81" fmla="*/ 5684 h 5684"/>
                <a:gd name="T82" fmla="*/ 1551 w 11485"/>
                <a:gd name="T83" fmla="*/ 5681 h 5684"/>
                <a:gd name="T84" fmla="*/ 1355 w 11485"/>
                <a:gd name="T85" fmla="*/ 5666 h 5684"/>
                <a:gd name="T86" fmla="*/ 1169 w 11485"/>
                <a:gd name="T87" fmla="*/ 5637 h 5684"/>
                <a:gd name="T88" fmla="*/ 995 w 11485"/>
                <a:gd name="T89" fmla="*/ 5595 h 5684"/>
                <a:gd name="T90" fmla="*/ 835 w 11485"/>
                <a:gd name="T91" fmla="*/ 5541 h 5684"/>
                <a:gd name="T92" fmla="*/ 687 w 11485"/>
                <a:gd name="T93" fmla="*/ 5474 h 5684"/>
                <a:gd name="T94" fmla="*/ 553 w 11485"/>
                <a:gd name="T95" fmla="*/ 5396 h 5684"/>
                <a:gd name="T96" fmla="*/ 435 w 11485"/>
                <a:gd name="T97" fmla="*/ 5308 h 5684"/>
                <a:gd name="T98" fmla="*/ 330 w 11485"/>
                <a:gd name="T99" fmla="*/ 5210 h 5684"/>
                <a:gd name="T100" fmla="*/ 241 w 11485"/>
                <a:gd name="T101" fmla="*/ 5104 h 5684"/>
                <a:gd name="T102" fmla="*/ 165 w 11485"/>
                <a:gd name="T103" fmla="*/ 4991 h 5684"/>
                <a:gd name="T104" fmla="*/ 104 w 11485"/>
                <a:gd name="T105" fmla="*/ 4871 h 5684"/>
                <a:gd name="T106" fmla="*/ 58 w 11485"/>
                <a:gd name="T107" fmla="*/ 4747 h 5684"/>
                <a:gd name="T108" fmla="*/ 25 w 11485"/>
                <a:gd name="T109" fmla="*/ 4619 h 5684"/>
                <a:gd name="T110" fmla="*/ 6 w 11485"/>
                <a:gd name="T111" fmla="*/ 4489 h 5684"/>
                <a:gd name="T112" fmla="*/ 0 w 11485"/>
                <a:gd name="T113" fmla="*/ 4358 h 5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485" h="5684">
                  <a:moveTo>
                    <a:pt x="11485" y="0"/>
                  </a:moveTo>
                  <a:lnTo>
                    <a:pt x="11478" y="88"/>
                  </a:lnTo>
                  <a:lnTo>
                    <a:pt x="11457" y="183"/>
                  </a:lnTo>
                  <a:lnTo>
                    <a:pt x="11421" y="282"/>
                  </a:lnTo>
                  <a:lnTo>
                    <a:pt x="11372" y="386"/>
                  </a:lnTo>
                  <a:lnTo>
                    <a:pt x="11308" y="496"/>
                  </a:lnTo>
                  <a:lnTo>
                    <a:pt x="11229" y="611"/>
                  </a:lnTo>
                  <a:lnTo>
                    <a:pt x="11138" y="729"/>
                  </a:lnTo>
                  <a:lnTo>
                    <a:pt x="11032" y="852"/>
                  </a:lnTo>
                  <a:lnTo>
                    <a:pt x="10914" y="978"/>
                  </a:lnTo>
                  <a:lnTo>
                    <a:pt x="10784" y="1106"/>
                  </a:lnTo>
                  <a:lnTo>
                    <a:pt x="10643" y="1239"/>
                  </a:lnTo>
                  <a:lnTo>
                    <a:pt x="10492" y="1372"/>
                  </a:lnTo>
                  <a:lnTo>
                    <a:pt x="10332" y="1506"/>
                  </a:lnTo>
                  <a:lnTo>
                    <a:pt x="10163" y="1643"/>
                  </a:lnTo>
                  <a:lnTo>
                    <a:pt x="9807" y="1913"/>
                  </a:lnTo>
                  <a:lnTo>
                    <a:pt x="9617" y="2052"/>
                  </a:lnTo>
                  <a:lnTo>
                    <a:pt x="9416" y="2193"/>
                  </a:lnTo>
                  <a:lnTo>
                    <a:pt x="9206" y="2337"/>
                  </a:lnTo>
                  <a:lnTo>
                    <a:pt x="8987" y="2484"/>
                  </a:lnTo>
                  <a:lnTo>
                    <a:pt x="8759" y="2633"/>
                  </a:lnTo>
                  <a:lnTo>
                    <a:pt x="8524" y="2785"/>
                  </a:lnTo>
                  <a:lnTo>
                    <a:pt x="8281" y="2936"/>
                  </a:lnTo>
                  <a:lnTo>
                    <a:pt x="8032" y="3088"/>
                  </a:lnTo>
                  <a:lnTo>
                    <a:pt x="7520" y="3392"/>
                  </a:lnTo>
                  <a:lnTo>
                    <a:pt x="6994" y="3693"/>
                  </a:lnTo>
                  <a:lnTo>
                    <a:pt x="6461" y="3984"/>
                  </a:lnTo>
                  <a:lnTo>
                    <a:pt x="5930" y="4263"/>
                  </a:lnTo>
                  <a:lnTo>
                    <a:pt x="5400" y="4527"/>
                  </a:lnTo>
                  <a:lnTo>
                    <a:pt x="4854" y="4784"/>
                  </a:lnTo>
                  <a:lnTo>
                    <a:pt x="4299" y="5024"/>
                  </a:lnTo>
                  <a:lnTo>
                    <a:pt x="4022" y="5136"/>
                  </a:lnTo>
                  <a:lnTo>
                    <a:pt x="3747" y="5239"/>
                  </a:lnTo>
                  <a:lnTo>
                    <a:pt x="3475" y="5334"/>
                  </a:lnTo>
                  <a:lnTo>
                    <a:pt x="3208" y="5419"/>
                  </a:lnTo>
                  <a:lnTo>
                    <a:pt x="2945" y="5495"/>
                  </a:lnTo>
                  <a:lnTo>
                    <a:pt x="2689" y="5558"/>
                  </a:lnTo>
                  <a:lnTo>
                    <a:pt x="2442" y="5609"/>
                  </a:lnTo>
                  <a:lnTo>
                    <a:pt x="2203" y="5647"/>
                  </a:lnTo>
                  <a:lnTo>
                    <a:pt x="1974" y="5672"/>
                  </a:lnTo>
                  <a:lnTo>
                    <a:pt x="1757" y="5684"/>
                  </a:lnTo>
                  <a:lnTo>
                    <a:pt x="1551" y="5681"/>
                  </a:lnTo>
                  <a:lnTo>
                    <a:pt x="1355" y="5666"/>
                  </a:lnTo>
                  <a:lnTo>
                    <a:pt x="1169" y="5637"/>
                  </a:lnTo>
                  <a:lnTo>
                    <a:pt x="995" y="5595"/>
                  </a:lnTo>
                  <a:lnTo>
                    <a:pt x="835" y="5541"/>
                  </a:lnTo>
                  <a:lnTo>
                    <a:pt x="687" y="5474"/>
                  </a:lnTo>
                  <a:lnTo>
                    <a:pt x="553" y="5396"/>
                  </a:lnTo>
                  <a:lnTo>
                    <a:pt x="435" y="5308"/>
                  </a:lnTo>
                  <a:lnTo>
                    <a:pt x="330" y="5210"/>
                  </a:lnTo>
                  <a:lnTo>
                    <a:pt x="241" y="5104"/>
                  </a:lnTo>
                  <a:lnTo>
                    <a:pt x="165" y="4991"/>
                  </a:lnTo>
                  <a:lnTo>
                    <a:pt x="104" y="4871"/>
                  </a:lnTo>
                  <a:lnTo>
                    <a:pt x="58" y="4747"/>
                  </a:lnTo>
                  <a:lnTo>
                    <a:pt x="25" y="4619"/>
                  </a:lnTo>
                  <a:lnTo>
                    <a:pt x="6" y="4489"/>
                  </a:lnTo>
                  <a:lnTo>
                    <a:pt x="0" y="4358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3" name="Line 7"/>
            <p:cNvSpPr>
              <a:spLocks noChangeShapeType="1"/>
            </p:cNvSpPr>
            <p:nvPr/>
          </p:nvSpPr>
          <p:spPr bwMode="auto">
            <a:xfrm flipH="1">
              <a:off x="1835" y="95"/>
              <a:ext cx="1148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4" name="Line 8"/>
            <p:cNvSpPr>
              <a:spLocks noChangeShapeType="1"/>
            </p:cNvSpPr>
            <p:nvPr/>
          </p:nvSpPr>
          <p:spPr bwMode="auto">
            <a:xfrm flipV="1">
              <a:off x="2983" y="95"/>
              <a:ext cx="1" cy="4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5" name="Line 9"/>
            <p:cNvSpPr>
              <a:spLocks noChangeShapeType="1"/>
            </p:cNvSpPr>
            <p:nvPr/>
          </p:nvSpPr>
          <p:spPr bwMode="auto">
            <a:xfrm flipV="1">
              <a:off x="1835" y="95"/>
              <a:ext cx="1" cy="8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6" name="Freeform 10"/>
            <p:cNvSpPr>
              <a:spLocks/>
            </p:cNvSpPr>
            <p:nvPr/>
          </p:nvSpPr>
          <p:spPr bwMode="auto">
            <a:xfrm>
              <a:off x="2983" y="457"/>
              <a:ext cx="946" cy="1158"/>
            </a:xfrm>
            <a:custGeom>
              <a:avLst/>
              <a:gdLst>
                <a:gd name="T0" fmla="*/ 9458 w 9458"/>
                <a:gd name="T1" fmla="*/ 11584 h 11584"/>
                <a:gd name="T2" fmla="*/ 9447 w 9458"/>
                <a:gd name="T3" fmla="*/ 11062 h 11584"/>
                <a:gd name="T4" fmla="*/ 9412 w 9458"/>
                <a:gd name="T5" fmla="*/ 10541 h 11584"/>
                <a:gd name="T6" fmla="*/ 9354 w 9458"/>
                <a:gd name="T7" fmla="*/ 10022 h 11584"/>
                <a:gd name="T8" fmla="*/ 9273 w 9458"/>
                <a:gd name="T9" fmla="*/ 9505 h 11584"/>
                <a:gd name="T10" fmla="*/ 9171 w 9458"/>
                <a:gd name="T11" fmla="*/ 8994 h 11584"/>
                <a:gd name="T12" fmla="*/ 9045 w 9458"/>
                <a:gd name="T13" fmla="*/ 8487 h 11584"/>
                <a:gd name="T14" fmla="*/ 8898 w 9458"/>
                <a:gd name="T15" fmla="*/ 7987 h 11584"/>
                <a:gd name="T16" fmla="*/ 8728 w 9458"/>
                <a:gd name="T17" fmla="*/ 7492 h 11584"/>
                <a:gd name="T18" fmla="*/ 8535 w 9458"/>
                <a:gd name="T19" fmla="*/ 7006 h 11584"/>
                <a:gd name="T20" fmla="*/ 8323 w 9458"/>
                <a:gd name="T21" fmla="*/ 6530 h 11584"/>
                <a:gd name="T22" fmla="*/ 8089 w 9458"/>
                <a:gd name="T23" fmla="*/ 6063 h 11584"/>
                <a:gd name="T24" fmla="*/ 7835 w 9458"/>
                <a:gd name="T25" fmla="*/ 5606 h 11584"/>
                <a:gd name="T26" fmla="*/ 7561 w 9458"/>
                <a:gd name="T27" fmla="*/ 5162 h 11584"/>
                <a:gd name="T28" fmla="*/ 7268 w 9458"/>
                <a:gd name="T29" fmla="*/ 4730 h 11584"/>
                <a:gd name="T30" fmla="*/ 6956 w 9458"/>
                <a:gd name="T31" fmla="*/ 4311 h 11584"/>
                <a:gd name="T32" fmla="*/ 6626 w 9458"/>
                <a:gd name="T33" fmla="*/ 3907 h 11584"/>
                <a:gd name="T34" fmla="*/ 6278 w 9458"/>
                <a:gd name="T35" fmla="*/ 3516 h 11584"/>
                <a:gd name="T36" fmla="*/ 5914 w 9458"/>
                <a:gd name="T37" fmla="*/ 3143 h 11584"/>
                <a:gd name="T38" fmla="*/ 5533 w 9458"/>
                <a:gd name="T39" fmla="*/ 2786 h 11584"/>
                <a:gd name="T40" fmla="*/ 5136 w 9458"/>
                <a:gd name="T41" fmla="*/ 2446 h 11584"/>
                <a:gd name="T42" fmla="*/ 4725 w 9458"/>
                <a:gd name="T43" fmla="*/ 2124 h 11584"/>
                <a:gd name="T44" fmla="*/ 4301 w 9458"/>
                <a:gd name="T45" fmla="*/ 1819 h 11584"/>
                <a:gd name="T46" fmla="*/ 3863 w 9458"/>
                <a:gd name="T47" fmla="*/ 1535 h 11584"/>
                <a:gd name="T48" fmla="*/ 3413 w 9458"/>
                <a:gd name="T49" fmla="*/ 1269 h 11584"/>
                <a:gd name="T50" fmla="*/ 2952 w 9458"/>
                <a:gd name="T51" fmla="*/ 1025 h 11584"/>
                <a:gd name="T52" fmla="*/ 2480 w 9458"/>
                <a:gd name="T53" fmla="*/ 800 h 11584"/>
                <a:gd name="T54" fmla="*/ 2000 w 9458"/>
                <a:gd name="T55" fmla="*/ 596 h 11584"/>
                <a:gd name="T56" fmla="*/ 1510 w 9458"/>
                <a:gd name="T57" fmla="*/ 415 h 11584"/>
                <a:gd name="T58" fmla="*/ 1013 w 9458"/>
                <a:gd name="T59" fmla="*/ 254 h 11584"/>
                <a:gd name="T60" fmla="*/ 510 w 9458"/>
                <a:gd name="T61" fmla="*/ 116 h 11584"/>
                <a:gd name="T62" fmla="*/ 0 w 9458"/>
                <a:gd name="T63" fmla="*/ 0 h 11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58" h="11584">
                  <a:moveTo>
                    <a:pt x="9458" y="11584"/>
                  </a:moveTo>
                  <a:lnTo>
                    <a:pt x="9447" y="11062"/>
                  </a:lnTo>
                  <a:lnTo>
                    <a:pt x="9412" y="10541"/>
                  </a:lnTo>
                  <a:lnTo>
                    <a:pt x="9354" y="10022"/>
                  </a:lnTo>
                  <a:lnTo>
                    <a:pt x="9273" y="9505"/>
                  </a:lnTo>
                  <a:lnTo>
                    <a:pt x="9171" y="8994"/>
                  </a:lnTo>
                  <a:lnTo>
                    <a:pt x="9045" y="8487"/>
                  </a:lnTo>
                  <a:lnTo>
                    <a:pt x="8898" y="7987"/>
                  </a:lnTo>
                  <a:lnTo>
                    <a:pt x="8728" y="7492"/>
                  </a:lnTo>
                  <a:lnTo>
                    <a:pt x="8535" y="7006"/>
                  </a:lnTo>
                  <a:lnTo>
                    <a:pt x="8323" y="6530"/>
                  </a:lnTo>
                  <a:lnTo>
                    <a:pt x="8089" y="6063"/>
                  </a:lnTo>
                  <a:lnTo>
                    <a:pt x="7835" y="5606"/>
                  </a:lnTo>
                  <a:lnTo>
                    <a:pt x="7561" y="5162"/>
                  </a:lnTo>
                  <a:lnTo>
                    <a:pt x="7268" y="4730"/>
                  </a:lnTo>
                  <a:lnTo>
                    <a:pt x="6956" y="4311"/>
                  </a:lnTo>
                  <a:lnTo>
                    <a:pt x="6626" y="3907"/>
                  </a:lnTo>
                  <a:lnTo>
                    <a:pt x="6278" y="3516"/>
                  </a:lnTo>
                  <a:lnTo>
                    <a:pt x="5914" y="3143"/>
                  </a:lnTo>
                  <a:lnTo>
                    <a:pt x="5533" y="2786"/>
                  </a:lnTo>
                  <a:lnTo>
                    <a:pt x="5136" y="2446"/>
                  </a:lnTo>
                  <a:lnTo>
                    <a:pt x="4725" y="2124"/>
                  </a:lnTo>
                  <a:lnTo>
                    <a:pt x="4301" y="1819"/>
                  </a:lnTo>
                  <a:lnTo>
                    <a:pt x="3863" y="1535"/>
                  </a:lnTo>
                  <a:lnTo>
                    <a:pt x="3413" y="1269"/>
                  </a:lnTo>
                  <a:lnTo>
                    <a:pt x="2952" y="1025"/>
                  </a:lnTo>
                  <a:lnTo>
                    <a:pt x="2480" y="800"/>
                  </a:lnTo>
                  <a:lnTo>
                    <a:pt x="2000" y="596"/>
                  </a:lnTo>
                  <a:lnTo>
                    <a:pt x="1510" y="415"/>
                  </a:lnTo>
                  <a:lnTo>
                    <a:pt x="1013" y="254"/>
                  </a:lnTo>
                  <a:lnTo>
                    <a:pt x="510" y="116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7" name="Freeform 11"/>
            <p:cNvSpPr>
              <a:spLocks/>
            </p:cNvSpPr>
            <p:nvPr/>
          </p:nvSpPr>
          <p:spPr bwMode="auto">
            <a:xfrm>
              <a:off x="1564" y="863"/>
              <a:ext cx="271" cy="752"/>
            </a:xfrm>
            <a:custGeom>
              <a:avLst/>
              <a:gdLst>
                <a:gd name="T0" fmla="*/ 2701 w 2701"/>
                <a:gd name="T1" fmla="*/ 0 h 7523"/>
                <a:gd name="T2" fmla="*/ 2386 w 2701"/>
                <a:gd name="T3" fmla="*/ 400 h 7523"/>
                <a:gd name="T4" fmla="*/ 2088 w 2701"/>
                <a:gd name="T5" fmla="*/ 814 h 7523"/>
                <a:gd name="T6" fmla="*/ 1808 w 2701"/>
                <a:gd name="T7" fmla="*/ 1239 h 7523"/>
                <a:gd name="T8" fmla="*/ 1546 w 2701"/>
                <a:gd name="T9" fmla="*/ 1676 h 7523"/>
                <a:gd name="T10" fmla="*/ 1304 w 2701"/>
                <a:gd name="T11" fmla="*/ 2124 h 7523"/>
                <a:gd name="T12" fmla="*/ 1081 w 2701"/>
                <a:gd name="T13" fmla="*/ 2583 h 7523"/>
                <a:gd name="T14" fmla="*/ 878 w 2701"/>
                <a:gd name="T15" fmla="*/ 3050 h 7523"/>
                <a:gd name="T16" fmla="*/ 696 w 2701"/>
                <a:gd name="T17" fmla="*/ 3527 h 7523"/>
                <a:gd name="T18" fmla="*/ 533 w 2701"/>
                <a:gd name="T19" fmla="*/ 4010 h 7523"/>
                <a:gd name="T20" fmla="*/ 392 w 2701"/>
                <a:gd name="T21" fmla="*/ 4499 h 7523"/>
                <a:gd name="T22" fmla="*/ 273 w 2701"/>
                <a:gd name="T23" fmla="*/ 4994 h 7523"/>
                <a:gd name="T24" fmla="*/ 175 w 2701"/>
                <a:gd name="T25" fmla="*/ 5495 h 7523"/>
                <a:gd name="T26" fmla="*/ 98 w 2701"/>
                <a:gd name="T27" fmla="*/ 5999 h 7523"/>
                <a:gd name="T28" fmla="*/ 44 w 2701"/>
                <a:gd name="T29" fmla="*/ 6506 h 7523"/>
                <a:gd name="T30" fmla="*/ 10 w 2701"/>
                <a:gd name="T31" fmla="*/ 7014 h 7523"/>
                <a:gd name="T32" fmla="*/ 0 w 2701"/>
                <a:gd name="T33" fmla="*/ 7523 h 7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01" h="7523">
                  <a:moveTo>
                    <a:pt x="2701" y="0"/>
                  </a:moveTo>
                  <a:lnTo>
                    <a:pt x="2386" y="400"/>
                  </a:lnTo>
                  <a:lnTo>
                    <a:pt x="2088" y="814"/>
                  </a:lnTo>
                  <a:lnTo>
                    <a:pt x="1808" y="1239"/>
                  </a:lnTo>
                  <a:lnTo>
                    <a:pt x="1546" y="1676"/>
                  </a:lnTo>
                  <a:lnTo>
                    <a:pt x="1304" y="2124"/>
                  </a:lnTo>
                  <a:lnTo>
                    <a:pt x="1081" y="2583"/>
                  </a:lnTo>
                  <a:lnTo>
                    <a:pt x="878" y="3050"/>
                  </a:lnTo>
                  <a:lnTo>
                    <a:pt x="696" y="3527"/>
                  </a:lnTo>
                  <a:lnTo>
                    <a:pt x="533" y="4010"/>
                  </a:lnTo>
                  <a:lnTo>
                    <a:pt x="392" y="4499"/>
                  </a:lnTo>
                  <a:lnTo>
                    <a:pt x="273" y="4994"/>
                  </a:lnTo>
                  <a:lnTo>
                    <a:pt x="175" y="5495"/>
                  </a:lnTo>
                  <a:lnTo>
                    <a:pt x="98" y="5999"/>
                  </a:lnTo>
                  <a:lnTo>
                    <a:pt x="44" y="6506"/>
                  </a:lnTo>
                  <a:lnTo>
                    <a:pt x="10" y="7014"/>
                  </a:lnTo>
                  <a:lnTo>
                    <a:pt x="0" y="7523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8" name="Freeform 12"/>
            <p:cNvSpPr>
              <a:spLocks/>
            </p:cNvSpPr>
            <p:nvPr/>
          </p:nvSpPr>
          <p:spPr bwMode="auto">
            <a:xfrm>
              <a:off x="1835" y="437"/>
              <a:ext cx="1148" cy="506"/>
            </a:xfrm>
            <a:custGeom>
              <a:avLst/>
              <a:gdLst>
                <a:gd name="T0" fmla="*/ 0 w 11485"/>
                <a:gd name="T1" fmla="*/ 5061 h 5061"/>
                <a:gd name="T2" fmla="*/ 6 w 11485"/>
                <a:gd name="T3" fmla="*/ 4930 h 5061"/>
                <a:gd name="T4" fmla="*/ 24 w 11485"/>
                <a:gd name="T5" fmla="*/ 4794 h 5061"/>
                <a:gd name="T6" fmla="*/ 54 w 11485"/>
                <a:gd name="T7" fmla="*/ 4655 h 5061"/>
                <a:gd name="T8" fmla="*/ 96 w 11485"/>
                <a:gd name="T9" fmla="*/ 4512 h 5061"/>
                <a:gd name="T10" fmla="*/ 150 w 11485"/>
                <a:gd name="T11" fmla="*/ 4367 h 5061"/>
                <a:gd name="T12" fmla="*/ 216 w 11485"/>
                <a:gd name="T13" fmla="*/ 4220 h 5061"/>
                <a:gd name="T14" fmla="*/ 295 w 11485"/>
                <a:gd name="T15" fmla="*/ 4072 h 5061"/>
                <a:gd name="T16" fmla="*/ 387 w 11485"/>
                <a:gd name="T17" fmla="*/ 3923 h 5061"/>
                <a:gd name="T18" fmla="*/ 489 w 11485"/>
                <a:gd name="T19" fmla="*/ 3774 h 5061"/>
                <a:gd name="T20" fmla="*/ 604 w 11485"/>
                <a:gd name="T21" fmla="*/ 3625 h 5061"/>
                <a:gd name="T22" fmla="*/ 729 w 11485"/>
                <a:gd name="T23" fmla="*/ 3476 h 5061"/>
                <a:gd name="T24" fmla="*/ 864 w 11485"/>
                <a:gd name="T25" fmla="*/ 3328 h 5061"/>
                <a:gd name="T26" fmla="*/ 1010 w 11485"/>
                <a:gd name="T27" fmla="*/ 3182 h 5061"/>
                <a:gd name="T28" fmla="*/ 1166 w 11485"/>
                <a:gd name="T29" fmla="*/ 3038 h 5061"/>
                <a:gd name="T30" fmla="*/ 1328 w 11485"/>
                <a:gd name="T31" fmla="*/ 2897 h 5061"/>
                <a:gd name="T32" fmla="*/ 1499 w 11485"/>
                <a:gd name="T33" fmla="*/ 2758 h 5061"/>
                <a:gd name="T34" fmla="*/ 1678 w 11485"/>
                <a:gd name="T35" fmla="*/ 2623 h 5061"/>
                <a:gd name="T36" fmla="*/ 1863 w 11485"/>
                <a:gd name="T37" fmla="*/ 2489 h 5061"/>
                <a:gd name="T38" fmla="*/ 2060 w 11485"/>
                <a:gd name="T39" fmla="*/ 2356 h 5061"/>
                <a:gd name="T40" fmla="*/ 2268 w 11485"/>
                <a:gd name="T41" fmla="*/ 2223 h 5061"/>
                <a:gd name="T42" fmla="*/ 2487 w 11485"/>
                <a:gd name="T43" fmla="*/ 2091 h 5061"/>
                <a:gd name="T44" fmla="*/ 2716 w 11485"/>
                <a:gd name="T45" fmla="*/ 1959 h 5061"/>
                <a:gd name="T46" fmla="*/ 2955 w 11485"/>
                <a:gd name="T47" fmla="*/ 1830 h 5061"/>
                <a:gd name="T48" fmla="*/ 3201 w 11485"/>
                <a:gd name="T49" fmla="*/ 1703 h 5061"/>
                <a:gd name="T50" fmla="*/ 3456 w 11485"/>
                <a:gd name="T51" fmla="*/ 1579 h 5061"/>
                <a:gd name="T52" fmla="*/ 3717 w 11485"/>
                <a:gd name="T53" fmla="*/ 1459 h 5061"/>
                <a:gd name="T54" fmla="*/ 3984 w 11485"/>
                <a:gd name="T55" fmla="*/ 1341 h 5061"/>
                <a:gd name="T56" fmla="*/ 4256 w 11485"/>
                <a:gd name="T57" fmla="*/ 1229 h 5061"/>
                <a:gd name="T58" fmla="*/ 4809 w 11485"/>
                <a:gd name="T59" fmla="*/ 1016 h 5061"/>
                <a:gd name="T60" fmla="*/ 5366 w 11485"/>
                <a:gd name="T61" fmla="*/ 822 h 5061"/>
                <a:gd name="T62" fmla="*/ 5920 w 11485"/>
                <a:gd name="T63" fmla="*/ 650 h 5061"/>
                <a:gd name="T64" fmla="*/ 6486 w 11485"/>
                <a:gd name="T65" fmla="*/ 493 h 5061"/>
                <a:gd name="T66" fmla="*/ 7061 w 11485"/>
                <a:gd name="T67" fmla="*/ 354 h 5061"/>
                <a:gd name="T68" fmla="*/ 7348 w 11485"/>
                <a:gd name="T69" fmla="*/ 291 h 5061"/>
                <a:gd name="T70" fmla="*/ 7632 w 11485"/>
                <a:gd name="T71" fmla="*/ 234 h 5061"/>
                <a:gd name="T72" fmla="*/ 7912 w 11485"/>
                <a:gd name="T73" fmla="*/ 183 h 5061"/>
                <a:gd name="T74" fmla="*/ 8188 w 11485"/>
                <a:gd name="T75" fmla="*/ 138 h 5061"/>
                <a:gd name="T76" fmla="*/ 8456 w 11485"/>
                <a:gd name="T77" fmla="*/ 100 h 5061"/>
                <a:gd name="T78" fmla="*/ 8718 w 11485"/>
                <a:gd name="T79" fmla="*/ 67 h 5061"/>
                <a:gd name="T80" fmla="*/ 8970 w 11485"/>
                <a:gd name="T81" fmla="*/ 41 h 5061"/>
                <a:gd name="T82" fmla="*/ 9212 w 11485"/>
                <a:gd name="T83" fmla="*/ 22 h 5061"/>
                <a:gd name="T84" fmla="*/ 9443 w 11485"/>
                <a:gd name="T85" fmla="*/ 8 h 5061"/>
                <a:gd name="T86" fmla="*/ 9662 w 11485"/>
                <a:gd name="T87" fmla="*/ 1 h 5061"/>
                <a:gd name="T88" fmla="*/ 9867 w 11485"/>
                <a:gd name="T89" fmla="*/ 0 h 5061"/>
                <a:gd name="T90" fmla="*/ 10065 w 11485"/>
                <a:gd name="T91" fmla="*/ 5 h 5061"/>
                <a:gd name="T92" fmla="*/ 10253 w 11485"/>
                <a:gd name="T93" fmla="*/ 17 h 5061"/>
                <a:gd name="T94" fmla="*/ 10431 w 11485"/>
                <a:gd name="T95" fmla="*/ 33 h 5061"/>
                <a:gd name="T96" fmla="*/ 10597 w 11485"/>
                <a:gd name="T97" fmla="*/ 58 h 5061"/>
                <a:gd name="T98" fmla="*/ 10750 w 11485"/>
                <a:gd name="T99" fmla="*/ 87 h 5061"/>
                <a:gd name="T100" fmla="*/ 10891 w 11485"/>
                <a:gd name="T101" fmla="*/ 124 h 5061"/>
                <a:gd name="T102" fmla="*/ 11017 w 11485"/>
                <a:gd name="T103" fmla="*/ 167 h 5061"/>
                <a:gd name="T104" fmla="*/ 11128 w 11485"/>
                <a:gd name="T105" fmla="*/ 215 h 5061"/>
                <a:gd name="T106" fmla="*/ 11225 w 11485"/>
                <a:gd name="T107" fmla="*/ 270 h 5061"/>
                <a:gd name="T108" fmla="*/ 11306 w 11485"/>
                <a:gd name="T109" fmla="*/ 330 h 5061"/>
                <a:gd name="T110" fmla="*/ 11372 w 11485"/>
                <a:gd name="T111" fmla="*/ 395 h 5061"/>
                <a:gd name="T112" fmla="*/ 11422 w 11485"/>
                <a:gd name="T113" fmla="*/ 466 h 5061"/>
                <a:gd name="T114" fmla="*/ 11458 w 11485"/>
                <a:gd name="T115" fmla="*/ 541 h 5061"/>
                <a:gd name="T116" fmla="*/ 11478 w 11485"/>
                <a:gd name="T117" fmla="*/ 620 h 5061"/>
                <a:gd name="T118" fmla="*/ 11485 w 11485"/>
                <a:gd name="T119" fmla="*/ 703 h 5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485" h="5061">
                  <a:moveTo>
                    <a:pt x="0" y="5061"/>
                  </a:moveTo>
                  <a:lnTo>
                    <a:pt x="6" y="4930"/>
                  </a:lnTo>
                  <a:lnTo>
                    <a:pt x="24" y="4794"/>
                  </a:lnTo>
                  <a:lnTo>
                    <a:pt x="54" y="4655"/>
                  </a:lnTo>
                  <a:lnTo>
                    <a:pt x="96" y="4512"/>
                  </a:lnTo>
                  <a:lnTo>
                    <a:pt x="150" y="4367"/>
                  </a:lnTo>
                  <a:lnTo>
                    <a:pt x="216" y="4220"/>
                  </a:lnTo>
                  <a:lnTo>
                    <a:pt x="295" y="4072"/>
                  </a:lnTo>
                  <a:lnTo>
                    <a:pt x="387" y="3923"/>
                  </a:lnTo>
                  <a:lnTo>
                    <a:pt x="489" y="3774"/>
                  </a:lnTo>
                  <a:lnTo>
                    <a:pt x="604" y="3625"/>
                  </a:lnTo>
                  <a:lnTo>
                    <a:pt x="729" y="3476"/>
                  </a:lnTo>
                  <a:lnTo>
                    <a:pt x="864" y="3328"/>
                  </a:lnTo>
                  <a:lnTo>
                    <a:pt x="1010" y="3182"/>
                  </a:lnTo>
                  <a:lnTo>
                    <a:pt x="1166" y="3038"/>
                  </a:lnTo>
                  <a:lnTo>
                    <a:pt x="1328" y="2897"/>
                  </a:lnTo>
                  <a:lnTo>
                    <a:pt x="1499" y="2758"/>
                  </a:lnTo>
                  <a:lnTo>
                    <a:pt x="1678" y="2623"/>
                  </a:lnTo>
                  <a:lnTo>
                    <a:pt x="1863" y="2489"/>
                  </a:lnTo>
                  <a:lnTo>
                    <a:pt x="2060" y="2356"/>
                  </a:lnTo>
                  <a:lnTo>
                    <a:pt x="2268" y="2223"/>
                  </a:lnTo>
                  <a:lnTo>
                    <a:pt x="2487" y="2091"/>
                  </a:lnTo>
                  <a:lnTo>
                    <a:pt x="2716" y="1959"/>
                  </a:lnTo>
                  <a:lnTo>
                    <a:pt x="2955" y="1830"/>
                  </a:lnTo>
                  <a:lnTo>
                    <a:pt x="3201" y="1703"/>
                  </a:lnTo>
                  <a:lnTo>
                    <a:pt x="3456" y="1579"/>
                  </a:lnTo>
                  <a:lnTo>
                    <a:pt x="3717" y="1459"/>
                  </a:lnTo>
                  <a:lnTo>
                    <a:pt x="3984" y="1341"/>
                  </a:lnTo>
                  <a:lnTo>
                    <a:pt x="4256" y="1229"/>
                  </a:lnTo>
                  <a:lnTo>
                    <a:pt x="4809" y="1016"/>
                  </a:lnTo>
                  <a:lnTo>
                    <a:pt x="5366" y="822"/>
                  </a:lnTo>
                  <a:lnTo>
                    <a:pt x="5920" y="650"/>
                  </a:lnTo>
                  <a:lnTo>
                    <a:pt x="6486" y="493"/>
                  </a:lnTo>
                  <a:lnTo>
                    <a:pt x="7061" y="354"/>
                  </a:lnTo>
                  <a:lnTo>
                    <a:pt x="7348" y="291"/>
                  </a:lnTo>
                  <a:lnTo>
                    <a:pt x="7632" y="234"/>
                  </a:lnTo>
                  <a:lnTo>
                    <a:pt x="7912" y="183"/>
                  </a:lnTo>
                  <a:lnTo>
                    <a:pt x="8188" y="138"/>
                  </a:lnTo>
                  <a:lnTo>
                    <a:pt x="8456" y="100"/>
                  </a:lnTo>
                  <a:lnTo>
                    <a:pt x="8718" y="67"/>
                  </a:lnTo>
                  <a:lnTo>
                    <a:pt x="8970" y="41"/>
                  </a:lnTo>
                  <a:lnTo>
                    <a:pt x="9212" y="22"/>
                  </a:lnTo>
                  <a:lnTo>
                    <a:pt x="9443" y="8"/>
                  </a:lnTo>
                  <a:lnTo>
                    <a:pt x="9662" y="1"/>
                  </a:lnTo>
                  <a:lnTo>
                    <a:pt x="9867" y="0"/>
                  </a:lnTo>
                  <a:lnTo>
                    <a:pt x="10065" y="5"/>
                  </a:lnTo>
                  <a:lnTo>
                    <a:pt x="10253" y="17"/>
                  </a:lnTo>
                  <a:lnTo>
                    <a:pt x="10431" y="33"/>
                  </a:lnTo>
                  <a:lnTo>
                    <a:pt x="10597" y="58"/>
                  </a:lnTo>
                  <a:lnTo>
                    <a:pt x="10750" y="87"/>
                  </a:lnTo>
                  <a:lnTo>
                    <a:pt x="10891" y="124"/>
                  </a:lnTo>
                  <a:lnTo>
                    <a:pt x="11017" y="167"/>
                  </a:lnTo>
                  <a:lnTo>
                    <a:pt x="11128" y="215"/>
                  </a:lnTo>
                  <a:lnTo>
                    <a:pt x="11225" y="270"/>
                  </a:lnTo>
                  <a:lnTo>
                    <a:pt x="11306" y="330"/>
                  </a:lnTo>
                  <a:lnTo>
                    <a:pt x="11372" y="395"/>
                  </a:lnTo>
                  <a:lnTo>
                    <a:pt x="11422" y="466"/>
                  </a:lnTo>
                  <a:lnTo>
                    <a:pt x="11458" y="541"/>
                  </a:lnTo>
                  <a:lnTo>
                    <a:pt x="11478" y="620"/>
                  </a:lnTo>
                  <a:lnTo>
                    <a:pt x="11485" y="703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9" name="Freeform 13"/>
            <p:cNvSpPr>
              <a:spLocks/>
            </p:cNvSpPr>
            <p:nvPr/>
          </p:nvSpPr>
          <p:spPr bwMode="auto">
            <a:xfrm>
              <a:off x="2873" y="440"/>
              <a:ext cx="110" cy="17"/>
            </a:xfrm>
            <a:custGeom>
              <a:avLst/>
              <a:gdLst>
                <a:gd name="T0" fmla="*/ 1099 w 1099"/>
                <a:gd name="T1" fmla="*/ 171 h 171"/>
                <a:gd name="T2" fmla="*/ 551 w 1099"/>
                <a:gd name="T3" fmla="*/ 73 h 171"/>
                <a:gd name="T4" fmla="*/ 0 w 1099"/>
                <a:gd name="T5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9" h="171">
                  <a:moveTo>
                    <a:pt x="1099" y="171"/>
                  </a:moveTo>
                  <a:lnTo>
                    <a:pt x="551" y="73"/>
                  </a:ln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0" name="Freeform 14"/>
            <p:cNvSpPr>
              <a:spLocks/>
            </p:cNvSpPr>
            <p:nvPr/>
          </p:nvSpPr>
          <p:spPr bwMode="auto">
            <a:xfrm>
              <a:off x="1835" y="747"/>
              <a:ext cx="110" cy="116"/>
            </a:xfrm>
            <a:custGeom>
              <a:avLst/>
              <a:gdLst>
                <a:gd name="T0" fmla="*/ 1099 w 1099"/>
                <a:gd name="T1" fmla="*/ 0 h 1162"/>
                <a:gd name="T2" fmla="*/ 715 w 1099"/>
                <a:gd name="T3" fmla="*/ 371 h 1162"/>
                <a:gd name="T4" fmla="*/ 349 w 1099"/>
                <a:gd name="T5" fmla="*/ 758 h 1162"/>
                <a:gd name="T6" fmla="*/ 0 w 1099"/>
                <a:gd name="T7" fmla="*/ 1162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9" h="1162">
                  <a:moveTo>
                    <a:pt x="1099" y="0"/>
                  </a:moveTo>
                  <a:lnTo>
                    <a:pt x="715" y="371"/>
                  </a:lnTo>
                  <a:lnTo>
                    <a:pt x="349" y="758"/>
                  </a:lnTo>
                  <a:lnTo>
                    <a:pt x="0" y="1162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1" name="Line 15"/>
            <p:cNvSpPr>
              <a:spLocks noChangeShapeType="1"/>
            </p:cNvSpPr>
            <p:nvPr/>
          </p:nvSpPr>
          <p:spPr bwMode="auto">
            <a:xfrm>
              <a:off x="1329" y="3039"/>
              <a:ext cx="29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2" name="Line 16"/>
            <p:cNvSpPr>
              <a:spLocks noChangeShapeType="1"/>
            </p:cNvSpPr>
            <p:nvPr/>
          </p:nvSpPr>
          <p:spPr bwMode="auto">
            <a:xfrm flipV="1">
              <a:off x="2737" y="1824"/>
              <a:ext cx="1" cy="24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3" name="Line 17"/>
            <p:cNvSpPr>
              <a:spLocks noChangeShapeType="1"/>
            </p:cNvSpPr>
            <p:nvPr/>
          </p:nvSpPr>
          <p:spPr bwMode="auto">
            <a:xfrm>
              <a:off x="1698" y="3377"/>
              <a:ext cx="148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4" name="Line 18"/>
            <p:cNvSpPr>
              <a:spLocks noChangeShapeType="1"/>
            </p:cNvSpPr>
            <p:nvPr/>
          </p:nvSpPr>
          <p:spPr bwMode="auto">
            <a:xfrm flipV="1">
              <a:off x="2396" y="2639"/>
              <a:ext cx="1" cy="144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5" name="Freeform 19"/>
            <p:cNvSpPr>
              <a:spLocks/>
            </p:cNvSpPr>
            <p:nvPr/>
          </p:nvSpPr>
          <p:spPr bwMode="auto">
            <a:xfrm>
              <a:off x="1557" y="1857"/>
              <a:ext cx="2364" cy="2364"/>
            </a:xfrm>
            <a:custGeom>
              <a:avLst/>
              <a:gdLst>
                <a:gd name="T0" fmla="*/ 23600 w 23645"/>
                <a:gd name="T1" fmla="*/ 10792 h 23645"/>
                <a:gd name="T2" fmla="*/ 23365 w 23645"/>
                <a:gd name="T3" fmla="*/ 9264 h 23645"/>
                <a:gd name="T4" fmla="*/ 22932 w 23645"/>
                <a:gd name="T5" fmla="*/ 7779 h 23645"/>
                <a:gd name="T6" fmla="*/ 22309 w 23645"/>
                <a:gd name="T7" fmla="*/ 6364 h 23645"/>
                <a:gd name="T8" fmla="*/ 21507 w 23645"/>
                <a:gd name="T9" fmla="*/ 5041 h 23645"/>
                <a:gd name="T10" fmla="*/ 20539 w 23645"/>
                <a:gd name="T11" fmla="*/ 3835 h 23645"/>
                <a:gd name="T12" fmla="*/ 19422 w 23645"/>
                <a:gd name="T13" fmla="*/ 2766 h 23645"/>
                <a:gd name="T14" fmla="*/ 18175 w 23645"/>
                <a:gd name="T15" fmla="*/ 1852 h 23645"/>
                <a:gd name="T16" fmla="*/ 16819 w 23645"/>
                <a:gd name="T17" fmla="*/ 1107 h 23645"/>
                <a:gd name="T18" fmla="*/ 15378 w 23645"/>
                <a:gd name="T19" fmla="*/ 547 h 23645"/>
                <a:gd name="T20" fmla="*/ 13875 w 23645"/>
                <a:gd name="T21" fmla="*/ 179 h 23645"/>
                <a:gd name="T22" fmla="*/ 12338 w 23645"/>
                <a:gd name="T23" fmla="*/ 11 h 23645"/>
                <a:gd name="T24" fmla="*/ 10793 w 23645"/>
                <a:gd name="T25" fmla="*/ 45 h 23645"/>
                <a:gd name="T26" fmla="*/ 9264 w 23645"/>
                <a:gd name="T27" fmla="*/ 280 h 23645"/>
                <a:gd name="T28" fmla="*/ 7779 w 23645"/>
                <a:gd name="T29" fmla="*/ 713 h 23645"/>
                <a:gd name="T30" fmla="*/ 6364 w 23645"/>
                <a:gd name="T31" fmla="*/ 1335 h 23645"/>
                <a:gd name="T32" fmla="*/ 5042 w 23645"/>
                <a:gd name="T33" fmla="*/ 2138 h 23645"/>
                <a:gd name="T34" fmla="*/ 3836 w 23645"/>
                <a:gd name="T35" fmla="*/ 3106 h 23645"/>
                <a:gd name="T36" fmla="*/ 2767 w 23645"/>
                <a:gd name="T37" fmla="*/ 4223 h 23645"/>
                <a:gd name="T38" fmla="*/ 1852 w 23645"/>
                <a:gd name="T39" fmla="*/ 5471 h 23645"/>
                <a:gd name="T40" fmla="*/ 1108 w 23645"/>
                <a:gd name="T41" fmla="*/ 6826 h 23645"/>
                <a:gd name="T42" fmla="*/ 547 w 23645"/>
                <a:gd name="T43" fmla="*/ 8268 h 23645"/>
                <a:gd name="T44" fmla="*/ 180 w 23645"/>
                <a:gd name="T45" fmla="*/ 9770 h 23645"/>
                <a:gd name="T46" fmla="*/ 12 w 23645"/>
                <a:gd name="T47" fmla="*/ 11306 h 23645"/>
                <a:gd name="T48" fmla="*/ 45 w 23645"/>
                <a:gd name="T49" fmla="*/ 12852 h 23645"/>
                <a:gd name="T50" fmla="*/ 281 w 23645"/>
                <a:gd name="T51" fmla="*/ 14382 h 23645"/>
                <a:gd name="T52" fmla="*/ 713 w 23645"/>
                <a:gd name="T53" fmla="*/ 15866 h 23645"/>
                <a:gd name="T54" fmla="*/ 1336 w 23645"/>
                <a:gd name="T55" fmla="*/ 17282 h 23645"/>
                <a:gd name="T56" fmla="*/ 2139 w 23645"/>
                <a:gd name="T57" fmla="*/ 18603 h 23645"/>
                <a:gd name="T58" fmla="*/ 3106 w 23645"/>
                <a:gd name="T59" fmla="*/ 19809 h 23645"/>
                <a:gd name="T60" fmla="*/ 4223 w 23645"/>
                <a:gd name="T61" fmla="*/ 20879 h 23645"/>
                <a:gd name="T62" fmla="*/ 5470 w 23645"/>
                <a:gd name="T63" fmla="*/ 21794 h 23645"/>
                <a:gd name="T64" fmla="*/ 6826 w 23645"/>
                <a:gd name="T65" fmla="*/ 22537 h 23645"/>
                <a:gd name="T66" fmla="*/ 8267 w 23645"/>
                <a:gd name="T67" fmla="*/ 23097 h 23645"/>
                <a:gd name="T68" fmla="*/ 9770 w 23645"/>
                <a:gd name="T69" fmla="*/ 23465 h 23645"/>
                <a:gd name="T70" fmla="*/ 11307 w 23645"/>
                <a:gd name="T71" fmla="*/ 23634 h 23645"/>
                <a:gd name="T72" fmla="*/ 12854 w 23645"/>
                <a:gd name="T73" fmla="*/ 23600 h 23645"/>
                <a:gd name="T74" fmla="*/ 14381 w 23645"/>
                <a:gd name="T75" fmla="*/ 23365 h 23645"/>
                <a:gd name="T76" fmla="*/ 15866 w 23645"/>
                <a:gd name="T77" fmla="*/ 22932 h 23645"/>
                <a:gd name="T78" fmla="*/ 17281 w 23645"/>
                <a:gd name="T79" fmla="*/ 22309 h 23645"/>
                <a:gd name="T80" fmla="*/ 18604 w 23645"/>
                <a:gd name="T81" fmla="*/ 21507 h 23645"/>
                <a:gd name="T82" fmla="*/ 19809 w 23645"/>
                <a:gd name="T83" fmla="*/ 20539 h 23645"/>
                <a:gd name="T84" fmla="*/ 20879 w 23645"/>
                <a:gd name="T85" fmla="*/ 19422 h 23645"/>
                <a:gd name="T86" fmla="*/ 21794 w 23645"/>
                <a:gd name="T87" fmla="*/ 18175 h 23645"/>
                <a:gd name="T88" fmla="*/ 22537 w 23645"/>
                <a:gd name="T89" fmla="*/ 16819 h 23645"/>
                <a:gd name="T90" fmla="*/ 23098 w 23645"/>
                <a:gd name="T91" fmla="*/ 15378 h 23645"/>
                <a:gd name="T92" fmla="*/ 23465 w 23645"/>
                <a:gd name="T93" fmla="*/ 13876 h 23645"/>
                <a:gd name="T94" fmla="*/ 23633 w 23645"/>
                <a:gd name="T95" fmla="*/ 12338 h 2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645" h="23645">
                  <a:moveTo>
                    <a:pt x="23645" y="11823"/>
                  </a:moveTo>
                  <a:lnTo>
                    <a:pt x="23633" y="11306"/>
                  </a:lnTo>
                  <a:lnTo>
                    <a:pt x="23600" y="10792"/>
                  </a:lnTo>
                  <a:lnTo>
                    <a:pt x="23544" y="10279"/>
                  </a:lnTo>
                  <a:lnTo>
                    <a:pt x="23465" y="9770"/>
                  </a:lnTo>
                  <a:lnTo>
                    <a:pt x="23365" y="9264"/>
                  </a:lnTo>
                  <a:lnTo>
                    <a:pt x="23242" y="8762"/>
                  </a:lnTo>
                  <a:lnTo>
                    <a:pt x="23098" y="8268"/>
                  </a:lnTo>
                  <a:lnTo>
                    <a:pt x="22932" y="7779"/>
                  </a:lnTo>
                  <a:lnTo>
                    <a:pt x="22745" y="7298"/>
                  </a:lnTo>
                  <a:lnTo>
                    <a:pt x="22537" y="6826"/>
                  </a:lnTo>
                  <a:lnTo>
                    <a:pt x="22309" y="6364"/>
                  </a:lnTo>
                  <a:lnTo>
                    <a:pt x="22062" y="5911"/>
                  </a:lnTo>
                  <a:lnTo>
                    <a:pt x="21794" y="5471"/>
                  </a:lnTo>
                  <a:lnTo>
                    <a:pt x="21507" y="5041"/>
                  </a:lnTo>
                  <a:lnTo>
                    <a:pt x="21202" y="4626"/>
                  </a:lnTo>
                  <a:lnTo>
                    <a:pt x="20879" y="4223"/>
                  </a:lnTo>
                  <a:lnTo>
                    <a:pt x="20539" y="3835"/>
                  </a:lnTo>
                  <a:lnTo>
                    <a:pt x="20182" y="3463"/>
                  </a:lnTo>
                  <a:lnTo>
                    <a:pt x="19809" y="3106"/>
                  </a:lnTo>
                  <a:lnTo>
                    <a:pt x="19422" y="2766"/>
                  </a:lnTo>
                  <a:lnTo>
                    <a:pt x="19020" y="2442"/>
                  </a:lnTo>
                  <a:lnTo>
                    <a:pt x="18604" y="2138"/>
                  </a:lnTo>
                  <a:lnTo>
                    <a:pt x="18175" y="1852"/>
                  </a:lnTo>
                  <a:lnTo>
                    <a:pt x="17734" y="1584"/>
                  </a:lnTo>
                  <a:lnTo>
                    <a:pt x="17281" y="1335"/>
                  </a:lnTo>
                  <a:lnTo>
                    <a:pt x="16819" y="1107"/>
                  </a:lnTo>
                  <a:lnTo>
                    <a:pt x="16347" y="900"/>
                  </a:lnTo>
                  <a:lnTo>
                    <a:pt x="15866" y="713"/>
                  </a:lnTo>
                  <a:lnTo>
                    <a:pt x="15378" y="547"/>
                  </a:lnTo>
                  <a:lnTo>
                    <a:pt x="14882" y="403"/>
                  </a:lnTo>
                  <a:lnTo>
                    <a:pt x="14381" y="280"/>
                  </a:lnTo>
                  <a:lnTo>
                    <a:pt x="13875" y="179"/>
                  </a:lnTo>
                  <a:lnTo>
                    <a:pt x="13366" y="101"/>
                  </a:lnTo>
                  <a:lnTo>
                    <a:pt x="12854" y="45"/>
                  </a:lnTo>
                  <a:lnTo>
                    <a:pt x="12338" y="11"/>
                  </a:lnTo>
                  <a:lnTo>
                    <a:pt x="11823" y="0"/>
                  </a:lnTo>
                  <a:lnTo>
                    <a:pt x="11307" y="11"/>
                  </a:lnTo>
                  <a:lnTo>
                    <a:pt x="10793" y="45"/>
                  </a:lnTo>
                  <a:lnTo>
                    <a:pt x="10279" y="101"/>
                  </a:lnTo>
                  <a:lnTo>
                    <a:pt x="9770" y="179"/>
                  </a:lnTo>
                  <a:lnTo>
                    <a:pt x="9264" y="280"/>
                  </a:lnTo>
                  <a:lnTo>
                    <a:pt x="8763" y="403"/>
                  </a:lnTo>
                  <a:lnTo>
                    <a:pt x="8267" y="547"/>
                  </a:lnTo>
                  <a:lnTo>
                    <a:pt x="7779" y="713"/>
                  </a:lnTo>
                  <a:lnTo>
                    <a:pt x="7298" y="900"/>
                  </a:lnTo>
                  <a:lnTo>
                    <a:pt x="6826" y="1107"/>
                  </a:lnTo>
                  <a:lnTo>
                    <a:pt x="6364" y="1335"/>
                  </a:lnTo>
                  <a:lnTo>
                    <a:pt x="5911" y="1584"/>
                  </a:lnTo>
                  <a:lnTo>
                    <a:pt x="5470" y="1852"/>
                  </a:lnTo>
                  <a:lnTo>
                    <a:pt x="5042" y="2138"/>
                  </a:lnTo>
                  <a:lnTo>
                    <a:pt x="4626" y="2442"/>
                  </a:lnTo>
                  <a:lnTo>
                    <a:pt x="4223" y="2766"/>
                  </a:lnTo>
                  <a:lnTo>
                    <a:pt x="3836" y="3106"/>
                  </a:lnTo>
                  <a:lnTo>
                    <a:pt x="3463" y="3463"/>
                  </a:lnTo>
                  <a:lnTo>
                    <a:pt x="3106" y="3835"/>
                  </a:lnTo>
                  <a:lnTo>
                    <a:pt x="2767" y="4223"/>
                  </a:lnTo>
                  <a:lnTo>
                    <a:pt x="2443" y="4626"/>
                  </a:lnTo>
                  <a:lnTo>
                    <a:pt x="2139" y="5041"/>
                  </a:lnTo>
                  <a:lnTo>
                    <a:pt x="1852" y="5471"/>
                  </a:lnTo>
                  <a:lnTo>
                    <a:pt x="1585" y="5911"/>
                  </a:lnTo>
                  <a:lnTo>
                    <a:pt x="1336" y="6364"/>
                  </a:lnTo>
                  <a:lnTo>
                    <a:pt x="1108" y="6826"/>
                  </a:lnTo>
                  <a:lnTo>
                    <a:pt x="900" y="7298"/>
                  </a:lnTo>
                  <a:lnTo>
                    <a:pt x="713" y="7779"/>
                  </a:lnTo>
                  <a:lnTo>
                    <a:pt x="547" y="8268"/>
                  </a:lnTo>
                  <a:lnTo>
                    <a:pt x="403" y="8762"/>
                  </a:lnTo>
                  <a:lnTo>
                    <a:pt x="281" y="9264"/>
                  </a:lnTo>
                  <a:lnTo>
                    <a:pt x="180" y="9770"/>
                  </a:lnTo>
                  <a:lnTo>
                    <a:pt x="102" y="10279"/>
                  </a:lnTo>
                  <a:lnTo>
                    <a:pt x="45" y="10792"/>
                  </a:lnTo>
                  <a:lnTo>
                    <a:pt x="12" y="11306"/>
                  </a:lnTo>
                  <a:lnTo>
                    <a:pt x="0" y="11823"/>
                  </a:lnTo>
                  <a:lnTo>
                    <a:pt x="12" y="12338"/>
                  </a:lnTo>
                  <a:lnTo>
                    <a:pt x="45" y="12852"/>
                  </a:lnTo>
                  <a:lnTo>
                    <a:pt x="102" y="13366"/>
                  </a:lnTo>
                  <a:lnTo>
                    <a:pt x="180" y="13876"/>
                  </a:lnTo>
                  <a:lnTo>
                    <a:pt x="281" y="14382"/>
                  </a:lnTo>
                  <a:lnTo>
                    <a:pt x="403" y="14882"/>
                  </a:lnTo>
                  <a:lnTo>
                    <a:pt x="547" y="15378"/>
                  </a:lnTo>
                  <a:lnTo>
                    <a:pt x="713" y="15866"/>
                  </a:lnTo>
                  <a:lnTo>
                    <a:pt x="900" y="16346"/>
                  </a:lnTo>
                  <a:lnTo>
                    <a:pt x="1108" y="16819"/>
                  </a:lnTo>
                  <a:lnTo>
                    <a:pt x="1336" y="17282"/>
                  </a:lnTo>
                  <a:lnTo>
                    <a:pt x="1585" y="17734"/>
                  </a:lnTo>
                  <a:lnTo>
                    <a:pt x="1852" y="18175"/>
                  </a:lnTo>
                  <a:lnTo>
                    <a:pt x="2139" y="18603"/>
                  </a:lnTo>
                  <a:lnTo>
                    <a:pt x="2443" y="19020"/>
                  </a:lnTo>
                  <a:lnTo>
                    <a:pt x="2767" y="19422"/>
                  </a:lnTo>
                  <a:lnTo>
                    <a:pt x="3106" y="19809"/>
                  </a:lnTo>
                  <a:lnTo>
                    <a:pt x="3463" y="20182"/>
                  </a:lnTo>
                  <a:lnTo>
                    <a:pt x="3836" y="20539"/>
                  </a:lnTo>
                  <a:lnTo>
                    <a:pt x="4223" y="20879"/>
                  </a:lnTo>
                  <a:lnTo>
                    <a:pt x="4626" y="21202"/>
                  </a:lnTo>
                  <a:lnTo>
                    <a:pt x="5042" y="21507"/>
                  </a:lnTo>
                  <a:lnTo>
                    <a:pt x="5470" y="21794"/>
                  </a:lnTo>
                  <a:lnTo>
                    <a:pt x="5911" y="22061"/>
                  </a:lnTo>
                  <a:lnTo>
                    <a:pt x="6364" y="22309"/>
                  </a:lnTo>
                  <a:lnTo>
                    <a:pt x="6826" y="22537"/>
                  </a:lnTo>
                  <a:lnTo>
                    <a:pt x="7298" y="22745"/>
                  </a:lnTo>
                  <a:lnTo>
                    <a:pt x="7779" y="22932"/>
                  </a:lnTo>
                  <a:lnTo>
                    <a:pt x="8267" y="23097"/>
                  </a:lnTo>
                  <a:lnTo>
                    <a:pt x="8763" y="23242"/>
                  </a:lnTo>
                  <a:lnTo>
                    <a:pt x="9264" y="23365"/>
                  </a:lnTo>
                  <a:lnTo>
                    <a:pt x="9770" y="23465"/>
                  </a:lnTo>
                  <a:lnTo>
                    <a:pt x="10279" y="23544"/>
                  </a:lnTo>
                  <a:lnTo>
                    <a:pt x="10793" y="23600"/>
                  </a:lnTo>
                  <a:lnTo>
                    <a:pt x="11307" y="23634"/>
                  </a:lnTo>
                  <a:lnTo>
                    <a:pt x="11823" y="23645"/>
                  </a:lnTo>
                  <a:lnTo>
                    <a:pt x="12338" y="23634"/>
                  </a:lnTo>
                  <a:lnTo>
                    <a:pt x="12854" y="23600"/>
                  </a:lnTo>
                  <a:lnTo>
                    <a:pt x="13366" y="23544"/>
                  </a:lnTo>
                  <a:lnTo>
                    <a:pt x="13875" y="23465"/>
                  </a:lnTo>
                  <a:lnTo>
                    <a:pt x="14381" y="23365"/>
                  </a:lnTo>
                  <a:lnTo>
                    <a:pt x="14882" y="23242"/>
                  </a:lnTo>
                  <a:lnTo>
                    <a:pt x="15378" y="23097"/>
                  </a:lnTo>
                  <a:lnTo>
                    <a:pt x="15866" y="22932"/>
                  </a:lnTo>
                  <a:lnTo>
                    <a:pt x="16347" y="22745"/>
                  </a:lnTo>
                  <a:lnTo>
                    <a:pt x="16819" y="22537"/>
                  </a:lnTo>
                  <a:lnTo>
                    <a:pt x="17281" y="22309"/>
                  </a:lnTo>
                  <a:lnTo>
                    <a:pt x="17734" y="22061"/>
                  </a:lnTo>
                  <a:lnTo>
                    <a:pt x="18175" y="21794"/>
                  </a:lnTo>
                  <a:lnTo>
                    <a:pt x="18604" y="21507"/>
                  </a:lnTo>
                  <a:lnTo>
                    <a:pt x="19020" y="21202"/>
                  </a:lnTo>
                  <a:lnTo>
                    <a:pt x="19422" y="20879"/>
                  </a:lnTo>
                  <a:lnTo>
                    <a:pt x="19809" y="20539"/>
                  </a:lnTo>
                  <a:lnTo>
                    <a:pt x="20182" y="20182"/>
                  </a:lnTo>
                  <a:lnTo>
                    <a:pt x="20539" y="19809"/>
                  </a:lnTo>
                  <a:lnTo>
                    <a:pt x="20879" y="19422"/>
                  </a:lnTo>
                  <a:lnTo>
                    <a:pt x="21202" y="19020"/>
                  </a:lnTo>
                  <a:lnTo>
                    <a:pt x="21507" y="18603"/>
                  </a:lnTo>
                  <a:lnTo>
                    <a:pt x="21794" y="18175"/>
                  </a:lnTo>
                  <a:lnTo>
                    <a:pt x="22062" y="17734"/>
                  </a:lnTo>
                  <a:lnTo>
                    <a:pt x="22309" y="17282"/>
                  </a:lnTo>
                  <a:lnTo>
                    <a:pt x="22537" y="16819"/>
                  </a:lnTo>
                  <a:lnTo>
                    <a:pt x="22745" y="16346"/>
                  </a:lnTo>
                  <a:lnTo>
                    <a:pt x="22932" y="15866"/>
                  </a:lnTo>
                  <a:lnTo>
                    <a:pt x="23098" y="15378"/>
                  </a:lnTo>
                  <a:lnTo>
                    <a:pt x="23242" y="14882"/>
                  </a:lnTo>
                  <a:lnTo>
                    <a:pt x="23365" y="14382"/>
                  </a:lnTo>
                  <a:lnTo>
                    <a:pt x="23465" y="13876"/>
                  </a:lnTo>
                  <a:lnTo>
                    <a:pt x="23544" y="13366"/>
                  </a:lnTo>
                  <a:lnTo>
                    <a:pt x="23600" y="12852"/>
                  </a:lnTo>
                  <a:lnTo>
                    <a:pt x="23633" y="12338"/>
                  </a:lnTo>
                  <a:lnTo>
                    <a:pt x="23645" y="11823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6" name="Freeform 20"/>
            <p:cNvSpPr>
              <a:spLocks/>
            </p:cNvSpPr>
            <p:nvPr/>
          </p:nvSpPr>
          <p:spPr bwMode="auto">
            <a:xfrm>
              <a:off x="1827" y="2802"/>
              <a:ext cx="1148" cy="1149"/>
            </a:xfrm>
            <a:custGeom>
              <a:avLst/>
              <a:gdLst>
                <a:gd name="T0" fmla="*/ 11472 w 11484"/>
                <a:gd name="T1" fmla="*/ 5381 h 11485"/>
                <a:gd name="T2" fmla="*/ 11382 w 11484"/>
                <a:gd name="T3" fmla="*/ 4666 h 11485"/>
                <a:gd name="T4" fmla="*/ 11203 w 11484"/>
                <a:gd name="T5" fmla="*/ 3967 h 11485"/>
                <a:gd name="T6" fmla="*/ 10938 w 11484"/>
                <a:gd name="T7" fmla="*/ 3297 h 11485"/>
                <a:gd name="T8" fmla="*/ 10591 w 11484"/>
                <a:gd name="T9" fmla="*/ 2665 h 11485"/>
                <a:gd name="T10" fmla="*/ 10166 w 11484"/>
                <a:gd name="T11" fmla="*/ 2082 h 11485"/>
                <a:gd name="T12" fmla="*/ 9673 w 11484"/>
                <a:gd name="T13" fmla="*/ 1556 h 11485"/>
                <a:gd name="T14" fmla="*/ 9117 w 11484"/>
                <a:gd name="T15" fmla="*/ 1097 h 11485"/>
                <a:gd name="T16" fmla="*/ 8509 w 11484"/>
                <a:gd name="T17" fmla="*/ 711 h 11485"/>
                <a:gd name="T18" fmla="*/ 7855 w 11484"/>
                <a:gd name="T19" fmla="*/ 403 h 11485"/>
                <a:gd name="T20" fmla="*/ 7170 w 11484"/>
                <a:gd name="T21" fmla="*/ 180 h 11485"/>
                <a:gd name="T22" fmla="*/ 6461 w 11484"/>
                <a:gd name="T23" fmla="*/ 45 h 11485"/>
                <a:gd name="T24" fmla="*/ 5742 w 11484"/>
                <a:gd name="T25" fmla="*/ 0 h 11485"/>
                <a:gd name="T26" fmla="*/ 5023 w 11484"/>
                <a:gd name="T27" fmla="*/ 45 h 11485"/>
                <a:gd name="T28" fmla="*/ 4314 w 11484"/>
                <a:gd name="T29" fmla="*/ 180 h 11485"/>
                <a:gd name="T30" fmla="*/ 3628 w 11484"/>
                <a:gd name="T31" fmla="*/ 403 h 11485"/>
                <a:gd name="T32" fmla="*/ 2975 w 11484"/>
                <a:gd name="T33" fmla="*/ 711 h 11485"/>
                <a:gd name="T34" fmla="*/ 2366 w 11484"/>
                <a:gd name="T35" fmla="*/ 1097 h 11485"/>
                <a:gd name="T36" fmla="*/ 1811 w 11484"/>
                <a:gd name="T37" fmla="*/ 1556 h 11485"/>
                <a:gd name="T38" fmla="*/ 1317 w 11484"/>
                <a:gd name="T39" fmla="*/ 2082 h 11485"/>
                <a:gd name="T40" fmla="*/ 893 w 11484"/>
                <a:gd name="T41" fmla="*/ 2665 h 11485"/>
                <a:gd name="T42" fmla="*/ 546 w 11484"/>
                <a:gd name="T43" fmla="*/ 3297 h 11485"/>
                <a:gd name="T44" fmla="*/ 281 w 11484"/>
                <a:gd name="T45" fmla="*/ 3967 h 11485"/>
                <a:gd name="T46" fmla="*/ 102 w 11484"/>
                <a:gd name="T47" fmla="*/ 4666 h 11485"/>
                <a:gd name="T48" fmla="*/ 11 w 11484"/>
                <a:gd name="T49" fmla="*/ 5381 h 11485"/>
                <a:gd name="T50" fmla="*/ 11 w 11484"/>
                <a:gd name="T51" fmla="*/ 6102 h 11485"/>
                <a:gd name="T52" fmla="*/ 102 w 11484"/>
                <a:gd name="T53" fmla="*/ 6818 h 11485"/>
                <a:gd name="T54" fmla="*/ 281 w 11484"/>
                <a:gd name="T55" fmla="*/ 7517 h 11485"/>
                <a:gd name="T56" fmla="*/ 546 w 11484"/>
                <a:gd name="T57" fmla="*/ 8187 h 11485"/>
                <a:gd name="T58" fmla="*/ 893 w 11484"/>
                <a:gd name="T59" fmla="*/ 8819 h 11485"/>
                <a:gd name="T60" fmla="*/ 1317 w 11484"/>
                <a:gd name="T61" fmla="*/ 9402 h 11485"/>
                <a:gd name="T62" fmla="*/ 1811 w 11484"/>
                <a:gd name="T63" fmla="*/ 9928 h 11485"/>
                <a:gd name="T64" fmla="*/ 2366 w 11484"/>
                <a:gd name="T65" fmla="*/ 10388 h 11485"/>
                <a:gd name="T66" fmla="*/ 2975 w 11484"/>
                <a:gd name="T67" fmla="*/ 10774 h 11485"/>
                <a:gd name="T68" fmla="*/ 3628 w 11484"/>
                <a:gd name="T69" fmla="*/ 11082 h 11485"/>
                <a:gd name="T70" fmla="*/ 4314 w 11484"/>
                <a:gd name="T71" fmla="*/ 11304 h 11485"/>
                <a:gd name="T72" fmla="*/ 5023 w 11484"/>
                <a:gd name="T73" fmla="*/ 11439 h 11485"/>
                <a:gd name="T74" fmla="*/ 5742 w 11484"/>
                <a:gd name="T75" fmla="*/ 11485 h 11485"/>
                <a:gd name="T76" fmla="*/ 6461 w 11484"/>
                <a:gd name="T77" fmla="*/ 11439 h 11485"/>
                <a:gd name="T78" fmla="*/ 7170 w 11484"/>
                <a:gd name="T79" fmla="*/ 11304 h 11485"/>
                <a:gd name="T80" fmla="*/ 7855 w 11484"/>
                <a:gd name="T81" fmla="*/ 11082 h 11485"/>
                <a:gd name="T82" fmla="*/ 8509 w 11484"/>
                <a:gd name="T83" fmla="*/ 10774 h 11485"/>
                <a:gd name="T84" fmla="*/ 9117 w 11484"/>
                <a:gd name="T85" fmla="*/ 10388 h 11485"/>
                <a:gd name="T86" fmla="*/ 9673 w 11484"/>
                <a:gd name="T87" fmla="*/ 9928 h 11485"/>
                <a:gd name="T88" fmla="*/ 10166 w 11484"/>
                <a:gd name="T89" fmla="*/ 9402 h 11485"/>
                <a:gd name="T90" fmla="*/ 10591 w 11484"/>
                <a:gd name="T91" fmla="*/ 8819 h 11485"/>
                <a:gd name="T92" fmla="*/ 10938 w 11484"/>
                <a:gd name="T93" fmla="*/ 8187 h 11485"/>
                <a:gd name="T94" fmla="*/ 11203 w 11484"/>
                <a:gd name="T95" fmla="*/ 7517 h 11485"/>
                <a:gd name="T96" fmla="*/ 11382 w 11484"/>
                <a:gd name="T97" fmla="*/ 6818 h 11485"/>
                <a:gd name="T98" fmla="*/ 11472 w 11484"/>
                <a:gd name="T99" fmla="*/ 6102 h 1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484" h="11485">
                  <a:moveTo>
                    <a:pt x="11484" y="5742"/>
                  </a:moveTo>
                  <a:lnTo>
                    <a:pt x="11472" y="5381"/>
                  </a:lnTo>
                  <a:lnTo>
                    <a:pt x="11439" y="5022"/>
                  </a:lnTo>
                  <a:lnTo>
                    <a:pt x="11382" y="4666"/>
                  </a:lnTo>
                  <a:lnTo>
                    <a:pt x="11303" y="4314"/>
                  </a:lnTo>
                  <a:lnTo>
                    <a:pt x="11203" y="3967"/>
                  </a:lnTo>
                  <a:lnTo>
                    <a:pt x="11081" y="3628"/>
                  </a:lnTo>
                  <a:lnTo>
                    <a:pt x="10938" y="3297"/>
                  </a:lnTo>
                  <a:lnTo>
                    <a:pt x="10774" y="2976"/>
                  </a:lnTo>
                  <a:lnTo>
                    <a:pt x="10591" y="2665"/>
                  </a:lnTo>
                  <a:lnTo>
                    <a:pt x="10388" y="2367"/>
                  </a:lnTo>
                  <a:lnTo>
                    <a:pt x="10166" y="2082"/>
                  </a:lnTo>
                  <a:lnTo>
                    <a:pt x="9928" y="1812"/>
                  </a:lnTo>
                  <a:lnTo>
                    <a:pt x="9673" y="1556"/>
                  </a:lnTo>
                  <a:lnTo>
                    <a:pt x="9402" y="1317"/>
                  </a:lnTo>
                  <a:lnTo>
                    <a:pt x="9117" y="1097"/>
                  </a:lnTo>
                  <a:lnTo>
                    <a:pt x="8819" y="894"/>
                  </a:lnTo>
                  <a:lnTo>
                    <a:pt x="8509" y="711"/>
                  </a:lnTo>
                  <a:lnTo>
                    <a:pt x="8187" y="547"/>
                  </a:lnTo>
                  <a:lnTo>
                    <a:pt x="7855" y="403"/>
                  </a:lnTo>
                  <a:lnTo>
                    <a:pt x="7516" y="281"/>
                  </a:lnTo>
                  <a:lnTo>
                    <a:pt x="7170" y="180"/>
                  </a:lnTo>
                  <a:lnTo>
                    <a:pt x="6818" y="102"/>
                  </a:lnTo>
                  <a:lnTo>
                    <a:pt x="6461" y="45"/>
                  </a:lnTo>
                  <a:lnTo>
                    <a:pt x="6102" y="11"/>
                  </a:lnTo>
                  <a:lnTo>
                    <a:pt x="5742" y="0"/>
                  </a:lnTo>
                  <a:lnTo>
                    <a:pt x="5382" y="11"/>
                  </a:lnTo>
                  <a:lnTo>
                    <a:pt x="5023" y="45"/>
                  </a:lnTo>
                  <a:lnTo>
                    <a:pt x="4666" y="102"/>
                  </a:lnTo>
                  <a:lnTo>
                    <a:pt x="4314" y="180"/>
                  </a:lnTo>
                  <a:lnTo>
                    <a:pt x="3968" y="281"/>
                  </a:lnTo>
                  <a:lnTo>
                    <a:pt x="3628" y="403"/>
                  </a:lnTo>
                  <a:lnTo>
                    <a:pt x="3297" y="547"/>
                  </a:lnTo>
                  <a:lnTo>
                    <a:pt x="2975" y="711"/>
                  </a:lnTo>
                  <a:lnTo>
                    <a:pt x="2666" y="894"/>
                  </a:lnTo>
                  <a:lnTo>
                    <a:pt x="2366" y="1097"/>
                  </a:lnTo>
                  <a:lnTo>
                    <a:pt x="2082" y="1317"/>
                  </a:lnTo>
                  <a:lnTo>
                    <a:pt x="1811" y="1556"/>
                  </a:lnTo>
                  <a:lnTo>
                    <a:pt x="1556" y="1812"/>
                  </a:lnTo>
                  <a:lnTo>
                    <a:pt x="1317" y="2082"/>
                  </a:lnTo>
                  <a:lnTo>
                    <a:pt x="1096" y="2367"/>
                  </a:lnTo>
                  <a:lnTo>
                    <a:pt x="893" y="2665"/>
                  </a:lnTo>
                  <a:lnTo>
                    <a:pt x="710" y="2976"/>
                  </a:lnTo>
                  <a:lnTo>
                    <a:pt x="546" y="3297"/>
                  </a:lnTo>
                  <a:lnTo>
                    <a:pt x="403" y="3628"/>
                  </a:lnTo>
                  <a:lnTo>
                    <a:pt x="281" y="3967"/>
                  </a:lnTo>
                  <a:lnTo>
                    <a:pt x="180" y="4314"/>
                  </a:lnTo>
                  <a:lnTo>
                    <a:pt x="102" y="4666"/>
                  </a:lnTo>
                  <a:lnTo>
                    <a:pt x="45" y="5022"/>
                  </a:lnTo>
                  <a:lnTo>
                    <a:pt x="11" y="5381"/>
                  </a:lnTo>
                  <a:lnTo>
                    <a:pt x="0" y="5742"/>
                  </a:lnTo>
                  <a:lnTo>
                    <a:pt x="11" y="6102"/>
                  </a:lnTo>
                  <a:lnTo>
                    <a:pt x="45" y="6462"/>
                  </a:lnTo>
                  <a:lnTo>
                    <a:pt x="102" y="6818"/>
                  </a:lnTo>
                  <a:lnTo>
                    <a:pt x="180" y="7171"/>
                  </a:lnTo>
                  <a:lnTo>
                    <a:pt x="281" y="7517"/>
                  </a:lnTo>
                  <a:lnTo>
                    <a:pt x="403" y="7856"/>
                  </a:lnTo>
                  <a:lnTo>
                    <a:pt x="546" y="8187"/>
                  </a:lnTo>
                  <a:lnTo>
                    <a:pt x="710" y="8509"/>
                  </a:lnTo>
                  <a:lnTo>
                    <a:pt x="893" y="8819"/>
                  </a:lnTo>
                  <a:lnTo>
                    <a:pt x="1096" y="9118"/>
                  </a:lnTo>
                  <a:lnTo>
                    <a:pt x="1317" y="9402"/>
                  </a:lnTo>
                  <a:lnTo>
                    <a:pt x="1556" y="9673"/>
                  </a:lnTo>
                  <a:lnTo>
                    <a:pt x="1811" y="9928"/>
                  </a:lnTo>
                  <a:lnTo>
                    <a:pt x="2082" y="10166"/>
                  </a:lnTo>
                  <a:lnTo>
                    <a:pt x="2366" y="10388"/>
                  </a:lnTo>
                  <a:lnTo>
                    <a:pt x="2666" y="10590"/>
                  </a:lnTo>
                  <a:lnTo>
                    <a:pt x="2975" y="10774"/>
                  </a:lnTo>
                  <a:lnTo>
                    <a:pt x="3297" y="10938"/>
                  </a:lnTo>
                  <a:lnTo>
                    <a:pt x="3628" y="11082"/>
                  </a:lnTo>
                  <a:lnTo>
                    <a:pt x="3968" y="11203"/>
                  </a:lnTo>
                  <a:lnTo>
                    <a:pt x="4314" y="11304"/>
                  </a:lnTo>
                  <a:lnTo>
                    <a:pt x="4666" y="11383"/>
                  </a:lnTo>
                  <a:lnTo>
                    <a:pt x="5023" y="11439"/>
                  </a:lnTo>
                  <a:lnTo>
                    <a:pt x="5382" y="11473"/>
                  </a:lnTo>
                  <a:lnTo>
                    <a:pt x="5742" y="11485"/>
                  </a:lnTo>
                  <a:lnTo>
                    <a:pt x="6102" y="11473"/>
                  </a:lnTo>
                  <a:lnTo>
                    <a:pt x="6461" y="11439"/>
                  </a:lnTo>
                  <a:lnTo>
                    <a:pt x="6818" y="11383"/>
                  </a:lnTo>
                  <a:lnTo>
                    <a:pt x="7170" y="11304"/>
                  </a:lnTo>
                  <a:lnTo>
                    <a:pt x="7516" y="11203"/>
                  </a:lnTo>
                  <a:lnTo>
                    <a:pt x="7855" y="11082"/>
                  </a:lnTo>
                  <a:lnTo>
                    <a:pt x="8187" y="10938"/>
                  </a:lnTo>
                  <a:lnTo>
                    <a:pt x="8509" y="10774"/>
                  </a:lnTo>
                  <a:lnTo>
                    <a:pt x="8819" y="10590"/>
                  </a:lnTo>
                  <a:lnTo>
                    <a:pt x="9117" y="10388"/>
                  </a:lnTo>
                  <a:lnTo>
                    <a:pt x="9402" y="10166"/>
                  </a:lnTo>
                  <a:lnTo>
                    <a:pt x="9673" y="9928"/>
                  </a:lnTo>
                  <a:lnTo>
                    <a:pt x="9928" y="9673"/>
                  </a:lnTo>
                  <a:lnTo>
                    <a:pt x="10166" y="9402"/>
                  </a:lnTo>
                  <a:lnTo>
                    <a:pt x="10388" y="9118"/>
                  </a:lnTo>
                  <a:lnTo>
                    <a:pt x="10591" y="8819"/>
                  </a:lnTo>
                  <a:lnTo>
                    <a:pt x="10774" y="8509"/>
                  </a:lnTo>
                  <a:lnTo>
                    <a:pt x="10938" y="8187"/>
                  </a:lnTo>
                  <a:lnTo>
                    <a:pt x="11081" y="7856"/>
                  </a:lnTo>
                  <a:lnTo>
                    <a:pt x="11203" y="7517"/>
                  </a:lnTo>
                  <a:lnTo>
                    <a:pt x="11303" y="7171"/>
                  </a:lnTo>
                  <a:lnTo>
                    <a:pt x="11382" y="6818"/>
                  </a:lnTo>
                  <a:lnTo>
                    <a:pt x="11439" y="6462"/>
                  </a:lnTo>
                  <a:lnTo>
                    <a:pt x="11472" y="6102"/>
                  </a:lnTo>
                  <a:lnTo>
                    <a:pt x="11484" y="5742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4277" name="Group 21"/>
          <p:cNvGrpSpPr>
            <a:grpSpLocks/>
          </p:cNvGrpSpPr>
          <p:nvPr/>
        </p:nvGrpSpPr>
        <p:grpSpPr bwMode="auto">
          <a:xfrm>
            <a:off x="2314576" y="284163"/>
            <a:ext cx="7891463" cy="5988050"/>
            <a:chOff x="615" y="142"/>
            <a:chExt cx="4971" cy="3772"/>
          </a:xfrm>
        </p:grpSpPr>
        <p:sp>
          <p:nvSpPr>
            <p:cNvPr id="224278" name="Rectangle 22"/>
            <p:cNvSpPr>
              <a:spLocks noChangeArrowheads="1"/>
            </p:cNvSpPr>
            <p:nvPr/>
          </p:nvSpPr>
          <p:spPr bwMode="auto">
            <a:xfrm>
              <a:off x="615" y="142"/>
              <a:ext cx="4971" cy="3772"/>
            </a:xfrm>
            <a:prstGeom prst="rect">
              <a:avLst/>
            </a:prstGeom>
            <a:solidFill>
              <a:srgbClr val="FF5050"/>
            </a:solidFill>
            <a:ln w="57150">
              <a:solidFill>
                <a:srgbClr val="FF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4279" name="Group 23"/>
            <p:cNvGrpSpPr>
              <a:grpSpLocks/>
            </p:cNvGrpSpPr>
            <p:nvPr/>
          </p:nvGrpSpPr>
          <p:grpSpPr bwMode="auto">
            <a:xfrm>
              <a:off x="735" y="292"/>
              <a:ext cx="4729" cy="3455"/>
              <a:chOff x="1564" y="0"/>
              <a:chExt cx="2365" cy="1728"/>
            </a:xfrm>
          </p:grpSpPr>
          <p:sp>
            <p:nvSpPr>
              <p:cNvPr id="224280" name="Line 24"/>
              <p:cNvSpPr>
                <a:spLocks noChangeShapeType="1"/>
              </p:cNvSpPr>
              <p:nvPr/>
            </p:nvSpPr>
            <p:spPr bwMode="auto">
              <a:xfrm flipV="1">
                <a:off x="2747" y="0"/>
                <a:ext cx="1" cy="1680"/>
              </a:xfrm>
              <a:prstGeom prst="line">
                <a:avLst/>
              </a:prstGeom>
              <a:noFill/>
              <a:ln w="0">
                <a:solidFill>
                  <a:srgbClr val="FFFF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1" name="Line 25"/>
              <p:cNvSpPr>
                <a:spLocks noChangeShapeType="1"/>
              </p:cNvSpPr>
              <p:nvPr/>
            </p:nvSpPr>
            <p:spPr bwMode="auto">
              <a:xfrm>
                <a:off x="2409" y="0"/>
                <a:ext cx="1" cy="1728"/>
              </a:xfrm>
              <a:prstGeom prst="line">
                <a:avLst/>
              </a:prstGeom>
              <a:noFill/>
              <a:ln w="0">
                <a:solidFill>
                  <a:srgbClr val="FFFF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2" name="Line 26"/>
              <p:cNvSpPr>
                <a:spLocks noChangeShapeType="1"/>
              </p:cNvSpPr>
              <p:nvPr/>
            </p:nvSpPr>
            <p:spPr bwMode="auto">
              <a:xfrm flipH="1">
                <a:off x="1564" y="1615"/>
                <a:ext cx="2365" cy="1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3" name="Freeform 27"/>
              <p:cNvSpPr>
                <a:spLocks/>
              </p:cNvSpPr>
              <p:nvPr/>
            </p:nvSpPr>
            <p:spPr bwMode="auto">
              <a:xfrm>
                <a:off x="1835" y="507"/>
                <a:ext cx="1148" cy="568"/>
              </a:xfrm>
              <a:custGeom>
                <a:avLst/>
                <a:gdLst>
                  <a:gd name="T0" fmla="*/ 11485 w 11485"/>
                  <a:gd name="T1" fmla="*/ 0 h 5684"/>
                  <a:gd name="T2" fmla="*/ 11478 w 11485"/>
                  <a:gd name="T3" fmla="*/ 88 h 5684"/>
                  <a:gd name="T4" fmla="*/ 11457 w 11485"/>
                  <a:gd name="T5" fmla="*/ 183 h 5684"/>
                  <a:gd name="T6" fmla="*/ 11421 w 11485"/>
                  <a:gd name="T7" fmla="*/ 282 h 5684"/>
                  <a:gd name="T8" fmla="*/ 11372 w 11485"/>
                  <a:gd name="T9" fmla="*/ 386 h 5684"/>
                  <a:gd name="T10" fmla="*/ 11308 w 11485"/>
                  <a:gd name="T11" fmla="*/ 496 h 5684"/>
                  <a:gd name="T12" fmla="*/ 11229 w 11485"/>
                  <a:gd name="T13" fmla="*/ 611 h 5684"/>
                  <a:gd name="T14" fmla="*/ 11138 w 11485"/>
                  <a:gd name="T15" fmla="*/ 729 h 5684"/>
                  <a:gd name="T16" fmla="*/ 11032 w 11485"/>
                  <a:gd name="T17" fmla="*/ 852 h 5684"/>
                  <a:gd name="T18" fmla="*/ 10914 w 11485"/>
                  <a:gd name="T19" fmla="*/ 978 h 5684"/>
                  <a:gd name="T20" fmla="*/ 10784 w 11485"/>
                  <a:gd name="T21" fmla="*/ 1106 h 5684"/>
                  <a:gd name="T22" fmla="*/ 10643 w 11485"/>
                  <a:gd name="T23" fmla="*/ 1239 h 5684"/>
                  <a:gd name="T24" fmla="*/ 10492 w 11485"/>
                  <a:gd name="T25" fmla="*/ 1372 h 5684"/>
                  <a:gd name="T26" fmla="*/ 10332 w 11485"/>
                  <a:gd name="T27" fmla="*/ 1506 h 5684"/>
                  <a:gd name="T28" fmla="*/ 10163 w 11485"/>
                  <a:gd name="T29" fmla="*/ 1643 h 5684"/>
                  <a:gd name="T30" fmla="*/ 9807 w 11485"/>
                  <a:gd name="T31" fmla="*/ 1913 h 5684"/>
                  <a:gd name="T32" fmla="*/ 9617 w 11485"/>
                  <a:gd name="T33" fmla="*/ 2052 h 5684"/>
                  <a:gd name="T34" fmla="*/ 9416 w 11485"/>
                  <a:gd name="T35" fmla="*/ 2193 h 5684"/>
                  <a:gd name="T36" fmla="*/ 9206 w 11485"/>
                  <a:gd name="T37" fmla="*/ 2337 h 5684"/>
                  <a:gd name="T38" fmla="*/ 8987 w 11485"/>
                  <a:gd name="T39" fmla="*/ 2484 h 5684"/>
                  <a:gd name="T40" fmla="*/ 8759 w 11485"/>
                  <a:gd name="T41" fmla="*/ 2633 h 5684"/>
                  <a:gd name="T42" fmla="*/ 8524 w 11485"/>
                  <a:gd name="T43" fmla="*/ 2785 h 5684"/>
                  <a:gd name="T44" fmla="*/ 8281 w 11485"/>
                  <a:gd name="T45" fmla="*/ 2936 h 5684"/>
                  <a:gd name="T46" fmla="*/ 8032 w 11485"/>
                  <a:gd name="T47" fmla="*/ 3088 h 5684"/>
                  <a:gd name="T48" fmla="*/ 7520 w 11485"/>
                  <a:gd name="T49" fmla="*/ 3392 h 5684"/>
                  <a:gd name="T50" fmla="*/ 6994 w 11485"/>
                  <a:gd name="T51" fmla="*/ 3693 h 5684"/>
                  <a:gd name="T52" fmla="*/ 6461 w 11485"/>
                  <a:gd name="T53" fmla="*/ 3984 h 5684"/>
                  <a:gd name="T54" fmla="*/ 5930 w 11485"/>
                  <a:gd name="T55" fmla="*/ 4263 h 5684"/>
                  <a:gd name="T56" fmla="*/ 5400 w 11485"/>
                  <a:gd name="T57" fmla="*/ 4527 h 5684"/>
                  <a:gd name="T58" fmla="*/ 4854 w 11485"/>
                  <a:gd name="T59" fmla="*/ 4784 h 5684"/>
                  <a:gd name="T60" fmla="*/ 4299 w 11485"/>
                  <a:gd name="T61" fmla="*/ 5024 h 5684"/>
                  <a:gd name="T62" fmla="*/ 4022 w 11485"/>
                  <a:gd name="T63" fmla="*/ 5136 h 5684"/>
                  <a:gd name="T64" fmla="*/ 3747 w 11485"/>
                  <a:gd name="T65" fmla="*/ 5239 h 5684"/>
                  <a:gd name="T66" fmla="*/ 3475 w 11485"/>
                  <a:gd name="T67" fmla="*/ 5334 h 5684"/>
                  <a:gd name="T68" fmla="*/ 3208 w 11485"/>
                  <a:gd name="T69" fmla="*/ 5419 h 5684"/>
                  <a:gd name="T70" fmla="*/ 2945 w 11485"/>
                  <a:gd name="T71" fmla="*/ 5495 h 5684"/>
                  <a:gd name="T72" fmla="*/ 2689 w 11485"/>
                  <a:gd name="T73" fmla="*/ 5558 h 5684"/>
                  <a:gd name="T74" fmla="*/ 2442 w 11485"/>
                  <a:gd name="T75" fmla="*/ 5609 h 5684"/>
                  <a:gd name="T76" fmla="*/ 2203 w 11485"/>
                  <a:gd name="T77" fmla="*/ 5647 h 5684"/>
                  <a:gd name="T78" fmla="*/ 1974 w 11485"/>
                  <a:gd name="T79" fmla="*/ 5672 h 5684"/>
                  <a:gd name="T80" fmla="*/ 1757 w 11485"/>
                  <a:gd name="T81" fmla="*/ 5684 h 5684"/>
                  <a:gd name="T82" fmla="*/ 1551 w 11485"/>
                  <a:gd name="T83" fmla="*/ 5681 h 5684"/>
                  <a:gd name="T84" fmla="*/ 1355 w 11485"/>
                  <a:gd name="T85" fmla="*/ 5666 h 5684"/>
                  <a:gd name="T86" fmla="*/ 1169 w 11485"/>
                  <a:gd name="T87" fmla="*/ 5637 h 5684"/>
                  <a:gd name="T88" fmla="*/ 995 w 11485"/>
                  <a:gd name="T89" fmla="*/ 5595 h 5684"/>
                  <a:gd name="T90" fmla="*/ 835 w 11485"/>
                  <a:gd name="T91" fmla="*/ 5541 h 5684"/>
                  <a:gd name="T92" fmla="*/ 687 w 11485"/>
                  <a:gd name="T93" fmla="*/ 5474 h 5684"/>
                  <a:gd name="T94" fmla="*/ 553 w 11485"/>
                  <a:gd name="T95" fmla="*/ 5396 h 5684"/>
                  <a:gd name="T96" fmla="*/ 435 w 11485"/>
                  <a:gd name="T97" fmla="*/ 5308 h 5684"/>
                  <a:gd name="T98" fmla="*/ 330 w 11485"/>
                  <a:gd name="T99" fmla="*/ 5210 h 5684"/>
                  <a:gd name="T100" fmla="*/ 241 w 11485"/>
                  <a:gd name="T101" fmla="*/ 5104 h 5684"/>
                  <a:gd name="T102" fmla="*/ 165 w 11485"/>
                  <a:gd name="T103" fmla="*/ 4991 h 5684"/>
                  <a:gd name="T104" fmla="*/ 104 w 11485"/>
                  <a:gd name="T105" fmla="*/ 4871 h 5684"/>
                  <a:gd name="T106" fmla="*/ 58 w 11485"/>
                  <a:gd name="T107" fmla="*/ 4747 h 5684"/>
                  <a:gd name="T108" fmla="*/ 25 w 11485"/>
                  <a:gd name="T109" fmla="*/ 4619 h 5684"/>
                  <a:gd name="T110" fmla="*/ 6 w 11485"/>
                  <a:gd name="T111" fmla="*/ 4489 h 5684"/>
                  <a:gd name="T112" fmla="*/ 0 w 11485"/>
                  <a:gd name="T113" fmla="*/ 4358 h 5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485" h="5684">
                    <a:moveTo>
                      <a:pt x="11485" y="0"/>
                    </a:moveTo>
                    <a:lnTo>
                      <a:pt x="11478" y="88"/>
                    </a:lnTo>
                    <a:lnTo>
                      <a:pt x="11457" y="183"/>
                    </a:lnTo>
                    <a:lnTo>
                      <a:pt x="11421" y="282"/>
                    </a:lnTo>
                    <a:lnTo>
                      <a:pt x="11372" y="386"/>
                    </a:lnTo>
                    <a:lnTo>
                      <a:pt x="11308" y="496"/>
                    </a:lnTo>
                    <a:lnTo>
                      <a:pt x="11229" y="611"/>
                    </a:lnTo>
                    <a:lnTo>
                      <a:pt x="11138" y="729"/>
                    </a:lnTo>
                    <a:lnTo>
                      <a:pt x="11032" y="852"/>
                    </a:lnTo>
                    <a:lnTo>
                      <a:pt x="10914" y="978"/>
                    </a:lnTo>
                    <a:lnTo>
                      <a:pt x="10784" y="1106"/>
                    </a:lnTo>
                    <a:lnTo>
                      <a:pt x="10643" y="1239"/>
                    </a:lnTo>
                    <a:lnTo>
                      <a:pt x="10492" y="1372"/>
                    </a:lnTo>
                    <a:lnTo>
                      <a:pt x="10332" y="1506"/>
                    </a:lnTo>
                    <a:lnTo>
                      <a:pt x="10163" y="1643"/>
                    </a:lnTo>
                    <a:lnTo>
                      <a:pt x="9807" y="1913"/>
                    </a:lnTo>
                    <a:lnTo>
                      <a:pt x="9617" y="2052"/>
                    </a:lnTo>
                    <a:lnTo>
                      <a:pt x="9416" y="2193"/>
                    </a:lnTo>
                    <a:lnTo>
                      <a:pt x="9206" y="2337"/>
                    </a:lnTo>
                    <a:lnTo>
                      <a:pt x="8987" y="2484"/>
                    </a:lnTo>
                    <a:lnTo>
                      <a:pt x="8759" y="2633"/>
                    </a:lnTo>
                    <a:lnTo>
                      <a:pt x="8524" y="2785"/>
                    </a:lnTo>
                    <a:lnTo>
                      <a:pt x="8281" y="2936"/>
                    </a:lnTo>
                    <a:lnTo>
                      <a:pt x="8032" y="3088"/>
                    </a:lnTo>
                    <a:lnTo>
                      <a:pt x="7520" y="3392"/>
                    </a:lnTo>
                    <a:lnTo>
                      <a:pt x="6994" y="3693"/>
                    </a:lnTo>
                    <a:lnTo>
                      <a:pt x="6461" y="3984"/>
                    </a:lnTo>
                    <a:lnTo>
                      <a:pt x="5930" y="4263"/>
                    </a:lnTo>
                    <a:lnTo>
                      <a:pt x="5400" y="4527"/>
                    </a:lnTo>
                    <a:lnTo>
                      <a:pt x="4854" y="4784"/>
                    </a:lnTo>
                    <a:lnTo>
                      <a:pt x="4299" y="5024"/>
                    </a:lnTo>
                    <a:lnTo>
                      <a:pt x="4022" y="5136"/>
                    </a:lnTo>
                    <a:lnTo>
                      <a:pt x="3747" y="5239"/>
                    </a:lnTo>
                    <a:lnTo>
                      <a:pt x="3475" y="5334"/>
                    </a:lnTo>
                    <a:lnTo>
                      <a:pt x="3208" y="5419"/>
                    </a:lnTo>
                    <a:lnTo>
                      <a:pt x="2945" y="5495"/>
                    </a:lnTo>
                    <a:lnTo>
                      <a:pt x="2689" y="5558"/>
                    </a:lnTo>
                    <a:lnTo>
                      <a:pt x="2442" y="5609"/>
                    </a:lnTo>
                    <a:lnTo>
                      <a:pt x="2203" y="5647"/>
                    </a:lnTo>
                    <a:lnTo>
                      <a:pt x="1974" y="5672"/>
                    </a:lnTo>
                    <a:lnTo>
                      <a:pt x="1757" y="5684"/>
                    </a:lnTo>
                    <a:lnTo>
                      <a:pt x="1551" y="5681"/>
                    </a:lnTo>
                    <a:lnTo>
                      <a:pt x="1355" y="5666"/>
                    </a:lnTo>
                    <a:lnTo>
                      <a:pt x="1169" y="5637"/>
                    </a:lnTo>
                    <a:lnTo>
                      <a:pt x="995" y="5595"/>
                    </a:lnTo>
                    <a:lnTo>
                      <a:pt x="835" y="5541"/>
                    </a:lnTo>
                    <a:lnTo>
                      <a:pt x="687" y="5474"/>
                    </a:lnTo>
                    <a:lnTo>
                      <a:pt x="553" y="5396"/>
                    </a:lnTo>
                    <a:lnTo>
                      <a:pt x="435" y="5308"/>
                    </a:lnTo>
                    <a:lnTo>
                      <a:pt x="330" y="5210"/>
                    </a:lnTo>
                    <a:lnTo>
                      <a:pt x="241" y="5104"/>
                    </a:lnTo>
                    <a:lnTo>
                      <a:pt x="165" y="4991"/>
                    </a:lnTo>
                    <a:lnTo>
                      <a:pt x="104" y="4871"/>
                    </a:lnTo>
                    <a:lnTo>
                      <a:pt x="58" y="4747"/>
                    </a:lnTo>
                    <a:lnTo>
                      <a:pt x="25" y="4619"/>
                    </a:lnTo>
                    <a:lnTo>
                      <a:pt x="6" y="4489"/>
                    </a:lnTo>
                    <a:lnTo>
                      <a:pt x="0" y="4358"/>
                    </a:lnTo>
                  </a:path>
                </a:pathLst>
              </a:custGeom>
              <a:noFill/>
              <a:ln w="28575" cmpd="sng">
                <a:solidFill>
                  <a:srgbClr val="FFFF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4" name="Line 28"/>
              <p:cNvSpPr>
                <a:spLocks noChangeShapeType="1"/>
              </p:cNvSpPr>
              <p:nvPr/>
            </p:nvSpPr>
            <p:spPr bwMode="auto">
              <a:xfrm flipH="1">
                <a:off x="1835" y="95"/>
                <a:ext cx="1148" cy="1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5" name="Line 29"/>
              <p:cNvSpPr>
                <a:spLocks noChangeShapeType="1"/>
              </p:cNvSpPr>
              <p:nvPr/>
            </p:nvSpPr>
            <p:spPr bwMode="auto">
              <a:xfrm flipV="1">
                <a:off x="2983" y="95"/>
                <a:ext cx="1" cy="412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6" name="Line 30"/>
              <p:cNvSpPr>
                <a:spLocks noChangeShapeType="1"/>
              </p:cNvSpPr>
              <p:nvPr/>
            </p:nvSpPr>
            <p:spPr bwMode="auto">
              <a:xfrm flipV="1">
                <a:off x="1835" y="95"/>
                <a:ext cx="1" cy="84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7" name="Freeform 31"/>
              <p:cNvSpPr>
                <a:spLocks/>
              </p:cNvSpPr>
              <p:nvPr/>
            </p:nvSpPr>
            <p:spPr bwMode="auto">
              <a:xfrm>
                <a:off x="2983" y="457"/>
                <a:ext cx="946" cy="1158"/>
              </a:xfrm>
              <a:custGeom>
                <a:avLst/>
                <a:gdLst>
                  <a:gd name="T0" fmla="*/ 9458 w 9458"/>
                  <a:gd name="T1" fmla="*/ 11584 h 11584"/>
                  <a:gd name="T2" fmla="*/ 9447 w 9458"/>
                  <a:gd name="T3" fmla="*/ 11062 h 11584"/>
                  <a:gd name="T4" fmla="*/ 9412 w 9458"/>
                  <a:gd name="T5" fmla="*/ 10541 h 11584"/>
                  <a:gd name="T6" fmla="*/ 9354 w 9458"/>
                  <a:gd name="T7" fmla="*/ 10022 h 11584"/>
                  <a:gd name="T8" fmla="*/ 9273 w 9458"/>
                  <a:gd name="T9" fmla="*/ 9505 h 11584"/>
                  <a:gd name="T10" fmla="*/ 9171 w 9458"/>
                  <a:gd name="T11" fmla="*/ 8994 h 11584"/>
                  <a:gd name="T12" fmla="*/ 9045 w 9458"/>
                  <a:gd name="T13" fmla="*/ 8487 h 11584"/>
                  <a:gd name="T14" fmla="*/ 8898 w 9458"/>
                  <a:gd name="T15" fmla="*/ 7987 h 11584"/>
                  <a:gd name="T16" fmla="*/ 8728 w 9458"/>
                  <a:gd name="T17" fmla="*/ 7492 h 11584"/>
                  <a:gd name="T18" fmla="*/ 8535 w 9458"/>
                  <a:gd name="T19" fmla="*/ 7006 h 11584"/>
                  <a:gd name="T20" fmla="*/ 8323 w 9458"/>
                  <a:gd name="T21" fmla="*/ 6530 h 11584"/>
                  <a:gd name="T22" fmla="*/ 8089 w 9458"/>
                  <a:gd name="T23" fmla="*/ 6063 h 11584"/>
                  <a:gd name="T24" fmla="*/ 7835 w 9458"/>
                  <a:gd name="T25" fmla="*/ 5606 h 11584"/>
                  <a:gd name="T26" fmla="*/ 7561 w 9458"/>
                  <a:gd name="T27" fmla="*/ 5162 h 11584"/>
                  <a:gd name="T28" fmla="*/ 7268 w 9458"/>
                  <a:gd name="T29" fmla="*/ 4730 h 11584"/>
                  <a:gd name="T30" fmla="*/ 6956 w 9458"/>
                  <a:gd name="T31" fmla="*/ 4311 h 11584"/>
                  <a:gd name="T32" fmla="*/ 6626 w 9458"/>
                  <a:gd name="T33" fmla="*/ 3907 h 11584"/>
                  <a:gd name="T34" fmla="*/ 6278 w 9458"/>
                  <a:gd name="T35" fmla="*/ 3516 h 11584"/>
                  <a:gd name="T36" fmla="*/ 5914 w 9458"/>
                  <a:gd name="T37" fmla="*/ 3143 h 11584"/>
                  <a:gd name="T38" fmla="*/ 5533 w 9458"/>
                  <a:gd name="T39" fmla="*/ 2786 h 11584"/>
                  <a:gd name="T40" fmla="*/ 5136 w 9458"/>
                  <a:gd name="T41" fmla="*/ 2446 h 11584"/>
                  <a:gd name="T42" fmla="*/ 4725 w 9458"/>
                  <a:gd name="T43" fmla="*/ 2124 h 11584"/>
                  <a:gd name="T44" fmla="*/ 4301 w 9458"/>
                  <a:gd name="T45" fmla="*/ 1819 h 11584"/>
                  <a:gd name="T46" fmla="*/ 3863 w 9458"/>
                  <a:gd name="T47" fmla="*/ 1535 h 11584"/>
                  <a:gd name="T48" fmla="*/ 3413 w 9458"/>
                  <a:gd name="T49" fmla="*/ 1269 h 11584"/>
                  <a:gd name="T50" fmla="*/ 2952 w 9458"/>
                  <a:gd name="T51" fmla="*/ 1025 h 11584"/>
                  <a:gd name="T52" fmla="*/ 2480 w 9458"/>
                  <a:gd name="T53" fmla="*/ 800 h 11584"/>
                  <a:gd name="T54" fmla="*/ 2000 w 9458"/>
                  <a:gd name="T55" fmla="*/ 596 h 11584"/>
                  <a:gd name="T56" fmla="*/ 1510 w 9458"/>
                  <a:gd name="T57" fmla="*/ 415 h 11584"/>
                  <a:gd name="T58" fmla="*/ 1013 w 9458"/>
                  <a:gd name="T59" fmla="*/ 254 h 11584"/>
                  <a:gd name="T60" fmla="*/ 510 w 9458"/>
                  <a:gd name="T61" fmla="*/ 116 h 11584"/>
                  <a:gd name="T62" fmla="*/ 0 w 9458"/>
                  <a:gd name="T63" fmla="*/ 0 h 11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458" h="11584">
                    <a:moveTo>
                      <a:pt x="9458" y="11584"/>
                    </a:moveTo>
                    <a:lnTo>
                      <a:pt x="9447" y="11062"/>
                    </a:lnTo>
                    <a:lnTo>
                      <a:pt x="9412" y="10541"/>
                    </a:lnTo>
                    <a:lnTo>
                      <a:pt x="9354" y="10022"/>
                    </a:lnTo>
                    <a:lnTo>
                      <a:pt x="9273" y="9505"/>
                    </a:lnTo>
                    <a:lnTo>
                      <a:pt x="9171" y="8994"/>
                    </a:lnTo>
                    <a:lnTo>
                      <a:pt x="9045" y="8487"/>
                    </a:lnTo>
                    <a:lnTo>
                      <a:pt x="8898" y="7987"/>
                    </a:lnTo>
                    <a:lnTo>
                      <a:pt x="8728" y="7492"/>
                    </a:lnTo>
                    <a:lnTo>
                      <a:pt x="8535" y="7006"/>
                    </a:lnTo>
                    <a:lnTo>
                      <a:pt x="8323" y="6530"/>
                    </a:lnTo>
                    <a:lnTo>
                      <a:pt x="8089" y="6063"/>
                    </a:lnTo>
                    <a:lnTo>
                      <a:pt x="7835" y="5606"/>
                    </a:lnTo>
                    <a:lnTo>
                      <a:pt x="7561" y="5162"/>
                    </a:lnTo>
                    <a:lnTo>
                      <a:pt x="7268" y="4730"/>
                    </a:lnTo>
                    <a:lnTo>
                      <a:pt x="6956" y="4311"/>
                    </a:lnTo>
                    <a:lnTo>
                      <a:pt x="6626" y="3907"/>
                    </a:lnTo>
                    <a:lnTo>
                      <a:pt x="6278" y="3516"/>
                    </a:lnTo>
                    <a:lnTo>
                      <a:pt x="5914" y="3143"/>
                    </a:lnTo>
                    <a:lnTo>
                      <a:pt x="5533" y="2786"/>
                    </a:lnTo>
                    <a:lnTo>
                      <a:pt x="5136" y="2446"/>
                    </a:lnTo>
                    <a:lnTo>
                      <a:pt x="4725" y="2124"/>
                    </a:lnTo>
                    <a:lnTo>
                      <a:pt x="4301" y="1819"/>
                    </a:lnTo>
                    <a:lnTo>
                      <a:pt x="3863" y="1535"/>
                    </a:lnTo>
                    <a:lnTo>
                      <a:pt x="3413" y="1269"/>
                    </a:lnTo>
                    <a:lnTo>
                      <a:pt x="2952" y="1025"/>
                    </a:lnTo>
                    <a:lnTo>
                      <a:pt x="2480" y="800"/>
                    </a:lnTo>
                    <a:lnTo>
                      <a:pt x="2000" y="596"/>
                    </a:lnTo>
                    <a:lnTo>
                      <a:pt x="1510" y="415"/>
                    </a:lnTo>
                    <a:lnTo>
                      <a:pt x="1013" y="254"/>
                    </a:lnTo>
                    <a:lnTo>
                      <a:pt x="510" y="116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FFFF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8" name="Freeform 32"/>
              <p:cNvSpPr>
                <a:spLocks/>
              </p:cNvSpPr>
              <p:nvPr/>
            </p:nvSpPr>
            <p:spPr bwMode="auto">
              <a:xfrm>
                <a:off x="1564" y="863"/>
                <a:ext cx="271" cy="752"/>
              </a:xfrm>
              <a:custGeom>
                <a:avLst/>
                <a:gdLst>
                  <a:gd name="T0" fmla="*/ 2701 w 2701"/>
                  <a:gd name="T1" fmla="*/ 0 h 7523"/>
                  <a:gd name="T2" fmla="*/ 2386 w 2701"/>
                  <a:gd name="T3" fmla="*/ 400 h 7523"/>
                  <a:gd name="T4" fmla="*/ 2088 w 2701"/>
                  <a:gd name="T5" fmla="*/ 814 h 7523"/>
                  <a:gd name="T6" fmla="*/ 1808 w 2701"/>
                  <a:gd name="T7" fmla="*/ 1239 h 7523"/>
                  <a:gd name="T8" fmla="*/ 1546 w 2701"/>
                  <a:gd name="T9" fmla="*/ 1676 h 7523"/>
                  <a:gd name="T10" fmla="*/ 1304 w 2701"/>
                  <a:gd name="T11" fmla="*/ 2124 h 7523"/>
                  <a:gd name="T12" fmla="*/ 1081 w 2701"/>
                  <a:gd name="T13" fmla="*/ 2583 h 7523"/>
                  <a:gd name="T14" fmla="*/ 878 w 2701"/>
                  <a:gd name="T15" fmla="*/ 3050 h 7523"/>
                  <a:gd name="T16" fmla="*/ 696 w 2701"/>
                  <a:gd name="T17" fmla="*/ 3527 h 7523"/>
                  <a:gd name="T18" fmla="*/ 533 w 2701"/>
                  <a:gd name="T19" fmla="*/ 4010 h 7523"/>
                  <a:gd name="T20" fmla="*/ 392 w 2701"/>
                  <a:gd name="T21" fmla="*/ 4499 h 7523"/>
                  <a:gd name="T22" fmla="*/ 273 w 2701"/>
                  <a:gd name="T23" fmla="*/ 4994 h 7523"/>
                  <a:gd name="T24" fmla="*/ 175 w 2701"/>
                  <a:gd name="T25" fmla="*/ 5495 h 7523"/>
                  <a:gd name="T26" fmla="*/ 98 w 2701"/>
                  <a:gd name="T27" fmla="*/ 5999 h 7523"/>
                  <a:gd name="T28" fmla="*/ 44 w 2701"/>
                  <a:gd name="T29" fmla="*/ 6506 h 7523"/>
                  <a:gd name="T30" fmla="*/ 10 w 2701"/>
                  <a:gd name="T31" fmla="*/ 7014 h 7523"/>
                  <a:gd name="T32" fmla="*/ 0 w 2701"/>
                  <a:gd name="T33" fmla="*/ 7523 h 7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701" h="7523">
                    <a:moveTo>
                      <a:pt x="2701" y="0"/>
                    </a:moveTo>
                    <a:lnTo>
                      <a:pt x="2386" y="400"/>
                    </a:lnTo>
                    <a:lnTo>
                      <a:pt x="2088" y="814"/>
                    </a:lnTo>
                    <a:lnTo>
                      <a:pt x="1808" y="1239"/>
                    </a:lnTo>
                    <a:lnTo>
                      <a:pt x="1546" y="1676"/>
                    </a:lnTo>
                    <a:lnTo>
                      <a:pt x="1304" y="2124"/>
                    </a:lnTo>
                    <a:lnTo>
                      <a:pt x="1081" y="2583"/>
                    </a:lnTo>
                    <a:lnTo>
                      <a:pt x="878" y="3050"/>
                    </a:lnTo>
                    <a:lnTo>
                      <a:pt x="696" y="3527"/>
                    </a:lnTo>
                    <a:lnTo>
                      <a:pt x="533" y="4010"/>
                    </a:lnTo>
                    <a:lnTo>
                      <a:pt x="392" y="4499"/>
                    </a:lnTo>
                    <a:lnTo>
                      <a:pt x="273" y="4994"/>
                    </a:lnTo>
                    <a:lnTo>
                      <a:pt x="175" y="5495"/>
                    </a:lnTo>
                    <a:lnTo>
                      <a:pt x="98" y="5999"/>
                    </a:lnTo>
                    <a:lnTo>
                      <a:pt x="44" y="6506"/>
                    </a:lnTo>
                    <a:lnTo>
                      <a:pt x="10" y="7014"/>
                    </a:lnTo>
                    <a:lnTo>
                      <a:pt x="0" y="7523"/>
                    </a:lnTo>
                  </a:path>
                </a:pathLst>
              </a:custGeom>
              <a:noFill/>
              <a:ln w="28575" cmpd="sng">
                <a:solidFill>
                  <a:srgbClr val="FFFF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9" name="Freeform 33"/>
              <p:cNvSpPr>
                <a:spLocks/>
              </p:cNvSpPr>
              <p:nvPr/>
            </p:nvSpPr>
            <p:spPr bwMode="auto">
              <a:xfrm>
                <a:off x="1835" y="437"/>
                <a:ext cx="1148" cy="506"/>
              </a:xfrm>
              <a:custGeom>
                <a:avLst/>
                <a:gdLst>
                  <a:gd name="T0" fmla="*/ 0 w 11485"/>
                  <a:gd name="T1" fmla="*/ 5061 h 5061"/>
                  <a:gd name="T2" fmla="*/ 6 w 11485"/>
                  <a:gd name="T3" fmla="*/ 4930 h 5061"/>
                  <a:gd name="T4" fmla="*/ 24 w 11485"/>
                  <a:gd name="T5" fmla="*/ 4794 h 5061"/>
                  <a:gd name="T6" fmla="*/ 54 w 11485"/>
                  <a:gd name="T7" fmla="*/ 4655 h 5061"/>
                  <a:gd name="T8" fmla="*/ 96 w 11485"/>
                  <a:gd name="T9" fmla="*/ 4512 h 5061"/>
                  <a:gd name="T10" fmla="*/ 150 w 11485"/>
                  <a:gd name="T11" fmla="*/ 4367 h 5061"/>
                  <a:gd name="T12" fmla="*/ 216 w 11485"/>
                  <a:gd name="T13" fmla="*/ 4220 h 5061"/>
                  <a:gd name="T14" fmla="*/ 295 w 11485"/>
                  <a:gd name="T15" fmla="*/ 4072 h 5061"/>
                  <a:gd name="T16" fmla="*/ 387 w 11485"/>
                  <a:gd name="T17" fmla="*/ 3923 h 5061"/>
                  <a:gd name="T18" fmla="*/ 489 w 11485"/>
                  <a:gd name="T19" fmla="*/ 3774 h 5061"/>
                  <a:gd name="T20" fmla="*/ 604 w 11485"/>
                  <a:gd name="T21" fmla="*/ 3625 h 5061"/>
                  <a:gd name="T22" fmla="*/ 729 w 11485"/>
                  <a:gd name="T23" fmla="*/ 3476 h 5061"/>
                  <a:gd name="T24" fmla="*/ 864 w 11485"/>
                  <a:gd name="T25" fmla="*/ 3328 h 5061"/>
                  <a:gd name="T26" fmla="*/ 1010 w 11485"/>
                  <a:gd name="T27" fmla="*/ 3182 h 5061"/>
                  <a:gd name="T28" fmla="*/ 1166 w 11485"/>
                  <a:gd name="T29" fmla="*/ 3038 h 5061"/>
                  <a:gd name="T30" fmla="*/ 1328 w 11485"/>
                  <a:gd name="T31" fmla="*/ 2897 h 5061"/>
                  <a:gd name="T32" fmla="*/ 1499 w 11485"/>
                  <a:gd name="T33" fmla="*/ 2758 h 5061"/>
                  <a:gd name="T34" fmla="*/ 1678 w 11485"/>
                  <a:gd name="T35" fmla="*/ 2623 h 5061"/>
                  <a:gd name="T36" fmla="*/ 1863 w 11485"/>
                  <a:gd name="T37" fmla="*/ 2489 h 5061"/>
                  <a:gd name="T38" fmla="*/ 2060 w 11485"/>
                  <a:gd name="T39" fmla="*/ 2356 h 5061"/>
                  <a:gd name="T40" fmla="*/ 2268 w 11485"/>
                  <a:gd name="T41" fmla="*/ 2223 h 5061"/>
                  <a:gd name="T42" fmla="*/ 2487 w 11485"/>
                  <a:gd name="T43" fmla="*/ 2091 h 5061"/>
                  <a:gd name="T44" fmla="*/ 2716 w 11485"/>
                  <a:gd name="T45" fmla="*/ 1959 h 5061"/>
                  <a:gd name="T46" fmla="*/ 2955 w 11485"/>
                  <a:gd name="T47" fmla="*/ 1830 h 5061"/>
                  <a:gd name="T48" fmla="*/ 3201 w 11485"/>
                  <a:gd name="T49" fmla="*/ 1703 h 5061"/>
                  <a:gd name="T50" fmla="*/ 3456 w 11485"/>
                  <a:gd name="T51" fmla="*/ 1579 h 5061"/>
                  <a:gd name="T52" fmla="*/ 3717 w 11485"/>
                  <a:gd name="T53" fmla="*/ 1459 h 5061"/>
                  <a:gd name="T54" fmla="*/ 3984 w 11485"/>
                  <a:gd name="T55" fmla="*/ 1341 h 5061"/>
                  <a:gd name="T56" fmla="*/ 4256 w 11485"/>
                  <a:gd name="T57" fmla="*/ 1229 h 5061"/>
                  <a:gd name="T58" fmla="*/ 4809 w 11485"/>
                  <a:gd name="T59" fmla="*/ 1016 h 5061"/>
                  <a:gd name="T60" fmla="*/ 5366 w 11485"/>
                  <a:gd name="T61" fmla="*/ 822 h 5061"/>
                  <a:gd name="T62" fmla="*/ 5920 w 11485"/>
                  <a:gd name="T63" fmla="*/ 650 h 5061"/>
                  <a:gd name="T64" fmla="*/ 6486 w 11485"/>
                  <a:gd name="T65" fmla="*/ 493 h 5061"/>
                  <a:gd name="T66" fmla="*/ 7061 w 11485"/>
                  <a:gd name="T67" fmla="*/ 354 h 5061"/>
                  <a:gd name="T68" fmla="*/ 7348 w 11485"/>
                  <a:gd name="T69" fmla="*/ 291 h 5061"/>
                  <a:gd name="T70" fmla="*/ 7632 w 11485"/>
                  <a:gd name="T71" fmla="*/ 234 h 5061"/>
                  <a:gd name="T72" fmla="*/ 7912 w 11485"/>
                  <a:gd name="T73" fmla="*/ 183 h 5061"/>
                  <a:gd name="T74" fmla="*/ 8188 w 11485"/>
                  <a:gd name="T75" fmla="*/ 138 h 5061"/>
                  <a:gd name="T76" fmla="*/ 8456 w 11485"/>
                  <a:gd name="T77" fmla="*/ 100 h 5061"/>
                  <a:gd name="T78" fmla="*/ 8718 w 11485"/>
                  <a:gd name="T79" fmla="*/ 67 h 5061"/>
                  <a:gd name="T80" fmla="*/ 8970 w 11485"/>
                  <a:gd name="T81" fmla="*/ 41 h 5061"/>
                  <a:gd name="T82" fmla="*/ 9212 w 11485"/>
                  <a:gd name="T83" fmla="*/ 22 h 5061"/>
                  <a:gd name="T84" fmla="*/ 9443 w 11485"/>
                  <a:gd name="T85" fmla="*/ 8 h 5061"/>
                  <a:gd name="T86" fmla="*/ 9662 w 11485"/>
                  <a:gd name="T87" fmla="*/ 1 h 5061"/>
                  <a:gd name="T88" fmla="*/ 9867 w 11485"/>
                  <a:gd name="T89" fmla="*/ 0 h 5061"/>
                  <a:gd name="T90" fmla="*/ 10065 w 11485"/>
                  <a:gd name="T91" fmla="*/ 5 h 5061"/>
                  <a:gd name="T92" fmla="*/ 10253 w 11485"/>
                  <a:gd name="T93" fmla="*/ 17 h 5061"/>
                  <a:gd name="T94" fmla="*/ 10431 w 11485"/>
                  <a:gd name="T95" fmla="*/ 33 h 5061"/>
                  <a:gd name="T96" fmla="*/ 10597 w 11485"/>
                  <a:gd name="T97" fmla="*/ 58 h 5061"/>
                  <a:gd name="T98" fmla="*/ 10750 w 11485"/>
                  <a:gd name="T99" fmla="*/ 87 h 5061"/>
                  <a:gd name="T100" fmla="*/ 10891 w 11485"/>
                  <a:gd name="T101" fmla="*/ 124 h 5061"/>
                  <a:gd name="T102" fmla="*/ 11017 w 11485"/>
                  <a:gd name="T103" fmla="*/ 167 h 5061"/>
                  <a:gd name="T104" fmla="*/ 11128 w 11485"/>
                  <a:gd name="T105" fmla="*/ 215 h 5061"/>
                  <a:gd name="T106" fmla="*/ 11225 w 11485"/>
                  <a:gd name="T107" fmla="*/ 270 h 5061"/>
                  <a:gd name="T108" fmla="*/ 11306 w 11485"/>
                  <a:gd name="T109" fmla="*/ 330 h 5061"/>
                  <a:gd name="T110" fmla="*/ 11372 w 11485"/>
                  <a:gd name="T111" fmla="*/ 395 h 5061"/>
                  <a:gd name="T112" fmla="*/ 11422 w 11485"/>
                  <a:gd name="T113" fmla="*/ 466 h 5061"/>
                  <a:gd name="T114" fmla="*/ 11458 w 11485"/>
                  <a:gd name="T115" fmla="*/ 541 h 5061"/>
                  <a:gd name="T116" fmla="*/ 11478 w 11485"/>
                  <a:gd name="T117" fmla="*/ 620 h 5061"/>
                  <a:gd name="T118" fmla="*/ 11485 w 11485"/>
                  <a:gd name="T119" fmla="*/ 703 h 50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485" h="5061">
                    <a:moveTo>
                      <a:pt x="0" y="5061"/>
                    </a:moveTo>
                    <a:lnTo>
                      <a:pt x="6" y="4930"/>
                    </a:lnTo>
                    <a:lnTo>
                      <a:pt x="24" y="4794"/>
                    </a:lnTo>
                    <a:lnTo>
                      <a:pt x="54" y="4655"/>
                    </a:lnTo>
                    <a:lnTo>
                      <a:pt x="96" y="4512"/>
                    </a:lnTo>
                    <a:lnTo>
                      <a:pt x="150" y="4367"/>
                    </a:lnTo>
                    <a:lnTo>
                      <a:pt x="216" y="4220"/>
                    </a:lnTo>
                    <a:lnTo>
                      <a:pt x="295" y="4072"/>
                    </a:lnTo>
                    <a:lnTo>
                      <a:pt x="387" y="3923"/>
                    </a:lnTo>
                    <a:lnTo>
                      <a:pt x="489" y="3774"/>
                    </a:lnTo>
                    <a:lnTo>
                      <a:pt x="604" y="3625"/>
                    </a:lnTo>
                    <a:lnTo>
                      <a:pt x="729" y="3476"/>
                    </a:lnTo>
                    <a:lnTo>
                      <a:pt x="864" y="3328"/>
                    </a:lnTo>
                    <a:lnTo>
                      <a:pt x="1010" y="3182"/>
                    </a:lnTo>
                    <a:lnTo>
                      <a:pt x="1166" y="3038"/>
                    </a:lnTo>
                    <a:lnTo>
                      <a:pt x="1328" y="2897"/>
                    </a:lnTo>
                    <a:lnTo>
                      <a:pt x="1499" y="2758"/>
                    </a:lnTo>
                    <a:lnTo>
                      <a:pt x="1678" y="2623"/>
                    </a:lnTo>
                    <a:lnTo>
                      <a:pt x="1863" y="2489"/>
                    </a:lnTo>
                    <a:lnTo>
                      <a:pt x="2060" y="2356"/>
                    </a:lnTo>
                    <a:lnTo>
                      <a:pt x="2268" y="2223"/>
                    </a:lnTo>
                    <a:lnTo>
                      <a:pt x="2487" y="2091"/>
                    </a:lnTo>
                    <a:lnTo>
                      <a:pt x="2716" y="1959"/>
                    </a:lnTo>
                    <a:lnTo>
                      <a:pt x="2955" y="1830"/>
                    </a:lnTo>
                    <a:lnTo>
                      <a:pt x="3201" y="1703"/>
                    </a:lnTo>
                    <a:lnTo>
                      <a:pt x="3456" y="1579"/>
                    </a:lnTo>
                    <a:lnTo>
                      <a:pt x="3717" y="1459"/>
                    </a:lnTo>
                    <a:lnTo>
                      <a:pt x="3984" y="1341"/>
                    </a:lnTo>
                    <a:lnTo>
                      <a:pt x="4256" y="1229"/>
                    </a:lnTo>
                    <a:lnTo>
                      <a:pt x="4809" y="1016"/>
                    </a:lnTo>
                    <a:lnTo>
                      <a:pt x="5366" y="822"/>
                    </a:lnTo>
                    <a:lnTo>
                      <a:pt x="5920" y="650"/>
                    </a:lnTo>
                    <a:lnTo>
                      <a:pt x="6486" y="493"/>
                    </a:lnTo>
                    <a:lnTo>
                      <a:pt x="7061" y="354"/>
                    </a:lnTo>
                    <a:lnTo>
                      <a:pt x="7348" y="291"/>
                    </a:lnTo>
                    <a:lnTo>
                      <a:pt x="7632" y="234"/>
                    </a:lnTo>
                    <a:lnTo>
                      <a:pt x="7912" y="183"/>
                    </a:lnTo>
                    <a:lnTo>
                      <a:pt x="8188" y="138"/>
                    </a:lnTo>
                    <a:lnTo>
                      <a:pt x="8456" y="100"/>
                    </a:lnTo>
                    <a:lnTo>
                      <a:pt x="8718" y="67"/>
                    </a:lnTo>
                    <a:lnTo>
                      <a:pt x="8970" y="41"/>
                    </a:lnTo>
                    <a:lnTo>
                      <a:pt x="9212" y="22"/>
                    </a:lnTo>
                    <a:lnTo>
                      <a:pt x="9443" y="8"/>
                    </a:lnTo>
                    <a:lnTo>
                      <a:pt x="9662" y="1"/>
                    </a:lnTo>
                    <a:lnTo>
                      <a:pt x="9867" y="0"/>
                    </a:lnTo>
                    <a:lnTo>
                      <a:pt x="10065" y="5"/>
                    </a:lnTo>
                    <a:lnTo>
                      <a:pt x="10253" y="17"/>
                    </a:lnTo>
                    <a:lnTo>
                      <a:pt x="10431" y="33"/>
                    </a:lnTo>
                    <a:lnTo>
                      <a:pt x="10597" y="58"/>
                    </a:lnTo>
                    <a:lnTo>
                      <a:pt x="10750" y="87"/>
                    </a:lnTo>
                    <a:lnTo>
                      <a:pt x="10891" y="124"/>
                    </a:lnTo>
                    <a:lnTo>
                      <a:pt x="11017" y="167"/>
                    </a:lnTo>
                    <a:lnTo>
                      <a:pt x="11128" y="215"/>
                    </a:lnTo>
                    <a:lnTo>
                      <a:pt x="11225" y="270"/>
                    </a:lnTo>
                    <a:lnTo>
                      <a:pt x="11306" y="330"/>
                    </a:lnTo>
                    <a:lnTo>
                      <a:pt x="11372" y="395"/>
                    </a:lnTo>
                    <a:lnTo>
                      <a:pt x="11422" y="466"/>
                    </a:lnTo>
                    <a:lnTo>
                      <a:pt x="11458" y="541"/>
                    </a:lnTo>
                    <a:lnTo>
                      <a:pt x="11478" y="620"/>
                    </a:lnTo>
                    <a:lnTo>
                      <a:pt x="11485" y="703"/>
                    </a:lnTo>
                  </a:path>
                </a:pathLst>
              </a:custGeom>
              <a:noFill/>
              <a:ln w="12700" cap="flat" cmpd="sng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90" name="Freeform 34"/>
              <p:cNvSpPr>
                <a:spLocks/>
              </p:cNvSpPr>
              <p:nvPr/>
            </p:nvSpPr>
            <p:spPr bwMode="auto">
              <a:xfrm>
                <a:off x="2873" y="440"/>
                <a:ext cx="110" cy="17"/>
              </a:xfrm>
              <a:custGeom>
                <a:avLst/>
                <a:gdLst>
                  <a:gd name="T0" fmla="*/ 1099 w 1099"/>
                  <a:gd name="T1" fmla="*/ 171 h 171"/>
                  <a:gd name="T2" fmla="*/ 551 w 1099"/>
                  <a:gd name="T3" fmla="*/ 73 h 171"/>
                  <a:gd name="T4" fmla="*/ 0 w 1099"/>
                  <a:gd name="T5" fmla="*/ 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99" h="171">
                    <a:moveTo>
                      <a:pt x="1099" y="171"/>
                    </a:moveTo>
                    <a:lnTo>
                      <a:pt x="551" y="73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91" name="Freeform 35"/>
              <p:cNvSpPr>
                <a:spLocks/>
              </p:cNvSpPr>
              <p:nvPr/>
            </p:nvSpPr>
            <p:spPr bwMode="auto">
              <a:xfrm>
                <a:off x="1835" y="747"/>
                <a:ext cx="110" cy="116"/>
              </a:xfrm>
              <a:custGeom>
                <a:avLst/>
                <a:gdLst>
                  <a:gd name="T0" fmla="*/ 1099 w 1099"/>
                  <a:gd name="T1" fmla="*/ 0 h 1162"/>
                  <a:gd name="T2" fmla="*/ 715 w 1099"/>
                  <a:gd name="T3" fmla="*/ 371 h 1162"/>
                  <a:gd name="T4" fmla="*/ 349 w 1099"/>
                  <a:gd name="T5" fmla="*/ 758 h 1162"/>
                  <a:gd name="T6" fmla="*/ 0 w 1099"/>
                  <a:gd name="T7" fmla="*/ 1162 h 1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99" h="1162">
                    <a:moveTo>
                      <a:pt x="1099" y="0"/>
                    </a:moveTo>
                    <a:lnTo>
                      <a:pt x="715" y="371"/>
                    </a:lnTo>
                    <a:lnTo>
                      <a:pt x="349" y="758"/>
                    </a:lnTo>
                    <a:lnTo>
                      <a:pt x="0" y="1162"/>
                    </a:lnTo>
                  </a:path>
                </a:pathLst>
              </a:custGeom>
              <a:noFill/>
              <a:ln w="12700" cap="flat" cmpd="sng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3A11FF-9F68-B0E1-4BAB-BA588557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A909-AB21-C545-9034-7B47ECDCB36A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554417-B9E3-5EB0-E56A-33CC9258A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97F5EA-3325-0B50-5F02-5B6B9BA8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74F32-89F4-06A1-C47C-B206DBB98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026" y="2524406"/>
            <a:ext cx="1507426" cy="312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3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E2093-EEB0-DC21-48D1-FB52B03C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D309B-8FEA-1F4B-AADA-C9DCE165DBBA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88897-5163-882F-6DD7-7970E235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C1F29-C6C8-4B40-192F-AF937BB3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13</a:t>
            </a:fld>
            <a:endParaRPr lang="en-US"/>
          </a:p>
        </p:txBody>
      </p:sp>
      <p:pic>
        <p:nvPicPr>
          <p:cNvPr id="39" name="Picture 2" descr="E:\画法几何及工程制图课件\kjmk\第十一章 立体的相贯线.GIF">
            <a:extLst>
              <a:ext uri="{FF2B5EF4-FFF2-40B4-BE49-F238E27FC236}">
                <a16:creationId xmlns:a16="http://schemas.microsoft.com/office/drawing/2014/main" id="{4CB6083A-1261-5558-05D5-62E8B9B92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"/>
            <a:ext cx="9144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Oval 3">
            <a:extLst>
              <a:ext uri="{FF2B5EF4-FFF2-40B4-BE49-F238E27FC236}">
                <a16:creationId xmlns:a16="http://schemas.microsoft.com/office/drawing/2014/main" id="{31A0D9C8-1B2B-5EDA-BF77-619B8F2D9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486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4">
            <a:extLst>
              <a:ext uri="{FF2B5EF4-FFF2-40B4-BE49-F238E27FC236}">
                <a16:creationId xmlns:a16="http://schemas.microsoft.com/office/drawing/2014/main" id="{C037FBEF-3D2E-54A1-3F74-66DE97D88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486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42" name="Oval 5">
            <a:extLst>
              <a:ext uri="{FF2B5EF4-FFF2-40B4-BE49-F238E27FC236}">
                <a16:creationId xmlns:a16="http://schemas.microsoft.com/office/drawing/2014/main" id="{3F967C21-DAB9-1786-92E0-2608C607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4724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Oval 6">
            <a:extLst>
              <a:ext uri="{FF2B5EF4-FFF2-40B4-BE49-F238E27FC236}">
                <a16:creationId xmlns:a16="http://schemas.microsoft.com/office/drawing/2014/main" id="{CBD1E273-11AE-9BE6-5297-E83591EE1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6324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Oval 7">
            <a:extLst>
              <a:ext uri="{FF2B5EF4-FFF2-40B4-BE49-F238E27FC236}">
                <a16:creationId xmlns:a16="http://schemas.microsoft.com/office/drawing/2014/main" id="{3B9F4141-C10F-F00D-B6E6-1788186BB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181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Oval 8">
            <a:extLst>
              <a:ext uri="{FF2B5EF4-FFF2-40B4-BE49-F238E27FC236}">
                <a16:creationId xmlns:a16="http://schemas.microsoft.com/office/drawing/2014/main" id="{C6791029-3B21-8133-66BC-A45B163E2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800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Oval 9">
            <a:extLst>
              <a:ext uri="{FF2B5EF4-FFF2-40B4-BE49-F238E27FC236}">
                <a16:creationId xmlns:a16="http://schemas.microsoft.com/office/drawing/2014/main" id="{E6428EB1-B4F0-36FC-BB2A-8B7C06FFB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6248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Oval 10">
            <a:extLst>
              <a:ext uri="{FF2B5EF4-FFF2-40B4-BE49-F238E27FC236}">
                <a16:creationId xmlns:a16="http://schemas.microsoft.com/office/drawing/2014/main" id="{17A9610F-4660-8168-483E-1F4C06ED5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181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11">
            <a:extLst>
              <a:ext uri="{FF2B5EF4-FFF2-40B4-BE49-F238E27FC236}">
                <a16:creationId xmlns:a16="http://schemas.microsoft.com/office/drawing/2014/main" id="{25CB9998-3A03-985A-54C5-3B956EA5CC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95927" y="4678111"/>
            <a:ext cx="16764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Oval 12">
            <a:extLst>
              <a:ext uri="{FF2B5EF4-FFF2-40B4-BE49-F238E27FC236}">
                <a16:creationId xmlns:a16="http://schemas.microsoft.com/office/drawing/2014/main" id="{E8FC63F2-9BEB-B823-0C4D-47B74579D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096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50" name="Oval 13">
            <a:extLst>
              <a:ext uri="{FF2B5EF4-FFF2-40B4-BE49-F238E27FC236}">
                <a16:creationId xmlns:a16="http://schemas.microsoft.com/office/drawing/2014/main" id="{4D609BF9-7427-71DB-1017-7BE580586EF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19400" y="4953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" name="Group 14">
            <a:extLst>
              <a:ext uri="{FF2B5EF4-FFF2-40B4-BE49-F238E27FC236}">
                <a16:creationId xmlns:a16="http://schemas.microsoft.com/office/drawing/2014/main" id="{3D7B48C0-7EE8-6A4F-845F-0FD1D06EEAED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343400"/>
            <a:ext cx="2362200" cy="2514600"/>
            <a:chOff x="720" y="2736"/>
            <a:chExt cx="1488" cy="1584"/>
          </a:xfrm>
        </p:grpSpPr>
        <p:sp>
          <p:nvSpPr>
            <p:cNvPr id="52" name="Text Box 15">
              <a:extLst>
                <a:ext uri="{FF2B5EF4-FFF2-40B4-BE49-F238E27FC236}">
                  <a16:creationId xmlns:a16="http://schemas.microsoft.com/office/drawing/2014/main" id="{7CCF571C-B34E-1C61-79A4-7A27DA4C8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408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53" name="Text Box 16">
              <a:extLst>
                <a:ext uri="{FF2B5EF4-FFF2-40B4-BE49-F238E27FC236}">
                  <a16:creationId xmlns:a16="http://schemas.microsoft.com/office/drawing/2014/main" id="{514E0A17-F61B-374D-782E-61F992ADD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024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54" name="Text Box 17">
              <a:extLst>
                <a:ext uri="{FF2B5EF4-FFF2-40B4-BE49-F238E27FC236}">
                  <a16:creationId xmlns:a16="http://schemas.microsoft.com/office/drawing/2014/main" id="{585EE63C-B74E-DBBD-B675-63949BEA7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736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55" name="Text Box 18">
              <a:extLst>
                <a:ext uri="{FF2B5EF4-FFF2-40B4-BE49-F238E27FC236}">
                  <a16:creationId xmlns:a16="http://schemas.microsoft.com/office/drawing/2014/main" id="{4372F371-1857-9619-8C77-7A112AA03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784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56" name="Text Box 19">
              <a:extLst>
                <a:ext uri="{FF2B5EF4-FFF2-40B4-BE49-F238E27FC236}">
                  <a16:creationId xmlns:a16="http://schemas.microsoft.com/office/drawing/2014/main" id="{1DF8E5D9-A048-3574-3CD4-F545CC462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72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57" name="Text Box 20">
              <a:extLst>
                <a:ext uri="{FF2B5EF4-FFF2-40B4-BE49-F238E27FC236}">
                  <a16:creationId xmlns:a16="http://schemas.microsoft.com/office/drawing/2014/main" id="{E70FAF26-D608-2AFE-BE4C-877325450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360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58" name="Text Box 21">
              <a:extLst>
                <a:ext uri="{FF2B5EF4-FFF2-40B4-BE49-F238E27FC236}">
                  <a16:creationId xmlns:a16="http://schemas.microsoft.com/office/drawing/2014/main" id="{6A5C13B0-05DB-CC58-7A4A-426442FEA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40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59" name="Text Box 22">
              <a:extLst>
                <a:ext uri="{FF2B5EF4-FFF2-40B4-BE49-F238E27FC236}">
                  <a16:creationId xmlns:a16="http://schemas.microsoft.com/office/drawing/2014/main" id="{5921FD63-1628-5AC7-F702-269D37F7A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993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511D5487-9A52-0EE5-5621-B9FC01B6B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840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00FF"/>
                  </a:solidFill>
                </a:rPr>
                <a:t>a</a:t>
              </a:r>
              <a:endParaRPr lang="en-US" altLang="zh-CN" sz="2800" b="1" i="1">
                <a:solidFill>
                  <a:schemeClr val="accent2"/>
                </a:solidFill>
              </a:endParaRP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0B87AA88-5937-6B30-6481-1D3B46E1A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880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FF"/>
                  </a:solidFill>
                </a:rPr>
                <a:t>b</a:t>
              </a:r>
              <a:endParaRPr lang="en-US" altLang="zh-CN" sz="2800" b="1">
                <a:solidFill>
                  <a:schemeClr val="accent2"/>
                </a:solidFill>
              </a:endParaRPr>
            </a:p>
          </p:txBody>
        </p:sp>
      </p:grpSp>
      <p:sp>
        <p:nvSpPr>
          <p:cNvPr id="62" name="Text Box 25">
            <a:extLst>
              <a:ext uri="{FF2B5EF4-FFF2-40B4-BE49-F238E27FC236}">
                <a16:creationId xmlns:a16="http://schemas.microsoft.com/office/drawing/2014/main" id="{637E4705-12F3-82DB-A596-2860F49D8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0"/>
            <a:ext cx="2057400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b="1">
                <a:solidFill>
                  <a:srgbClr val="FF0000"/>
                </a:solidFill>
              </a:rPr>
              <a:t>抓住圆柱</a:t>
            </a:r>
            <a:r>
              <a:rPr lang="en-US" altLang="zh-CN" b="1">
                <a:solidFill>
                  <a:srgbClr val="FF0000"/>
                </a:solidFill>
              </a:rPr>
              <a:t>H</a:t>
            </a:r>
            <a:r>
              <a:rPr lang="zh-CN" altLang="en-US" b="1">
                <a:solidFill>
                  <a:srgbClr val="FF0000"/>
                </a:solidFill>
              </a:rPr>
              <a:t>面投影（有积聚性）；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b="1">
                <a:solidFill>
                  <a:schemeClr val="accent2"/>
                </a:solidFill>
              </a:rPr>
              <a:t>标示所有特殊点；</a:t>
            </a:r>
            <a:endParaRPr lang="zh-CN" altLang="en-US" b="1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b="1">
                <a:solidFill>
                  <a:srgbClr val="FF00FF"/>
                </a:solidFill>
              </a:rPr>
              <a:t>将这些点当作为圆锥面上的点；</a:t>
            </a:r>
            <a:endParaRPr lang="zh-CN" altLang="en-US" b="1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b="1">
                <a:solidFill>
                  <a:srgbClr val="339933"/>
                </a:solidFill>
              </a:rPr>
              <a:t>用表面取点法求另两面投影。</a:t>
            </a:r>
            <a:endParaRPr lang="zh-CN" altLang="en-US">
              <a:solidFill>
                <a:srgbClr val="339933"/>
              </a:solidFill>
            </a:endParaRPr>
          </a:p>
        </p:txBody>
      </p:sp>
      <p:sp>
        <p:nvSpPr>
          <p:cNvPr id="63" name="Rectangle 30">
            <a:extLst>
              <a:ext uri="{FF2B5EF4-FFF2-40B4-BE49-F238E27FC236}">
                <a16:creationId xmlns:a16="http://schemas.microsoft.com/office/drawing/2014/main" id="{8F9A4760-2D3E-EA64-E482-A5D28B7AC6A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0"/>
            <a:ext cx="5638800" cy="609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>
                <a:solidFill>
                  <a:srgbClr val="C00000"/>
                </a:solidFill>
              </a:rPr>
              <a:t>例</a:t>
            </a:r>
            <a:r>
              <a:rPr lang="en-US" altLang="zh-CN" b="1">
                <a:solidFill>
                  <a:srgbClr val="C00000"/>
                </a:solidFill>
              </a:rPr>
              <a:t>15.2  </a:t>
            </a:r>
            <a:r>
              <a:rPr lang="zh-CN" altLang="en-US" b="1">
                <a:solidFill>
                  <a:srgbClr val="C00000"/>
                </a:solidFill>
              </a:rPr>
              <a:t>利用积聚性求相贯线</a:t>
            </a:r>
          </a:p>
        </p:txBody>
      </p:sp>
      <p:sp>
        <p:nvSpPr>
          <p:cNvPr id="64" name="Line 33">
            <a:extLst>
              <a:ext uri="{FF2B5EF4-FFF2-40B4-BE49-F238E27FC236}">
                <a16:creationId xmlns:a16="http://schemas.microsoft.com/office/drawing/2014/main" id="{EBBB3263-4C3A-37AD-1C8D-6AEC9226B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5575" y="55626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34">
            <a:extLst>
              <a:ext uri="{FF2B5EF4-FFF2-40B4-BE49-F238E27FC236}">
                <a16:creationId xmlns:a16="http://schemas.microsoft.com/office/drawing/2014/main" id="{664EE3F7-6774-CDB0-AAF6-6B2F7D847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8425" y="55959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文本框 1">
            <a:extLst>
              <a:ext uri="{FF2B5EF4-FFF2-40B4-BE49-F238E27FC236}">
                <a16:creationId xmlns:a16="http://schemas.microsoft.com/office/drawing/2014/main" id="{699C64D6-6E5F-EA74-0E11-88314A67EEE4}"/>
              </a:ext>
            </a:extLst>
          </p:cNvPr>
          <p:cNvSpPr txBox="1"/>
          <p:nvPr/>
        </p:nvSpPr>
        <p:spPr>
          <a:xfrm>
            <a:off x="4502765" y="6249640"/>
            <a:ext cx="3570208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思考：有多少个特殊点？</a:t>
            </a:r>
            <a:endParaRPr lang="en-US" sz="2400" b="1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11B06-A1B1-F50F-EBF5-F81BD231E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885498" y="2314175"/>
            <a:ext cx="1412603" cy="300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3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 autoUpdateAnimBg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 autoUpdateAnimBg="0"/>
      <p:bldP spid="50" grpId="0" animBg="1"/>
      <p:bldP spid="62" grpId="0" uiExpand="1" build="p" autoUpdateAnimBg="0"/>
      <p:bldP spid="6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BC3AC-7E0C-E847-DFD2-CE9AE168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780E-9324-D94A-BDA5-0606CE8E6D5C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04262-2446-A66D-E135-6716D089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43BE4-CAFF-C8D8-0E6A-CA84E850F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2" descr="E:\画法几何及工程制图课件\kjmk\第十一章 立体的相贯线.GIF">
            <a:extLst>
              <a:ext uri="{FF2B5EF4-FFF2-40B4-BE49-F238E27FC236}">
                <a16:creationId xmlns:a16="http://schemas.microsoft.com/office/drawing/2014/main" id="{46B52FCA-363A-F101-39D0-B30379DD3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17" y="9525"/>
            <a:ext cx="9134475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530C7602-A983-3F41-F8F1-6F10C83CC668}"/>
              </a:ext>
            </a:extLst>
          </p:cNvPr>
          <p:cNvGrpSpPr>
            <a:grpSpLocks/>
          </p:cNvGrpSpPr>
          <p:nvPr/>
        </p:nvGrpSpPr>
        <p:grpSpPr bwMode="auto">
          <a:xfrm>
            <a:off x="5516217" y="3733800"/>
            <a:ext cx="3962400" cy="2819400"/>
            <a:chOff x="2880" y="2256"/>
            <a:chExt cx="2496" cy="1776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A2A9F0B4-3062-0249-0319-A64A311AA9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000" t="24667" r="6000" b="25999"/>
            <a:stretch>
              <a:fillRect/>
            </a:stretch>
          </p:blipFill>
          <p:spPr bwMode="auto">
            <a:xfrm>
              <a:off x="2880" y="2256"/>
              <a:ext cx="2496" cy="1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3BBB5852-0641-EA03-A7B1-7EFA10E7C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352"/>
              <a:ext cx="0" cy="96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7CE779E-21FF-7C2B-2C22-30EAA18D0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3312"/>
              <a:ext cx="128" cy="716"/>
            </a:xfrm>
            <a:custGeom>
              <a:avLst/>
              <a:gdLst>
                <a:gd name="T0" fmla="*/ 115 w 128"/>
                <a:gd name="T1" fmla="*/ 0 h 716"/>
                <a:gd name="T2" fmla="*/ 109 w 128"/>
                <a:gd name="T3" fmla="*/ 316 h 716"/>
                <a:gd name="T4" fmla="*/ 0 w 128"/>
                <a:gd name="T5" fmla="*/ 71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" h="716">
                  <a:moveTo>
                    <a:pt x="115" y="0"/>
                  </a:moveTo>
                  <a:cubicBezTo>
                    <a:pt x="114" y="53"/>
                    <a:pt x="128" y="197"/>
                    <a:pt x="109" y="316"/>
                  </a:cubicBezTo>
                  <a:cubicBezTo>
                    <a:pt x="90" y="435"/>
                    <a:pt x="23" y="633"/>
                    <a:pt x="0" y="71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9A4A376F-A7F0-CCEA-3604-4034EAA18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976"/>
              <a:ext cx="480" cy="86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F8EC587E-E9EE-43E8-7110-014ED6F1CF8A}"/>
              </a:ext>
            </a:extLst>
          </p:cNvPr>
          <p:cNvGrpSpPr>
            <a:grpSpLocks/>
          </p:cNvGrpSpPr>
          <p:nvPr/>
        </p:nvGrpSpPr>
        <p:grpSpPr bwMode="auto">
          <a:xfrm>
            <a:off x="5592417" y="304800"/>
            <a:ext cx="3962400" cy="3352800"/>
            <a:chOff x="2688" y="240"/>
            <a:chExt cx="2496" cy="2112"/>
          </a:xfrm>
        </p:grpSpPr>
        <p:pic>
          <p:nvPicPr>
            <p:cNvPr id="12" name="Picture 9">
              <a:extLst>
                <a:ext uri="{FF2B5EF4-FFF2-40B4-BE49-F238E27FC236}">
                  <a16:creationId xmlns:a16="http://schemas.microsoft.com/office/drawing/2014/main" id="{287ADEAA-3E07-17E8-A059-E10809BCC7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999" t="19333" r="13000" b="22000"/>
            <a:stretch>
              <a:fillRect/>
            </a:stretch>
          </p:blipFill>
          <p:spPr bwMode="auto">
            <a:xfrm>
              <a:off x="2688" y="240"/>
              <a:ext cx="2496" cy="2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451DFDD9-A5FE-16E5-3176-E00166CDB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40"/>
              <a:ext cx="0" cy="110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F700A2D5-EE38-E5B9-A1EE-1B0B7AB34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1152"/>
              <a:ext cx="576" cy="105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5BF4084D-C71E-544A-56A2-738916586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208"/>
              <a:ext cx="2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EAA03C5-2116-6C6D-A467-85E6334C3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1296"/>
              <a:ext cx="1824" cy="400"/>
            </a:xfrm>
            <a:custGeom>
              <a:avLst/>
              <a:gdLst>
                <a:gd name="T0" fmla="*/ 0 w 1824"/>
                <a:gd name="T1" fmla="*/ 48 h 400"/>
                <a:gd name="T2" fmla="*/ 96 w 1824"/>
                <a:gd name="T3" fmla="*/ 288 h 400"/>
                <a:gd name="T4" fmla="*/ 288 w 1824"/>
                <a:gd name="T5" fmla="*/ 384 h 400"/>
                <a:gd name="T6" fmla="*/ 672 w 1824"/>
                <a:gd name="T7" fmla="*/ 384 h 400"/>
                <a:gd name="T8" fmla="*/ 1152 w 1824"/>
                <a:gd name="T9" fmla="*/ 288 h 400"/>
                <a:gd name="T10" fmla="*/ 1584 w 1824"/>
                <a:gd name="T11" fmla="*/ 144 h 400"/>
                <a:gd name="T12" fmla="*/ 1824 w 1824"/>
                <a:gd name="T1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24" h="400">
                  <a:moveTo>
                    <a:pt x="0" y="48"/>
                  </a:moveTo>
                  <a:cubicBezTo>
                    <a:pt x="24" y="140"/>
                    <a:pt x="48" y="232"/>
                    <a:pt x="96" y="288"/>
                  </a:cubicBezTo>
                  <a:cubicBezTo>
                    <a:pt x="144" y="344"/>
                    <a:pt x="192" y="368"/>
                    <a:pt x="288" y="384"/>
                  </a:cubicBezTo>
                  <a:cubicBezTo>
                    <a:pt x="384" y="400"/>
                    <a:pt x="528" y="400"/>
                    <a:pt x="672" y="384"/>
                  </a:cubicBezTo>
                  <a:cubicBezTo>
                    <a:pt x="816" y="368"/>
                    <a:pt x="1000" y="328"/>
                    <a:pt x="1152" y="288"/>
                  </a:cubicBezTo>
                  <a:cubicBezTo>
                    <a:pt x="1304" y="248"/>
                    <a:pt x="1472" y="192"/>
                    <a:pt x="1584" y="144"/>
                  </a:cubicBezTo>
                  <a:cubicBezTo>
                    <a:pt x="1696" y="96"/>
                    <a:pt x="1760" y="48"/>
                    <a:pt x="1824" y="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" name="Oval 14">
            <a:extLst>
              <a:ext uri="{FF2B5EF4-FFF2-40B4-BE49-F238E27FC236}">
                <a16:creationId xmlns:a16="http://schemas.microsoft.com/office/drawing/2014/main" id="{E2ECF293-3ECC-AF57-4859-8920C8A09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417" y="1143000"/>
            <a:ext cx="381000" cy="381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CA9DA6DD-2BE3-B59D-C536-F3DBA630C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817" y="1905000"/>
            <a:ext cx="381000" cy="3810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41C1F86F-17F3-672E-882A-C0FFFFBEB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217" y="24384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4088BEDD-8E75-8641-2038-5D4F5BBCD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783" y="5588000"/>
            <a:ext cx="381000" cy="3810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B81442D1-BB51-4BAE-092E-1988F0CD5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8817" y="44831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3F1CB65B-AF90-47D9-EC0F-6ACB91ECD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2650" y="4080933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07D2D2DF-3372-23B1-0045-89FBF363D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6050" y="44958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ACA4BAB9-0517-A7AA-EAD2-1DF010484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184" y="5761567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Oval 22">
            <a:extLst>
              <a:ext uri="{FF2B5EF4-FFF2-40B4-BE49-F238E27FC236}">
                <a16:creationId xmlns:a16="http://schemas.microsoft.com/office/drawing/2014/main" id="{30934519-C0C1-D652-4C93-48E11B3F2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417" y="2362200"/>
            <a:ext cx="914400" cy="914400"/>
          </a:xfrm>
          <a:prstGeom prst="ellipse">
            <a:avLst/>
          </a:prstGeom>
          <a:noFill/>
          <a:ln w="28575">
            <a:solidFill>
              <a:srgbClr val="7004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7DB0F286-F43D-3D01-8A4C-63DE79C828E0}"/>
              </a:ext>
            </a:extLst>
          </p:cNvPr>
          <p:cNvSpPr>
            <a:spLocks noChangeArrowheads="1"/>
          </p:cNvSpPr>
          <p:nvPr/>
        </p:nvSpPr>
        <p:spPr bwMode="auto">
          <a:xfrm rot="19644873">
            <a:off x="3051035" y="799262"/>
            <a:ext cx="1376589" cy="1294106"/>
          </a:xfrm>
          <a:prstGeom prst="ellipse">
            <a:avLst/>
          </a:prstGeom>
          <a:noFill/>
          <a:ln w="28575">
            <a:solidFill>
              <a:srgbClr val="7004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35F3A2FF-B661-EBF1-7FFD-C4DD3D73575B}"/>
              </a:ext>
            </a:extLst>
          </p:cNvPr>
          <p:cNvSpPr txBox="1">
            <a:spLocks noChangeArrowheads="1"/>
          </p:cNvSpPr>
          <p:nvPr/>
        </p:nvSpPr>
        <p:spPr>
          <a:xfrm>
            <a:off x="1020417" y="609600"/>
            <a:ext cx="9144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>
                <a:solidFill>
                  <a:srgbClr val="700416"/>
                </a:solidFill>
              </a:rPr>
              <a:t>特殊位置点分析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FF75329-0336-304C-9483-F17D253D3DCE}"/>
              </a:ext>
            </a:extLst>
          </p:cNvPr>
          <p:cNvGrpSpPr/>
          <p:nvPr/>
        </p:nvGrpSpPr>
        <p:grpSpPr>
          <a:xfrm>
            <a:off x="3077817" y="-627893"/>
            <a:ext cx="7486769" cy="4942718"/>
            <a:chOff x="3077817" y="-627893"/>
            <a:chExt cx="7486769" cy="4942718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94A055B-7504-2699-C16C-C45293CB0230}"/>
                </a:ext>
              </a:extLst>
            </p:cNvPr>
            <p:cNvSpPr/>
            <p:nvPr/>
          </p:nvSpPr>
          <p:spPr>
            <a:xfrm>
              <a:off x="4706764" y="-627893"/>
              <a:ext cx="5857822" cy="4942718"/>
            </a:xfrm>
            <a:prstGeom prst="ellipse">
              <a:avLst/>
            </a:prstGeom>
            <a:noFill/>
            <a:ln w="381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7A573B0-50A8-36FC-92DC-4DA566FC9DF4}"/>
                </a:ext>
              </a:extLst>
            </p:cNvPr>
            <p:cNvCxnSpPr/>
            <p:nvPr/>
          </p:nvCxnSpPr>
          <p:spPr>
            <a:xfrm flipV="1">
              <a:off x="3077817" y="2286000"/>
              <a:ext cx="1628947" cy="4910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DAD17E-7E21-59E7-3A6F-25F15CAF46FC}"/>
              </a:ext>
            </a:extLst>
          </p:cNvPr>
          <p:cNvGrpSpPr/>
          <p:nvPr/>
        </p:nvGrpSpPr>
        <p:grpSpPr>
          <a:xfrm>
            <a:off x="4163786" y="2057400"/>
            <a:ext cx="5894614" cy="5796643"/>
            <a:chOff x="3233510" y="-2006709"/>
            <a:chExt cx="7331076" cy="632153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AEE6867-26F0-A9FB-7A1B-E4C3C37AC35F}"/>
                </a:ext>
              </a:extLst>
            </p:cNvPr>
            <p:cNvSpPr/>
            <p:nvPr/>
          </p:nvSpPr>
          <p:spPr>
            <a:xfrm>
              <a:off x="4706764" y="-627893"/>
              <a:ext cx="5857822" cy="4942718"/>
            </a:xfrm>
            <a:prstGeom prst="ellipse">
              <a:avLst/>
            </a:prstGeom>
            <a:noFill/>
            <a:ln w="381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177F72-E2B0-82ED-67A4-C79F2F439C5E}"/>
                </a:ext>
              </a:extLst>
            </p:cNvPr>
            <p:cNvCxnSpPr>
              <a:cxnSpLocks/>
            </p:cNvCxnSpPr>
            <p:nvPr/>
          </p:nvCxnSpPr>
          <p:spPr>
            <a:xfrm>
              <a:off x="3233510" y="-2006709"/>
              <a:ext cx="1966313" cy="22950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E59ECFA5-F754-D5E7-E305-0432BB50C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279976" y="2486296"/>
            <a:ext cx="1475039" cy="318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2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42A4F-2956-C148-6D3B-68897DC0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C3FD-E8E9-A842-8594-3F091056A088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BA4787-E09D-B7F9-4BC0-793993FD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B4EDF-0EE2-058F-2A72-A40B7ADF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2" descr="E:\画法几何及工程制图课件\kjmk\第十一章 立体的相贯线.GIF">
            <a:extLst>
              <a:ext uri="{FF2B5EF4-FFF2-40B4-BE49-F238E27FC236}">
                <a16:creationId xmlns:a16="http://schemas.microsoft.com/office/drawing/2014/main" id="{527B780A-9D30-71AE-01A5-69D295E74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167840"/>
            <a:ext cx="9134475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reeform 4">
            <a:extLst>
              <a:ext uri="{FF2B5EF4-FFF2-40B4-BE49-F238E27FC236}">
                <a16:creationId xmlns:a16="http://schemas.microsoft.com/office/drawing/2014/main" id="{28D095D4-7892-CCA2-6461-A79DC9612581}"/>
              </a:ext>
            </a:extLst>
          </p:cNvPr>
          <p:cNvSpPr>
            <a:spLocks/>
          </p:cNvSpPr>
          <p:nvPr/>
        </p:nvSpPr>
        <p:spPr bwMode="auto">
          <a:xfrm>
            <a:off x="1162050" y="3711140"/>
            <a:ext cx="1771650" cy="1333500"/>
          </a:xfrm>
          <a:custGeom>
            <a:avLst/>
            <a:gdLst>
              <a:gd name="T0" fmla="*/ 5020 w 5020"/>
              <a:gd name="T1" fmla="*/ 188 h 3783"/>
              <a:gd name="T2" fmla="*/ 4140 w 5020"/>
              <a:gd name="T3" fmla="*/ 0 h 3783"/>
              <a:gd name="T4" fmla="*/ 3242 w 5020"/>
              <a:gd name="T5" fmla="*/ 25 h 3783"/>
              <a:gd name="T6" fmla="*/ 2374 w 5020"/>
              <a:gd name="T7" fmla="*/ 261 h 3783"/>
              <a:gd name="T8" fmla="*/ 1587 w 5020"/>
              <a:gd name="T9" fmla="*/ 695 h 3783"/>
              <a:gd name="T10" fmla="*/ 923 w 5020"/>
              <a:gd name="T11" fmla="*/ 1301 h 3783"/>
              <a:gd name="T12" fmla="*/ 420 w 5020"/>
              <a:gd name="T13" fmla="*/ 2047 h 3783"/>
              <a:gd name="T14" fmla="*/ 107 w 5020"/>
              <a:gd name="T15" fmla="*/ 2889 h 3783"/>
              <a:gd name="T16" fmla="*/ 0 w 5020"/>
              <a:gd name="T17" fmla="*/ 3783 h 3783"/>
              <a:gd name="T18" fmla="*/ 1 w 5020"/>
              <a:gd name="T19" fmla="*/ 3783 h 3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20" h="3783">
                <a:moveTo>
                  <a:pt x="5020" y="188"/>
                </a:moveTo>
                <a:lnTo>
                  <a:pt x="4140" y="0"/>
                </a:lnTo>
                <a:lnTo>
                  <a:pt x="3242" y="25"/>
                </a:lnTo>
                <a:lnTo>
                  <a:pt x="2374" y="261"/>
                </a:lnTo>
                <a:lnTo>
                  <a:pt x="1587" y="695"/>
                </a:lnTo>
                <a:lnTo>
                  <a:pt x="923" y="1301"/>
                </a:lnTo>
                <a:lnTo>
                  <a:pt x="420" y="2047"/>
                </a:lnTo>
                <a:lnTo>
                  <a:pt x="107" y="2889"/>
                </a:lnTo>
                <a:lnTo>
                  <a:pt x="0" y="3783"/>
                </a:lnTo>
                <a:lnTo>
                  <a:pt x="1" y="3783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06FC613-09E4-08AA-B983-63479B62D812}"/>
              </a:ext>
            </a:extLst>
          </p:cNvPr>
          <p:cNvSpPr>
            <a:spLocks/>
          </p:cNvSpPr>
          <p:nvPr/>
        </p:nvSpPr>
        <p:spPr bwMode="auto">
          <a:xfrm>
            <a:off x="1162050" y="5044640"/>
            <a:ext cx="1771650" cy="1333500"/>
          </a:xfrm>
          <a:custGeom>
            <a:avLst/>
            <a:gdLst>
              <a:gd name="T0" fmla="*/ 0 w 5021"/>
              <a:gd name="T1" fmla="*/ 0 h 3782"/>
              <a:gd name="T2" fmla="*/ 107 w 5021"/>
              <a:gd name="T3" fmla="*/ 893 h 3782"/>
              <a:gd name="T4" fmla="*/ 420 w 5021"/>
              <a:gd name="T5" fmla="*/ 1735 h 3782"/>
              <a:gd name="T6" fmla="*/ 923 w 5021"/>
              <a:gd name="T7" fmla="*/ 2482 h 3782"/>
              <a:gd name="T8" fmla="*/ 1587 w 5021"/>
              <a:gd name="T9" fmla="*/ 3088 h 3782"/>
              <a:gd name="T10" fmla="*/ 2374 w 5021"/>
              <a:gd name="T11" fmla="*/ 3521 h 3782"/>
              <a:gd name="T12" fmla="*/ 3242 w 5021"/>
              <a:gd name="T13" fmla="*/ 3757 h 3782"/>
              <a:gd name="T14" fmla="*/ 4140 w 5021"/>
              <a:gd name="T15" fmla="*/ 3782 h 3782"/>
              <a:gd name="T16" fmla="*/ 5020 w 5021"/>
              <a:gd name="T17" fmla="*/ 3594 h 3782"/>
              <a:gd name="T18" fmla="*/ 5021 w 5021"/>
              <a:gd name="T19" fmla="*/ 3594 h 3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21" h="3782">
                <a:moveTo>
                  <a:pt x="0" y="0"/>
                </a:moveTo>
                <a:lnTo>
                  <a:pt x="107" y="893"/>
                </a:lnTo>
                <a:lnTo>
                  <a:pt x="420" y="1735"/>
                </a:lnTo>
                <a:lnTo>
                  <a:pt x="923" y="2482"/>
                </a:lnTo>
                <a:lnTo>
                  <a:pt x="1587" y="3088"/>
                </a:lnTo>
                <a:lnTo>
                  <a:pt x="2374" y="3521"/>
                </a:lnTo>
                <a:lnTo>
                  <a:pt x="3242" y="3757"/>
                </a:lnTo>
                <a:lnTo>
                  <a:pt x="4140" y="3782"/>
                </a:lnTo>
                <a:lnTo>
                  <a:pt x="5020" y="3594"/>
                </a:lnTo>
                <a:lnTo>
                  <a:pt x="5021" y="3594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06911760-38AE-0555-809B-AA5A80215E58}"/>
              </a:ext>
            </a:extLst>
          </p:cNvPr>
          <p:cNvSpPr>
            <a:spLocks/>
          </p:cNvSpPr>
          <p:nvPr/>
        </p:nvSpPr>
        <p:spPr bwMode="auto">
          <a:xfrm>
            <a:off x="1304925" y="3838140"/>
            <a:ext cx="1628775" cy="1206500"/>
          </a:xfrm>
          <a:custGeom>
            <a:avLst/>
            <a:gdLst>
              <a:gd name="T0" fmla="*/ 0 w 4613"/>
              <a:gd name="T1" fmla="*/ 3422 h 3422"/>
              <a:gd name="T2" fmla="*/ 15 w 4613"/>
              <a:gd name="T3" fmla="*/ 3062 h 3422"/>
              <a:gd name="T4" fmla="*/ 60 w 4613"/>
              <a:gd name="T5" fmla="*/ 2696 h 3422"/>
              <a:gd name="T6" fmla="*/ 138 w 4613"/>
              <a:gd name="T7" fmla="*/ 2333 h 3422"/>
              <a:gd name="T8" fmla="*/ 248 w 4613"/>
              <a:gd name="T9" fmla="*/ 1978 h 3422"/>
              <a:gd name="T10" fmla="*/ 565 w 4613"/>
              <a:gd name="T11" fmla="*/ 1315 h 3422"/>
              <a:gd name="T12" fmla="*/ 1002 w 4613"/>
              <a:gd name="T13" fmla="*/ 750 h 3422"/>
              <a:gd name="T14" fmla="*/ 1206 w 4613"/>
              <a:gd name="T15" fmla="*/ 561 h 3422"/>
              <a:gd name="T16" fmla="*/ 1438 w 4613"/>
              <a:gd name="T17" fmla="*/ 388 h 3422"/>
              <a:gd name="T18" fmla="*/ 1688 w 4613"/>
              <a:gd name="T19" fmla="*/ 241 h 3422"/>
              <a:gd name="T20" fmla="*/ 1941 w 4613"/>
              <a:gd name="T21" fmla="*/ 130 h 3422"/>
              <a:gd name="T22" fmla="*/ 2145 w 4613"/>
              <a:gd name="T23" fmla="*/ 67 h 3422"/>
              <a:gd name="T24" fmla="*/ 2354 w 4613"/>
              <a:gd name="T25" fmla="*/ 23 h 3422"/>
              <a:gd name="T26" fmla="*/ 2565 w 4613"/>
              <a:gd name="T27" fmla="*/ 0 h 3422"/>
              <a:gd name="T28" fmla="*/ 2773 w 4613"/>
              <a:gd name="T29" fmla="*/ 0 h 3422"/>
              <a:gd name="T30" fmla="*/ 2975 w 4613"/>
              <a:gd name="T31" fmla="*/ 20 h 3422"/>
              <a:gd name="T32" fmla="*/ 3166 w 4613"/>
              <a:gd name="T33" fmla="*/ 60 h 3422"/>
              <a:gd name="T34" fmla="*/ 3508 w 4613"/>
              <a:gd name="T35" fmla="*/ 181 h 3422"/>
              <a:gd name="T36" fmla="*/ 3856 w 4613"/>
              <a:gd name="T37" fmla="*/ 391 h 3422"/>
              <a:gd name="T38" fmla="*/ 4144 w 4613"/>
              <a:gd name="T39" fmla="*/ 657 h 3422"/>
              <a:gd name="T40" fmla="*/ 4361 w 4613"/>
              <a:gd name="T41" fmla="*/ 954 h 3422"/>
              <a:gd name="T42" fmla="*/ 4506 w 4613"/>
              <a:gd name="T43" fmla="*/ 1256 h 3422"/>
              <a:gd name="T44" fmla="*/ 4590 w 4613"/>
              <a:gd name="T45" fmla="*/ 1563 h 3422"/>
              <a:gd name="T46" fmla="*/ 4612 w 4613"/>
              <a:gd name="T47" fmla="*/ 1808 h 3422"/>
              <a:gd name="T48" fmla="*/ 4613 w 4613"/>
              <a:gd name="T49" fmla="*/ 1808 h 3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613" h="3422">
                <a:moveTo>
                  <a:pt x="0" y="3422"/>
                </a:moveTo>
                <a:lnTo>
                  <a:pt x="15" y="3062"/>
                </a:lnTo>
                <a:lnTo>
                  <a:pt x="60" y="2696"/>
                </a:lnTo>
                <a:lnTo>
                  <a:pt x="138" y="2333"/>
                </a:lnTo>
                <a:lnTo>
                  <a:pt x="248" y="1978"/>
                </a:lnTo>
                <a:lnTo>
                  <a:pt x="565" y="1315"/>
                </a:lnTo>
                <a:lnTo>
                  <a:pt x="1002" y="750"/>
                </a:lnTo>
                <a:lnTo>
                  <a:pt x="1206" y="561"/>
                </a:lnTo>
                <a:lnTo>
                  <a:pt x="1438" y="388"/>
                </a:lnTo>
                <a:lnTo>
                  <a:pt x="1688" y="241"/>
                </a:lnTo>
                <a:lnTo>
                  <a:pt x="1941" y="130"/>
                </a:lnTo>
                <a:lnTo>
                  <a:pt x="2145" y="67"/>
                </a:lnTo>
                <a:lnTo>
                  <a:pt x="2354" y="23"/>
                </a:lnTo>
                <a:lnTo>
                  <a:pt x="2565" y="0"/>
                </a:lnTo>
                <a:lnTo>
                  <a:pt x="2773" y="0"/>
                </a:lnTo>
                <a:lnTo>
                  <a:pt x="2975" y="20"/>
                </a:lnTo>
                <a:lnTo>
                  <a:pt x="3166" y="60"/>
                </a:lnTo>
                <a:lnTo>
                  <a:pt x="3508" y="181"/>
                </a:lnTo>
                <a:lnTo>
                  <a:pt x="3856" y="391"/>
                </a:lnTo>
                <a:lnTo>
                  <a:pt x="4144" y="657"/>
                </a:lnTo>
                <a:lnTo>
                  <a:pt x="4361" y="954"/>
                </a:lnTo>
                <a:lnTo>
                  <a:pt x="4506" y="1256"/>
                </a:lnTo>
                <a:lnTo>
                  <a:pt x="4590" y="1563"/>
                </a:lnTo>
                <a:lnTo>
                  <a:pt x="4612" y="1808"/>
                </a:lnTo>
                <a:lnTo>
                  <a:pt x="4613" y="1808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97D3770E-D429-CC46-18AB-CE6C9D88D40F}"/>
              </a:ext>
            </a:extLst>
          </p:cNvPr>
          <p:cNvSpPr>
            <a:spLocks/>
          </p:cNvSpPr>
          <p:nvPr/>
        </p:nvSpPr>
        <p:spPr bwMode="auto">
          <a:xfrm>
            <a:off x="2295525" y="4476315"/>
            <a:ext cx="638175" cy="1136650"/>
          </a:xfrm>
          <a:custGeom>
            <a:avLst/>
            <a:gdLst>
              <a:gd name="T0" fmla="*/ 1806 w 1807"/>
              <a:gd name="T1" fmla="*/ 0 h 3227"/>
              <a:gd name="T2" fmla="*/ 1804 w 1807"/>
              <a:gd name="T3" fmla="*/ 64 h 3227"/>
              <a:gd name="T4" fmla="*/ 1752 w 1807"/>
              <a:gd name="T5" fmla="*/ 341 h 3227"/>
              <a:gd name="T6" fmla="*/ 1697 w 1807"/>
              <a:gd name="T7" fmla="*/ 457 h 3227"/>
              <a:gd name="T8" fmla="*/ 1623 w 1807"/>
              <a:gd name="T9" fmla="*/ 553 h 3227"/>
              <a:gd name="T10" fmla="*/ 1553 w 1807"/>
              <a:gd name="T11" fmla="*/ 612 h 3227"/>
              <a:gd name="T12" fmla="*/ 1468 w 1807"/>
              <a:gd name="T13" fmla="*/ 659 h 3227"/>
              <a:gd name="T14" fmla="*/ 1371 w 1807"/>
              <a:gd name="T15" fmla="*/ 694 h 3227"/>
              <a:gd name="T16" fmla="*/ 1259 w 1807"/>
              <a:gd name="T17" fmla="*/ 719 h 3227"/>
              <a:gd name="T18" fmla="*/ 1000 w 1807"/>
              <a:gd name="T19" fmla="*/ 755 h 3227"/>
              <a:gd name="T20" fmla="*/ 713 w 1807"/>
              <a:gd name="T21" fmla="*/ 810 h 3227"/>
              <a:gd name="T22" fmla="*/ 623 w 1807"/>
              <a:gd name="T23" fmla="*/ 839 h 3227"/>
              <a:gd name="T24" fmla="*/ 527 w 1807"/>
              <a:gd name="T25" fmla="*/ 877 h 3227"/>
              <a:gd name="T26" fmla="*/ 433 w 1807"/>
              <a:gd name="T27" fmla="*/ 923 h 3227"/>
              <a:gd name="T28" fmla="*/ 344 w 1807"/>
              <a:gd name="T29" fmla="*/ 981 h 3227"/>
              <a:gd name="T30" fmla="*/ 210 w 1807"/>
              <a:gd name="T31" fmla="*/ 1097 h 3227"/>
              <a:gd name="T32" fmla="*/ 98 w 1807"/>
              <a:gd name="T33" fmla="*/ 1247 h 3227"/>
              <a:gd name="T34" fmla="*/ 25 w 1807"/>
              <a:gd name="T35" fmla="*/ 1424 h 3227"/>
              <a:gd name="T36" fmla="*/ 0 w 1807"/>
              <a:gd name="T37" fmla="*/ 1614 h 3227"/>
              <a:gd name="T38" fmla="*/ 25 w 1807"/>
              <a:gd name="T39" fmla="*/ 1803 h 3227"/>
              <a:gd name="T40" fmla="*/ 98 w 1807"/>
              <a:gd name="T41" fmla="*/ 1980 h 3227"/>
              <a:gd name="T42" fmla="*/ 210 w 1807"/>
              <a:gd name="T43" fmla="*/ 2130 h 3227"/>
              <a:gd name="T44" fmla="*/ 344 w 1807"/>
              <a:gd name="T45" fmla="*/ 2246 h 3227"/>
              <a:gd name="T46" fmla="*/ 433 w 1807"/>
              <a:gd name="T47" fmla="*/ 2304 h 3227"/>
              <a:gd name="T48" fmla="*/ 527 w 1807"/>
              <a:gd name="T49" fmla="*/ 2350 h 3227"/>
              <a:gd name="T50" fmla="*/ 623 w 1807"/>
              <a:gd name="T51" fmla="*/ 2389 h 3227"/>
              <a:gd name="T52" fmla="*/ 713 w 1807"/>
              <a:gd name="T53" fmla="*/ 2417 h 3227"/>
              <a:gd name="T54" fmla="*/ 1000 w 1807"/>
              <a:gd name="T55" fmla="*/ 2473 h 3227"/>
              <a:gd name="T56" fmla="*/ 1259 w 1807"/>
              <a:gd name="T57" fmla="*/ 2508 h 3227"/>
              <a:gd name="T58" fmla="*/ 1371 w 1807"/>
              <a:gd name="T59" fmla="*/ 2533 h 3227"/>
              <a:gd name="T60" fmla="*/ 1468 w 1807"/>
              <a:gd name="T61" fmla="*/ 2568 h 3227"/>
              <a:gd name="T62" fmla="*/ 1553 w 1807"/>
              <a:gd name="T63" fmla="*/ 2615 h 3227"/>
              <a:gd name="T64" fmla="*/ 1623 w 1807"/>
              <a:gd name="T65" fmla="*/ 2674 h 3227"/>
              <a:gd name="T66" fmla="*/ 1697 w 1807"/>
              <a:gd name="T67" fmla="*/ 2770 h 3227"/>
              <a:gd name="T68" fmla="*/ 1752 w 1807"/>
              <a:gd name="T69" fmla="*/ 2886 h 3227"/>
              <a:gd name="T70" fmla="*/ 1804 w 1807"/>
              <a:gd name="T71" fmla="*/ 3163 h 3227"/>
              <a:gd name="T72" fmla="*/ 1806 w 1807"/>
              <a:gd name="T73" fmla="*/ 3227 h 3227"/>
              <a:gd name="T74" fmla="*/ 1807 w 1807"/>
              <a:gd name="T75" fmla="*/ 3227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807" h="3227">
                <a:moveTo>
                  <a:pt x="1806" y="0"/>
                </a:moveTo>
                <a:lnTo>
                  <a:pt x="1804" y="64"/>
                </a:lnTo>
                <a:lnTo>
                  <a:pt x="1752" y="341"/>
                </a:lnTo>
                <a:lnTo>
                  <a:pt x="1697" y="457"/>
                </a:lnTo>
                <a:lnTo>
                  <a:pt x="1623" y="553"/>
                </a:lnTo>
                <a:lnTo>
                  <a:pt x="1553" y="612"/>
                </a:lnTo>
                <a:lnTo>
                  <a:pt x="1468" y="659"/>
                </a:lnTo>
                <a:lnTo>
                  <a:pt x="1371" y="694"/>
                </a:lnTo>
                <a:lnTo>
                  <a:pt x="1259" y="719"/>
                </a:lnTo>
                <a:lnTo>
                  <a:pt x="1000" y="755"/>
                </a:lnTo>
                <a:lnTo>
                  <a:pt x="713" y="810"/>
                </a:lnTo>
                <a:lnTo>
                  <a:pt x="623" y="839"/>
                </a:lnTo>
                <a:lnTo>
                  <a:pt x="527" y="877"/>
                </a:lnTo>
                <a:lnTo>
                  <a:pt x="433" y="923"/>
                </a:lnTo>
                <a:lnTo>
                  <a:pt x="344" y="981"/>
                </a:lnTo>
                <a:lnTo>
                  <a:pt x="210" y="1097"/>
                </a:lnTo>
                <a:lnTo>
                  <a:pt x="98" y="1247"/>
                </a:lnTo>
                <a:lnTo>
                  <a:pt x="25" y="1424"/>
                </a:lnTo>
                <a:lnTo>
                  <a:pt x="0" y="1614"/>
                </a:lnTo>
                <a:lnTo>
                  <a:pt x="25" y="1803"/>
                </a:lnTo>
                <a:lnTo>
                  <a:pt x="98" y="1980"/>
                </a:lnTo>
                <a:lnTo>
                  <a:pt x="210" y="2130"/>
                </a:lnTo>
                <a:lnTo>
                  <a:pt x="344" y="2246"/>
                </a:lnTo>
                <a:lnTo>
                  <a:pt x="433" y="2304"/>
                </a:lnTo>
                <a:lnTo>
                  <a:pt x="527" y="2350"/>
                </a:lnTo>
                <a:lnTo>
                  <a:pt x="623" y="2389"/>
                </a:lnTo>
                <a:lnTo>
                  <a:pt x="713" y="2417"/>
                </a:lnTo>
                <a:lnTo>
                  <a:pt x="1000" y="2473"/>
                </a:lnTo>
                <a:lnTo>
                  <a:pt x="1259" y="2508"/>
                </a:lnTo>
                <a:lnTo>
                  <a:pt x="1371" y="2533"/>
                </a:lnTo>
                <a:lnTo>
                  <a:pt x="1468" y="2568"/>
                </a:lnTo>
                <a:lnTo>
                  <a:pt x="1553" y="2615"/>
                </a:lnTo>
                <a:lnTo>
                  <a:pt x="1623" y="2674"/>
                </a:lnTo>
                <a:lnTo>
                  <a:pt x="1697" y="2770"/>
                </a:lnTo>
                <a:lnTo>
                  <a:pt x="1752" y="2886"/>
                </a:lnTo>
                <a:lnTo>
                  <a:pt x="1804" y="3163"/>
                </a:lnTo>
                <a:lnTo>
                  <a:pt x="1806" y="3227"/>
                </a:lnTo>
                <a:lnTo>
                  <a:pt x="1807" y="3227"/>
                </a:lnTo>
              </a:path>
            </a:pathLst>
          </a:custGeom>
          <a:noFill/>
          <a:ln w="571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26412F9B-50BB-E08B-347A-EF570C209899}"/>
              </a:ext>
            </a:extLst>
          </p:cNvPr>
          <p:cNvSpPr>
            <a:spLocks/>
          </p:cNvSpPr>
          <p:nvPr/>
        </p:nvSpPr>
        <p:spPr bwMode="auto">
          <a:xfrm>
            <a:off x="1304925" y="5044640"/>
            <a:ext cx="1628775" cy="1206500"/>
          </a:xfrm>
          <a:custGeom>
            <a:avLst/>
            <a:gdLst>
              <a:gd name="T0" fmla="*/ 4612 w 4612"/>
              <a:gd name="T1" fmla="*/ 1613 h 3421"/>
              <a:gd name="T2" fmla="*/ 4590 w 4612"/>
              <a:gd name="T3" fmla="*/ 1858 h 3421"/>
              <a:gd name="T4" fmla="*/ 4506 w 4612"/>
              <a:gd name="T5" fmla="*/ 2165 h 3421"/>
              <a:gd name="T6" fmla="*/ 4361 w 4612"/>
              <a:gd name="T7" fmla="*/ 2467 h 3421"/>
              <a:gd name="T8" fmla="*/ 4144 w 4612"/>
              <a:gd name="T9" fmla="*/ 2764 h 3421"/>
              <a:gd name="T10" fmla="*/ 3856 w 4612"/>
              <a:gd name="T11" fmla="*/ 3030 h 3421"/>
              <a:gd name="T12" fmla="*/ 3508 w 4612"/>
              <a:gd name="T13" fmla="*/ 3240 h 3421"/>
              <a:gd name="T14" fmla="*/ 3166 w 4612"/>
              <a:gd name="T15" fmla="*/ 3362 h 3421"/>
              <a:gd name="T16" fmla="*/ 2975 w 4612"/>
              <a:gd name="T17" fmla="*/ 3401 h 3421"/>
              <a:gd name="T18" fmla="*/ 2773 w 4612"/>
              <a:gd name="T19" fmla="*/ 3421 h 3421"/>
              <a:gd name="T20" fmla="*/ 2565 w 4612"/>
              <a:gd name="T21" fmla="*/ 3421 h 3421"/>
              <a:gd name="T22" fmla="*/ 2354 w 4612"/>
              <a:gd name="T23" fmla="*/ 3398 h 3421"/>
              <a:gd name="T24" fmla="*/ 2145 w 4612"/>
              <a:gd name="T25" fmla="*/ 3354 h 3421"/>
              <a:gd name="T26" fmla="*/ 1941 w 4612"/>
              <a:gd name="T27" fmla="*/ 3291 h 3421"/>
              <a:gd name="T28" fmla="*/ 1688 w 4612"/>
              <a:gd name="T29" fmla="*/ 3180 h 3421"/>
              <a:gd name="T30" fmla="*/ 1438 w 4612"/>
              <a:gd name="T31" fmla="*/ 3033 h 3421"/>
              <a:gd name="T32" fmla="*/ 1206 w 4612"/>
              <a:gd name="T33" fmla="*/ 2860 h 3421"/>
              <a:gd name="T34" fmla="*/ 1002 w 4612"/>
              <a:gd name="T35" fmla="*/ 2671 h 3421"/>
              <a:gd name="T36" fmla="*/ 565 w 4612"/>
              <a:gd name="T37" fmla="*/ 2106 h 3421"/>
              <a:gd name="T38" fmla="*/ 248 w 4612"/>
              <a:gd name="T39" fmla="*/ 1444 h 3421"/>
              <a:gd name="T40" fmla="*/ 138 w 4612"/>
              <a:gd name="T41" fmla="*/ 1088 h 3421"/>
              <a:gd name="T42" fmla="*/ 60 w 4612"/>
              <a:gd name="T43" fmla="*/ 725 h 3421"/>
              <a:gd name="T44" fmla="*/ 15 w 4612"/>
              <a:gd name="T45" fmla="*/ 359 h 3421"/>
              <a:gd name="T46" fmla="*/ 0 w 4612"/>
              <a:gd name="T47" fmla="*/ 0 h 3421"/>
              <a:gd name="T48" fmla="*/ 1 w 4612"/>
              <a:gd name="T49" fmla="*/ 0 h 3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612" h="3421">
                <a:moveTo>
                  <a:pt x="4612" y="1613"/>
                </a:moveTo>
                <a:lnTo>
                  <a:pt x="4590" y="1858"/>
                </a:lnTo>
                <a:lnTo>
                  <a:pt x="4506" y="2165"/>
                </a:lnTo>
                <a:lnTo>
                  <a:pt x="4361" y="2467"/>
                </a:lnTo>
                <a:lnTo>
                  <a:pt x="4144" y="2764"/>
                </a:lnTo>
                <a:lnTo>
                  <a:pt x="3856" y="3030"/>
                </a:lnTo>
                <a:lnTo>
                  <a:pt x="3508" y="3240"/>
                </a:lnTo>
                <a:lnTo>
                  <a:pt x="3166" y="3362"/>
                </a:lnTo>
                <a:lnTo>
                  <a:pt x="2975" y="3401"/>
                </a:lnTo>
                <a:lnTo>
                  <a:pt x="2773" y="3421"/>
                </a:lnTo>
                <a:lnTo>
                  <a:pt x="2565" y="3421"/>
                </a:lnTo>
                <a:lnTo>
                  <a:pt x="2354" y="3398"/>
                </a:lnTo>
                <a:lnTo>
                  <a:pt x="2145" y="3354"/>
                </a:lnTo>
                <a:lnTo>
                  <a:pt x="1941" y="3291"/>
                </a:lnTo>
                <a:lnTo>
                  <a:pt x="1688" y="3180"/>
                </a:lnTo>
                <a:lnTo>
                  <a:pt x="1438" y="3033"/>
                </a:lnTo>
                <a:lnTo>
                  <a:pt x="1206" y="2860"/>
                </a:lnTo>
                <a:lnTo>
                  <a:pt x="1002" y="2671"/>
                </a:lnTo>
                <a:lnTo>
                  <a:pt x="565" y="2106"/>
                </a:lnTo>
                <a:lnTo>
                  <a:pt x="248" y="1444"/>
                </a:lnTo>
                <a:lnTo>
                  <a:pt x="138" y="1088"/>
                </a:lnTo>
                <a:lnTo>
                  <a:pt x="60" y="725"/>
                </a:lnTo>
                <a:lnTo>
                  <a:pt x="15" y="359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9A28A0A-C74F-C84F-8D05-4B6EDE9BC418}"/>
              </a:ext>
            </a:extLst>
          </p:cNvPr>
          <p:cNvSpPr>
            <a:spLocks/>
          </p:cNvSpPr>
          <p:nvPr/>
        </p:nvSpPr>
        <p:spPr bwMode="auto">
          <a:xfrm>
            <a:off x="4659313" y="2912627"/>
            <a:ext cx="1095375" cy="149225"/>
          </a:xfrm>
          <a:custGeom>
            <a:avLst/>
            <a:gdLst>
              <a:gd name="T0" fmla="*/ 3103 w 3103"/>
              <a:gd name="T1" fmla="*/ 0 h 422"/>
              <a:gd name="T2" fmla="*/ 2743 w 3103"/>
              <a:gd name="T3" fmla="*/ 8 h 422"/>
              <a:gd name="T4" fmla="*/ 2379 w 3103"/>
              <a:gd name="T5" fmla="*/ 34 h 422"/>
              <a:gd name="T6" fmla="*/ 2015 w 3103"/>
              <a:gd name="T7" fmla="*/ 77 h 422"/>
              <a:gd name="T8" fmla="*/ 1660 w 3103"/>
              <a:gd name="T9" fmla="*/ 131 h 422"/>
              <a:gd name="T10" fmla="*/ 998 w 3103"/>
              <a:gd name="T11" fmla="*/ 259 h 422"/>
              <a:gd name="T12" fmla="*/ 433 w 3103"/>
              <a:gd name="T13" fmla="*/ 373 h 422"/>
              <a:gd name="T14" fmla="*/ 245 w 3103"/>
              <a:gd name="T15" fmla="*/ 403 h 422"/>
              <a:gd name="T16" fmla="*/ 72 w 3103"/>
              <a:gd name="T17" fmla="*/ 420 h 422"/>
              <a:gd name="T18" fmla="*/ 0 w 3103"/>
              <a:gd name="T19" fmla="*/ 422 h 422"/>
              <a:gd name="T20" fmla="*/ 1 w 3103"/>
              <a:gd name="T21" fmla="*/ 422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03" h="422">
                <a:moveTo>
                  <a:pt x="3103" y="0"/>
                </a:moveTo>
                <a:lnTo>
                  <a:pt x="2743" y="8"/>
                </a:lnTo>
                <a:lnTo>
                  <a:pt x="2379" y="34"/>
                </a:lnTo>
                <a:lnTo>
                  <a:pt x="2015" y="77"/>
                </a:lnTo>
                <a:lnTo>
                  <a:pt x="1660" y="131"/>
                </a:lnTo>
                <a:lnTo>
                  <a:pt x="998" y="259"/>
                </a:lnTo>
                <a:lnTo>
                  <a:pt x="433" y="373"/>
                </a:lnTo>
                <a:lnTo>
                  <a:pt x="245" y="403"/>
                </a:lnTo>
                <a:lnTo>
                  <a:pt x="72" y="420"/>
                </a:lnTo>
                <a:lnTo>
                  <a:pt x="0" y="422"/>
                </a:lnTo>
                <a:lnTo>
                  <a:pt x="1" y="422"/>
                </a:lnTo>
              </a:path>
            </a:pathLst>
          </a:custGeom>
          <a:noFill/>
          <a:ln w="571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09945AA-AEFA-210D-4B6E-1B8121B5D005}"/>
              </a:ext>
            </a:extLst>
          </p:cNvPr>
          <p:cNvSpPr>
            <a:spLocks/>
          </p:cNvSpPr>
          <p:nvPr/>
        </p:nvSpPr>
        <p:spPr bwMode="auto">
          <a:xfrm>
            <a:off x="4548188" y="998102"/>
            <a:ext cx="2413000" cy="2063750"/>
          </a:xfrm>
          <a:custGeom>
            <a:avLst/>
            <a:gdLst>
              <a:gd name="T0" fmla="*/ 241 w 6838"/>
              <a:gd name="T1" fmla="*/ 5853 h 5856"/>
              <a:gd name="T2" fmla="*/ 67 w 6838"/>
              <a:gd name="T3" fmla="*/ 5798 h 5856"/>
              <a:gd name="T4" fmla="*/ 0 w 6838"/>
              <a:gd name="T5" fmla="*/ 5683 h 5856"/>
              <a:gd name="T6" fmla="*/ 20 w 6838"/>
              <a:gd name="T7" fmla="*/ 5504 h 5856"/>
              <a:gd name="T8" fmla="*/ 181 w 6838"/>
              <a:gd name="T9" fmla="*/ 5149 h 5856"/>
              <a:gd name="T10" fmla="*/ 656 w 6838"/>
              <a:gd name="T11" fmla="*/ 4421 h 5856"/>
              <a:gd name="T12" fmla="*/ 1255 w 6838"/>
              <a:gd name="T13" fmla="*/ 3592 h 5856"/>
              <a:gd name="T14" fmla="*/ 1870 w 6838"/>
              <a:gd name="T15" fmla="*/ 2695 h 5856"/>
              <a:gd name="T16" fmla="*/ 2264 w 6838"/>
              <a:gd name="T17" fmla="*/ 1984 h 5856"/>
              <a:gd name="T18" fmla="*/ 2418 w 6838"/>
              <a:gd name="T19" fmla="*/ 1575 h 5856"/>
              <a:gd name="T20" fmla="*/ 2499 w 6838"/>
              <a:gd name="T21" fmla="*/ 1219 h 5856"/>
              <a:gd name="T22" fmla="*/ 2561 w 6838"/>
              <a:gd name="T23" fmla="*/ 722 h 5856"/>
              <a:gd name="T24" fmla="*/ 2645 w 6838"/>
              <a:gd name="T25" fmla="*/ 374 h 5856"/>
              <a:gd name="T26" fmla="*/ 2730 w 6838"/>
              <a:gd name="T27" fmla="*/ 238 h 5856"/>
              <a:gd name="T28" fmla="*/ 2902 w 6838"/>
              <a:gd name="T29" fmla="*/ 104 h 5856"/>
              <a:gd name="T30" fmla="*/ 3230 w 6838"/>
              <a:gd name="T31" fmla="*/ 11 h 5856"/>
              <a:gd name="T32" fmla="*/ 3608 w 6838"/>
              <a:gd name="T33" fmla="*/ 11 h 5856"/>
              <a:gd name="T34" fmla="*/ 3935 w 6838"/>
              <a:gd name="T35" fmla="*/ 104 h 5856"/>
              <a:gd name="T36" fmla="*/ 4108 w 6838"/>
              <a:gd name="T37" fmla="*/ 238 h 5856"/>
              <a:gd name="T38" fmla="*/ 4193 w 6838"/>
              <a:gd name="T39" fmla="*/ 374 h 5856"/>
              <a:gd name="T40" fmla="*/ 4277 w 6838"/>
              <a:gd name="T41" fmla="*/ 722 h 5856"/>
              <a:gd name="T42" fmla="*/ 4338 w 6838"/>
              <a:gd name="T43" fmla="*/ 1219 h 5856"/>
              <a:gd name="T44" fmla="*/ 4420 w 6838"/>
              <a:gd name="T45" fmla="*/ 1575 h 5856"/>
              <a:gd name="T46" fmla="*/ 4575 w 6838"/>
              <a:gd name="T47" fmla="*/ 1984 h 5856"/>
              <a:gd name="T48" fmla="*/ 4968 w 6838"/>
              <a:gd name="T49" fmla="*/ 2695 h 5856"/>
              <a:gd name="T50" fmla="*/ 5583 w 6838"/>
              <a:gd name="T51" fmla="*/ 3592 h 5856"/>
              <a:gd name="T52" fmla="*/ 6182 w 6838"/>
              <a:gd name="T53" fmla="*/ 4421 h 5856"/>
              <a:gd name="T54" fmla="*/ 6656 w 6838"/>
              <a:gd name="T55" fmla="*/ 5149 h 5856"/>
              <a:gd name="T56" fmla="*/ 6817 w 6838"/>
              <a:gd name="T57" fmla="*/ 5504 h 5856"/>
              <a:gd name="T58" fmla="*/ 6837 w 6838"/>
              <a:gd name="T59" fmla="*/ 5683 h 5856"/>
              <a:gd name="T60" fmla="*/ 6772 w 6838"/>
              <a:gd name="T61" fmla="*/ 5798 h 5856"/>
              <a:gd name="T62" fmla="*/ 6596 w 6838"/>
              <a:gd name="T63" fmla="*/ 5853 h 5856"/>
              <a:gd name="T64" fmla="*/ 6522 w 6838"/>
              <a:gd name="T65" fmla="*/ 5856 h 5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838" h="5856">
                <a:moveTo>
                  <a:pt x="316" y="5856"/>
                </a:moveTo>
                <a:lnTo>
                  <a:pt x="241" y="5853"/>
                </a:lnTo>
                <a:lnTo>
                  <a:pt x="130" y="5832"/>
                </a:lnTo>
                <a:lnTo>
                  <a:pt x="67" y="5798"/>
                </a:lnTo>
                <a:lnTo>
                  <a:pt x="22" y="5749"/>
                </a:lnTo>
                <a:lnTo>
                  <a:pt x="0" y="5683"/>
                </a:lnTo>
                <a:lnTo>
                  <a:pt x="0" y="5602"/>
                </a:lnTo>
                <a:lnTo>
                  <a:pt x="20" y="5504"/>
                </a:lnTo>
                <a:lnTo>
                  <a:pt x="58" y="5395"/>
                </a:lnTo>
                <a:lnTo>
                  <a:pt x="181" y="5149"/>
                </a:lnTo>
                <a:lnTo>
                  <a:pt x="390" y="4809"/>
                </a:lnTo>
                <a:lnTo>
                  <a:pt x="656" y="4421"/>
                </a:lnTo>
                <a:lnTo>
                  <a:pt x="953" y="4008"/>
                </a:lnTo>
                <a:lnTo>
                  <a:pt x="1255" y="3592"/>
                </a:lnTo>
                <a:lnTo>
                  <a:pt x="1561" y="3159"/>
                </a:lnTo>
                <a:lnTo>
                  <a:pt x="1870" y="2695"/>
                </a:lnTo>
                <a:lnTo>
                  <a:pt x="2147" y="2221"/>
                </a:lnTo>
                <a:lnTo>
                  <a:pt x="2264" y="1984"/>
                </a:lnTo>
                <a:lnTo>
                  <a:pt x="2359" y="1750"/>
                </a:lnTo>
                <a:lnTo>
                  <a:pt x="2418" y="1575"/>
                </a:lnTo>
                <a:lnTo>
                  <a:pt x="2465" y="1396"/>
                </a:lnTo>
                <a:lnTo>
                  <a:pt x="2499" y="1219"/>
                </a:lnTo>
                <a:lnTo>
                  <a:pt x="2524" y="1045"/>
                </a:lnTo>
                <a:lnTo>
                  <a:pt x="2561" y="722"/>
                </a:lnTo>
                <a:lnTo>
                  <a:pt x="2617" y="448"/>
                </a:lnTo>
                <a:lnTo>
                  <a:pt x="2645" y="374"/>
                </a:lnTo>
                <a:lnTo>
                  <a:pt x="2682" y="304"/>
                </a:lnTo>
                <a:lnTo>
                  <a:pt x="2730" y="238"/>
                </a:lnTo>
                <a:lnTo>
                  <a:pt x="2786" y="182"/>
                </a:lnTo>
                <a:lnTo>
                  <a:pt x="2902" y="104"/>
                </a:lnTo>
                <a:lnTo>
                  <a:pt x="3053" y="46"/>
                </a:lnTo>
                <a:lnTo>
                  <a:pt x="3230" y="11"/>
                </a:lnTo>
                <a:lnTo>
                  <a:pt x="3419" y="0"/>
                </a:lnTo>
                <a:lnTo>
                  <a:pt x="3608" y="11"/>
                </a:lnTo>
                <a:lnTo>
                  <a:pt x="3784" y="46"/>
                </a:lnTo>
                <a:lnTo>
                  <a:pt x="3935" y="104"/>
                </a:lnTo>
                <a:lnTo>
                  <a:pt x="4051" y="182"/>
                </a:lnTo>
                <a:lnTo>
                  <a:pt x="4108" y="238"/>
                </a:lnTo>
                <a:lnTo>
                  <a:pt x="4155" y="304"/>
                </a:lnTo>
                <a:lnTo>
                  <a:pt x="4193" y="374"/>
                </a:lnTo>
                <a:lnTo>
                  <a:pt x="4221" y="448"/>
                </a:lnTo>
                <a:lnTo>
                  <a:pt x="4277" y="722"/>
                </a:lnTo>
                <a:lnTo>
                  <a:pt x="4313" y="1045"/>
                </a:lnTo>
                <a:lnTo>
                  <a:pt x="4338" y="1219"/>
                </a:lnTo>
                <a:lnTo>
                  <a:pt x="4373" y="1396"/>
                </a:lnTo>
                <a:lnTo>
                  <a:pt x="4420" y="1575"/>
                </a:lnTo>
                <a:lnTo>
                  <a:pt x="4478" y="1750"/>
                </a:lnTo>
                <a:lnTo>
                  <a:pt x="4575" y="1984"/>
                </a:lnTo>
                <a:lnTo>
                  <a:pt x="4691" y="2221"/>
                </a:lnTo>
                <a:lnTo>
                  <a:pt x="4968" y="2695"/>
                </a:lnTo>
                <a:lnTo>
                  <a:pt x="5276" y="3159"/>
                </a:lnTo>
                <a:lnTo>
                  <a:pt x="5583" y="3592"/>
                </a:lnTo>
                <a:lnTo>
                  <a:pt x="5885" y="4008"/>
                </a:lnTo>
                <a:lnTo>
                  <a:pt x="6182" y="4421"/>
                </a:lnTo>
                <a:lnTo>
                  <a:pt x="6448" y="4809"/>
                </a:lnTo>
                <a:lnTo>
                  <a:pt x="6656" y="5149"/>
                </a:lnTo>
                <a:lnTo>
                  <a:pt x="6779" y="5395"/>
                </a:lnTo>
                <a:lnTo>
                  <a:pt x="6817" y="5504"/>
                </a:lnTo>
                <a:lnTo>
                  <a:pt x="6838" y="5602"/>
                </a:lnTo>
                <a:lnTo>
                  <a:pt x="6837" y="5683"/>
                </a:lnTo>
                <a:lnTo>
                  <a:pt x="6815" y="5749"/>
                </a:lnTo>
                <a:lnTo>
                  <a:pt x="6772" y="5798"/>
                </a:lnTo>
                <a:lnTo>
                  <a:pt x="6707" y="5832"/>
                </a:lnTo>
                <a:lnTo>
                  <a:pt x="6596" y="5853"/>
                </a:lnTo>
                <a:lnTo>
                  <a:pt x="6521" y="5856"/>
                </a:lnTo>
                <a:lnTo>
                  <a:pt x="6522" y="5856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7ABB57B-DA91-0672-F58D-93CB587A977F}"/>
              </a:ext>
            </a:extLst>
          </p:cNvPr>
          <p:cNvSpPr>
            <a:spLocks/>
          </p:cNvSpPr>
          <p:nvPr/>
        </p:nvSpPr>
        <p:spPr bwMode="auto">
          <a:xfrm>
            <a:off x="5754688" y="2912627"/>
            <a:ext cx="1092200" cy="149225"/>
          </a:xfrm>
          <a:custGeom>
            <a:avLst/>
            <a:gdLst>
              <a:gd name="T0" fmla="*/ 3102 w 3102"/>
              <a:gd name="T1" fmla="*/ 422 h 422"/>
              <a:gd name="T2" fmla="*/ 3032 w 3102"/>
              <a:gd name="T3" fmla="*/ 420 h 422"/>
              <a:gd name="T4" fmla="*/ 2858 w 3102"/>
              <a:gd name="T5" fmla="*/ 403 h 422"/>
              <a:gd name="T6" fmla="*/ 2669 w 3102"/>
              <a:gd name="T7" fmla="*/ 373 h 422"/>
              <a:gd name="T8" fmla="*/ 2105 w 3102"/>
              <a:gd name="T9" fmla="*/ 259 h 422"/>
              <a:gd name="T10" fmla="*/ 1442 w 3102"/>
              <a:gd name="T11" fmla="*/ 131 h 422"/>
              <a:gd name="T12" fmla="*/ 1087 w 3102"/>
              <a:gd name="T13" fmla="*/ 77 h 422"/>
              <a:gd name="T14" fmla="*/ 725 w 3102"/>
              <a:gd name="T15" fmla="*/ 34 h 422"/>
              <a:gd name="T16" fmla="*/ 360 w 3102"/>
              <a:gd name="T17" fmla="*/ 8 h 422"/>
              <a:gd name="T18" fmla="*/ 0 w 3102"/>
              <a:gd name="T19" fmla="*/ 0 h 422"/>
              <a:gd name="T20" fmla="*/ 1 w 3102"/>
              <a:gd name="T21" fmla="*/ 0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02" h="422">
                <a:moveTo>
                  <a:pt x="3102" y="422"/>
                </a:moveTo>
                <a:lnTo>
                  <a:pt x="3032" y="420"/>
                </a:lnTo>
                <a:lnTo>
                  <a:pt x="2858" y="403"/>
                </a:lnTo>
                <a:lnTo>
                  <a:pt x="2669" y="373"/>
                </a:lnTo>
                <a:lnTo>
                  <a:pt x="2105" y="259"/>
                </a:lnTo>
                <a:lnTo>
                  <a:pt x="1442" y="131"/>
                </a:lnTo>
                <a:lnTo>
                  <a:pt x="1087" y="77"/>
                </a:lnTo>
                <a:lnTo>
                  <a:pt x="725" y="34"/>
                </a:lnTo>
                <a:lnTo>
                  <a:pt x="360" y="8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57150" cap="flat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CC25599-583A-B6EB-413B-B44778773D04}"/>
              </a:ext>
            </a:extLst>
          </p:cNvPr>
          <p:cNvSpPr>
            <a:spLocks/>
          </p:cNvSpPr>
          <p:nvPr/>
        </p:nvSpPr>
        <p:spPr bwMode="auto">
          <a:xfrm>
            <a:off x="4548188" y="2845952"/>
            <a:ext cx="44450" cy="88900"/>
          </a:xfrm>
          <a:custGeom>
            <a:avLst/>
            <a:gdLst>
              <a:gd name="T0" fmla="*/ 131 w 131"/>
              <a:gd name="T1" fmla="*/ 0 h 252"/>
              <a:gd name="T2" fmla="*/ 0 w 131"/>
              <a:gd name="T3" fmla="*/ 252 h 252"/>
              <a:gd name="T4" fmla="*/ 1 w 131"/>
              <a:gd name="T5" fmla="*/ 252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1" h="252">
                <a:moveTo>
                  <a:pt x="131" y="0"/>
                </a:moveTo>
                <a:lnTo>
                  <a:pt x="0" y="252"/>
                </a:lnTo>
                <a:lnTo>
                  <a:pt x="1" y="252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69B1880-3AAB-C780-D8E9-02CB52A5B79E}"/>
              </a:ext>
            </a:extLst>
          </p:cNvPr>
          <p:cNvSpPr>
            <a:spLocks/>
          </p:cNvSpPr>
          <p:nvPr/>
        </p:nvSpPr>
        <p:spPr bwMode="auto">
          <a:xfrm>
            <a:off x="4481513" y="2972952"/>
            <a:ext cx="44450" cy="88900"/>
          </a:xfrm>
          <a:custGeom>
            <a:avLst/>
            <a:gdLst>
              <a:gd name="T0" fmla="*/ 130 w 130"/>
              <a:gd name="T1" fmla="*/ 0 h 252"/>
              <a:gd name="T2" fmla="*/ 0 w 130"/>
              <a:gd name="T3" fmla="*/ 252 h 252"/>
              <a:gd name="T4" fmla="*/ 1 w 130"/>
              <a:gd name="T5" fmla="*/ 252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0" h="252">
                <a:moveTo>
                  <a:pt x="130" y="0"/>
                </a:moveTo>
                <a:lnTo>
                  <a:pt x="0" y="252"/>
                </a:lnTo>
                <a:lnTo>
                  <a:pt x="1" y="252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3126901-9593-450C-9242-8065A1034400}"/>
              </a:ext>
            </a:extLst>
          </p:cNvPr>
          <p:cNvSpPr>
            <a:spLocks/>
          </p:cNvSpPr>
          <p:nvPr/>
        </p:nvSpPr>
        <p:spPr bwMode="auto">
          <a:xfrm>
            <a:off x="5484813" y="902852"/>
            <a:ext cx="111125" cy="215900"/>
          </a:xfrm>
          <a:custGeom>
            <a:avLst/>
            <a:gdLst>
              <a:gd name="T0" fmla="*/ 317 w 317"/>
              <a:gd name="T1" fmla="*/ 0 h 612"/>
              <a:gd name="T2" fmla="*/ 0 w 317"/>
              <a:gd name="T3" fmla="*/ 612 h 612"/>
              <a:gd name="T4" fmla="*/ 1 w 317"/>
              <a:gd name="T5" fmla="*/ 612 h 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7" h="612">
                <a:moveTo>
                  <a:pt x="317" y="0"/>
                </a:moveTo>
                <a:lnTo>
                  <a:pt x="0" y="612"/>
                </a:lnTo>
                <a:lnTo>
                  <a:pt x="1" y="612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F308E87-AF66-2151-6788-DBBBCAFDB93A}"/>
              </a:ext>
            </a:extLst>
          </p:cNvPr>
          <p:cNvSpPr>
            <a:spLocks/>
          </p:cNvSpPr>
          <p:nvPr/>
        </p:nvSpPr>
        <p:spPr bwMode="auto">
          <a:xfrm>
            <a:off x="5910263" y="902852"/>
            <a:ext cx="111125" cy="215900"/>
          </a:xfrm>
          <a:custGeom>
            <a:avLst/>
            <a:gdLst>
              <a:gd name="T0" fmla="*/ 317 w 317"/>
              <a:gd name="T1" fmla="*/ 612 h 612"/>
              <a:gd name="T2" fmla="*/ 0 w 317"/>
              <a:gd name="T3" fmla="*/ 0 h 612"/>
              <a:gd name="T4" fmla="*/ 1 w 317"/>
              <a:gd name="T5" fmla="*/ 0 h 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7" h="612">
                <a:moveTo>
                  <a:pt x="317" y="612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8B5DB8D-CD02-5907-DBB6-DBF7770115AC}"/>
              </a:ext>
            </a:extLst>
          </p:cNvPr>
          <p:cNvSpPr>
            <a:spLocks/>
          </p:cNvSpPr>
          <p:nvPr/>
        </p:nvSpPr>
        <p:spPr bwMode="auto">
          <a:xfrm>
            <a:off x="6980238" y="2972952"/>
            <a:ext cx="44450" cy="88900"/>
          </a:xfrm>
          <a:custGeom>
            <a:avLst/>
            <a:gdLst>
              <a:gd name="T0" fmla="*/ 130 w 130"/>
              <a:gd name="T1" fmla="*/ 252 h 252"/>
              <a:gd name="T2" fmla="*/ 0 w 130"/>
              <a:gd name="T3" fmla="*/ 0 h 252"/>
              <a:gd name="T4" fmla="*/ 1 w 130"/>
              <a:gd name="T5" fmla="*/ 0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0" h="252">
                <a:moveTo>
                  <a:pt x="130" y="252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98A3528-B658-7DD3-FB9A-60AF4A9BC97F}"/>
              </a:ext>
            </a:extLst>
          </p:cNvPr>
          <p:cNvSpPr>
            <a:spLocks/>
          </p:cNvSpPr>
          <p:nvPr/>
        </p:nvSpPr>
        <p:spPr bwMode="auto">
          <a:xfrm>
            <a:off x="6913563" y="2845952"/>
            <a:ext cx="47625" cy="88900"/>
          </a:xfrm>
          <a:custGeom>
            <a:avLst/>
            <a:gdLst>
              <a:gd name="T0" fmla="*/ 130 w 130"/>
              <a:gd name="T1" fmla="*/ 252 h 252"/>
              <a:gd name="T2" fmla="*/ 0 w 130"/>
              <a:gd name="T3" fmla="*/ 0 h 252"/>
              <a:gd name="T4" fmla="*/ 1 w 130"/>
              <a:gd name="T5" fmla="*/ 0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0" h="252">
                <a:moveTo>
                  <a:pt x="130" y="252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47184A9-CAD8-F74B-0E7C-A06952451B05}"/>
              </a:ext>
            </a:extLst>
          </p:cNvPr>
          <p:cNvGrpSpPr>
            <a:grpSpLocks/>
          </p:cNvGrpSpPr>
          <p:nvPr/>
        </p:nvGrpSpPr>
        <p:grpSpPr bwMode="auto">
          <a:xfrm>
            <a:off x="768350" y="598052"/>
            <a:ext cx="6370638" cy="5827713"/>
            <a:chOff x="484" y="274"/>
            <a:chExt cx="4013" cy="3671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9A151B6-529E-C105-CB4C-44C29F3C7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" y="1908"/>
              <a:ext cx="1688" cy="2"/>
            </a:xfrm>
            <a:custGeom>
              <a:avLst/>
              <a:gdLst>
                <a:gd name="T0" fmla="*/ 0 w 7592"/>
                <a:gd name="T1" fmla="*/ 7591 w 7592"/>
                <a:gd name="T2" fmla="*/ 7592 w 759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592">
                  <a:moveTo>
                    <a:pt x="0" y="0"/>
                  </a:moveTo>
                  <a:lnTo>
                    <a:pt x="7591" y="0"/>
                  </a:lnTo>
                  <a:lnTo>
                    <a:pt x="7592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730533C-881B-FC62-2A06-4D31C8DB0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466"/>
              <a:ext cx="1360" cy="1360"/>
            </a:xfrm>
            <a:custGeom>
              <a:avLst/>
              <a:gdLst>
                <a:gd name="T0" fmla="*/ 6121 w 6122"/>
                <a:gd name="T1" fmla="*/ 3063 h 6125"/>
                <a:gd name="T2" fmla="*/ 6016 w 6122"/>
                <a:gd name="T3" fmla="*/ 2270 h 6125"/>
                <a:gd name="T4" fmla="*/ 5711 w 6122"/>
                <a:gd name="T5" fmla="*/ 1531 h 6125"/>
                <a:gd name="T6" fmla="*/ 5225 w 6122"/>
                <a:gd name="T7" fmla="*/ 897 h 6125"/>
                <a:gd name="T8" fmla="*/ 4590 w 6122"/>
                <a:gd name="T9" fmla="*/ 410 h 6125"/>
                <a:gd name="T10" fmla="*/ 3852 w 6122"/>
                <a:gd name="T11" fmla="*/ 104 h 6125"/>
                <a:gd name="T12" fmla="*/ 3060 w 6122"/>
                <a:gd name="T13" fmla="*/ 0 h 6125"/>
                <a:gd name="T14" fmla="*/ 2268 w 6122"/>
                <a:gd name="T15" fmla="*/ 104 h 6125"/>
                <a:gd name="T16" fmla="*/ 1530 w 6122"/>
                <a:gd name="T17" fmla="*/ 410 h 6125"/>
                <a:gd name="T18" fmla="*/ 896 w 6122"/>
                <a:gd name="T19" fmla="*/ 897 h 6125"/>
                <a:gd name="T20" fmla="*/ 409 w 6122"/>
                <a:gd name="T21" fmla="*/ 1531 h 6125"/>
                <a:gd name="T22" fmla="*/ 104 w 6122"/>
                <a:gd name="T23" fmla="*/ 2270 h 6125"/>
                <a:gd name="T24" fmla="*/ 0 w 6122"/>
                <a:gd name="T25" fmla="*/ 3063 h 6125"/>
                <a:gd name="T26" fmla="*/ 104 w 6122"/>
                <a:gd name="T27" fmla="*/ 3855 h 6125"/>
                <a:gd name="T28" fmla="*/ 409 w 6122"/>
                <a:gd name="T29" fmla="*/ 4594 h 6125"/>
                <a:gd name="T30" fmla="*/ 896 w 6122"/>
                <a:gd name="T31" fmla="*/ 5228 h 6125"/>
                <a:gd name="T32" fmla="*/ 1530 w 6122"/>
                <a:gd name="T33" fmla="*/ 5715 h 6125"/>
                <a:gd name="T34" fmla="*/ 2268 w 6122"/>
                <a:gd name="T35" fmla="*/ 6021 h 6125"/>
                <a:gd name="T36" fmla="*/ 3060 w 6122"/>
                <a:gd name="T37" fmla="*/ 6125 h 6125"/>
                <a:gd name="T38" fmla="*/ 3852 w 6122"/>
                <a:gd name="T39" fmla="*/ 6021 h 6125"/>
                <a:gd name="T40" fmla="*/ 4590 w 6122"/>
                <a:gd name="T41" fmla="*/ 5715 h 6125"/>
                <a:gd name="T42" fmla="*/ 5225 w 6122"/>
                <a:gd name="T43" fmla="*/ 5228 h 6125"/>
                <a:gd name="T44" fmla="*/ 5711 w 6122"/>
                <a:gd name="T45" fmla="*/ 4594 h 6125"/>
                <a:gd name="T46" fmla="*/ 6016 w 6122"/>
                <a:gd name="T47" fmla="*/ 3855 h 6125"/>
                <a:gd name="T48" fmla="*/ 6121 w 6122"/>
                <a:gd name="T49" fmla="*/ 3063 h 6125"/>
                <a:gd name="T50" fmla="*/ 6122 w 6122"/>
                <a:gd name="T51" fmla="*/ 3063 h 6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122" h="6125">
                  <a:moveTo>
                    <a:pt x="6121" y="3063"/>
                  </a:moveTo>
                  <a:lnTo>
                    <a:pt x="6016" y="2270"/>
                  </a:lnTo>
                  <a:lnTo>
                    <a:pt x="5711" y="1531"/>
                  </a:lnTo>
                  <a:lnTo>
                    <a:pt x="5225" y="897"/>
                  </a:lnTo>
                  <a:lnTo>
                    <a:pt x="4590" y="410"/>
                  </a:lnTo>
                  <a:lnTo>
                    <a:pt x="3852" y="104"/>
                  </a:lnTo>
                  <a:lnTo>
                    <a:pt x="3060" y="0"/>
                  </a:lnTo>
                  <a:lnTo>
                    <a:pt x="2268" y="104"/>
                  </a:lnTo>
                  <a:lnTo>
                    <a:pt x="1530" y="410"/>
                  </a:lnTo>
                  <a:lnTo>
                    <a:pt x="896" y="897"/>
                  </a:lnTo>
                  <a:lnTo>
                    <a:pt x="409" y="1531"/>
                  </a:lnTo>
                  <a:lnTo>
                    <a:pt x="104" y="2270"/>
                  </a:lnTo>
                  <a:lnTo>
                    <a:pt x="0" y="3063"/>
                  </a:lnTo>
                  <a:lnTo>
                    <a:pt x="104" y="3855"/>
                  </a:lnTo>
                  <a:lnTo>
                    <a:pt x="409" y="4594"/>
                  </a:lnTo>
                  <a:lnTo>
                    <a:pt x="896" y="5228"/>
                  </a:lnTo>
                  <a:lnTo>
                    <a:pt x="1530" y="5715"/>
                  </a:lnTo>
                  <a:lnTo>
                    <a:pt x="2268" y="6021"/>
                  </a:lnTo>
                  <a:lnTo>
                    <a:pt x="3060" y="6125"/>
                  </a:lnTo>
                  <a:lnTo>
                    <a:pt x="3852" y="6021"/>
                  </a:lnTo>
                  <a:lnTo>
                    <a:pt x="4590" y="5715"/>
                  </a:lnTo>
                  <a:lnTo>
                    <a:pt x="5225" y="5228"/>
                  </a:lnTo>
                  <a:lnTo>
                    <a:pt x="5711" y="4594"/>
                  </a:lnTo>
                  <a:lnTo>
                    <a:pt x="6016" y="3855"/>
                  </a:lnTo>
                  <a:lnTo>
                    <a:pt x="6121" y="3063"/>
                  </a:lnTo>
                  <a:lnTo>
                    <a:pt x="6122" y="3063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5E36D02-C1BB-8472-C4A5-89CB54A00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" y="1732"/>
              <a:ext cx="90" cy="176"/>
            </a:xfrm>
            <a:custGeom>
              <a:avLst/>
              <a:gdLst>
                <a:gd name="T0" fmla="*/ 408 w 408"/>
                <a:gd name="T1" fmla="*/ 0 h 790"/>
                <a:gd name="T2" fmla="*/ 0 w 408"/>
                <a:gd name="T3" fmla="*/ 790 h 790"/>
                <a:gd name="T4" fmla="*/ 1 w 408"/>
                <a:gd name="T5" fmla="*/ 790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790">
                  <a:moveTo>
                    <a:pt x="408" y="0"/>
                  </a:moveTo>
                  <a:lnTo>
                    <a:pt x="0" y="790"/>
                  </a:lnTo>
                  <a:lnTo>
                    <a:pt x="1" y="79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23F73A3-432E-BF46-A00B-381AD716F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74"/>
              <a:ext cx="130" cy="252"/>
            </a:xfrm>
            <a:custGeom>
              <a:avLst/>
              <a:gdLst>
                <a:gd name="T0" fmla="*/ 581 w 581"/>
                <a:gd name="T1" fmla="*/ 0 h 1127"/>
                <a:gd name="T2" fmla="*/ 0 w 581"/>
                <a:gd name="T3" fmla="*/ 1127 h 1127"/>
                <a:gd name="T4" fmla="*/ 1 w 581"/>
                <a:gd name="T5" fmla="*/ 1127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1" h="1127">
                  <a:moveTo>
                    <a:pt x="581" y="0"/>
                  </a:moveTo>
                  <a:lnTo>
                    <a:pt x="0" y="1127"/>
                  </a:lnTo>
                  <a:lnTo>
                    <a:pt x="1" y="1127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A907DA4-2924-2190-52E6-D45852B91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74"/>
              <a:ext cx="842" cy="1634"/>
            </a:xfrm>
            <a:custGeom>
              <a:avLst/>
              <a:gdLst>
                <a:gd name="T0" fmla="*/ 3796 w 3796"/>
                <a:gd name="T1" fmla="*/ 7351 h 7351"/>
                <a:gd name="T2" fmla="*/ 0 w 3796"/>
                <a:gd name="T3" fmla="*/ 0 h 7351"/>
                <a:gd name="T4" fmla="*/ 1 w 3796"/>
                <a:gd name="T5" fmla="*/ 0 h 7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96" h="7351">
                  <a:moveTo>
                    <a:pt x="3796" y="73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7A4C696-B19B-0208-7235-6006C2862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273"/>
              <a:ext cx="566" cy="1596"/>
            </a:xfrm>
            <a:custGeom>
              <a:avLst/>
              <a:gdLst>
                <a:gd name="T0" fmla="*/ 0 w 2547"/>
                <a:gd name="T1" fmla="*/ 7189 h 7189"/>
                <a:gd name="T2" fmla="*/ 773 w 2547"/>
                <a:gd name="T3" fmla="*/ 6824 h 7189"/>
                <a:gd name="T4" fmla="*/ 1445 w 2547"/>
                <a:gd name="T5" fmla="*/ 6294 h 7189"/>
                <a:gd name="T6" fmla="*/ 1982 w 2547"/>
                <a:gd name="T7" fmla="*/ 5627 h 7189"/>
                <a:gd name="T8" fmla="*/ 2355 w 2547"/>
                <a:gd name="T9" fmla="*/ 4857 h 7189"/>
                <a:gd name="T10" fmla="*/ 2547 w 2547"/>
                <a:gd name="T11" fmla="*/ 4023 h 7189"/>
                <a:gd name="T12" fmla="*/ 2547 w 2547"/>
                <a:gd name="T13" fmla="*/ 3166 h 7189"/>
                <a:gd name="T14" fmla="*/ 2355 w 2547"/>
                <a:gd name="T15" fmla="*/ 2332 h 7189"/>
                <a:gd name="T16" fmla="*/ 1982 w 2547"/>
                <a:gd name="T17" fmla="*/ 1562 h 7189"/>
                <a:gd name="T18" fmla="*/ 1445 w 2547"/>
                <a:gd name="T19" fmla="*/ 895 h 7189"/>
                <a:gd name="T20" fmla="*/ 773 w 2547"/>
                <a:gd name="T21" fmla="*/ 365 h 7189"/>
                <a:gd name="T22" fmla="*/ 0 w 2547"/>
                <a:gd name="T23" fmla="*/ 0 h 7189"/>
                <a:gd name="T24" fmla="*/ 1 w 2547"/>
                <a:gd name="T25" fmla="*/ 0 h 7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47" h="7189">
                  <a:moveTo>
                    <a:pt x="0" y="7189"/>
                  </a:moveTo>
                  <a:lnTo>
                    <a:pt x="773" y="6824"/>
                  </a:lnTo>
                  <a:lnTo>
                    <a:pt x="1445" y="6294"/>
                  </a:lnTo>
                  <a:lnTo>
                    <a:pt x="1982" y="5627"/>
                  </a:lnTo>
                  <a:lnTo>
                    <a:pt x="2355" y="4857"/>
                  </a:lnTo>
                  <a:lnTo>
                    <a:pt x="2547" y="4023"/>
                  </a:lnTo>
                  <a:lnTo>
                    <a:pt x="2547" y="3166"/>
                  </a:lnTo>
                  <a:lnTo>
                    <a:pt x="2355" y="2332"/>
                  </a:lnTo>
                  <a:lnTo>
                    <a:pt x="1982" y="1562"/>
                  </a:lnTo>
                  <a:lnTo>
                    <a:pt x="1445" y="895"/>
                  </a:lnTo>
                  <a:lnTo>
                    <a:pt x="773" y="365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D112328-1811-FC55-6B1F-069BB1579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2199"/>
              <a:ext cx="1360" cy="2"/>
            </a:xfrm>
            <a:custGeom>
              <a:avLst/>
              <a:gdLst>
                <a:gd name="T0" fmla="*/ 0 w 6122"/>
                <a:gd name="T1" fmla="*/ 6121 w 6122"/>
                <a:gd name="T2" fmla="*/ 6122 w 612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122">
                  <a:moveTo>
                    <a:pt x="0" y="0"/>
                  </a:moveTo>
                  <a:lnTo>
                    <a:pt x="6121" y="0"/>
                  </a:lnTo>
                  <a:lnTo>
                    <a:pt x="6122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B22CC78-0F80-221D-0ACC-06279780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3943"/>
              <a:ext cx="1360" cy="2"/>
            </a:xfrm>
            <a:custGeom>
              <a:avLst/>
              <a:gdLst>
                <a:gd name="T0" fmla="*/ 6121 w 6121"/>
                <a:gd name="T1" fmla="*/ 0 w 6121"/>
                <a:gd name="T2" fmla="*/ 1 w 61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121">
                  <a:moveTo>
                    <a:pt x="612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A19FBD7-D5EF-05C9-69DD-91E0815C7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2199"/>
              <a:ext cx="2" cy="1744"/>
            </a:xfrm>
            <a:custGeom>
              <a:avLst/>
              <a:gdLst>
                <a:gd name="T0" fmla="*/ 0 w 1"/>
                <a:gd name="T1" fmla="*/ 0 h 7841"/>
                <a:gd name="T2" fmla="*/ 0 w 1"/>
                <a:gd name="T3" fmla="*/ 7841 h 7841"/>
                <a:gd name="T4" fmla="*/ 1 w 1"/>
                <a:gd name="T5" fmla="*/ 7841 h 7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41">
                  <a:moveTo>
                    <a:pt x="0" y="0"/>
                  </a:moveTo>
                  <a:lnTo>
                    <a:pt x="0" y="7841"/>
                  </a:lnTo>
                  <a:lnTo>
                    <a:pt x="1" y="7841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8CD875A-2570-B8C7-C98F-618C68D20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199"/>
              <a:ext cx="2" cy="514"/>
            </a:xfrm>
            <a:custGeom>
              <a:avLst/>
              <a:gdLst>
                <a:gd name="T0" fmla="*/ 0 w 1"/>
                <a:gd name="T1" fmla="*/ 2307 h 2307"/>
                <a:gd name="T2" fmla="*/ 0 w 1"/>
                <a:gd name="T3" fmla="*/ 0 h 2307"/>
                <a:gd name="T4" fmla="*/ 1 w 1"/>
                <a:gd name="T5" fmla="*/ 0 h 2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307">
                  <a:moveTo>
                    <a:pt x="0" y="230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E09F0B1-C7B4-2960-DD00-E05281E0F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3429"/>
              <a:ext cx="2" cy="514"/>
            </a:xfrm>
            <a:custGeom>
              <a:avLst/>
              <a:gdLst>
                <a:gd name="T0" fmla="*/ 0 w 1"/>
                <a:gd name="T1" fmla="*/ 2307 h 2307"/>
                <a:gd name="T2" fmla="*/ 0 w 1"/>
                <a:gd name="T3" fmla="*/ 0 h 2307"/>
                <a:gd name="T4" fmla="*/ 1 w 1"/>
                <a:gd name="T5" fmla="*/ 0 h 2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307">
                  <a:moveTo>
                    <a:pt x="0" y="230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6556F60-701C-B3BA-E35F-4C1DC5D06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1908"/>
              <a:ext cx="844" cy="2"/>
            </a:xfrm>
            <a:custGeom>
              <a:avLst/>
              <a:gdLst>
                <a:gd name="T0" fmla="*/ 0 w 3797"/>
                <a:gd name="T1" fmla="*/ 3796 w 3797"/>
                <a:gd name="T2" fmla="*/ 3797 w 379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97">
                  <a:moveTo>
                    <a:pt x="0" y="0"/>
                  </a:moveTo>
                  <a:lnTo>
                    <a:pt x="3796" y="0"/>
                  </a:lnTo>
                  <a:lnTo>
                    <a:pt x="3797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0A27DC6-D61A-C0A5-90DA-B6E588B5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908"/>
              <a:ext cx="842" cy="2"/>
            </a:xfrm>
            <a:custGeom>
              <a:avLst/>
              <a:gdLst>
                <a:gd name="T0" fmla="*/ 0 w 3796"/>
                <a:gd name="T1" fmla="*/ 3795 w 3796"/>
                <a:gd name="T2" fmla="*/ 3796 w 379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96">
                  <a:moveTo>
                    <a:pt x="0" y="0"/>
                  </a:moveTo>
                  <a:lnTo>
                    <a:pt x="3795" y="0"/>
                  </a:lnTo>
                  <a:lnTo>
                    <a:pt x="3796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0EEE75A-F3C2-2A61-A269-49EA233CE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466"/>
              <a:ext cx="2" cy="1360"/>
            </a:xfrm>
            <a:custGeom>
              <a:avLst/>
              <a:gdLst>
                <a:gd name="T0" fmla="*/ 0 w 1"/>
                <a:gd name="T1" fmla="*/ 6125 h 6125"/>
                <a:gd name="T2" fmla="*/ 0 w 1"/>
                <a:gd name="T3" fmla="*/ 0 h 6125"/>
                <a:gd name="T4" fmla="*/ 1 w 1"/>
                <a:gd name="T5" fmla="*/ 0 h 6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125">
                  <a:moveTo>
                    <a:pt x="0" y="612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81BEF9E-BE54-8D32-35AC-4E6525E3D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466"/>
              <a:ext cx="2" cy="1360"/>
            </a:xfrm>
            <a:custGeom>
              <a:avLst/>
              <a:gdLst>
                <a:gd name="T0" fmla="*/ 0 w 1"/>
                <a:gd name="T1" fmla="*/ 0 h 6125"/>
                <a:gd name="T2" fmla="*/ 0 w 1"/>
                <a:gd name="T3" fmla="*/ 6125 h 6125"/>
                <a:gd name="T4" fmla="*/ 1 w 1"/>
                <a:gd name="T5" fmla="*/ 6125 h 6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125">
                  <a:moveTo>
                    <a:pt x="0" y="0"/>
                  </a:moveTo>
                  <a:lnTo>
                    <a:pt x="0" y="6125"/>
                  </a:lnTo>
                  <a:lnTo>
                    <a:pt x="1" y="6125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04347C2-CB0E-3929-48BB-C7B54D61A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1826"/>
              <a:ext cx="182" cy="2"/>
            </a:xfrm>
            <a:custGeom>
              <a:avLst/>
              <a:gdLst>
                <a:gd name="T0" fmla="*/ 0 w 817"/>
                <a:gd name="T1" fmla="*/ 816 w 817"/>
                <a:gd name="T2" fmla="*/ 817 w 81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17">
                  <a:moveTo>
                    <a:pt x="0" y="0"/>
                  </a:moveTo>
                  <a:lnTo>
                    <a:pt x="816" y="0"/>
                  </a:lnTo>
                  <a:lnTo>
                    <a:pt x="817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5A0DE627-0B78-E124-0C51-B39E715E0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826"/>
              <a:ext cx="182" cy="2"/>
            </a:xfrm>
            <a:custGeom>
              <a:avLst/>
              <a:gdLst>
                <a:gd name="T0" fmla="*/ 0 w 815"/>
                <a:gd name="T1" fmla="*/ 814 w 815"/>
                <a:gd name="T2" fmla="*/ 815 w 81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15">
                  <a:moveTo>
                    <a:pt x="0" y="0"/>
                  </a:moveTo>
                  <a:lnTo>
                    <a:pt x="814" y="0"/>
                  </a:lnTo>
                  <a:lnTo>
                    <a:pt x="815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F2C4994-085D-8C58-247C-D00F152E6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466"/>
              <a:ext cx="1742" cy="2"/>
            </a:xfrm>
            <a:custGeom>
              <a:avLst/>
              <a:gdLst>
                <a:gd name="T0" fmla="*/ 7835 w 7835"/>
                <a:gd name="T1" fmla="*/ 0 w 7835"/>
                <a:gd name="T2" fmla="*/ 1 w 783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835">
                  <a:moveTo>
                    <a:pt x="783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ED3CEFF-ED25-531C-D393-02A6E1AA1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1826"/>
              <a:ext cx="42" cy="82"/>
            </a:xfrm>
            <a:custGeom>
              <a:avLst/>
              <a:gdLst>
                <a:gd name="T0" fmla="*/ 190 w 190"/>
                <a:gd name="T1" fmla="*/ 0 h 368"/>
                <a:gd name="T2" fmla="*/ 0 w 190"/>
                <a:gd name="T3" fmla="*/ 368 h 368"/>
                <a:gd name="T4" fmla="*/ 1 w 190"/>
                <a:gd name="T5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" h="368">
                  <a:moveTo>
                    <a:pt x="190" y="0"/>
                  </a:moveTo>
                  <a:lnTo>
                    <a:pt x="0" y="368"/>
                  </a:lnTo>
                  <a:lnTo>
                    <a:pt x="1" y="368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B05EA29-3F62-30D8-321F-DD7014BE1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74"/>
              <a:ext cx="100" cy="192"/>
            </a:xfrm>
            <a:custGeom>
              <a:avLst/>
              <a:gdLst>
                <a:gd name="T0" fmla="*/ 443 w 443"/>
                <a:gd name="T1" fmla="*/ 0 h 858"/>
                <a:gd name="T2" fmla="*/ 0 w 443"/>
                <a:gd name="T3" fmla="*/ 858 h 858"/>
                <a:gd name="T4" fmla="*/ 1 w 443"/>
                <a:gd name="T5" fmla="*/ 858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3" h="858">
                  <a:moveTo>
                    <a:pt x="443" y="0"/>
                  </a:moveTo>
                  <a:lnTo>
                    <a:pt x="0" y="858"/>
                  </a:lnTo>
                  <a:lnTo>
                    <a:pt x="1" y="858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F9EC4DF3-54EA-36F4-B26B-46A90DBBF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274"/>
              <a:ext cx="98" cy="192"/>
            </a:xfrm>
            <a:custGeom>
              <a:avLst/>
              <a:gdLst>
                <a:gd name="T0" fmla="*/ 442 w 442"/>
                <a:gd name="T1" fmla="*/ 858 h 858"/>
                <a:gd name="T2" fmla="*/ 0 w 442"/>
                <a:gd name="T3" fmla="*/ 0 h 858"/>
                <a:gd name="T4" fmla="*/ 1 w 442"/>
                <a:gd name="T5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2" h="858">
                  <a:moveTo>
                    <a:pt x="442" y="85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648E7AA-9478-FDCD-AA13-2A8E4AFA4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1826"/>
              <a:ext cx="42" cy="82"/>
            </a:xfrm>
            <a:custGeom>
              <a:avLst/>
              <a:gdLst>
                <a:gd name="T0" fmla="*/ 190 w 190"/>
                <a:gd name="T1" fmla="*/ 368 h 368"/>
                <a:gd name="T2" fmla="*/ 0 w 190"/>
                <a:gd name="T3" fmla="*/ 0 h 368"/>
                <a:gd name="T4" fmla="*/ 1 w 190"/>
                <a:gd name="T5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" h="368">
                  <a:moveTo>
                    <a:pt x="190" y="3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Rectangle 46">
            <a:extLst>
              <a:ext uri="{FF2B5EF4-FFF2-40B4-BE49-F238E27FC236}">
                <a16:creationId xmlns:a16="http://schemas.microsoft.com/office/drawing/2014/main" id="{2E30F9D7-388C-B979-E702-DD4B9B9346B8}"/>
              </a:ext>
            </a:extLst>
          </p:cNvPr>
          <p:cNvSpPr txBox="1">
            <a:spLocks noChangeArrowheads="1"/>
          </p:cNvSpPr>
          <p:nvPr/>
        </p:nvSpPr>
        <p:spPr>
          <a:xfrm>
            <a:off x="100329" y="-63935"/>
            <a:ext cx="6860859" cy="6858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15.3  </a:t>
            </a:r>
            <a:r>
              <a:rPr lang="zh-CN" altLang="en-US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圆柱与圆锥偏贯</a:t>
            </a:r>
          </a:p>
        </p:txBody>
      </p:sp>
      <p:sp>
        <p:nvSpPr>
          <p:cNvPr id="44" name="矩形 1">
            <a:extLst>
              <a:ext uri="{FF2B5EF4-FFF2-40B4-BE49-F238E27FC236}">
                <a16:creationId xmlns:a16="http://schemas.microsoft.com/office/drawing/2014/main" id="{A970CEC2-ADEE-275C-128E-4BC4D97E86D8}"/>
              </a:ext>
            </a:extLst>
          </p:cNvPr>
          <p:cNvSpPr/>
          <p:nvPr/>
        </p:nvSpPr>
        <p:spPr>
          <a:xfrm>
            <a:off x="7376994" y="278965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辅助平面法，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作图过程略</a:t>
            </a:r>
          </a:p>
        </p:txBody>
      </p:sp>
      <p:sp>
        <p:nvSpPr>
          <p:cNvPr id="45" name="Smiley Face 44">
            <a:extLst>
              <a:ext uri="{FF2B5EF4-FFF2-40B4-BE49-F238E27FC236}">
                <a16:creationId xmlns:a16="http://schemas.microsoft.com/office/drawing/2014/main" id="{5EC0EE58-9B2E-F02D-B8D4-A27683A8DDA4}"/>
              </a:ext>
            </a:extLst>
          </p:cNvPr>
          <p:cNvSpPr/>
          <p:nvPr/>
        </p:nvSpPr>
        <p:spPr>
          <a:xfrm>
            <a:off x="8334436" y="6208601"/>
            <a:ext cx="264738" cy="249389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7E06C69-B2D4-8A7F-6C62-09A5C43FA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613" y="2188327"/>
            <a:ext cx="2647950" cy="329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1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4" grpId="0"/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EB8D7-AA6A-D5D1-8F18-13FF51B9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FF6E-7DAA-6B4A-BAC1-FFC5D64A611D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10EB8-74D0-C28F-DB69-5BB8B948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241A4-A079-73DA-3EE9-16616786F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16</a:t>
            </a:fld>
            <a:endParaRPr lang="en-US"/>
          </a:p>
        </p:txBody>
      </p:sp>
      <p:sp>
        <p:nvSpPr>
          <p:cNvPr id="5" name="AutoShape 2" descr="蓝色砂纸">
            <a:extLst>
              <a:ext uri="{FF2B5EF4-FFF2-40B4-BE49-F238E27FC236}">
                <a16:creationId xmlns:a16="http://schemas.microsoft.com/office/drawing/2014/main" id="{3DD4298B-9602-4E7B-6432-86D194E74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607" y="916556"/>
            <a:ext cx="2716212" cy="5228357"/>
          </a:xfrm>
          <a:prstGeom prst="plaque">
            <a:avLst>
              <a:gd name="adj" fmla="val 4299"/>
            </a:avLst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6" name="Text Box 3" descr="紫色网格">
            <a:extLst>
              <a:ext uri="{FF2B5EF4-FFF2-40B4-BE49-F238E27FC236}">
                <a16:creationId xmlns:a16="http://schemas.microsoft.com/office/drawing/2014/main" id="{3026E01E-9A11-7CFD-2261-B2880EAFC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93" y="500167"/>
            <a:ext cx="34547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defRPr>
            </a:lvl1pPr>
          </a:lstStyle>
          <a:p>
            <a:r>
              <a:rPr lang="zh-CN" altLang="zh-CN" sz="2800"/>
              <a:t>方法 3： </a:t>
            </a:r>
            <a:r>
              <a:rPr lang="zh-CN" altLang="en-US" sz="2800"/>
              <a:t>辅助球面法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E1F482A1-5095-4999-EB21-E3517D2C1043}"/>
              </a:ext>
            </a:extLst>
          </p:cNvPr>
          <p:cNvGrpSpPr>
            <a:grpSpLocks/>
          </p:cNvGrpSpPr>
          <p:nvPr/>
        </p:nvGrpSpPr>
        <p:grpSpPr bwMode="auto">
          <a:xfrm>
            <a:off x="1477479" y="1682526"/>
            <a:ext cx="1639888" cy="1338262"/>
            <a:chOff x="756" y="1199"/>
            <a:chExt cx="1033" cy="843"/>
          </a:xfrm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6CC52FAE-3BC9-685B-2B06-0C1DC806E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1199"/>
              <a:ext cx="843" cy="8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3CFFFC51-4109-CEB7-29E8-FBF74E505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1622"/>
              <a:ext cx="10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1AD9DA60-E1DE-18CB-FA3B-9DC22E8BFF0E}"/>
              </a:ext>
            </a:extLst>
          </p:cNvPr>
          <p:cNvGrpSpPr>
            <a:grpSpLocks/>
          </p:cNvGrpSpPr>
          <p:nvPr/>
        </p:nvGrpSpPr>
        <p:grpSpPr bwMode="auto">
          <a:xfrm>
            <a:off x="3458679" y="1523776"/>
            <a:ext cx="1639888" cy="1338262"/>
            <a:chOff x="2397" y="1262"/>
            <a:chExt cx="1033" cy="843"/>
          </a:xfrm>
        </p:grpSpPr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A7A30E69-11B7-6BFE-A887-2F09198AF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262"/>
              <a:ext cx="843" cy="8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1B50B6C4-F6C9-33FF-7A3E-0E671D3E1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7" y="1685"/>
              <a:ext cx="10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13" name="Group 10">
            <a:extLst>
              <a:ext uri="{FF2B5EF4-FFF2-40B4-BE49-F238E27FC236}">
                <a16:creationId xmlns:a16="http://schemas.microsoft.com/office/drawing/2014/main" id="{E4A73B59-4EEE-6184-0B64-AA6A3B025C5B}"/>
              </a:ext>
            </a:extLst>
          </p:cNvPr>
          <p:cNvGrpSpPr>
            <a:grpSpLocks/>
          </p:cNvGrpSpPr>
          <p:nvPr/>
        </p:nvGrpSpPr>
        <p:grpSpPr bwMode="auto">
          <a:xfrm>
            <a:off x="3287229" y="3403376"/>
            <a:ext cx="2028825" cy="1709737"/>
            <a:chOff x="2281" y="2448"/>
            <a:chExt cx="1278" cy="1077"/>
          </a:xfrm>
        </p:grpSpPr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2822918C-D68F-D5F1-1D1F-C69E1036A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1" y="2547"/>
              <a:ext cx="843" cy="8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19684C62-2AC8-6685-E881-7FC1BB133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" y="2970"/>
              <a:ext cx="12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1F76DD29-D526-1BDA-4074-7AB613E1F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" y="2448"/>
              <a:ext cx="0" cy="10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17" name="Group 14">
            <a:extLst>
              <a:ext uri="{FF2B5EF4-FFF2-40B4-BE49-F238E27FC236}">
                <a16:creationId xmlns:a16="http://schemas.microsoft.com/office/drawing/2014/main" id="{123A2318-1A2B-A858-7BDC-6370635D8000}"/>
              </a:ext>
            </a:extLst>
          </p:cNvPr>
          <p:cNvGrpSpPr>
            <a:grpSpLocks/>
          </p:cNvGrpSpPr>
          <p:nvPr/>
        </p:nvGrpSpPr>
        <p:grpSpPr bwMode="auto">
          <a:xfrm>
            <a:off x="1471129" y="3390676"/>
            <a:ext cx="1639888" cy="1709737"/>
            <a:chOff x="989" y="1145"/>
            <a:chExt cx="1033" cy="1077"/>
          </a:xfrm>
        </p:grpSpPr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22BC2602-942D-D413-5FEA-8C24E1940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" y="1244"/>
              <a:ext cx="843" cy="8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4205E207-867C-3716-84E2-FDE088DDC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1667"/>
              <a:ext cx="10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D1315C85-38D3-52A1-7495-E1801E0B1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1" y="1145"/>
              <a:ext cx="0" cy="10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21" name="Oval 18">
            <a:extLst>
              <a:ext uri="{FF2B5EF4-FFF2-40B4-BE49-F238E27FC236}">
                <a16:creationId xmlns:a16="http://schemas.microsoft.com/office/drawing/2014/main" id="{E8C848B3-6DC0-40AA-F1A7-FEB878A8C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2917" y="3731988"/>
            <a:ext cx="987425" cy="987425"/>
          </a:xfrm>
          <a:prstGeom prst="ellips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62B9FE6D-4F16-E098-BA8F-A17B908870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1329" y="1503138"/>
            <a:ext cx="0" cy="4000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A7FC1F68-869C-A51C-96AB-C34A28AD4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1804" y="1512663"/>
            <a:ext cx="10191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07996131-E22C-9F3A-5D1F-236446464D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0979" y="1519013"/>
            <a:ext cx="1588" cy="4000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DC0F70D-872C-5DDC-AB39-D3E7768C1B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1329" y="2789013"/>
            <a:ext cx="0" cy="4000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C0B48542-F34F-A5CE-E980-37B501E0A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079" y="1655538"/>
            <a:ext cx="949325" cy="323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4888583F-5C2B-6B30-8717-03B819D7D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0854" y="1903188"/>
            <a:ext cx="10001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5E384A5A-641D-1508-2AE8-8186FCEF64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95104" y="2779488"/>
            <a:ext cx="6350" cy="40957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5A45542-AEEE-614F-9AA8-292936853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1329" y="3179538"/>
            <a:ext cx="100012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DF1E1DCB-4F4A-DD05-E788-D299D964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54" y="2722338"/>
            <a:ext cx="949325" cy="323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51A96BE6-1DB2-9852-06A8-5AE12FA35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1804" y="2792188"/>
            <a:ext cx="10255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2043C33C-73FF-6D99-29C1-2747DDB80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6154" y="1344388"/>
            <a:ext cx="0" cy="2033588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C116F320-A5F6-F2B0-FFCE-1839C7607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217" y="3070001"/>
            <a:ext cx="1684337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4" name="Oval 31">
            <a:extLst>
              <a:ext uri="{FF2B5EF4-FFF2-40B4-BE49-F238E27FC236}">
                <a16:creationId xmlns:a16="http://schemas.microsoft.com/office/drawing/2014/main" id="{1456166C-A665-F736-D855-C95133A8F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204" y="3408138"/>
            <a:ext cx="1641475" cy="1641475"/>
          </a:xfrm>
          <a:prstGeom prst="ellips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3E7110A3-57A1-0E25-1EFE-79C8246F0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317" y="1403126"/>
            <a:ext cx="333375" cy="22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DAE6EB6D-5CA3-FC34-74BC-71ED55E35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4792" y="1546001"/>
            <a:ext cx="36195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B8EEC38A-C109-5FD6-397B-D638E6357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692" y="2346101"/>
            <a:ext cx="1181100" cy="561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3E139CC5-CEB2-7C64-A31E-5091210A8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7354" y="1115788"/>
            <a:ext cx="0" cy="213836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FA9B12DF-FE95-1D3D-D03E-40D3AA6BB3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07967" y="1165001"/>
            <a:ext cx="177800" cy="4000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BD288305-5255-9650-7F50-7ED6E0E21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5767" y="1155476"/>
            <a:ext cx="168275" cy="39052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0B8B0457-2EF9-B9BE-D4C9-2EAF22180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5692" y="2508026"/>
            <a:ext cx="120015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F418EFC2-93C2-1323-F3ED-45EE08887D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8392" y="1584101"/>
            <a:ext cx="415925" cy="933450"/>
          </a:xfrm>
          <a:prstGeom prst="line">
            <a:avLst/>
          </a:prstGeom>
          <a:noFill/>
          <a:ln w="9525">
            <a:solidFill>
              <a:srgbClr val="333399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6A6FB9A1-6112-889A-7D87-01D50D0423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7567" y="2493738"/>
            <a:ext cx="257175" cy="576263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DDA26E99-F70F-F3E4-6F2F-26C27EA19B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6742" y="1555526"/>
            <a:ext cx="401637" cy="971550"/>
          </a:xfrm>
          <a:prstGeom prst="line">
            <a:avLst/>
          </a:prstGeom>
          <a:noFill/>
          <a:ln w="9525">
            <a:solidFill>
              <a:srgbClr val="333399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AB4E537B-2289-60A2-F7D4-676B6E36B5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4092" y="2492151"/>
            <a:ext cx="246062" cy="57150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3511DF0D-BAAE-83D6-F581-4B3D836507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1329" y="1865088"/>
            <a:ext cx="0" cy="895350"/>
          </a:xfrm>
          <a:prstGeom prst="line">
            <a:avLst/>
          </a:prstGeom>
          <a:noFill/>
          <a:ln w="9525">
            <a:solidFill>
              <a:srgbClr val="333399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5FECD398-7A4B-2163-362F-09325BA9A8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01454" y="1893663"/>
            <a:ext cx="0" cy="895350"/>
          </a:xfrm>
          <a:prstGeom prst="line">
            <a:avLst/>
          </a:prstGeom>
          <a:noFill/>
          <a:ln w="9525">
            <a:solidFill>
              <a:srgbClr val="333399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8" name="Oval 45">
            <a:extLst>
              <a:ext uri="{FF2B5EF4-FFF2-40B4-BE49-F238E27FC236}">
                <a16:creationId xmlns:a16="http://schemas.microsoft.com/office/drawing/2014/main" id="{3E380CE2-43D6-2E50-2C02-A7BBFFD0C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3842" y="4060601"/>
            <a:ext cx="333375" cy="33337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9" name="Oval 46">
            <a:extLst>
              <a:ext uri="{FF2B5EF4-FFF2-40B4-BE49-F238E27FC236}">
                <a16:creationId xmlns:a16="http://schemas.microsoft.com/office/drawing/2014/main" id="{95CAF57A-B830-4AD5-4B6E-4898835A3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742" y="3641501"/>
            <a:ext cx="1181100" cy="1181100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50" name="Group 47">
            <a:extLst>
              <a:ext uri="{FF2B5EF4-FFF2-40B4-BE49-F238E27FC236}">
                <a16:creationId xmlns:a16="http://schemas.microsoft.com/office/drawing/2014/main" id="{DCFB0C5D-4D9A-725E-478C-538E0053C630}"/>
              </a:ext>
            </a:extLst>
          </p:cNvPr>
          <p:cNvGrpSpPr>
            <a:grpSpLocks/>
          </p:cNvGrpSpPr>
          <p:nvPr/>
        </p:nvGrpSpPr>
        <p:grpSpPr bwMode="auto">
          <a:xfrm>
            <a:off x="5449404" y="1504726"/>
            <a:ext cx="1628775" cy="1338262"/>
            <a:chOff x="3973" y="1197"/>
            <a:chExt cx="1026" cy="843"/>
          </a:xfrm>
        </p:grpSpPr>
        <p:sp>
          <p:nvSpPr>
            <p:cNvPr id="51" name="Oval 48">
              <a:extLst>
                <a:ext uri="{FF2B5EF4-FFF2-40B4-BE49-F238E27FC236}">
                  <a16:creationId xmlns:a16="http://schemas.microsoft.com/office/drawing/2014/main" id="{5B998B67-97C6-FEC5-8654-AE220DABA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7" y="1197"/>
              <a:ext cx="843" cy="8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505B13AA-5675-4E9C-6D83-9A57ACC10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3" y="1620"/>
              <a:ext cx="10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53" name="Group 50">
            <a:extLst>
              <a:ext uri="{FF2B5EF4-FFF2-40B4-BE49-F238E27FC236}">
                <a16:creationId xmlns:a16="http://schemas.microsoft.com/office/drawing/2014/main" id="{4199DA60-5358-DE42-2489-DACF6A7DCCA2}"/>
              </a:ext>
            </a:extLst>
          </p:cNvPr>
          <p:cNvGrpSpPr>
            <a:grpSpLocks/>
          </p:cNvGrpSpPr>
          <p:nvPr/>
        </p:nvGrpSpPr>
        <p:grpSpPr bwMode="auto">
          <a:xfrm>
            <a:off x="5449404" y="3403376"/>
            <a:ext cx="1628775" cy="1709737"/>
            <a:chOff x="3889" y="2448"/>
            <a:chExt cx="1026" cy="1077"/>
          </a:xfrm>
        </p:grpSpPr>
        <p:sp>
          <p:nvSpPr>
            <p:cNvPr id="54" name="Oval 51">
              <a:extLst>
                <a:ext uri="{FF2B5EF4-FFF2-40B4-BE49-F238E27FC236}">
                  <a16:creationId xmlns:a16="http://schemas.microsoft.com/office/drawing/2014/main" id="{3FAF8375-AE91-5EA8-DC3F-FDBDA9C15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3" y="2547"/>
              <a:ext cx="843" cy="8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FE6A9D11-37DF-30D0-572D-3970068B4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970"/>
              <a:ext cx="10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677C3357-93BC-96B3-6B72-F9DF58B9C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" y="2448"/>
              <a:ext cx="0" cy="10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57" name="Rectangle 54">
            <a:extLst>
              <a:ext uri="{FF2B5EF4-FFF2-40B4-BE49-F238E27FC236}">
                <a16:creationId xmlns:a16="http://schemas.microsoft.com/office/drawing/2014/main" id="{3391482E-1C04-B004-2128-BD6BA640D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192" y="1268188"/>
            <a:ext cx="933450" cy="390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8" name="Arc 56">
            <a:extLst>
              <a:ext uri="{FF2B5EF4-FFF2-40B4-BE49-F238E27FC236}">
                <a16:creationId xmlns:a16="http://schemas.microsoft.com/office/drawing/2014/main" id="{3454D584-A6EC-4D0C-E741-659C2FFBB406}"/>
              </a:ext>
            </a:extLst>
          </p:cNvPr>
          <p:cNvSpPr>
            <a:spLocks/>
          </p:cNvSpPr>
          <p:nvPr/>
        </p:nvSpPr>
        <p:spPr bwMode="auto">
          <a:xfrm flipV="1">
            <a:off x="5757379" y="1647601"/>
            <a:ext cx="990600" cy="693737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305 w 43200"/>
              <a:gd name="T1" fmla="*/ 28994 h 30269"/>
              <a:gd name="T2" fmla="*/ 41384 w 43200"/>
              <a:gd name="T3" fmla="*/ 30269 h 30269"/>
              <a:gd name="T4" fmla="*/ 21600 w 43200"/>
              <a:gd name="T5" fmla="*/ 21600 h 30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30269" fill="none" extrusionOk="0">
                <a:moveTo>
                  <a:pt x="1304" y="28994"/>
                </a:moveTo>
                <a:cubicBezTo>
                  <a:pt x="441" y="26624"/>
                  <a:pt x="0" y="2412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4584"/>
                  <a:pt x="42581" y="27535"/>
                  <a:pt x="41384" y="30269"/>
                </a:cubicBezTo>
              </a:path>
              <a:path w="43200" h="30269" stroke="0" extrusionOk="0">
                <a:moveTo>
                  <a:pt x="1304" y="28994"/>
                </a:moveTo>
                <a:cubicBezTo>
                  <a:pt x="441" y="26624"/>
                  <a:pt x="0" y="2412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4584"/>
                  <a:pt x="42581" y="27535"/>
                  <a:pt x="41384" y="30269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>
            <a:solidFill>
              <a:srgbClr val="CC0000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9" name="Line 57">
            <a:extLst>
              <a:ext uri="{FF2B5EF4-FFF2-40B4-BE49-F238E27FC236}">
                <a16:creationId xmlns:a16="http://schemas.microsoft.com/office/drawing/2014/main" id="{1BCAE9CC-7BAA-ED19-DF87-08BB5E73A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4267" y="1388838"/>
            <a:ext cx="0" cy="179546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0" name="Line 58">
            <a:extLst>
              <a:ext uri="{FF2B5EF4-FFF2-40B4-BE49-F238E27FC236}">
                <a16:creationId xmlns:a16="http://schemas.microsoft.com/office/drawing/2014/main" id="{43743A94-82ED-B00C-1A11-D9E562408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192" y="1684113"/>
            <a:ext cx="9525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1" name="Oval 59">
            <a:extLst>
              <a:ext uri="{FF2B5EF4-FFF2-40B4-BE49-F238E27FC236}">
                <a16:creationId xmlns:a16="http://schemas.microsoft.com/office/drawing/2014/main" id="{2020264D-7AB3-E7E7-A79C-D054D4FB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0717" y="3765326"/>
            <a:ext cx="933450" cy="93345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2" name="Text Box 60" descr="紫色网格">
            <a:extLst>
              <a:ext uri="{FF2B5EF4-FFF2-40B4-BE49-F238E27FC236}">
                <a16:creationId xmlns:a16="http://schemas.microsoft.com/office/drawing/2014/main" id="{F7EFA077-2CA9-586A-5E8A-1E66AF359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9447" y="5525353"/>
            <a:ext cx="4624387" cy="83099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当球面与回转面共轴时，其交线为垂直于轴线的圆</a:t>
            </a:r>
          </a:p>
        </p:txBody>
      </p:sp>
      <p:sp>
        <p:nvSpPr>
          <p:cNvPr id="63" name="Text Box 61">
            <a:extLst>
              <a:ext uri="{FF2B5EF4-FFF2-40B4-BE49-F238E27FC236}">
                <a16:creationId xmlns:a16="http://schemas.microsoft.com/office/drawing/2014/main" id="{29F0F30E-5247-37DC-4012-750C9723E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527" y="1081983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应用条件</a:t>
            </a:r>
            <a:endParaRPr lang="zh-CN" altLang="en-US" sz="3200" dirty="0">
              <a:solidFill>
                <a:srgbClr val="A5002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64" name="Text Box 62">
            <a:extLst>
              <a:ext uri="{FF2B5EF4-FFF2-40B4-BE49-F238E27FC236}">
                <a16:creationId xmlns:a16="http://schemas.microsoft.com/office/drawing/2014/main" id="{84C58734-07C6-05C7-69D8-9DE21E68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7906" y="1817463"/>
            <a:ext cx="2334622" cy="156966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  <a:sym typeface="Monotype Sorts" charset="2"/>
              </a:rPr>
              <a:t>二相交表面   均为回转面：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  <a:sym typeface="Monotype Sorts" charset="2"/>
              </a:rPr>
              <a:t>两回转体相交</a:t>
            </a:r>
            <a:endParaRPr lang="en-US" altLang="zh-CN" sz="2400" b="1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DengXian" charset="-122"/>
              <a:sym typeface="Monotype Sorts" charset="2"/>
            </a:endParaRPr>
          </a:p>
        </p:txBody>
      </p:sp>
      <p:sp>
        <p:nvSpPr>
          <p:cNvPr id="65" name="Rectangle 63">
            <a:extLst>
              <a:ext uri="{FF2B5EF4-FFF2-40B4-BE49-F238E27FC236}">
                <a16:creationId xmlns:a16="http://schemas.microsoft.com/office/drawing/2014/main" id="{81DE8023-5D56-561A-B9D1-15CDA57D4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154" y="3523889"/>
            <a:ext cx="23811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  <a:sym typeface="Monotype Sorts" charset="2"/>
              </a:rPr>
              <a:t>二轴线必须   相交，其交   点即为辅助   球面的球心：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  <a:sym typeface="Monotype Sorts" charset="2"/>
              </a:rPr>
              <a:t>轴线相交且反映实长</a:t>
            </a:r>
            <a:endParaRPr lang="en-US" altLang="zh-CN" sz="2400" b="1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DengXian" charset="-122"/>
              <a:sym typeface="Monotype Sorts" charset="2"/>
            </a:endParaRPr>
          </a:p>
        </p:txBody>
      </p:sp>
      <p:sp>
        <p:nvSpPr>
          <p:cNvPr id="66" name="Arc 55">
            <a:extLst>
              <a:ext uri="{FF2B5EF4-FFF2-40B4-BE49-F238E27FC236}">
                <a16:creationId xmlns:a16="http://schemas.microsoft.com/office/drawing/2014/main" id="{CA04F5B8-BC8A-07FC-92E2-12DC00B36C39}"/>
              </a:ext>
            </a:extLst>
          </p:cNvPr>
          <p:cNvSpPr>
            <a:spLocks/>
          </p:cNvSpPr>
          <p:nvPr/>
        </p:nvSpPr>
        <p:spPr bwMode="auto">
          <a:xfrm flipV="1">
            <a:off x="5787542" y="1352326"/>
            <a:ext cx="931862" cy="495300"/>
          </a:xfrm>
          <a:custGeom>
            <a:avLst/>
            <a:gdLst>
              <a:gd name="G0" fmla="+- 20226 0 0"/>
              <a:gd name="G1" fmla="+- 0 0 0"/>
              <a:gd name="G2" fmla="+- 21600 0 0"/>
              <a:gd name="T0" fmla="*/ 40624 w 40624"/>
              <a:gd name="T1" fmla="*/ 7106 h 21600"/>
              <a:gd name="T2" fmla="*/ 0 w 40624"/>
              <a:gd name="T3" fmla="*/ 7582 h 21600"/>
              <a:gd name="T4" fmla="*/ 20226 w 4062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624" h="21600" fill="none" extrusionOk="0">
                <a:moveTo>
                  <a:pt x="40623" y="7105"/>
                </a:moveTo>
                <a:cubicBezTo>
                  <a:pt x="37600" y="15784"/>
                  <a:pt x="29416" y="21599"/>
                  <a:pt x="20226" y="21599"/>
                </a:cubicBezTo>
                <a:cubicBezTo>
                  <a:pt x="11221" y="21599"/>
                  <a:pt x="3161" y="16013"/>
                  <a:pt x="0" y="7581"/>
                </a:cubicBezTo>
              </a:path>
              <a:path w="40624" h="21600" stroke="0" extrusionOk="0">
                <a:moveTo>
                  <a:pt x="40623" y="7105"/>
                </a:moveTo>
                <a:cubicBezTo>
                  <a:pt x="37600" y="15784"/>
                  <a:pt x="29416" y="21599"/>
                  <a:pt x="20226" y="21599"/>
                </a:cubicBezTo>
                <a:cubicBezTo>
                  <a:pt x="11221" y="21599"/>
                  <a:pt x="3161" y="16013"/>
                  <a:pt x="0" y="7581"/>
                </a:cubicBezTo>
                <a:lnTo>
                  <a:pt x="20226" y="0"/>
                </a:lnTo>
                <a:close/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BF8A1AE1-55DE-AF38-1003-8EAE51D20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105067" y="1919063"/>
            <a:ext cx="1716059" cy="3670716"/>
          </a:xfrm>
          <a:prstGeom prst="rect">
            <a:avLst/>
          </a:prstGeom>
        </p:spPr>
      </p:pic>
      <p:sp>
        <p:nvSpPr>
          <p:cNvPr id="68" name="Line 38">
            <a:extLst>
              <a:ext uri="{FF2B5EF4-FFF2-40B4-BE49-F238E27FC236}">
                <a16:creationId xmlns:a16="http://schemas.microsoft.com/office/drawing/2014/main" id="{45F5A4B1-1E70-7200-6E02-5FA888B82A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317" y="1552351"/>
            <a:ext cx="323850" cy="31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004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75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75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7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7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75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75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 autoUpdateAnimBg="0"/>
      <p:bldP spid="63" grpId="0" autoUpdateAnimBg="0"/>
      <p:bldP spid="64" grpId="0" animBg="1" autoUpdateAnimBg="0"/>
      <p:bldP spid="65" grpId="0" autoUpdateAnimBg="0"/>
      <p:bldP spid="66" grpId="0" animBg="1"/>
      <p:bldP spid="6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1EA3F-2ADD-9FDE-D09B-846746E66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2D200-FAD1-9A47-91B2-6C7F59A28DF8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5C92C-2D94-39C2-0554-AC9771A6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1B4D6-DD06-5CE7-0A3D-0A23713D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17</a:t>
            </a:fld>
            <a:endParaRPr lang="en-US"/>
          </a:p>
        </p:txBody>
      </p:sp>
      <p:sp>
        <p:nvSpPr>
          <p:cNvPr id="5" name="Freeform 98" descr="棕色大理石">
            <a:extLst>
              <a:ext uri="{FF2B5EF4-FFF2-40B4-BE49-F238E27FC236}">
                <a16:creationId xmlns:a16="http://schemas.microsoft.com/office/drawing/2014/main" id="{5F4FC579-0D94-CB70-37AE-68A5E9D404AA}"/>
              </a:ext>
            </a:extLst>
          </p:cNvPr>
          <p:cNvSpPr>
            <a:spLocks/>
          </p:cNvSpPr>
          <p:nvPr/>
        </p:nvSpPr>
        <p:spPr bwMode="auto">
          <a:xfrm>
            <a:off x="3041097" y="2655887"/>
            <a:ext cx="1143000" cy="1514475"/>
          </a:xfrm>
          <a:custGeom>
            <a:avLst/>
            <a:gdLst>
              <a:gd name="T0" fmla="*/ 0 w 720"/>
              <a:gd name="T1" fmla="*/ 882 h 954"/>
              <a:gd name="T2" fmla="*/ 78 w 720"/>
              <a:gd name="T3" fmla="*/ 822 h 954"/>
              <a:gd name="T4" fmla="*/ 720 w 720"/>
              <a:gd name="T5" fmla="*/ 0 h 954"/>
              <a:gd name="T6" fmla="*/ 18 w 720"/>
              <a:gd name="T7" fmla="*/ 954 h 954"/>
              <a:gd name="T8" fmla="*/ 0 w 720"/>
              <a:gd name="T9" fmla="*/ 882 h 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0" h="954">
                <a:moveTo>
                  <a:pt x="0" y="882"/>
                </a:moveTo>
                <a:cubicBezTo>
                  <a:pt x="20" y="878"/>
                  <a:pt x="78" y="822"/>
                  <a:pt x="78" y="822"/>
                </a:cubicBezTo>
                <a:lnTo>
                  <a:pt x="720" y="0"/>
                </a:lnTo>
                <a:lnTo>
                  <a:pt x="18" y="954"/>
                </a:lnTo>
                <a:lnTo>
                  <a:pt x="0" y="88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Freeform 99" descr="棕色大理石">
            <a:extLst>
              <a:ext uri="{FF2B5EF4-FFF2-40B4-BE49-F238E27FC236}">
                <a16:creationId xmlns:a16="http://schemas.microsoft.com/office/drawing/2014/main" id="{0C13F95E-7374-FDB1-D550-1A45E9AE4378}"/>
              </a:ext>
            </a:extLst>
          </p:cNvPr>
          <p:cNvSpPr>
            <a:spLocks/>
          </p:cNvSpPr>
          <p:nvPr/>
        </p:nvSpPr>
        <p:spPr bwMode="auto">
          <a:xfrm>
            <a:off x="2736297" y="2836862"/>
            <a:ext cx="1076325" cy="342900"/>
          </a:xfrm>
          <a:custGeom>
            <a:avLst/>
            <a:gdLst>
              <a:gd name="T0" fmla="*/ 30 w 678"/>
              <a:gd name="T1" fmla="*/ 144 h 216"/>
              <a:gd name="T2" fmla="*/ 678 w 678"/>
              <a:gd name="T3" fmla="*/ 0 h 216"/>
              <a:gd name="T4" fmla="*/ 0 w 678"/>
              <a:gd name="T5" fmla="*/ 216 h 216"/>
              <a:gd name="T6" fmla="*/ 30 w 678"/>
              <a:gd name="T7" fmla="*/ 144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8" h="216">
                <a:moveTo>
                  <a:pt x="30" y="144"/>
                </a:moveTo>
                <a:lnTo>
                  <a:pt x="678" y="0"/>
                </a:lnTo>
                <a:lnTo>
                  <a:pt x="0" y="216"/>
                </a:lnTo>
                <a:lnTo>
                  <a:pt x="30" y="14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" name="Text Box 100">
            <a:extLst>
              <a:ext uri="{FF2B5EF4-FFF2-40B4-BE49-F238E27FC236}">
                <a16:creationId xmlns:a16="http://schemas.microsoft.com/office/drawing/2014/main" id="{1FBD3D93-F314-3F64-69FC-48D41AAB9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750" y="558403"/>
            <a:ext cx="13260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例</a:t>
            </a:r>
            <a:r>
              <a:rPr lang="en-US" altLang="zh-CN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15. 4</a:t>
            </a:r>
            <a:endParaRPr lang="zh-CN" altLang="en-US" sz="2800" b="1">
              <a:solidFill>
                <a:srgbClr val="C00000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8" name="Group 101">
            <a:extLst>
              <a:ext uri="{FF2B5EF4-FFF2-40B4-BE49-F238E27FC236}">
                <a16:creationId xmlns:a16="http://schemas.microsoft.com/office/drawing/2014/main" id="{1F0767F3-81E7-DEAA-9DB7-E0F37006CF30}"/>
              </a:ext>
            </a:extLst>
          </p:cNvPr>
          <p:cNvGrpSpPr>
            <a:grpSpLocks/>
          </p:cNvGrpSpPr>
          <p:nvPr/>
        </p:nvGrpSpPr>
        <p:grpSpPr bwMode="auto">
          <a:xfrm>
            <a:off x="2033035" y="935037"/>
            <a:ext cx="3722687" cy="5786438"/>
            <a:chOff x="733" y="398"/>
            <a:chExt cx="2345" cy="3645"/>
          </a:xfrm>
        </p:grpSpPr>
        <p:grpSp>
          <p:nvGrpSpPr>
            <p:cNvPr id="9" name="Group 102">
              <a:extLst>
                <a:ext uri="{FF2B5EF4-FFF2-40B4-BE49-F238E27FC236}">
                  <a16:creationId xmlns:a16="http://schemas.microsoft.com/office/drawing/2014/main" id="{D00DFE75-1D0F-3925-16EE-C075BBE273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3" y="2253"/>
              <a:ext cx="2345" cy="1790"/>
              <a:chOff x="733" y="2253"/>
              <a:chExt cx="2345" cy="1790"/>
            </a:xfrm>
          </p:grpSpPr>
          <p:sp>
            <p:nvSpPr>
              <p:cNvPr id="20" name="Line 103">
                <a:extLst>
                  <a:ext uri="{FF2B5EF4-FFF2-40B4-BE49-F238E27FC236}">
                    <a16:creationId xmlns:a16="http://schemas.microsoft.com/office/drawing/2014/main" id="{4BBB3137-9C7F-A3FC-7FB6-5A23BC535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3" y="3153"/>
                <a:ext cx="2345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1" name="Line 104">
                <a:extLst>
                  <a:ext uri="{FF2B5EF4-FFF2-40B4-BE49-F238E27FC236}">
                    <a16:creationId xmlns:a16="http://schemas.microsoft.com/office/drawing/2014/main" id="{23CA5BCB-4A58-9A6D-0A72-E4AFA421A5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7" y="2253"/>
                <a:ext cx="0" cy="179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2" name="Line 105">
                <a:extLst>
                  <a:ext uri="{FF2B5EF4-FFF2-40B4-BE49-F238E27FC236}">
                    <a16:creationId xmlns:a16="http://schemas.microsoft.com/office/drawing/2014/main" id="{EE1F2B04-AD35-1B46-00DC-7688BE3E5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2622"/>
                <a:ext cx="0" cy="109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3" name="Line 106">
                <a:extLst>
                  <a:ext uri="{FF2B5EF4-FFF2-40B4-BE49-F238E27FC236}">
                    <a16:creationId xmlns:a16="http://schemas.microsoft.com/office/drawing/2014/main" id="{5E960EC7-E249-5227-88FF-0309EB2EA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1" y="2733"/>
                <a:ext cx="656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4" name="Line 107">
                <a:extLst>
                  <a:ext uri="{FF2B5EF4-FFF2-40B4-BE49-F238E27FC236}">
                    <a16:creationId xmlns:a16="http://schemas.microsoft.com/office/drawing/2014/main" id="{D7C43657-7360-39CE-D632-43DBEDF45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2" y="3589"/>
                <a:ext cx="612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5" name="Oval 108">
                <a:extLst>
                  <a:ext uri="{FF2B5EF4-FFF2-40B4-BE49-F238E27FC236}">
                    <a16:creationId xmlns:a16="http://schemas.microsoft.com/office/drawing/2014/main" id="{E23F33BA-3CED-9682-BC86-B6CD54666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7" y="2734"/>
                <a:ext cx="510" cy="856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6" name="Arc 109">
                <a:extLst>
                  <a:ext uri="{FF2B5EF4-FFF2-40B4-BE49-F238E27FC236}">
                    <a16:creationId xmlns:a16="http://schemas.microsoft.com/office/drawing/2014/main" id="{93FA8B20-E539-1B9F-F6FC-285D4E7C988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546" y="2412"/>
                <a:ext cx="1366" cy="1500"/>
              </a:xfrm>
              <a:custGeom>
                <a:avLst/>
                <a:gdLst>
                  <a:gd name="G0" fmla="+- 17746 0 0"/>
                  <a:gd name="G1" fmla="+- 21600 0 0"/>
                  <a:gd name="G2" fmla="+- 21600 0 0"/>
                  <a:gd name="T0" fmla="*/ 0 w 39346"/>
                  <a:gd name="T1" fmla="*/ 9287 h 43200"/>
                  <a:gd name="T2" fmla="*/ 240 w 39346"/>
                  <a:gd name="T3" fmla="*/ 34253 h 43200"/>
                  <a:gd name="T4" fmla="*/ 17746 w 39346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346" h="43200" fill="none" extrusionOk="0">
                    <a:moveTo>
                      <a:pt x="-1" y="9286"/>
                    </a:moveTo>
                    <a:cubicBezTo>
                      <a:pt x="4035" y="3469"/>
                      <a:pt x="10666" y="-1"/>
                      <a:pt x="17746" y="-1"/>
                    </a:cubicBezTo>
                    <a:cubicBezTo>
                      <a:pt x="29675" y="0"/>
                      <a:pt x="39346" y="9670"/>
                      <a:pt x="39346" y="21600"/>
                    </a:cubicBezTo>
                    <a:cubicBezTo>
                      <a:pt x="39346" y="33529"/>
                      <a:pt x="29675" y="43200"/>
                      <a:pt x="17746" y="43200"/>
                    </a:cubicBezTo>
                    <a:cubicBezTo>
                      <a:pt x="10812" y="43199"/>
                      <a:pt x="4301" y="39872"/>
                      <a:pt x="239" y="34253"/>
                    </a:cubicBezTo>
                  </a:path>
                  <a:path w="39346" h="43200" stroke="0" extrusionOk="0">
                    <a:moveTo>
                      <a:pt x="-1" y="9286"/>
                    </a:moveTo>
                    <a:cubicBezTo>
                      <a:pt x="4035" y="3469"/>
                      <a:pt x="10666" y="-1"/>
                      <a:pt x="17746" y="-1"/>
                    </a:cubicBezTo>
                    <a:cubicBezTo>
                      <a:pt x="29675" y="0"/>
                      <a:pt x="39346" y="9670"/>
                      <a:pt x="39346" y="21600"/>
                    </a:cubicBezTo>
                    <a:cubicBezTo>
                      <a:pt x="39346" y="33529"/>
                      <a:pt x="29675" y="43200"/>
                      <a:pt x="17746" y="43200"/>
                    </a:cubicBezTo>
                    <a:cubicBezTo>
                      <a:pt x="10812" y="43199"/>
                      <a:pt x="4301" y="39872"/>
                      <a:pt x="239" y="34253"/>
                    </a:cubicBezTo>
                    <a:lnTo>
                      <a:pt x="17746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7" name="Arc 110">
                <a:extLst>
                  <a:ext uri="{FF2B5EF4-FFF2-40B4-BE49-F238E27FC236}">
                    <a16:creationId xmlns:a16="http://schemas.microsoft.com/office/drawing/2014/main" id="{A791B64A-6DD7-7D8E-B2E8-A355045921D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409" y="2721"/>
                <a:ext cx="750" cy="835"/>
              </a:xfrm>
              <a:custGeom>
                <a:avLst/>
                <a:gdLst>
                  <a:gd name="G0" fmla="+- 21600 0 0"/>
                  <a:gd name="G1" fmla="+- 11495 0 0"/>
                  <a:gd name="G2" fmla="+- 21600 0 0"/>
                  <a:gd name="T0" fmla="*/ 4033 w 21600"/>
                  <a:gd name="T1" fmla="*/ 24063 h 24063"/>
                  <a:gd name="T2" fmla="*/ 3313 w 21600"/>
                  <a:gd name="T3" fmla="*/ 0 h 24063"/>
                  <a:gd name="T4" fmla="*/ 21600 w 21600"/>
                  <a:gd name="T5" fmla="*/ 11495 h 24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4063" fill="none" extrusionOk="0">
                    <a:moveTo>
                      <a:pt x="4032" y="24063"/>
                    </a:moveTo>
                    <a:cubicBezTo>
                      <a:pt x="1410" y="20397"/>
                      <a:pt x="0" y="16002"/>
                      <a:pt x="0" y="11495"/>
                    </a:cubicBezTo>
                    <a:cubicBezTo>
                      <a:pt x="0" y="7427"/>
                      <a:pt x="1148" y="3443"/>
                      <a:pt x="3312" y="-1"/>
                    </a:cubicBezTo>
                  </a:path>
                  <a:path w="21600" h="24063" stroke="0" extrusionOk="0">
                    <a:moveTo>
                      <a:pt x="4032" y="24063"/>
                    </a:moveTo>
                    <a:cubicBezTo>
                      <a:pt x="1410" y="20397"/>
                      <a:pt x="0" y="16002"/>
                      <a:pt x="0" y="11495"/>
                    </a:cubicBezTo>
                    <a:cubicBezTo>
                      <a:pt x="0" y="7427"/>
                      <a:pt x="1148" y="3443"/>
                      <a:pt x="3312" y="-1"/>
                    </a:cubicBezTo>
                    <a:lnTo>
                      <a:pt x="21600" y="11495"/>
                    </a:lnTo>
                    <a:close/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10" name="Group 111">
              <a:extLst>
                <a:ext uri="{FF2B5EF4-FFF2-40B4-BE49-F238E27FC236}">
                  <a16:creationId xmlns:a16="http://schemas.microsoft.com/office/drawing/2014/main" id="{0EAAD9BE-2A12-71D7-5C24-F09BDB2E20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5" y="398"/>
              <a:ext cx="2046" cy="1811"/>
              <a:chOff x="865" y="211"/>
              <a:chExt cx="2046" cy="1811"/>
            </a:xfrm>
          </p:grpSpPr>
          <p:sp>
            <p:nvSpPr>
              <p:cNvPr id="11" name="Line 112">
                <a:extLst>
                  <a:ext uri="{FF2B5EF4-FFF2-40B4-BE49-F238E27FC236}">
                    <a16:creationId xmlns:a16="http://schemas.microsoft.com/office/drawing/2014/main" id="{8A6847AD-C964-7E27-BD41-9C472FADD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2" y="1831"/>
                <a:ext cx="1509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2" name="Line 113">
                <a:extLst>
                  <a:ext uri="{FF2B5EF4-FFF2-40B4-BE49-F238E27FC236}">
                    <a16:creationId xmlns:a16="http://schemas.microsoft.com/office/drawing/2014/main" id="{40C869F9-E0F7-36AE-3BFB-33093EA06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7" y="211"/>
                <a:ext cx="0" cy="181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3" name="Line 114">
                <a:extLst>
                  <a:ext uri="{FF2B5EF4-FFF2-40B4-BE49-F238E27FC236}">
                    <a16:creationId xmlns:a16="http://schemas.microsoft.com/office/drawing/2014/main" id="{BE90B6ED-BEED-C41E-C7DB-E1D2B3C9F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67" y="344"/>
                <a:ext cx="740" cy="148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4" name="Line 115">
                <a:extLst>
                  <a:ext uri="{FF2B5EF4-FFF2-40B4-BE49-F238E27FC236}">
                    <a16:creationId xmlns:a16="http://schemas.microsoft.com/office/drawing/2014/main" id="{B5CF5619-CEBE-487F-AA55-1DB4CC28D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8" y="338"/>
                <a:ext cx="252" cy="50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5" name="Line 116">
                <a:extLst>
                  <a:ext uri="{FF2B5EF4-FFF2-40B4-BE49-F238E27FC236}">
                    <a16:creationId xmlns:a16="http://schemas.microsoft.com/office/drawing/2014/main" id="{EF0CEBB8-CF85-5FA3-84FC-A235F06A0B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" y="711"/>
                <a:ext cx="1289" cy="933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6" name="Line 117">
                <a:extLst>
                  <a:ext uri="{FF2B5EF4-FFF2-40B4-BE49-F238E27FC236}">
                    <a16:creationId xmlns:a16="http://schemas.microsoft.com/office/drawing/2014/main" id="{5027F297-2B79-B76F-7131-264D51E83D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5" y="1139"/>
                <a:ext cx="658" cy="47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7" name="Line 118">
                <a:extLst>
                  <a:ext uri="{FF2B5EF4-FFF2-40B4-BE49-F238E27FC236}">
                    <a16:creationId xmlns:a16="http://schemas.microsoft.com/office/drawing/2014/main" id="{AD35A497-D85C-4C74-5CB4-55360ED05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1" y="435"/>
                <a:ext cx="551" cy="39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8" name="Line 119">
                <a:extLst>
                  <a:ext uri="{FF2B5EF4-FFF2-40B4-BE49-F238E27FC236}">
                    <a16:creationId xmlns:a16="http://schemas.microsoft.com/office/drawing/2014/main" id="{B47C03EE-2D37-53EC-6678-16D13017F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5" y="422"/>
                <a:ext cx="513" cy="73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9" name="Line 120">
                <a:extLst>
                  <a:ext uri="{FF2B5EF4-FFF2-40B4-BE49-F238E27FC236}">
                    <a16:creationId xmlns:a16="http://schemas.microsoft.com/office/drawing/2014/main" id="{D39E737A-9F64-4B6E-60DA-9AEF782A9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14" y="1616"/>
                <a:ext cx="111" cy="22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sp>
        <p:nvSpPr>
          <p:cNvPr id="28" name="Text Box 121">
            <a:extLst>
              <a:ext uri="{FF2B5EF4-FFF2-40B4-BE49-F238E27FC236}">
                <a16:creationId xmlns:a16="http://schemas.microsoft.com/office/drawing/2014/main" id="{BF521626-AD9A-78C0-F037-75880CA8D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410" y="532884"/>
            <a:ext cx="41344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求圆柱与圆锥表面的交线</a:t>
            </a:r>
          </a:p>
        </p:txBody>
      </p:sp>
      <p:sp>
        <p:nvSpPr>
          <p:cNvPr id="29" name="Text Box 122">
            <a:extLst>
              <a:ext uri="{FF2B5EF4-FFF2-40B4-BE49-F238E27FC236}">
                <a16:creationId xmlns:a16="http://schemas.microsoft.com/office/drawing/2014/main" id="{81FDD618-1D05-04B0-0D1A-23078B225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322" y="2707465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交线分析</a:t>
            </a:r>
          </a:p>
        </p:txBody>
      </p:sp>
      <p:sp>
        <p:nvSpPr>
          <p:cNvPr id="30" name="Oval 123">
            <a:extLst>
              <a:ext uri="{FF2B5EF4-FFF2-40B4-BE49-F238E27FC236}">
                <a16:creationId xmlns:a16="http://schemas.microsoft.com/office/drawing/2014/main" id="{1AE2ED39-F0E3-3D22-811C-35857DE7C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060" y="2852737"/>
            <a:ext cx="247650" cy="24765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12549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1" name="Text Box 124">
            <a:extLst>
              <a:ext uri="{FF2B5EF4-FFF2-40B4-BE49-F238E27FC236}">
                <a16:creationId xmlns:a16="http://schemas.microsoft.com/office/drawing/2014/main" id="{A0E8EFBA-7A8F-8795-D3F8-259F79D05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285" y="3362325"/>
            <a:ext cx="2695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交线为空间曲线</a:t>
            </a:r>
          </a:p>
        </p:txBody>
      </p:sp>
      <p:sp>
        <p:nvSpPr>
          <p:cNvPr id="32" name="Rectangle 125">
            <a:extLst>
              <a:ext uri="{FF2B5EF4-FFF2-40B4-BE49-F238E27FC236}">
                <a16:creationId xmlns:a16="http://schemas.microsoft.com/office/drawing/2014/main" id="{75F6BA01-C732-9C32-A9B8-AE11400B1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460" y="3303587"/>
            <a:ext cx="3122612" cy="704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3" name="Text Box 126">
            <a:extLst>
              <a:ext uri="{FF2B5EF4-FFF2-40B4-BE49-F238E27FC236}">
                <a16:creationId xmlns:a16="http://schemas.microsoft.com/office/drawing/2014/main" id="{28985E78-78D4-6FC6-8F31-19949990A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910" y="3190065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投影分析</a:t>
            </a:r>
          </a:p>
        </p:txBody>
      </p:sp>
      <p:sp>
        <p:nvSpPr>
          <p:cNvPr id="34" name="Oval 127">
            <a:extLst>
              <a:ext uri="{FF2B5EF4-FFF2-40B4-BE49-F238E27FC236}">
                <a16:creationId xmlns:a16="http://schemas.microsoft.com/office/drawing/2014/main" id="{7C986C3D-5E4E-C71B-F7C6-745488558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297" y="3333750"/>
            <a:ext cx="247650" cy="24765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12549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5" name="Text Box 128">
            <a:extLst>
              <a:ext uri="{FF2B5EF4-FFF2-40B4-BE49-F238E27FC236}">
                <a16:creationId xmlns:a16="http://schemas.microsoft.com/office/drawing/2014/main" id="{1C214130-CBC3-6A1C-98B0-62D7FBBD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7935" y="3836987"/>
            <a:ext cx="21526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、</a:t>
            </a:r>
            <a:r>
              <a:rPr lang="en-US" altLang="zh-CN" sz="2800" b="1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面投影</a:t>
            </a:r>
          </a:p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均为未知</a:t>
            </a:r>
          </a:p>
        </p:txBody>
      </p:sp>
      <p:sp>
        <p:nvSpPr>
          <p:cNvPr id="36" name="Rectangle 129">
            <a:extLst>
              <a:ext uri="{FF2B5EF4-FFF2-40B4-BE49-F238E27FC236}">
                <a16:creationId xmlns:a16="http://schemas.microsoft.com/office/drawing/2014/main" id="{4C3FD8CF-0B51-305B-B0A1-BA4129C5F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2047" y="3763962"/>
            <a:ext cx="2717800" cy="11620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7" name="Oval 130">
            <a:extLst>
              <a:ext uri="{FF2B5EF4-FFF2-40B4-BE49-F238E27FC236}">
                <a16:creationId xmlns:a16="http://schemas.microsoft.com/office/drawing/2014/main" id="{CEC5E481-5919-B758-F560-6E32E0B12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235" y="3838575"/>
            <a:ext cx="247650" cy="24765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12549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8" name="Text Box 131">
            <a:extLst>
              <a:ext uri="{FF2B5EF4-FFF2-40B4-BE49-F238E27FC236}">
                <a16:creationId xmlns:a16="http://schemas.microsoft.com/office/drawing/2014/main" id="{E89F37DE-6071-A3F7-C342-AB6EA9A8B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910" y="3677427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投影作图</a:t>
            </a:r>
          </a:p>
        </p:txBody>
      </p:sp>
      <p:sp>
        <p:nvSpPr>
          <p:cNvPr id="39" name="Text Box 132">
            <a:extLst>
              <a:ext uri="{FF2B5EF4-FFF2-40B4-BE49-F238E27FC236}">
                <a16:creationId xmlns:a16="http://schemas.microsoft.com/office/drawing/2014/main" id="{7A1E6245-F579-80D9-7436-1ECD3942F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335" y="4137025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求特殊点</a:t>
            </a:r>
          </a:p>
        </p:txBody>
      </p:sp>
      <p:sp>
        <p:nvSpPr>
          <p:cNvPr id="40" name="Line 133">
            <a:extLst>
              <a:ext uri="{FF2B5EF4-FFF2-40B4-BE49-F238E27FC236}">
                <a16:creationId xmlns:a16="http://schemas.microsoft.com/office/drawing/2014/main" id="{321D467D-CB0B-1007-78E3-092DA4FE4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5335" y="1919287"/>
            <a:ext cx="0" cy="341471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1" name="Line 134">
            <a:extLst>
              <a:ext uri="{FF2B5EF4-FFF2-40B4-BE49-F238E27FC236}">
                <a16:creationId xmlns:a16="http://schemas.microsoft.com/office/drawing/2014/main" id="{B07BDF98-30D6-0901-2C19-A42B28A27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335" y="3151187"/>
            <a:ext cx="0" cy="215741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2" name="Text Box 135">
            <a:extLst>
              <a:ext uri="{FF2B5EF4-FFF2-40B4-BE49-F238E27FC236}">
                <a16:creationId xmlns:a16="http://schemas.microsoft.com/office/drawing/2014/main" id="{D7FE3037-F27D-D4E7-F6B3-4FD4B9477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272" y="4564062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求中间点</a:t>
            </a:r>
          </a:p>
        </p:txBody>
      </p:sp>
      <p:sp>
        <p:nvSpPr>
          <p:cNvPr id="43" name="Text Box 136">
            <a:extLst>
              <a:ext uri="{FF2B5EF4-FFF2-40B4-BE49-F238E27FC236}">
                <a16:creationId xmlns:a16="http://schemas.microsoft.com/office/drawing/2014/main" id="{FE753C7F-D8F7-C306-46B3-279C5F467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010" y="5173662"/>
            <a:ext cx="3841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3600" b="1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如何选择辅助面？</a:t>
            </a:r>
          </a:p>
        </p:txBody>
      </p:sp>
      <p:sp>
        <p:nvSpPr>
          <p:cNvPr id="44" name="Text Box 137">
            <a:extLst>
              <a:ext uri="{FF2B5EF4-FFF2-40B4-BE49-F238E27FC236}">
                <a16:creationId xmlns:a16="http://schemas.microsoft.com/office/drawing/2014/main" id="{F3C16D1E-EF59-9320-CC9E-DA82C0C0F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0935" y="5719762"/>
            <a:ext cx="2012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36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辅助球面</a:t>
            </a:r>
          </a:p>
        </p:txBody>
      </p:sp>
      <p:sp>
        <p:nvSpPr>
          <p:cNvPr id="45" name="Text Box 138">
            <a:extLst>
              <a:ext uri="{FF2B5EF4-FFF2-40B4-BE49-F238E27FC236}">
                <a16:creationId xmlns:a16="http://schemas.microsoft.com/office/drawing/2014/main" id="{3DC894C3-9603-2D33-03A3-3B1C4DC4B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300" y="302354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>
                <a:latin typeface="DengXian" charset="-122"/>
                <a:ea typeface="DengXian" charset="-122"/>
                <a:cs typeface="DengXian" charset="-122"/>
              </a:rPr>
              <a:t>球心</a:t>
            </a:r>
          </a:p>
        </p:txBody>
      </p:sp>
      <p:sp>
        <p:nvSpPr>
          <p:cNvPr id="46" name="Arc 139">
            <a:extLst>
              <a:ext uri="{FF2B5EF4-FFF2-40B4-BE49-F238E27FC236}">
                <a16:creationId xmlns:a16="http://schemas.microsoft.com/office/drawing/2014/main" id="{24A753B3-5DAB-B8AB-5D6A-D212F4D3AE10}"/>
              </a:ext>
            </a:extLst>
          </p:cNvPr>
          <p:cNvSpPr>
            <a:spLocks/>
          </p:cNvSpPr>
          <p:nvPr/>
        </p:nvSpPr>
        <p:spPr bwMode="auto">
          <a:xfrm flipV="1">
            <a:off x="3120472" y="1860550"/>
            <a:ext cx="2374900" cy="1879600"/>
          </a:xfrm>
          <a:custGeom>
            <a:avLst/>
            <a:gdLst>
              <a:gd name="G0" fmla="+- 21600 0 0"/>
              <a:gd name="G1" fmla="+- 12611 0 0"/>
              <a:gd name="G2" fmla="+- 21600 0 0"/>
              <a:gd name="T0" fmla="*/ 39137 w 43200"/>
              <a:gd name="T1" fmla="*/ 0 h 34211"/>
              <a:gd name="T2" fmla="*/ 54 w 43200"/>
              <a:gd name="T3" fmla="*/ 11078 h 34211"/>
              <a:gd name="T4" fmla="*/ 21600 w 43200"/>
              <a:gd name="T5" fmla="*/ 12611 h 34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34211" fill="none" extrusionOk="0">
                <a:moveTo>
                  <a:pt x="39136" y="0"/>
                </a:moveTo>
                <a:cubicBezTo>
                  <a:pt x="41778" y="3674"/>
                  <a:pt x="43200" y="8085"/>
                  <a:pt x="43200" y="12611"/>
                </a:cubicBezTo>
                <a:cubicBezTo>
                  <a:pt x="43200" y="24540"/>
                  <a:pt x="33529" y="34211"/>
                  <a:pt x="21600" y="34211"/>
                </a:cubicBezTo>
                <a:cubicBezTo>
                  <a:pt x="9670" y="34211"/>
                  <a:pt x="0" y="24540"/>
                  <a:pt x="0" y="12611"/>
                </a:cubicBezTo>
                <a:cubicBezTo>
                  <a:pt x="0" y="12099"/>
                  <a:pt x="18" y="11588"/>
                  <a:pt x="54" y="11078"/>
                </a:cubicBezTo>
              </a:path>
              <a:path w="43200" h="34211" stroke="0" extrusionOk="0">
                <a:moveTo>
                  <a:pt x="39136" y="0"/>
                </a:moveTo>
                <a:cubicBezTo>
                  <a:pt x="41778" y="3674"/>
                  <a:pt x="43200" y="8085"/>
                  <a:pt x="43200" y="12611"/>
                </a:cubicBezTo>
                <a:cubicBezTo>
                  <a:pt x="43200" y="24540"/>
                  <a:pt x="33529" y="34211"/>
                  <a:pt x="21600" y="34211"/>
                </a:cubicBezTo>
                <a:cubicBezTo>
                  <a:pt x="9670" y="34211"/>
                  <a:pt x="0" y="24540"/>
                  <a:pt x="0" y="12611"/>
                </a:cubicBezTo>
                <a:cubicBezTo>
                  <a:pt x="0" y="12099"/>
                  <a:pt x="18" y="11588"/>
                  <a:pt x="54" y="11078"/>
                </a:cubicBezTo>
                <a:lnTo>
                  <a:pt x="21600" y="12611"/>
                </a:lnTo>
                <a:close/>
              </a:path>
            </a:pathLst>
          </a:cu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7" name="AutoShape 140" descr="紫色网格">
            <a:extLst>
              <a:ext uri="{FF2B5EF4-FFF2-40B4-BE49-F238E27FC236}">
                <a16:creationId xmlns:a16="http://schemas.microsoft.com/office/drawing/2014/main" id="{2BC2D9A7-B5C6-8469-EB3A-8D1B630AA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509" y="1235590"/>
            <a:ext cx="1003300" cy="368300"/>
          </a:xfrm>
          <a:prstGeom prst="wedgeRoundRectCallout">
            <a:avLst>
              <a:gd name="adj1" fmla="val -118037"/>
              <a:gd name="adj2" fmla="val 156032"/>
              <a:gd name="adj3" fmla="val 16667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600" b="1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8" name="Text Box 141">
            <a:extLst>
              <a:ext uri="{FF2B5EF4-FFF2-40B4-BE49-F238E27FC236}">
                <a16:creationId xmlns:a16="http://schemas.microsoft.com/office/drawing/2014/main" id="{663D6167-F746-F7BD-809C-440A96D85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2578" y="1226621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最大球</a:t>
            </a:r>
          </a:p>
        </p:txBody>
      </p:sp>
      <p:sp>
        <p:nvSpPr>
          <p:cNvPr id="49" name="AutoShape 142" descr="紫色网格">
            <a:extLst>
              <a:ext uri="{FF2B5EF4-FFF2-40B4-BE49-F238E27FC236}">
                <a16:creationId xmlns:a16="http://schemas.microsoft.com/office/drawing/2014/main" id="{28F612FB-E04D-A3D1-5F0B-BBBB9F851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067" y="1954573"/>
            <a:ext cx="1041400" cy="381000"/>
          </a:xfrm>
          <a:prstGeom prst="wedgeRoundRectCallout">
            <a:avLst>
              <a:gd name="adj1" fmla="val -132167"/>
              <a:gd name="adj2" fmla="val 45000"/>
              <a:gd name="adj3" fmla="val 16667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600" b="1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0" name="Text Box 143">
            <a:extLst>
              <a:ext uri="{FF2B5EF4-FFF2-40B4-BE49-F238E27FC236}">
                <a16:creationId xmlns:a16="http://schemas.microsoft.com/office/drawing/2014/main" id="{16956065-3DE9-7F6F-2926-6C37E3E61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678" y="1939409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最小球</a:t>
            </a:r>
          </a:p>
        </p:txBody>
      </p:sp>
      <p:sp>
        <p:nvSpPr>
          <p:cNvPr id="51" name="Line 144">
            <a:extLst>
              <a:ext uri="{FF2B5EF4-FFF2-40B4-BE49-F238E27FC236}">
                <a16:creationId xmlns:a16="http://schemas.microsoft.com/office/drawing/2014/main" id="{4DBEE07D-B39B-4794-BED4-430C4AF22A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3535" y="2192337"/>
            <a:ext cx="771525" cy="11049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2" name="Oval 145">
            <a:extLst>
              <a:ext uri="{FF2B5EF4-FFF2-40B4-BE49-F238E27FC236}">
                <a16:creationId xmlns:a16="http://schemas.microsoft.com/office/drawing/2014/main" id="{BAC1CA93-D160-C4D2-0B3B-A3BB10D50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2260" y="2192337"/>
            <a:ext cx="1701800" cy="1701800"/>
          </a:xfrm>
          <a:prstGeom prst="ellips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3" name="Line 146">
            <a:extLst>
              <a:ext uri="{FF2B5EF4-FFF2-40B4-BE49-F238E27FC236}">
                <a16:creationId xmlns:a16="http://schemas.microsoft.com/office/drawing/2014/main" id="{7E631B02-963C-8E4D-7A77-D018129C0B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2110" y="2665412"/>
            <a:ext cx="154305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54" name="Group 147">
            <a:extLst>
              <a:ext uri="{FF2B5EF4-FFF2-40B4-BE49-F238E27FC236}">
                <a16:creationId xmlns:a16="http://schemas.microsoft.com/office/drawing/2014/main" id="{57ED383C-103A-D2FC-4E87-A9965DABA173}"/>
              </a:ext>
            </a:extLst>
          </p:cNvPr>
          <p:cNvGrpSpPr>
            <a:grpSpLocks/>
          </p:cNvGrpSpPr>
          <p:nvPr/>
        </p:nvGrpSpPr>
        <p:grpSpPr bwMode="auto">
          <a:xfrm>
            <a:off x="3287160" y="1938337"/>
            <a:ext cx="1993900" cy="1930400"/>
            <a:chOff x="1424" y="1096"/>
            <a:chExt cx="1256" cy="1216"/>
          </a:xfrm>
        </p:grpSpPr>
        <p:sp>
          <p:nvSpPr>
            <p:cNvPr id="55" name="Line 148">
              <a:extLst>
                <a:ext uri="{FF2B5EF4-FFF2-40B4-BE49-F238E27FC236}">
                  <a16:creationId xmlns:a16="http://schemas.microsoft.com/office/drawing/2014/main" id="{A18308E7-2BD0-CE6E-A53C-23C0EA5D6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096"/>
              <a:ext cx="856" cy="624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6" name="Line 149">
              <a:extLst>
                <a:ext uri="{FF2B5EF4-FFF2-40B4-BE49-F238E27FC236}">
                  <a16:creationId xmlns:a16="http://schemas.microsoft.com/office/drawing/2014/main" id="{A7E6A1F3-B588-0D0D-36EB-7FFB8433D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864"/>
              <a:ext cx="615" cy="44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7" name="Line 150">
              <a:extLst>
                <a:ext uri="{FF2B5EF4-FFF2-40B4-BE49-F238E27FC236}">
                  <a16:creationId xmlns:a16="http://schemas.microsoft.com/office/drawing/2014/main" id="{8534674C-B03E-4944-BC58-5B1E3A974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1444"/>
              <a:ext cx="254" cy="34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8" name="Line 151">
              <a:extLst>
                <a:ext uri="{FF2B5EF4-FFF2-40B4-BE49-F238E27FC236}">
                  <a16:creationId xmlns:a16="http://schemas.microsoft.com/office/drawing/2014/main" id="{C914F3C3-E362-AA65-8AD2-4A768C340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6" y="1558"/>
              <a:ext cx="480" cy="242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9" name="Line 152">
              <a:extLst>
                <a:ext uri="{FF2B5EF4-FFF2-40B4-BE49-F238E27FC236}">
                  <a16:creationId xmlns:a16="http://schemas.microsoft.com/office/drawing/2014/main" id="{D3DABA79-6069-A4E8-F5BC-FEAD26FCDF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4" y="1096"/>
              <a:ext cx="396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153" descr="棕色大理石">
                <a:extLst>
                  <a:ext uri="{FF2B5EF4-FFF2-40B4-BE49-F238E27FC236}">
                    <a16:creationId xmlns:a16="http://schemas.microsoft.com/office/drawing/2014/main" id="{14C0F533-76EE-0A4B-1581-7903E89D23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3336" y="2907804"/>
                <a:ext cx="1495922" cy="369332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rgbClr val="FFFFCC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球面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FFFFCC"/>
                        </a:solidFill>
                        <a:latin typeface="Cambria Math" panose="02040503050406030204" pitchFamily="18" charset="0"/>
                        <a:ea typeface="DengXian" charset="-122"/>
                        <a:cs typeface="DengXian" charset="-122"/>
                      </a:rPr>
                      <m:t>∩</m:t>
                    </m:r>
                  </m:oMath>
                </a14:m>
                <a:r>
                  <a:rPr lang="zh-CN" altLang="en-US" b="1">
                    <a:solidFill>
                      <a:srgbClr val="FFFFCC"/>
                    </a:solidFill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圆柱面</a:t>
                </a:r>
                <a:endParaRPr lang="zh-CN" altLang="en-US" b="1">
                  <a:solidFill>
                    <a:srgbClr val="FFFFCC"/>
                  </a:solidFill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mc:Choice>
        <mc:Fallback xmlns="">
          <p:sp>
            <p:nvSpPr>
              <p:cNvPr id="60" name="Text Box 153" descr="棕色大理石">
                <a:extLst>
                  <a:ext uri="{FF2B5EF4-FFF2-40B4-BE49-F238E27FC236}">
                    <a16:creationId xmlns:a16="http://schemas.microsoft.com/office/drawing/2014/main" id="{14C0F533-76EE-0A4B-1581-7903E89D2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3336" y="2907804"/>
                <a:ext cx="1495922" cy="369332"/>
              </a:xfrm>
              <a:prstGeom prst="rect">
                <a:avLst/>
              </a:prstGeom>
              <a:blipFill>
                <a:blip r:embed="rId6"/>
                <a:stretch>
                  <a:fillRect l="-3265" t="-8197" r="-4082" b="-24590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154" descr="棕色大理石">
                <a:extLst>
                  <a:ext uri="{FF2B5EF4-FFF2-40B4-BE49-F238E27FC236}">
                    <a16:creationId xmlns:a16="http://schemas.microsoft.com/office/drawing/2014/main" id="{09F663C9-8384-6B14-DE7B-3922337ADD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8651" y="3924300"/>
                <a:ext cx="1495923" cy="369332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rgbClr val="FFFFCC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球面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FFFFCC"/>
                        </a:solidFill>
                        <a:latin typeface="Cambria Math" panose="02040503050406030204" pitchFamily="18" charset="0"/>
                        <a:ea typeface="DengXian" charset="-122"/>
                        <a:cs typeface="DengXian" charset="-122"/>
                      </a:rPr>
                      <m:t>∩</m:t>
                    </m:r>
                  </m:oMath>
                </a14:m>
                <a:r>
                  <a:rPr lang="zh-CN" altLang="en-US" b="1">
                    <a:solidFill>
                      <a:srgbClr val="FFFFCC"/>
                    </a:solidFill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圆锥面</a:t>
                </a:r>
                <a:endParaRPr lang="zh-CN" altLang="en-US" b="1">
                  <a:solidFill>
                    <a:srgbClr val="FFFFCC"/>
                  </a:solidFill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mc:Choice>
        <mc:Fallback xmlns="">
          <p:sp>
            <p:nvSpPr>
              <p:cNvPr id="61" name="Text Box 154" descr="棕色大理石">
                <a:extLst>
                  <a:ext uri="{FF2B5EF4-FFF2-40B4-BE49-F238E27FC236}">
                    <a16:creationId xmlns:a16="http://schemas.microsoft.com/office/drawing/2014/main" id="{09F663C9-8384-6B14-DE7B-3922337AD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8651" y="3924300"/>
                <a:ext cx="1495923" cy="369332"/>
              </a:xfrm>
              <a:prstGeom prst="rect">
                <a:avLst/>
              </a:prstGeom>
              <a:blipFill>
                <a:blip r:embed="rId7"/>
                <a:stretch>
                  <a:fillRect l="-3673" t="-8333" r="-3673" b="-26667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155">
            <a:extLst>
              <a:ext uri="{FF2B5EF4-FFF2-40B4-BE49-F238E27FC236}">
                <a16:creationId xmlns:a16="http://schemas.microsoft.com/office/drawing/2014/main" id="{10EB2E7C-DF65-1691-D5B6-636066CB1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135" y="2973387"/>
            <a:ext cx="165100" cy="16510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5098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3" name="Oval 156">
            <a:extLst>
              <a:ext uri="{FF2B5EF4-FFF2-40B4-BE49-F238E27FC236}">
                <a16:creationId xmlns:a16="http://schemas.microsoft.com/office/drawing/2014/main" id="{B8390DC8-E797-903B-A2BF-D8655EFA8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6847" y="2055812"/>
            <a:ext cx="1962150" cy="1962150"/>
          </a:xfrm>
          <a:prstGeom prst="ellips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4" name="Line 157">
            <a:extLst>
              <a:ext uri="{FF2B5EF4-FFF2-40B4-BE49-F238E27FC236}">
                <a16:creationId xmlns:a16="http://schemas.microsoft.com/office/drawing/2014/main" id="{EE61B6C4-F8C4-C7EE-029F-FA35D78682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5897" y="2074862"/>
            <a:ext cx="762000" cy="1114425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5" name="Line 158">
            <a:extLst>
              <a:ext uri="{FF2B5EF4-FFF2-40B4-BE49-F238E27FC236}">
                <a16:creationId xmlns:a16="http://schemas.microsoft.com/office/drawing/2014/main" id="{2DD6D3F4-51C9-A070-EBEE-FAE6C722FB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4522" y="2217737"/>
            <a:ext cx="1076325" cy="0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6" name="Line 159">
            <a:extLst>
              <a:ext uri="{FF2B5EF4-FFF2-40B4-BE49-F238E27FC236}">
                <a16:creationId xmlns:a16="http://schemas.microsoft.com/office/drawing/2014/main" id="{E11BDFC3-332C-8BEF-ADE2-55DF0666E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6847" y="3094037"/>
            <a:ext cx="1952625" cy="0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7" name="Rectangle 160">
            <a:extLst>
              <a:ext uri="{FF2B5EF4-FFF2-40B4-BE49-F238E27FC236}">
                <a16:creationId xmlns:a16="http://schemas.microsoft.com/office/drawing/2014/main" id="{A63D9C3D-A67B-7D83-5950-943D8AB1C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285" y="5086350"/>
            <a:ext cx="3652837" cy="12525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600" b="1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8" name="Text Box 161">
            <a:extLst>
              <a:ext uri="{FF2B5EF4-FFF2-40B4-BE49-F238E27FC236}">
                <a16:creationId xmlns:a16="http://schemas.microsoft.com/office/drawing/2014/main" id="{72C72FA8-D239-E323-3FB5-C5C14F61C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659" y="5034111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>
                <a:latin typeface="DengXian" charset="-122"/>
                <a:ea typeface="DengXian" charset="-122"/>
                <a:cs typeface="DengXian" charset="-122"/>
              </a:rPr>
              <a:t>光滑连接曲线</a:t>
            </a:r>
          </a:p>
        </p:txBody>
      </p:sp>
      <p:sp>
        <p:nvSpPr>
          <p:cNvPr id="69" name="Freeform 162">
            <a:extLst>
              <a:ext uri="{FF2B5EF4-FFF2-40B4-BE49-F238E27FC236}">
                <a16:creationId xmlns:a16="http://schemas.microsoft.com/office/drawing/2014/main" id="{12388C5A-D7BE-39E6-0FAE-B1EA30B1D48F}"/>
              </a:ext>
            </a:extLst>
          </p:cNvPr>
          <p:cNvSpPr>
            <a:spLocks/>
          </p:cNvSpPr>
          <p:nvPr/>
        </p:nvSpPr>
        <p:spPr bwMode="auto">
          <a:xfrm>
            <a:off x="3298272" y="1931987"/>
            <a:ext cx="727075" cy="1219200"/>
          </a:xfrm>
          <a:custGeom>
            <a:avLst/>
            <a:gdLst>
              <a:gd name="T0" fmla="*/ 396 w 458"/>
              <a:gd name="T1" fmla="*/ 0 h 768"/>
              <a:gd name="T2" fmla="*/ 426 w 458"/>
              <a:gd name="T3" fmla="*/ 90 h 768"/>
              <a:gd name="T4" fmla="*/ 450 w 458"/>
              <a:gd name="T5" fmla="*/ 180 h 768"/>
              <a:gd name="T6" fmla="*/ 450 w 458"/>
              <a:gd name="T7" fmla="*/ 348 h 768"/>
              <a:gd name="T8" fmla="*/ 402 w 458"/>
              <a:gd name="T9" fmla="*/ 468 h 768"/>
              <a:gd name="T10" fmla="*/ 324 w 458"/>
              <a:gd name="T11" fmla="*/ 576 h 768"/>
              <a:gd name="T12" fmla="*/ 198 w 458"/>
              <a:gd name="T13" fmla="*/ 678 h 768"/>
              <a:gd name="T14" fmla="*/ 102 w 458"/>
              <a:gd name="T15" fmla="*/ 732 h 768"/>
              <a:gd name="T16" fmla="*/ 0 w 458"/>
              <a:gd name="T17" fmla="*/ 768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58" h="768">
                <a:moveTo>
                  <a:pt x="396" y="0"/>
                </a:moveTo>
                <a:cubicBezTo>
                  <a:pt x="401" y="15"/>
                  <a:pt x="417" y="60"/>
                  <a:pt x="426" y="90"/>
                </a:cubicBezTo>
                <a:cubicBezTo>
                  <a:pt x="435" y="120"/>
                  <a:pt x="446" y="137"/>
                  <a:pt x="450" y="180"/>
                </a:cubicBezTo>
                <a:cubicBezTo>
                  <a:pt x="454" y="223"/>
                  <a:pt x="458" y="300"/>
                  <a:pt x="450" y="348"/>
                </a:cubicBezTo>
                <a:cubicBezTo>
                  <a:pt x="442" y="396"/>
                  <a:pt x="423" y="430"/>
                  <a:pt x="402" y="468"/>
                </a:cubicBezTo>
                <a:cubicBezTo>
                  <a:pt x="381" y="506"/>
                  <a:pt x="358" y="541"/>
                  <a:pt x="324" y="576"/>
                </a:cubicBezTo>
                <a:cubicBezTo>
                  <a:pt x="290" y="611"/>
                  <a:pt x="235" y="652"/>
                  <a:pt x="198" y="678"/>
                </a:cubicBezTo>
                <a:cubicBezTo>
                  <a:pt x="161" y="704"/>
                  <a:pt x="135" y="717"/>
                  <a:pt x="102" y="732"/>
                </a:cubicBezTo>
                <a:cubicBezTo>
                  <a:pt x="69" y="747"/>
                  <a:pt x="12" y="764"/>
                  <a:pt x="0" y="768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0" name="Oval 163">
            <a:extLst>
              <a:ext uri="{FF2B5EF4-FFF2-40B4-BE49-F238E27FC236}">
                <a16:creationId xmlns:a16="http://schemas.microsoft.com/office/drawing/2014/main" id="{B72A5154-DAEE-B565-22A1-3551B29AE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310" y="3113087"/>
            <a:ext cx="141287" cy="1412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1" name="Oval 164">
            <a:extLst>
              <a:ext uri="{FF2B5EF4-FFF2-40B4-BE49-F238E27FC236}">
                <a16:creationId xmlns:a16="http://schemas.microsoft.com/office/drawing/2014/main" id="{CF1A125F-5F25-0F71-2A99-3A278A7FB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310" y="1844675"/>
            <a:ext cx="141287" cy="1412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2" name="Oval 165">
            <a:extLst>
              <a:ext uri="{FF2B5EF4-FFF2-40B4-BE49-F238E27FC236}">
                <a16:creationId xmlns:a16="http://schemas.microsoft.com/office/drawing/2014/main" id="{591A3AD2-5EC8-7D0B-A2AD-6425476C4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010" y="2578100"/>
            <a:ext cx="141287" cy="141287"/>
          </a:xfrm>
          <a:prstGeom prst="ellipse">
            <a:avLst/>
          </a:prstGeom>
          <a:gradFill rotWithShape="0">
            <a:gsLst>
              <a:gs pos="0">
                <a:srgbClr val="FF9999"/>
              </a:gs>
              <a:gs pos="100000">
                <a:srgbClr val="FF99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3" name="Oval 166">
            <a:extLst>
              <a:ext uri="{FF2B5EF4-FFF2-40B4-BE49-F238E27FC236}">
                <a16:creationId xmlns:a16="http://schemas.microsoft.com/office/drawing/2014/main" id="{8B19E0E6-4C01-DA48-B1E5-5C8AC0109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035" y="2171700"/>
            <a:ext cx="141287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CC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4" name="Oval 167">
            <a:extLst>
              <a:ext uri="{FF2B5EF4-FFF2-40B4-BE49-F238E27FC236}">
                <a16:creationId xmlns:a16="http://schemas.microsoft.com/office/drawing/2014/main" id="{0CC1EB47-EF4B-9DC0-19A9-47FB0AE01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760" y="3038475"/>
            <a:ext cx="141287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CC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5" name="Text Box 168">
            <a:extLst>
              <a:ext uri="{FF2B5EF4-FFF2-40B4-BE49-F238E27FC236}">
                <a16:creationId xmlns:a16="http://schemas.microsoft.com/office/drawing/2014/main" id="{7BD1DBDF-6608-5D0D-9529-F1A3E5DC2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2673" y="5469086"/>
            <a:ext cx="19495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>
                <a:latin typeface="DengXian" charset="-122"/>
                <a:ea typeface="DengXian" charset="-122"/>
                <a:cs typeface="DengXian" charset="-122"/>
              </a:rPr>
              <a:t>交线的</a:t>
            </a:r>
            <a:r>
              <a:rPr lang="en-US" altLang="zh-CN" sz="2400" b="1"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400" b="1">
                <a:latin typeface="DengXian" charset="-122"/>
                <a:ea typeface="DengXian" charset="-122"/>
                <a:cs typeface="DengXian" charset="-122"/>
              </a:rPr>
              <a:t>投影</a:t>
            </a:r>
          </a:p>
        </p:txBody>
      </p:sp>
      <p:sp>
        <p:nvSpPr>
          <p:cNvPr id="76" name="Line 169">
            <a:extLst>
              <a:ext uri="{FF2B5EF4-FFF2-40B4-BE49-F238E27FC236}">
                <a16:creationId xmlns:a16="http://schemas.microsoft.com/office/drawing/2014/main" id="{DEC53DC1-0B96-A96A-352B-F2AC52813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0397" y="2665412"/>
            <a:ext cx="0" cy="263842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7" name="Oval 170">
            <a:extLst>
              <a:ext uri="{FF2B5EF4-FFF2-40B4-BE49-F238E27FC236}">
                <a16:creationId xmlns:a16="http://schemas.microsoft.com/office/drawing/2014/main" id="{288559E1-CCEA-7FB4-5E24-F6F602327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397" y="4541837"/>
            <a:ext cx="1524000" cy="1524000"/>
          </a:xfrm>
          <a:prstGeom prst="ellips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8" name="Line 171">
            <a:extLst>
              <a:ext uri="{FF2B5EF4-FFF2-40B4-BE49-F238E27FC236}">
                <a16:creationId xmlns:a16="http://schemas.microsoft.com/office/drawing/2014/main" id="{D109EC11-1AB9-2F94-5A85-6FDF01693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7397" y="2655887"/>
            <a:ext cx="0" cy="330517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9" name="Line 172">
            <a:extLst>
              <a:ext uri="{FF2B5EF4-FFF2-40B4-BE49-F238E27FC236}">
                <a16:creationId xmlns:a16="http://schemas.microsoft.com/office/drawing/2014/main" id="{AA28901C-55C3-6416-C481-5AF8CE52C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1797" y="2217737"/>
            <a:ext cx="0" cy="3076575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0" name="Oval 173">
            <a:extLst>
              <a:ext uri="{FF2B5EF4-FFF2-40B4-BE49-F238E27FC236}">
                <a16:creationId xmlns:a16="http://schemas.microsoft.com/office/drawing/2014/main" id="{DC0FDB34-D1BF-6719-654B-9184F874E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997" y="4760912"/>
            <a:ext cx="1066800" cy="1066800"/>
          </a:xfrm>
          <a:prstGeom prst="ellips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1" name="Line 174">
            <a:extLst>
              <a:ext uri="{FF2B5EF4-FFF2-40B4-BE49-F238E27FC236}">
                <a16:creationId xmlns:a16="http://schemas.microsoft.com/office/drawing/2014/main" id="{3BB10C71-5DDF-B42F-FD02-7A019255D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2647" y="2217737"/>
            <a:ext cx="0" cy="3533775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2" name="Line 175">
            <a:extLst>
              <a:ext uri="{FF2B5EF4-FFF2-40B4-BE49-F238E27FC236}">
                <a16:creationId xmlns:a16="http://schemas.microsoft.com/office/drawing/2014/main" id="{8582CD7B-6DAC-06DF-E26E-842343984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9472" y="3103562"/>
            <a:ext cx="0" cy="2209800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3" name="Oval 176">
            <a:extLst>
              <a:ext uri="{FF2B5EF4-FFF2-40B4-BE49-F238E27FC236}">
                <a16:creationId xmlns:a16="http://schemas.microsoft.com/office/drawing/2014/main" id="{2F3B102E-D4F0-E59C-E8B1-3524BCAE2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897" y="4332287"/>
            <a:ext cx="1924050" cy="1924050"/>
          </a:xfrm>
          <a:prstGeom prst="ellips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4" name="Line 177">
            <a:extLst>
              <a:ext uri="{FF2B5EF4-FFF2-40B4-BE49-F238E27FC236}">
                <a16:creationId xmlns:a16="http://schemas.microsoft.com/office/drawing/2014/main" id="{7A8E710F-713C-3F2F-9404-5D63D2440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0672" y="3084512"/>
            <a:ext cx="0" cy="2657475"/>
          </a:xfrm>
          <a:prstGeom prst="line">
            <a:avLst/>
          </a:prstGeom>
          <a:noFill/>
          <a:ln w="127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5" name="Oval 178">
            <a:extLst>
              <a:ext uri="{FF2B5EF4-FFF2-40B4-BE49-F238E27FC236}">
                <a16:creationId xmlns:a16="http://schemas.microsoft.com/office/drawing/2014/main" id="{831A3908-1193-A555-C36D-0AB55C913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385" y="2676525"/>
            <a:ext cx="141287" cy="1412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6" name="Line 179">
            <a:extLst>
              <a:ext uri="{FF2B5EF4-FFF2-40B4-BE49-F238E27FC236}">
                <a16:creationId xmlns:a16="http://schemas.microsoft.com/office/drawing/2014/main" id="{A5D213F7-3BDE-8912-2E4D-294267BDE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9772" y="2741612"/>
            <a:ext cx="0" cy="3286125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7" name="Line 180">
            <a:extLst>
              <a:ext uri="{FF2B5EF4-FFF2-40B4-BE49-F238E27FC236}">
                <a16:creationId xmlns:a16="http://schemas.microsoft.com/office/drawing/2014/main" id="{3C6C9FBF-D521-653E-D9FC-8FAF47C81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7997" y="4640262"/>
            <a:ext cx="222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8" name="Line 181">
            <a:extLst>
              <a:ext uri="{FF2B5EF4-FFF2-40B4-BE49-F238E27FC236}">
                <a16:creationId xmlns:a16="http://schemas.microsoft.com/office/drawing/2014/main" id="{780DA9D3-1020-E5D8-728D-7FF106F37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0372" y="5999162"/>
            <a:ext cx="273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9" name="Freeform 182">
            <a:extLst>
              <a:ext uri="{FF2B5EF4-FFF2-40B4-BE49-F238E27FC236}">
                <a16:creationId xmlns:a16="http://schemas.microsoft.com/office/drawing/2014/main" id="{71539192-D28D-E505-E652-413EBC118EC5}"/>
              </a:ext>
            </a:extLst>
          </p:cNvPr>
          <p:cNvSpPr>
            <a:spLocks/>
          </p:cNvSpPr>
          <p:nvPr/>
        </p:nvSpPr>
        <p:spPr bwMode="auto">
          <a:xfrm>
            <a:off x="3872947" y="4625975"/>
            <a:ext cx="134938" cy="1362075"/>
          </a:xfrm>
          <a:custGeom>
            <a:avLst/>
            <a:gdLst>
              <a:gd name="T0" fmla="*/ 0 w 85"/>
              <a:gd name="T1" fmla="*/ 7 h 858"/>
              <a:gd name="T2" fmla="*/ 32 w 85"/>
              <a:gd name="T3" fmla="*/ 23 h 858"/>
              <a:gd name="T4" fmla="*/ 84 w 85"/>
              <a:gd name="T5" fmla="*/ 143 h 858"/>
              <a:gd name="T6" fmla="*/ 28 w 85"/>
              <a:gd name="T7" fmla="*/ 427 h 858"/>
              <a:gd name="T8" fmla="*/ 80 w 85"/>
              <a:gd name="T9" fmla="*/ 715 h 858"/>
              <a:gd name="T10" fmla="*/ 32 w 85"/>
              <a:gd name="T11" fmla="*/ 835 h 858"/>
              <a:gd name="T12" fmla="*/ 0 w 85"/>
              <a:gd name="T13" fmla="*/ 855 h 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" h="858">
                <a:moveTo>
                  <a:pt x="0" y="7"/>
                </a:moveTo>
                <a:cubicBezTo>
                  <a:pt x="5" y="10"/>
                  <a:pt x="18" y="0"/>
                  <a:pt x="32" y="23"/>
                </a:cubicBezTo>
                <a:cubicBezTo>
                  <a:pt x="46" y="46"/>
                  <a:pt x="85" y="76"/>
                  <a:pt x="84" y="143"/>
                </a:cubicBezTo>
                <a:cubicBezTo>
                  <a:pt x="83" y="210"/>
                  <a:pt x="29" y="332"/>
                  <a:pt x="28" y="427"/>
                </a:cubicBezTo>
                <a:cubicBezTo>
                  <a:pt x="27" y="522"/>
                  <a:pt x="79" y="647"/>
                  <a:pt x="80" y="715"/>
                </a:cubicBezTo>
                <a:cubicBezTo>
                  <a:pt x="81" y="783"/>
                  <a:pt x="45" y="812"/>
                  <a:pt x="32" y="835"/>
                </a:cubicBezTo>
                <a:cubicBezTo>
                  <a:pt x="19" y="858"/>
                  <a:pt x="8" y="856"/>
                  <a:pt x="0" y="855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0" name="Freeform 183">
            <a:extLst>
              <a:ext uri="{FF2B5EF4-FFF2-40B4-BE49-F238E27FC236}">
                <a16:creationId xmlns:a16="http://schemas.microsoft.com/office/drawing/2014/main" id="{7638EAC6-6EF7-7AE5-F3DB-880FD60293F4}"/>
              </a:ext>
            </a:extLst>
          </p:cNvPr>
          <p:cNvSpPr>
            <a:spLocks/>
          </p:cNvSpPr>
          <p:nvPr/>
        </p:nvSpPr>
        <p:spPr bwMode="auto">
          <a:xfrm>
            <a:off x="3280810" y="4630737"/>
            <a:ext cx="598487" cy="1377950"/>
          </a:xfrm>
          <a:custGeom>
            <a:avLst/>
            <a:gdLst>
              <a:gd name="T0" fmla="*/ 365 w 377"/>
              <a:gd name="T1" fmla="*/ 0 h 868"/>
              <a:gd name="T2" fmla="*/ 243 w 377"/>
              <a:gd name="T3" fmla="*/ 28 h 868"/>
              <a:gd name="T4" fmla="*/ 105 w 377"/>
              <a:gd name="T5" fmla="*/ 132 h 868"/>
              <a:gd name="T6" fmla="*/ 1 w 377"/>
              <a:gd name="T7" fmla="*/ 424 h 868"/>
              <a:gd name="T8" fmla="*/ 109 w 377"/>
              <a:gd name="T9" fmla="*/ 712 h 868"/>
              <a:gd name="T10" fmla="*/ 258 w 377"/>
              <a:gd name="T11" fmla="*/ 832 h 868"/>
              <a:gd name="T12" fmla="*/ 377 w 377"/>
              <a:gd name="T13" fmla="*/ 868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7" h="868">
                <a:moveTo>
                  <a:pt x="365" y="0"/>
                </a:moveTo>
                <a:cubicBezTo>
                  <a:pt x="345" y="5"/>
                  <a:pt x="286" y="6"/>
                  <a:pt x="243" y="28"/>
                </a:cubicBezTo>
                <a:cubicBezTo>
                  <a:pt x="200" y="50"/>
                  <a:pt x="145" y="66"/>
                  <a:pt x="105" y="132"/>
                </a:cubicBezTo>
                <a:cubicBezTo>
                  <a:pt x="65" y="198"/>
                  <a:pt x="0" y="327"/>
                  <a:pt x="1" y="424"/>
                </a:cubicBezTo>
                <a:cubicBezTo>
                  <a:pt x="2" y="521"/>
                  <a:pt x="66" y="644"/>
                  <a:pt x="109" y="712"/>
                </a:cubicBezTo>
                <a:cubicBezTo>
                  <a:pt x="152" y="780"/>
                  <a:pt x="213" y="806"/>
                  <a:pt x="258" y="832"/>
                </a:cubicBezTo>
                <a:cubicBezTo>
                  <a:pt x="303" y="858"/>
                  <a:pt x="353" y="861"/>
                  <a:pt x="377" y="868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1" name="Oval 184">
            <a:extLst>
              <a:ext uri="{FF2B5EF4-FFF2-40B4-BE49-F238E27FC236}">
                <a16:creationId xmlns:a16="http://schemas.microsoft.com/office/drawing/2014/main" id="{436AA46E-F341-906C-2373-1CC74CC3F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785" y="5230812"/>
            <a:ext cx="141287" cy="1412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2" name="Oval 185">
            <a:extLst>
              <a:ext uri="{FF2B5EF4-FFF2-40B4-BE49-F238E27FC236}">
                <a16:creationId xmlns:a16="http://schemas.microsoft.com/office/drawing/2014/main" id="{F55022C5-DF24-F077-0183-2D5C6D04E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85" y="5230812"/>
            <a:ext cx="141287" cy="1412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3" name="Oval 186">
            <a:extLst>
              <a:ext uri="{FF2B5EF4-FFF2-40B4-BE49-F238E27FC236}">
                <a16:creationId xmlns:a16="http://schemas.microsoft.com/office/drawing/2014/main" id="{516543FD-9A6A-9553-F2C8-D15284F39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185" y="5886450"/>
            <a:ext cx="141287" cy="141287"/>
          </a:xfrm>
          <a:prstGeom prst="ellipse">
            <a:avLst/>
          </a:prstGeom>
          <a:gradFill rotWithShape="0">
            <a:gsLst>
              <a:gs pos="0">
                <a:srgbClr val="FF9999"/>
              </a:gs>
              <a:gs pos="100000">
                <a:srgbClr val="FF99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4" name="Oval 187">
            <a:extLst>
              <a:ext uri="{FF2B5EF4-FFF2-40B4-BE49-F238E27FC236}">
                <a16:creationId xmlns:a16="http://schemas.microsoft.com/office/drawing/2014/main" id="{767D50C9-CF56-B585-B681-25FFB2DDC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5485" y="4587875"/>
            <a:ext cx="141287" cy="141287"/>
          </a:xfrm>
          <a:prstGeom prst="ellipse">
            <a:avLst/>
          </a:prstGeom>
          <a:gradFill rotWithShape="0">
            <a:gsLst>
              <a:gs pos="0">
                <a:srgbClr val="FF9999"/>
              </a:gs>
              <a:gs pos="100000">
                <a:srgbClr val="FF99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5" name="Oval 188">
            <a:extLst>
              <a:ext uri="{FF2B5EF4-FFF2-40B4-BE49-F238E27FC236}">
                <a16:creationId xmlns:a16="http://schemas.microsoft.com/office/drawing/2014/main" id="{DF25C5A9-4D3B-5CCE-A6BB-1FC915EC6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035" y="5676900"/>
            <a:ext cx="141287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CC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6" name="Oval 189">
            <a:extLst>
              <a:ext uri="{FF2B5EF4-FFF2-40B4-BE49-F238E27FC236}">
                <a16:creationId xmlns:a16="http://schemas.microsoft.com/office/drawing/2014/main" id="{BA7F8810-48A9-4426-B821-739E4AEF7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035" y="4784725"/>
            <a:ext cx="141287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CC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7" name="Oval 190">
            <a:extLst>
              <a:ext uri="{FF2B5EF4-FFF2-40B4-BE49-F238E27FC236}">
                <a16:creationId xmlns:a16="http://schemas.microsoft.com/office/drawing/2014/main" id="{7095871B-9BA1-0617-154F-E2B2EF028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060" y="5692775"/>
            <a:ext cx="141287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CC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8" name="Oval 191">
            <a:extLst>
              <a:ext uri="{FF2B5EF4-FFF2-40B4-BE49-F238E27FC236}">
                <a16:creationId xmlns:a16="http://schemas.microsoft.com/office/drawing/2014/main" id="{5BEF514A-F01F-4F7D-09CE-914AB8C16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060" y="4791075"/>
            <a:ext cx="141287" cy="141287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CC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9" name="Oval 192">
            <a:extLst>
              <a:ext uri="{FF2B5EF4-FFF2-40B4-BE49-F238E27FC236}">
                <a16:creationId xmlns:a16="http://schemas.microsoft.com/office/drawing/2014/main" id="{222D836E-A9CB-8178-2EA7-B9308CDD0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9598" y="4557713"/>
            <a:ext cx="141287" cy="1412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00" name="Oval 193">
            <a:extLst>
              <a:ext uri="{FF2B5EF4-FFF2-40B4-BE49-F238E27FC236}">
                <a16:creationId xmlns:a16="http://schemas.microsoft.com/office/drawing/2014/main" id="{F6EA9CE1-C305-7EF7-EC25-E86F07C68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160" y="5924550"/>
            <a:ext cx="141287" cy="1412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F642E01D-CFA3-7C37-2AFA-AB459AE53B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9268305" y="2991343"/>
            <a:ext cx="1693954" cy="325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1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75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000"/>
                            </p:stCondLst>
                            <p:childTnLst>
                              <p:par>
                                <p:cTn id="2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000"/>
                            </p:stCondLst>
                            <p:childTnLst>
                              <p:par>
                                <p:cTn id="2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1500"/>
                            </p:stCondLst>
                            <p:childTnLst>
                              <p:par>
                                <p:cTn id="2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2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500"/>
                            </p:stCondLst>
                            <p:childTnLst>
                              <p:par>
                                <p:cTn id="2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000"/>
                            </p:stCondLst>
                            <p:childTnLst>
                              <p:par>
                                <p:cTn id="2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1000"/>
                            </p:stCondLst>
                            <p:childTnLst>
                              <p:par>
                                <p:cTn id="2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500"/>
                            </p:stCondLst>
                            <p:childTnLst>
                              <p:par>
                                <p:cTn id="2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500"/>
                            </p:stCondLst>
                            <p:childTnLst>
                              <p:par>
                                <p:cTn id="3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500"/>
                            </p:stCondLst>
                            <p:childTnLst>
                              <p:par>
                                <p:cTn id="3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1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29" grpId="0" build="p" autoUpdateAnimBg="0"/>
      <p:bldP spid="30" grpId="0" animBg="1"/>
      <p:bldP spid="31" grpId="0" build="p" autoUpdateAnimBg="0"/>
      <p:bldP spid="32" grpId="0" animBg="1"/>
      <p:bldP spid="33" grpId="0" build="p" autoUpdateAnimBg="0"/>
      <p:bldP spid="34" grpId="0" animBg="1"/>
      <p:bldP spid="35" grpId="0" autoUpdateAnimBg="0"/>
      <p:bldP spid="36" grpId="0" animBg="1"/>
      <p:bldP spid="37" grpId="0" animBg="1"/>
      <p:bldP spid="38" grpId="0" build="p" autoUpdateAnimBg="0"/>
      <p:bldP spid="39" grpId="0" build="p" autoUpdateAnimBg="0"/>
      <p:bldP spid="40" grpId="0" animBg="1"/>
      <p:bldP spid="40" grpId="1" animBg="1"/>
      <p:bldP spid="41" grpId="0" animBg="1"/>
      <p:bldP spid="41" grpId="1" animBg="1"/>
      <p:bldP spid="42" grpId="0" build="p" autoUpdateAnimBg="0"/>
      <p:bldP spid="43" grpId="0" autoUpdateAnimBg="0"/>
      <p:bldP spid="44" grpId="0" autoUpdateAnimBg="0"/>
      <p:bldP spid="45" grpId="0" autoUpdateAnimBg="0"/>
      <p:bldP spid="45" grpId="1"/>
      <p:bldP spid="46" grpId="0" animBg="1"/>
      <p:bldP spid="46" grpId="1" animBg="1"/>
      <p:bldP spid="47" grpId="0" animBg="1" autoUpdateAnimBg="0"/>
      <p:bldP spid="47" grpId="1" animBg="1"/>
      <p:bldP spid="48" grpId="0" build="p" autoUpdateAnimBg="0" advAuto="0"/>
      <p:bldP spid="48" grpId="1" build="allAtOnce"/>
      <p:bldP spid="49" grpId="0" animBg="1" autoUpdateAnimBg="0"/>
      <p:bldP spid="49" grpId="1" animBg="1"/>
      <p:bldP spid="50" grpId="0" autoUpdateAnimBg="0"/>
      <p:bldP spid="50" grpId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60" grpId="0" animBg="1" autoUpdateAnimBg="0"/>
      <p:bldP spid="60" grpId="1" animBg="1"/>
      <p:bldP spid="61" grpId="0" animBg="1" autoUpdateAnimBg="0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 autoUpdateAnimBg="0"/>
      <p:bldP spid="68" grpId="0" build="p" autoUpdateAnimBg="0"/>
      <p:bldP spid="69" grpId="0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build="p" autoUpdateAnimBg="0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8" grpId="0" animBg="1"/>
      <p:bldP spid="89" grpId="0" animBg="1"/>
      <p:bldP spid="90" grpId="0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/>
              <a:t>回转体与回转体的相贯线画法总结</a:t>
            </a:r>
            <a:endParaRPr lang="en-US" sz="320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49F57C-FEC5-EC04-7E7B-9A90F066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AEA4-2633-1C40-A4DB-0F265D6CD302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2E9640-82E5-BBD6-20FF-6D4AD5B5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4FC9B3-5A7E-CF34-54D6-179C5F51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40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 descr="E:\画法几何及工程制图课件\kjmk\第十一章 立体的相贯线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4" y="4764"/>
            <a:ext cx="9134475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03" name="AutoShape 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920875" y="701675"/>
            <a:ext cx="1447800" cy="202565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4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3978275" y="701675"/>
            <a:ext cx="1447800" cy="202565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5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146800" y="776289"/>
            <a:ext cx="1835150" cy="2028825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6" name="AutoShape 6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280400" y="700089"/>
            <a:ext cx="1835150" cy="2028825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7" name="AutoShape 7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803400" y="2757489"/>
            <a:ext cx="1835150" cy="2028825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9" name="AutoShape 9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057400" y="4800600"/>
            <a:ext cx="1447800" cy="14478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11" name="AutoShape 1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858001" y="3124200"/>
            <a:ext cx="1158875" cy="14478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12" name="AutoShape 12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686800" y="2819400"/>
            <a:ext cx="1752600" cy="1524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17" name="Rectangle 17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76200"/>
            <a:ext cx="3733800" cy="609600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FF3300"/>
                </a:solidFill>
              </a:rPr>
              <a:t>相贯图例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1163415452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024064" y="252413"/>
            <a:ext cx="63595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相贯线的主要性质</a:t>
            </a:r>
          </a:p>
        </p:txBody>
      </p:sp>
      <p:grpSp>
        <p:nvGrpSpPr>
          <p:cNvPr id="9568" name="Group 352"/>
          <p:cNvGrpSpPr>
            <a:grpSpLocks/>
          </p:cNvGrpSpPr>
          <p:nvPr/>
        </p:nvGrpSpPr>
        <p:grpSpPr bwMode="auto">
          <a:xfrm rot="21089109">
            <a:off x="1316611" y="1215816"/>
            <a:ext cx="9290050" cy="3040063"/>
            <a:chOff x="136" y="1755"/>
            <a:chExt cx="5852" cy="1915"/>
          </a:xfrm>
        </p:grpSpPr>
        <p:pic>
          <p:nvPicPr>
            <p:cNvPr id="9564" name="Picture 348" descr="圆柱与圆柱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5" y="1755"/>
              <a:ext cx="2063" cy="1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65" name="Picture 349" descr="Part9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18000" contras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9" y="1836"/>
              <a:ext cx="2065" cy="1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67" name="Picture 351" descr="三棱柱与圆锥‘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6000" contrast="2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" y="1785"/>
              <a:ext cx="1883" cy="1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76" name="Group 360"/>
          <p:cNvGrpSpPr>
            <a:grpSpLocks/>
          </p:cNvGrpSpPr>
          <p:nvPr/>
        </p:nvGrpSpPr>
        <p:grpSpPr bwMode="auto">
          <a:xfrm>
            <a:off x="4235451" y="3825879"/>
            <a:ext cx="3465513" cy="620713"/>
            <a:chOff x="1731" y="2410"/>
            <a:chExt cx="2183" cy="391"/>
          </a:xfrm>
        </p:grpSpPr>
        <p:sp>
          <p:nvSpPr>
            <p:cNvPr id="9224" name="Text Box 8"/>
            <p:cNvSpPr txBox="1">
              <a:spLocks noChangeArrowheads="1"/>
            </p:cNvSpPr>
            <p:nvPr/>
          </p:nvSpPr>
          <p:spPr bwMode="auto">
            <a:xfrm>
              <a:off x="1982" y="2410"/>
              <a:ext cx="19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 eaLnBrk="1" hangingPunct="1"/>
              <a:r>
                <a:rPr lang="en-US" altLang="zh-CN" sz="28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zh-CN" altLang="en-US" sz="28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表面性</a:t>
              </a:r>
            </a:p>
          </p:txBody>
        </p:sp>
        <p:sp>
          <p:nvSpPr>
            <p:cNvPr id="9573" name="AutoShape 357"/>
            <p:cNvSpPr>
              <a:spLocks noChangeAspect="1" noChangeArrowheads="1"/>
            </p:cNvSpPr>
            <p:nvPr/>
          </p:nvSpPr>
          <p:spPr bwMode="auto">
            <a:xfrm>
              <a:off x="1731" y="2434"/>
              <a:ext cx="367" cy="367"/>
            </a:xfrm>
            <a:prstGeom prst="star4">
              <a:avLst>
                <a:gd name="adj" fmla="val 12500"/>
              </a:avLst>
            </a:prstGeom>
            <a:solidFill>
              <a:srgbClr val="FF0000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577" name="Group 361"/>
          <p:cNvGrpSpPr>
            <a:grpSpLocks/>
          </p:cNvGrpSpPr>
          <p:nvPr/>
        </p:nvGrpSpPr>
        <p:grpSpPr bwMode="auto">
          <a:xfrm>
            <a:off x="4251325" y="4683131"/>
            <a:ext cx="4541838" cy="582613"/>
            <a:chOff x="1729" y="2917"/>
            <a:chExt cx="2861" cy="367"/>
          </a:xfrm>
        </p:grpSpPr>
        <p:sp>
          <p:nvSpPr>
            <p:cNvPr id="9228" name="Text Box 12"/>
            <p:cNvSpPr txBox="1">
              <a:spLocks noChangeArrowheads="1"/>
            </p:cNvSpPr>
            <p:nvPr/>
          </p:nvSpPr>
          <p:spPr bwMode="auto">
            <a:xfrm>
              <a:off x="2228" y="2944"/>
              <a:ext cx="236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en-US" altLang="zh-CN" sz="28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封闭性</a:t>
              </a:r>
            </a:p>
          </p:txBody>
        </p:sp>
        <p:sp>
          <p:nvSpPr>
            <p:cNvPr id="9574" name="AutoShape 358"/>
            <p:cNvSpPr>
              <a:spLocks noChangeAspect="1" noChangeArrowheads="1"/>
            </p:cNvSpPr>
            <p:nvPr/>
          </p:nvSpPr>
          <p:spPr bwMode="auto">
            <a:xfrm>
              <a:off x="1729" y="2917"/>
              <a:ext cx="367" cy="367"/>
            </a:xfrm>
            <a:prstGeom prst="star4">
              <a:avLst>
                <a:gd name="adj" fmla="val 12500"/>
              </a:avLst>
            </a:prstGeom>
            <a:solidFill>
              <a:srgbClr val="FF0000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578" name="Group 362"/>
          <p:cNvGrpSpPr>
            <a:grpSpLocks/>
          </p:cNvGrpSpPr>
          <p:nvPr/>
        </p:nvGrpSpPr>
        <p:grpSpPr bwMode="auto">
          <a:xfrm>
            <a:off x="4254500" y="5546731"/>
            <a:ext cx="4000500" cy="582613"/>
            <a:chOff x="1720" y="3450"/>
            <a:chExt cx="2520" cy="367"/>
          </a:xfrm>
        </p:grpSpPr>
        <p:sp>
          <p:nvSpPr>
            <p:cNvPr id="9223" name="Text Box 7"/>
            <p:cNvSpPr txBox="1">
              <a:spLocks noChangeArrowheads="1"/>
            </p:cNvSpPr>
            <p:nvPr/>
          </p:nvSpPr>
          <p:spPr bwMode="auto">
            <a:xfrm>
              <a:off x="2106" y="3460"/>
              <a:ext cx="21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 eaLnBrk="1" hangingPunct="1"/>
              <a:r>
                <a:rPr lang="en-US" altLang="zh-CN" sz="28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28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共有性</a:t>
              </a:r>
            </a:p>
          </p:txBody>
        </p:sp>
        <p:sp>
          <p:nvSpPr>
            <p:cNvPr id="9575" name="AutoShape 359"/>
            <p:cNvSpPr>
              <a:spLocks noChangeAspect="1" noChangeArrowheads="1"/>
            </p:cNvSpPr>
            <p:nvPr/>
          </p:nvSpPr>
          <p:spPr bwMode="auto">
            <a:xfrm>
              <a:off x="1720" y="3450"/>
              <a:ext cx="367" cy="367"/>
            </a:xfrm>
            <a:prstGeom prst="star4">
              <a:avLst>
                <a:gd name="adj" fmla="val 12500"/>
              </a:avLst>
            </a:prstGeom>
            <a:solidFill>
              <a:srgbClr val="FF0000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FDA263-753B-2A19-CE21-6AAF473D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7196-7B28-5043-B96A-613ED5073D6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A8C30B-2121-96EF-E1E4-472CCB630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5C2311-D5C7-897C-06B7-8A040E2C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BB4E8-97CB-DC39-927D-7A809ED9D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5937" y="3429000"/>
            <a:ext cx="1311422" cy="306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2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1851821" y="1118362"/>
            <a:ext cx="4819343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相贯线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一般为光滑封闭的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空间曲线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它是两回转体表面的共有线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1805782" y="444953"/>
            <a:ext cx="6400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/>
                    </a:gs>
                    <a:gs pos="50000">
                      <a:srgbClr val="FFFF00"/>
                    </a:gs>
                    <a:gs pos="100000">
                      <a:srgbClr val="FFCC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8100">
                <a:pattFill prst="trellis">
                  <a:fgClr>
                    <a:srgbClr val="FF3300"/>
                  </a:fgClr>
                  <a:bgClr>
                    <a:srgbClr val="FFCC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回转体相贯线作图方法</a:t>
            </a:r>
          </a:p>
        </p:txBody>
      </p:sp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1851821" y="1966215"/>
            <a:ext cx="3984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★ </a:t>
            </a:r>
            <a:r>
              <a:rPr lang="zh-CN" altLang="en-US" sz="24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作图方法</a:t>
            </a:r>
          </a:p>
        </p:txBody>
      </p:sp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2183607" y="2449339"/>
            <a:ext cx="2571750" cy="139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  <a:sym typeface="Symbol" panose="05050102010706020507" pitchFamily="18" charset="2"/>
              </a:rPr>
              <a:t>表面取点法</a:t>
            </a:r>
            <a:endParaRPr lang="en-US" altLang="zh-CN" sz="2400" b="1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DengXian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  <a:sym typeface="Symbol" panose="05050102010706020507" pitchFamily="18" charset="2"/>
              </a:rPr>
              <a:t>辅助平面法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  <a:sym typeface="Symbol" panose="05050102010706020507" pitchFamily="18" charset="2"/>
              </a:rPr>
              <a:t>辅助球面法</a:t>
            </a: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2410621" y="4540949"/>
            <a:ext cx="19287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zh-CN" altLang="en-US" sz="20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先找特殊点</a:t>
            </a:r>
            <a:endParaRPr lang="zh-CN" altLang="en-US" sz="2000" b="1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1886746" y="3975800"/>
            <a:ext cx="18870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★ </a:t>
            </a:r>
            <a:r>
              <a:rPr lang="zh-CN" altLang="en-US" sz="24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作图过程</a:t>
            </a:r>
          </a:p>
        </p:txBody>
      </p:sp>
      <p:sp>
        <p:nvSpPr>
          <p:cNvPr id="148489" name="Text Box 9"/>
          <p:cNvSpPr txBox="1">
            <a:spLocks noChangeArrowheads="1"/>
          </p:cNvSpPr>
          <p:nvPr/>
        </p:nvSpPr>
        <p:spPr bwMode="auto">
          <a:xfrm>
            <a:off x="2416971" y="5047361"/>
            <a:ext cx="19287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zh-CN" altLang="en-US" sz="20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补充中间点</a:t>
            </a:r>
          </a:p>
        </p:txBody>
      </p:sp>
      <p:sp>
        <p:nvSpPr>
          <p:cNvPr id="148490" name="AutoShape 10"/>
          <p:cNvSpPr>
            <a:spLocks noChangeArrowheads="1"/>
          </p:cNvSpPr>
          <p:nvPr/>
        </p:nvSpPr>
        <p:spPr bwMode="auto">
          <a:xfrm>
            <a:off x="5006182" y="5257279"/>
            <a:ext cx="1699768" cy="989471"/>
          </a:xfrm>
          <a:prstGeom prst="wedgeEllipseCallout">
            <a:avLst>
              <a:gd name="adj1" fmla="val -73347"/>
              <a:gd name="adj2" fmla="val -49579"/>
            </a:avLst>
          </a:prstGeom>
          <a:gradFill rotWithShape="0">
            <a:gsLst>
              <a:gs pos="0">
                <a:srgbClr val="FF99FF"/>
              </a:gs>
              <a:gs pos="100000">
                <a:srgbClr val="FF99FF">
                  <a:gamma/>
                  <a:shade val="77647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确定交线的</a:t>
            </a:r>
          </a:p>
          <a:p>
            <a:pPr algn="l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弯曲趋势</a:t>
            </a:r>
          </a:p>
        </p:txBody>
      </p:sp>
      <p:sp>
        <p:nvSpPr>
          <p:cNvPr id="148491" name="AutoShape 11"/>
          <p:cNvSpPr>
            <a:spLocks noChangeArrowheads="1"/>
          </p:cNvSpPr>
          <p:nvPr/>
        </p:nvSpPr>
        <p:spPr bwMode="auto">
          <a:xfrm>
            <a:off x="4842670" y="3434702"/>
            <a:ext cx="1657541" cy="974725"/>
          </a:xfrm>
          <a:prstGeom prst="cloudCallout">
            <a:avLst>
              <a:gd name="adj1" fmla="val -68944"/>
              <a:gd name="adj2" fmla="val 78991"/>
            </a:avLst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确定交线</a:t>
            </a:r>
          </a:p>
          <a:p>
            <a:pPr algn="l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的范围</a:t>
            </a:r>
          </a:p>
        </p:txBody>
      </p:sp>
      <p:grpSp>
        <p:nvGrpSpPr>
          <p:cNvPr id="148505" name="Group 25"/>
          <p:cNvGrpSpPr>
            <a:grpSpLocks/>
          </p:cNvGrpSpPr>
          <p:nvPr/>
        </p:nvGrpSpPr>
        <p:grpSpPr bwMode="auto">
          <a:xfrm>
            <a:off x="7205617" y="3258937"/>
            <a:ext cx="2298700" cy="2124075"/>
            <a:chOff x="3920" y="2127"/>
            <a:chExt cx="1448" cy="1338"/>
          </a:xfrm>
        </p:grpSpPr>
        <p:sp>
          <p:nvSpPr>
            <p:cNvPr id="148493" name="Freeform 13"/>
            <p:cNvSpPr>
              <a:spLocks/>
            </p:cNvSpPr>
            <p:nvPr/>
          </p:nvSpPr>
          <p:spPr bwMode="auto">
            <a:xfrm>
              <a:off x="4060" y="2214"/>
              <a:ext cx="1308" cy="1219"/>
            </a:xfrm>
            <a:custGeom>
              <a:avLst/>
              <a:gdLst>
                <a:gd name="T0" fmla="*/ 0 w 1648"/>
                <a:gd name="T1" fmla="*/ 600 h 1536"/>
                <a:gd name="T2" fmla="*/ 376 w 1648"/>
                <a:gd name="T3" fmla="*/ 376 h 1536"/>
                <a:gd name="T4" fmla="*/ 672 w 1648"/>
                <a:gd name="T5" fmla="*/ 532 h 1536"/>
                <a:gd name="T6" fmla="*/ 770 w 1648"/>
                <a:gd name="T7" fmla="*/ 665 h 1536"/>
                <a:gd name="T8" fmla="*/ 802 w 1648"/>
                <a:gd name="T9" fmla="*/ 677 h 1536"/>
                <a:gd name="T10" fmla="*/ 872 w 1648"/>
                <a:gd name="T11" fmla="*/ 543 h 1536"/>
                <a:gd name="T12" fmla="*/ 915 w 1648"/>
                <a:gd name="T13" fmla="*/ 685 h 1536"/>
                <a:gd name="T14" fmla="*/ 961 w 1648"/>
                <a:gd name="T15" fmla="*/ 576 h 1536"/>
                <a:gd name="T16" fmla="*/ 1003 w 1648"/>
                <a:gd name="T17" fmla="*/ 641 h 1536"/>
                <a:gd name="T18" fmla="*/ 1040 w 1648"/>
                <a:gd name="T19" fmla="*/ 605 h 1536"/>
                <a:gd name="T20" fmla="*/ 1072 w 1648"/>
                <a:gd name="T21" fmla="*/ 565 h 1536"/>
                <a:gd name="T22" fmla="*/ 1088 w 1648"/>
                <a:gd name="T23" fmla="*/ 521 h 1536"/>
                <a:gd name="T24" fmla="*/ 1096 w 1648"/>
                <a:gd name="T25" fmla="*/ 480 h 1536"/>
                <a:gd name="T26" fmla="*/ 376 w 1648"/>
                <a:gd name="T27" fmla="*/ 368 h 1536"/>
                <a:gd name="T28" fmla="*/ 1048 w 1648"/>
                <a:gd name="T29" fmla="*/ 16 h 1536"/>
                <a:gd name="T30" fmla="*/ 1144 w 1648"/>
                <a:gd name="T31" fmla="*/ 0 h 1536"/>
                <a:gd name="T32" fmla="*/ 1248 w 1648"/>
                <a:gd name="T33" fmla="*/ 40 h 1536"/>
                <a:gd name="T34" fmla="*/ 1320 w 1648"/>
                <a:gd name="T35" fmla="*/ 80 h 1536"/>
                <a:gd name="T36" fmla="*/ 1400 w 1648"/>
                <a:gd name="T37" fmla="*/ 136 h 1536"/>
                <a:gd name="T38" fmla="*/ 1464 w 1648"/>
                <a:gd name="T39" fmla="*/ 208 h 1536"/>
                <a:gd name="T40" fmla="*/ 1511 w 1648"/>
                <a:gd name="T41" fmla="*/ 274 h 1536"/>
                <a:gd name="T42" fmla="*/ 1543 w 1648"/>
                <a:gd name="T43" fmla="*/ 323 h 1536"/>
                <a:gd name="T44" fmla="*/ 1563 w 1648"/>
                <a:gd name="T45" fmla="*/ 363 h 1536"/>
                <a:gd name="T46" fmla="*/ 1584 w 1648"/>
                <a:gd name="T47" fmla="*/ 408 h 1536"/>
                <a:gd name="T48" fmla="*/ 1604 w 1648"/>
                <a:gd name="T49" fmla="*/ 452 h 1536"/>
                <a:gd name="T50" fmla="*/ 1619 w 1648"/>
                <a:gd name="T51" fmla="*/ 504 h 1536"/>
                <a:gd name="T52" fmla="*/ 1636 w 1648"/>
                <a:gd name="T53" fmla="*/ 556 h 1536"/>
                <a:gd name="T54" fmla="*/ 1644 w 1648"/>
                <a:gd name="T55" fmla="*/ 609 h 1536"/>
                <a:gd name="T56" fmla="*/ 1648 w 1648"/>
                <a:gd name="T57" fmla="*/ 680 h 1536"/>
                <a:gd name="T58" fmla="*/ 1640 w 1648"/>
                <a:gd name="T59" fmla="*/ 776 h 1536"/>
                <a:gd name="T60" fmla="*/ 1599 w 1648"/>
                <a:gd name="T61" fmla="*/ 863 h 1536"/>
                <a:gd name="T62" fmla="*/ 1567 w 1648"/>
                <a:gd name="T63" fmla="*/ 903 h 1536"/>
                <a:gd name="T64" fmla="*/ 1535 w 1648"/>
                <a:gd name="T65" fmla="*/ 935 h 1536"/>
                <a:gd name="T66" fmla="*/ 1507 w 1648"/>
                <a:gd name="T67" fmla="*/ 959 h 1536"/>
                <a:gd name="T68" fmla="*/ 500 w 1648"/>
                <a:gd name="T69" fmla="*/ 1536 h 1536"/>
                <a:gd name="T70" fmla="*/ 549 w 1648"/>
                <a:gd name="T71" fmla="*/ 1496 h 1536"/>
                <a:gd name="T72" fmla="*/ 572 w 1648"/>
                <a:gd name="T73" fmla="*/ 1455 h 1536"/>
                <a:gd name="T74" fmla="*/ 569 w 1648"/>
                <a:gd name="T75" fmla="*/ 1403 h 1536"/>
                <a:gd name="T76" fmla="*/ 589 w 1648"/>
                <a:gd name="T77" fmla="*/ 1375 h 1536"/>
                <a:gd name="T78" fmla="*/ 593 w 1648"/>
                <a:gd name="T79" fmla="*/ 1318 h 1536"/>
                <a:gd name="T80" fmla="*/ 601 w 1648"/>
                <a:gd name="T81" fmla="*/ 1262 h 1536"/>
                <a:gd name="T82" fmla="*/ 593 w 1648"/>
                <a:gd name="T83" fmla="*/ 1201 h 1536"/>
                <a:gd name="T84" fmla="*/ 585 w 1648"/>
                <a:gd name="T85" fmla="*/ 1145 h 1536"/>
                <a:gd name="T86" fmla="*/ 565 w 1648"/>
                <a:gd name="T87" fmla="*/ 1088 h 1536"/>
                <a:gd name="T88" fmla="*/ 552 w 1648"/>
                <a:gd name="T89" fmla="*/ 1044 h 1536"/>
                <a:gd name="T90" fmla="*/ 427 w 1648"/>
                <a:gd name="T91" fmla="*/ 976 h 1536"/>
                <a:gd name="T92" fmla="*/ 261 w 1648"/>
                <a:gd name="T93" fmla="*/ 798 h 1536"/>
                <a:gd name="T94" fmla="*/ 405 w 1648"/>
                <a:gd name="T95" fmla="*/ 910 h 1536"/>
                <a:gd name="T96" fmla="*/ 139 w 1648"/>
                <a:gd name="T97" fmla="*/ 665 h 1536"/>
                <a:gd name="T98" fmla="*/ 0 w 1648"/>
                <a:gd name="T99" fmla="*/ 600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48" h="1536">
                  <a:moveTo>
                    <a:pt x="0" y="600"/>
                  </a:moveTo>
                  <a:lnTo>
                    <a:pt x="376" y="376"/>
                  </a:lnTo>
                  <a:lnTo>
                    <a:pt x="672" y="532"/>
                  </a:lnTo>
                  <a:lnTo>
                    <a:pt x="770" y="665"/>
                  </a:lnTo>
                  <a:lnTo>
                    <a:pt x="802" y="677"/>
                  </a:lnTo>
                  <a:lnTo>
                    <a:pt x="872" y="543"/>
                  </a:lnTo>
                  <a:lnTo>
                    <a:pt x="915" y="685"/>
                  </a:lnTo>
                  <a:lnTo>
                    <a:pt x="961" y="576"/>
                  </a:lnTo>
                  <a:lnTo>
                    <a:pt x="1003" y="641"/>
                  </a:lnTo>
                  <a:lnTo>
                    <a:pt x="1040" y="605"/>
                  </a:lnTo>
                  <a:lnTo>
                    <a:pt x="1072" y="565"/>
                  </a:lnTo>
                  <a:lnTo>
                    <a:pt x="1088" y="521"/>
                  </a:lnTo>
                  <a:lnTo>
                    <a:pt x="1096" y="480"/>
                  </a:lnTo>
                  <a:lnTo>
                    <a:pt x="376" y="368"/>
                  </a:lnTo>
                  <a:lnTo>
                    <a:pt x="1048" y="16"/>
                  </a:lnTo>
                  <a:lnTo>
                    <a:pt x="1144" y="0"/>
                  </a:lnTo>
                  <a:lnTo>
                    <a:pt x="1248" y="40"/>
                  </a:lnTo>
                  <a:lnTo>
                    <a:pt x="1320" y="80"/>
                  </a:lnTo>
                  <a:lnTo>
                    <a:pt x="1400" y="136"/>
                  </a:lnTo>
                  <a:lnTo>
                    <a:pt x="1464" y="208"/>
                  </a:lnTo>
                  <a:lnTo>
                    <a:pt x="1511" y="274"/>
                  </a:lnTo>
                  <a:lnTo>
                    <a:pt x="1543" y="323"/>
                  </a:lnTo>
                  <a:lnTo>
                    <a:pt x="1563" y="363"/>
                  </a:lnTo>
                  <a:lnTo>
                    <a:pt x="1584" y="408"/>
                  </a:lnTo>
                  <a:lnTo>
                    <a:pt x="1604" y="452"/>
                  </a:lnTo>
                  <a:lnTo>
                    <a:pt x="1619" y="504"/>
                  </a:lnTo>
                  <a:lnTo>
                    <a:pt x="1636" y="556"/>
                  </a:lnTo>
                  <a:lnTo>
                    <a:pt x="1644" y="609"/>
                  </a:lnTo>
                  <a:lnTo>
                    <a:pt x="1648" y="680"/>
                  </a:lnTo>
                  <a:lnTo>
                    <a:pt x="1640" y="776"/>
                  </a:lnTo>
                  <a:lnTo>
                    <a:pt x="1599" y="863"/>
                  </a:lnTo>
                  <a:lnTo>
                    <a:pt x="1567" y="903"/>
                  </a:lnTo>
                  <a:lnTo>
                    <a:pt x="1535" y="935"/>
                  </a:lnTo>
                  <a:lnTo>
                    <a:pt x="1507" y="959"/>
                  </a:lnTo>
                  <a:lnTo>
                    <a:pt x="500" y="1536"/>
                  </a:lnTo>
                  <a:lnTo>
                    <a:pt x="549" y="1496"/>
                  </a:lnTo>
                  <a:lnTo>
                    <a:pt x="572" y="1455"/>
                  </a:lnTo>
                  <a:lnTo>
                    <a:pt x="569" y="1403"/>
                  </a:lnTo>
                  <a:lnTo>
                    <a:pt x="589" y="1375"/>
                  </a:lnTo>
                  <a:lnTo>
                    <a:pt x="593" y="1318"/>
                  </a:lnTo>
                  <a:lnTo>
                    <a:pt x="601" y="1262"/>
                  </a:lnTo>
                  <a:lnTo>
                    <a:pt x="593" y="1201"/>
                  </a:lnTo>
                  <a:lnTo>
                    <a:pt x="585" y="1145"/>
                  </a:lnTo>
                  <a:lnTo>
                    <a:pt x="565" y="1088"/>
                  </a:lnTo>
                  <a:lnTo>
                    <a:pt x="552" y="1044"/>
                  </a:lnTo>
                  <a:lnTo>
                    <a:pt x="427" y="976"/>
                  </a:lnTo>
                  <a:lnTo>
                    <a:pt x="261" y="798"/>
                  </a:lnTo>
                  <a:lnTo>
                    <a:pt x="405" y="910"/>
                  </a:lnTo>
                  <a:lnTo>
                    <a:pt x="139" y="665"/>
                  </a:lnTo>
                  <a:lnTo>
                    <a:pt x="0" y="600"/>
                  </a:lnTo>
                  <a:close/>
                </a:path>
              </a:pathLst>
            </a:custGeom>
            <a:gradFill rotWithShape="0">
              <a:gsLst>
                <a:gs pos="0">
                  <a:srgbClr val="008000">
                    <a:gamma/>
                    <a:shade val="61176"/>
                    <a:invGamma/>
                  </a:srgbClr>
                </a:gs>
                <a:gs pos="50000">
                  <a:srgbClr val="008000"/>
                </a:gs>
                <a:gs pos="100000">
                  <a:srgbClr val="008000">
                    <a:gamma/>
                    <a:shade val="61176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8494" name="Freeform 14"/>
            <p:cNvSpPr>
              <a:spLocks/>
            </p:cNvSpPr>
            <p:nvPr/>
          </p:nvSpPr>
          <p:spPr bwMode="auto">
            <a:xfrm>
              <a:off x="3920" y="2690"/>
              <a:ext cx="624" cy="775"/>
            </a:xfrm>
            <a:custGeom>
              <a:avLst/>
              <a:gdLst>
                <a:gd name="T0" fmla="*/ 210 w 624"/>
                <a:gd name="T1" fmla="*/ 6 h 775"/>
                <a:gd name="T2" fmla="*/ 280 w 624"/>
                <a:gd name="T3" fmla="*/ 19 h 775"/>
                <a:gd name="T4" fmla="*/ 337 w 624"/>
                <a:gd name="T5" fmla="*/ 44 h 775"/>
                <a:gd name="T6" fmla="*/ 401 w 624"/>
                <a:gd name="T7" fmla="*/ 89 h 775"/>
                <a:gd name="T8" fmla="*/ 456 w 624"/>
                <a:gd name="T9" fmla="*/ 134 h 775"/>
                <a:gd name="T10" fmla="*/ 504 w 624"/>
                <a:gd name="T11" fmla="*/ 190 h 775"/>
                <a:gd name="T12" fmla="*/ 544 w 624"/>
                <a:gd name="T13" fmla="*/ 246 h 775"/>
                <a:gd name="T14" fmla="*/ 578 w 624"/>
                <a:gd name="T15" fmla="*/ 311 h 775"/>
                <a:gd name="T16" fmla="*/ 598 w 624"/>
                <a:gd name="T17" fmla="*/ 362 h 775"/>
                <a:gd name="T18" fmla="*/ 620 w 624"/>
                <a:gd name="T19" fmla="*/ 435 h 775"/>
                <a:gd name="T20" fmla="*/ 624 w 624"/>
                <a:gd name="T21" fmla="*/ 526 h 775"/>
                <a:gd name="T22" fmla="*/ 620 w 624"/>
                <a:gd name="T23" fmla="*/ 608 h 775"/>
                <a:gd name="T24" fmla="*/ 601 w 624"/>
                <a:gd name="T25" fmla="*/ 669 h 775"/>
                <a:gd name="T26" fmla="*/ 573 w 624"/>
                <a:gd name="T27" fmla="*/ 720 h 775"/>
                <a:gd name="T28" fmla="*/ 540 w 624"/>
                <a:gd name="T29" fmla="*/ 743 h 775"/>
                <a:gd name="T30" fmla="*/ 502 w 624"/>
                <a:gd name="T31" fmla="*/ 762 h 775"/>
                <a:gd name="T32" fmla="*/ 457 w 624"/>
                <a:gd name="T33" fmla="*/ 775 h 775"/>
                <a:gd name="T34" fmla="*/ 400 w 624"/>
                <a:gd name="T35" fmla="*/ 775 h 775"/>
                <a:gd name="T36" fmla="*/ 332 w 624"/>
                <a:gd name="T37" fmla="*/ 759 h 775"/>
                <a:gd name="T38" fmla="*/ 294 w 624"/>
                <a:gd name="T39" fmla="*/ 743 h 775"/>
                <a:gd name="T40" fmla="*/ 246 w 624"/>
                <a:gd name="T41" fmla="*/ 708 h 775"/>
                <a:gd name="T42" fmla="*/ 205 w 624"/>
                <a:gd name="T43" fmla="*/ 676 h 775"/>
                <a:gd name="T44" fmla="*/ 176 w 624"/>
                <a:gd name="T45" fmla="*/ 647 h 775"/>
                <a:gd name="T46" fmla="*/ 147 w 624"/>
                <a:gd name="T47" fmla="*/ 615 h 775"/>
                <a:gd name="T48" fmla="*/ 118 w 624"/>
                <a:gd name="T49" fmla="*/ 573 h 775"/>
                <a:gd name="T50" fmla="*/ 90 w 624"/>
                <a:gd name="T51" fmla="*/ 535 h 775"/>
                <a:gd name="T52" fmla="*/ 64 w 624"/>
                <a:gd name="T53" fmla="*/ 487 h 775"/>
                <a:gd name="T54" fmla="*/ 45 w 624"/>
                <a:gd name="T55" fmla="*/ 442 h 775"/>
                <a:gd name="T56" fmla="*/ 29 w 624"/>
                <a:gd name="T57" fmla="*/ 397 h 775"/>
                <a:gd name="T58" fmla="*/ 13 w 624"/>
                <a:gd name="T59" fmla="*/ 349 h 775"/>
                <a:gd name="T60" fmla="*/ 3 w 624"/>
                <a:gd name="T61" fmla="*/ 295 h 775"/>
                <a:gd name="T62" fmla="*/ 0 w 624"/>
                <a:gd name="T63" fmla="*/ 237 h 775"/>
                <a:gd name="T64" fmla="*/ 3 w 624"/>
                <a:gd name="T65" fmla="*/ 170 h 775"/>
                <a:gd name="T66" fmla="*/ 19 w 624"/>
                <a:gd name="T67" fmla="*/ 119 h 775"/>
                <a:gd name="T68" fmla="*/ 51 w 624"/>
                <a:gd name="T69" fmla="*/ 67 h 775"/>
                <a:gd name="T70" fmla="*/ 83 w 624"/>
                <a:gd name="T71" fmla="*/ 35 h 775"/>
                <a:gd name="T72" fmla="*/ 128 w 624"/>
                <a:gd name="T73" fmla="*/ 10 h 775"/>
                <a:gd name="T74" fmla="*/ 159 w 624"/>
                <a:gd name="T75" fmla="*/ 0 h 775"/>
                <a:gd name="T76" fmla="*/ 210 w 624"/>
                <a:gd name="T77" fmla="*/ 6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24" h="775">
                  <a:moveTo>
                    <a:pt x="210" y="6"/>
                  </a:moveTo>
                  <a:lnTo>
                    <a:pt x="280" y="19"/>
                  </a:lnTo>
                  <a:lnTo>
                    <a:pt x="337" y="44"/>
                  </a:lnTo>
                  <a:lnTo>
                    <a:pt x="401" y="89"/>
                  </a:lnTo>
                  <a:lnTo>
                    <a:pt x="456" y="134"/>
                  </a:lnTo>
                  <a:lnTo>
                    <a:pt x="504" y="190"/>
                  </a:lnTo>
                  <a:lnTo>
                    <a:pt x="544" y="246"/>
                  </a:lnTo>
                  <a:lnTo>
                    <a:pt x="578" y="311"/>
                  </a:lnTo>
                  <a:lnTo>
                    <a:pt x="598" y="362"/>
                  </a:lnTo>
                  <a:lnTo>
                    <a:pt x="620" y="435"/>
                  </a:lnTo>
                  <a:lnTo>
                    <a:pt x="624" y="526"/>
                  </a:lnTo>
                  <a:lnTo>
                    <a:pt x="620" y="608"/>
                  </a:lnTo>
                  <a:lnTo>
                    <a:pt x="601" y="669"/>
                  </a:lnTo>
                  <a:lnTo>
                    <a:pt x="573" y="720"/>
                  </a:lnTo>
                  <a:lnTo>
                    <a:pt x="540" y="743"/>
                  </a:lnTo>
                  <a:lnTo>
                    <a:pt x="502" y="762"/>
                  </a:lnTo>
                  <a:lnTo>
                    <a:pt x="457" y="775"/>
                  </a:lnTo>
                  <a:lnTo>
                    <a:pt x="400" y="775"/>
                  </a:lnTo>
                  <a:lnTo>
                    <a:pt x="332" y="759"/>
                  </a:lnTo>
                  <a:lnTo>
                    <a:pt x="294" y="743"/>
                  </a:lnTo>
                  <a:lnTo>
                    <a:pt x="246" y="708"/>
                  </a:lnTo>
                  <a:lnTo>
                    <a:pt x="205" y="676"/>
                  </a:lnTo>
                  <a:lnTo>
                    <a:pt x="176" y="647"/>
                  </a:lnTo>
                  <a:lnTo>
                    <a:pt x="147" y="615"/>
                  </a:lnTo>
                  <a:lnTo>
                    <a:pt x="118" y="573"/>
                  </a:lnTo>
                  <a:lnTo>
                    <a:pt x="90" y="535"/>
                  </a:lnTo>
                  <a:lnTo>
                    <a:pt x="64" y="487"/>
                  </a:lnTo>
                  <a:lnTo>
                    <a:pt x="45" y="442"/>
                  </a:lnTo>
                  <a:lnTo>
                    <a:pt x="29" y="397"/>
                  </a:lnTo>
                  <a:lnTo>
                    <a:pt x="13" y="349"/>
                  </a:lnTo>
                  <a:lnTo>
                    <a:pt x="3" y="295"/>
                  </a:lnTo>
                  <a:lnTo>
                    <a:pt x="0" y="237"/>
                  </a:lnTo>
                  <a:lnTo>
                    <a:pt x="3" y="170"/>
                  </a:lnTo>
                  <a:lnTo>
                    <a:pt x="19" y="119"/>
                  </a:lnTo>
                  <a:lnTo>
                    <a:pt x="51" y="67"/>
                  </a:lnTo>
                  <a:lnTo>
                    <a:pt x="83" y="35"/>
                  </a:lnTo>
                  <a:lnTo>
                    <a:pt x="128" y="10"/>
                  </a:lnTo>
                  <a:lnTo>
                    <a:pt x="159" y="0"/>
                  </a:lnTo>
                  <a:lnTo>
                    <a:pt x="210" y="6"/>
                  </a:lnTo>
                  <a:close/>
                </a:path>
              </a:pathLst>
            </a:custGeom>
            <a:solidFill>
              <a:srgbClr val="3399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8495" name="Freeform 15"/>
            <p:cNvSpPr>
              <a:spLocks/>
            </p:cNvSpPr>
            <p:nvPr/>
          </p:nvSpPr>
          <p:spPr bwMode="auto">
            <a:xfrm>
              <a:off x="4359" y="2225"/>
              <a:ext cx="577" cy="548"/>
            </a:xfrm>
            <a:custGeom>
              <a:avLst/>
              <a:gdLst>
                <a:gd name="T0" fmla="*/ 133 w 728"/>
                <a:gd name="T1" fmla="*/ 4 h 690"/>
                <a:gd name="T2" fmla="*/ 0 w 728"/>
                <a:gd name="T3" fmla="*/ 362 h 690"/>
                <a:gd name="T4" fmla="*/ 40 w 728"/>
                <a:gd name="T5" fmla="*/ 402 h 690"/>
                <a:gd name="T6" fmla="*/ 96 w 728"/>
                <a:gd name="T7" fmla="*/ 434 h 690"/>
                <a:gd name="T8" fmla="*/ 144 w 728"/>
                <a:gd name="T9" fmla="*/ 474 h 690"/>
                <a:gd name="T10" fmla="*/ 192 w 728"/>
                <a:gd name="T11" fmla="*/ 514 h 690"/>
                <a:gd name="T12" fmla="*/ 248 w 728"/>
                <a:gd name="T13" fmla="*/ 562 h 690"/>
                <a:gd name="T14" fmla="*/ 312 w 728"/>
                <a:gd name="T15" fmla="*/ 618 h 690"/>
                <a:gd name="T16" fmla="*/ 392 w 728"/>
                <a:gd name="T17" fmla="*/ 666 h 690"/>
                <a:gd name="T18" fmla="*/ 496 w 728"/>
                <a:gd name="T19" fmla="*/ 690 h 690"/>
                <a:gd name="T20" fmla="*/ 600 w 728"/>
                <a:gd name="T21" fmla="*/ 658 h 690"/>
                <a:gd name="T22" fmla="*/ 672 w 728"/>
                <a:gd name="T23" fmla="*/ 618 h 690"/>
                <a:gd name="T24" fmla="*/ 712 w 728"/>
                <a:gd name="T25" fmla="*/ 546 h 690"/>
                <a:gd name="T26" fmla="*/ 728 w 728"/>
                <a:gd name="T27" fmla="*/ 442 h 690"/>
                <a:gd name="T28" fmla="*/ 712 w 728"/>
                <a:gd name="T29" fmla="*/ 338 h 690"/>
                <a:gd name="T30" fmla="*/ 568 w 728"/>
                <a:gd name="T31" fmla="*/ 0 h 690"/>
                <a:gd name="T32" fmla="*/ 133 w 728"/>
                <a:gd name="T33" fmla="*/ 4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8" h="690">
                  <a:moveTo>
                    <a:pt x="133" y="4"/>
                  </a:moveTo>
                  <a:lnTo>
                    <a:pt x="0" y="362"/>
                  </a:lnTo>
                  <a:lnTo>
                    <a:pt x="40" y="402"/>
                  </a:lnTo>
                  <a:lnTo>
                    <a:pt x="96" y="434"/>
                  </a:lnTo>
                  <a:lnTo>
                    <a:pt x="144" y="474"/>
                  </a:lnTo>
                  <a:lnTo>
                    <a:pt x="192" y="514"/>
                  </a:lnTo>
                  <a:lnTo>
                    <a:pt x="248" y="562"/>
                  </a:lnTo>
                  <a:lnTo>
                    <a:pt x="312" y="618"/>
                  </a:lnTo>
                  <a:lnTo>
                    <a:pt x="392" y="666"/>
                  </a:lnTo>
                  <a:lnTo>
                    <a:pt x="496" y="690"/>
                  </a:lnTo>
                  <a:lnTo>
                    <a:pt x="600" y="658"/>
                  </a:lnTo>
                  <a:lnTo>
                    <a:pt x="672" y="618"/>
                  </a:lnTo>
                  <a:lnTo>
                    <a:pt x="712" y="546"/>
                  </a:lnTo>
                  <a:lnTo>
                    <a:pt x="728" y="442"/>
                  </a:lnTo>
                  <a:lnTo>
                    <a:pt x="712" y="338"/>
                  </a:lnTo>
                  <a:lnTo>
                    <a:pt x="568" y="0"/>
                  </a:lnTo>
                  <a:lnTo>
                    <a:pt x="133" y="4"/>
                  </a:lnTo>
                  <a:close/>
                </a:path>
              </a:pathLst>
            </a:custGeom>
            <a:gradFill rotWithShape="0">
              <a:gsLst>
                <a:gs pos="0">
                  <a:srgbClr val="CC0000">
                    <a:gamma/>
                    <a:shade val="46275"/>
                    <a:invGamma/>
                  </a:srgbClr>
                </a:gs>
                <a:gs pos="50000">
                  <a:srgbClr val="CC0000"/>
                </a:gs>
                <a:gs pos="100000">
                  <a:srgbClr val="CC00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8496" name="Oval 16"/>
            <p:cNvSpPr>
              <a:spLocks noChangeArrowheads="1"/>
            </p:cNvSpPr>
            <p:nvPr/>
          </p:nvSpPr>
          <p:spPr bwMode="auto">
            <a:xfrm>
              <a:off x="4469" y="2127"/>
              <a:ext cx="335" cy="21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48503" name="Group 23"/>
          <p:cNvGrpSpPr>
            <a:grpSpLocks/>
          </p:cNvGrpSpPr>
          <p:nvPr/>
        </p:nvGrpSpPr>
        <p:grpSpPr bwMode="auto">
          <a:xfrm>
            <a:off x="7294517" y="968173"/>
            <a:ext cx="2209800" cy="2108200"/>
            <a:chOff x="3976" y="684"/>
            <a:chExt cx="1392" cy="1328"/>
          </a:xfrm>
        </p:grpSpPr>
        <p:sp>
          <p:nvSpPr>
            <p:cNvPr id="148498" name="Freeform 18"/>
            <p:cNvSpPr>
              <a:spLocks/>
            </p:cNvSpPr>
            <p:nvPr/>
          </p:nvSpPr>
          <p:spPr bwMode="auto">
            <a:xfrm>
              <a:off x="4034" y="726"/>
              <a:ext cx="1334" cy="1240"/>
            </a:xfrm>
            <a:custGeom>
              <a:avLst/>
              <a:gdLst>
                <a:gd name="T0" fmla="*/ 0 w 3048"/>
                <a:gd name="T1" fmla="*/ 1092 h 2832"/>
                <a:gd name="T2" fmla="*/ 686 w 3048"/>
                <a:gd name="T3" fmla="*/ 696 h 2832"/>
                <a:gd name="T4" fmla="*/ 780 w 3048"/>
                <a:gd name="T5" fmla="*/ 756 h 2832"/>
                <a:gd name="T6" fmla="*/ 888 w 3048"/>
                <a:gd name="T7" fmla="*/ 852 h 2832"/>
                <a:gd name="T8" fmla="*/ 960 w 3048"/>
                <a:gd name="T9" fmla="*/ 924 h 2832"/>
                <a:gd name="T10" fmla="*/ 1164 w 3048"/>
                <a:gd name="T11" fmla="*/ 1092 h 2832"/>
                <a:gd name="T12" fmla="*/ 1416 w 3048"/>
                <a:gd name="T13" fmla="*/ 1224 h 2832"/>
                <a:gd name="T14" fmla="*/ 1692 w 3048"/>
                <a:gd name="T15" fmla="*/ 1272 h 2832"/>
                <a:gd name="T16" fmla="*/ 1932 w 3048"/>
                <a:gd name="T17" fmla="*/ 1248 h 2832"/>
                <a:gd name="T18" fmla="*/ 1992 w 3048"/>
                <a:gd name="T19" fmla="*/ 1116 h 2832"/>
                <a:gd name="T20" fmla="*/ 2052 w 3048"/>
                <a:gd name="T21" fmla="*/ 912 h 2832"/>
                <a:gd name="T22" fmla="*/ 2076 w 3048"/>
                <a:gd name="T23" fmla="*/ 720 h 2832"/>
                <a:gd name="T24" fmla="*/ 2100 w 3048"/>
                <a:gd name="T25" fmla="*/ 516 h 2832"/>
                <a:gd name="T26" fmla="*/ 2040 w 3048"/>
                <a:gd name="T27" fmla="*/ 288 h 2832"/>
                <a:gd name="T28" fmla="*/ 1968 w 3048"/>
                <a:gd name="T29" fmla="*/ 144 h 2832"/>
                <a:gd name="T30" fmla="*/ 1836 w 3048"/>
                <a:gd name="T31" fmla="*/ 36 h 2832"/>
                <a:gd name="T32" fmla="*/ 1920 w 3048"/>
                <a:gd name="T33" fmla="*/ 0 h 2832"/>
                <a:gd name="T34" fmla="*/ 2052 w 3048"/>
                <a:gd name="T35" fmla="*/ 0 h 2832"/>
                <a:gd name="T36" fmla="*/ 2184 w 3048"/>
                <a:gd name="T37" fmla="*/ 24 h 2832"/>
                <a:gd name="T38" fmla="*/ 2316 w 3048"/>
                <a:gd name="T39" fmla="*/ 60 h 2832"/>
                <a:gd name="T40" fmla="*/ 2448 w 3048"/>
                <a:gd name="T41" fmla="*/ 144 h 2832"/>
                <a:gd name="T42" fmla="*/ 2568 w 3048"/>
                <a:gd name="T43" fmla="*/ 216 h 2832"/>
                <a:gd name="T44" fmla="*/ 2664 w 3048"/>
                <a:gd name="T45" fmla="*/ 300 h 2832"/>
                <a:gd name="T46" fmla="*/ 2760 w 3048"/>
                <a:gd name="T47" fmla="*/ 420 h 2832"/>
                <a:gd name="T48" fmla="*/ 2832 w 3048"/>
                <a:gd name="T49" fmla="*/ 528 h 2832"/>
                <a:gd name="T50" fmla="*/ 2916 w 3048"/>
                <a:gd name="T51" fmla="*/ 684 h 2832"/>
                <a:gd name="T52" fmla="*/ 2964 w 3048"/>
                <a:gd name="T53" fmla="*/ 780 h 2832"/>
                <a:gd name="T54" fmla="*/ 3024 w 3048"/>
                <a:gd name="T55" fmla="*/ 960 h 2832"/>
                <a:gd name="T56" fmla="*/ 3048 w 3048"/>
                <a:gd name="T57" fmla="*/ 1128 h 2832"/>
                <a:gd name="T58" fmla="*/ 3048 w 3048"/>
                <a:gd name="T59" fmla="*/ 1284 h 2832"/>
                <a:gd name="T60" fmla="*/ 3012 w 3048"/>
                <a:gd name="T61" fmla="*/ 1452 h 2832"/>
                <a:gd name="T62" fmla="*/ 2964 w 3048"/>
                <a:gd name="T63" fmla="*/ 1596 h 2832"/>
                <a:gd name="T64" fmla="*/ 2892 w 3048"/>
                <a:gd name="T65" fmla="*/ 1680 h 2832"/>
                <a:gd name="T66" fmla="*/ 2100 w 3048"/>
                <a:gd name="T67" fmla="*/ 2160 h 2832"/>
                <a:gd name="T68" fmla="*/ 936 w 3048"/>
                <a:gd name="T69" fmla="*/ 2832 h 2832"/>
                <a:gd name="T70" fmla="*/ 1056 w 3048"/>
                <a:gd name="T71" fmla="*/ 2652 h 2832"/>
                <a:gd name="T72" fmla="*/ 1164 w 3048"/>
                <a:gd name="T73" fmla="*/ 2472 h 2832"/>
                <a:gd name="T74" fmla="*/ 1188 w 3048"/>
                <a:gd name="T75" fmla="*/ 2196 h 2832"/>
                <a:gd name="T76" fmla="*/ 1116 w 3048"/>
                <a:gd name="T77" fmla="*/ 1944 h 2832"/>
                <a:gd name="T78" fmla="*/ 1008 w 3048"/>
                <a:gd name="T79" fmla="*/ 1692 h 2832"/>
                <a:gd name="T80" fmla="*/ 924 w 3048"/>
                <a:gd name="T81" fmla="*/ 1548 h 2832"/>
                <a:gd name="T82" fmla="*/ 780 w 3048"/>
                <a:gd name="T83" fmla="*/ 1404 h 2832"/>
                <a:gd name="T84" fmla="*/ 612 w 3048"/>
                <a:gd name="T85" fmla="*/ 1248 h 2832"/>
                <a:gd name="T86" fmla="*/ 348 w 3048"/>
                <a:gd name="T87" fmla="*/ 1116 h 2832"/>
                <a:gd name="T88" fmla="*/ 168 w 3048"/>
                <a:gd name="T89" fmla="*/ 1080 h 2832"/>
                <a:gd name="T90" fmla="*/ 0 w 3048"/>
                <a:gd name="T91" fmla="*/ 1092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48" h="2832">
                  <a:moveTo>
                    <a:pt x="0" y="1092"/>
                  </a:moveTo>
                  <a:lnTo>
                    <a:pt x="686" y="696"/>
                  </a:lnTo>
                  <a:lnTo>
                    <a:pt x="780" y="756"/>
                  </a:lnTo>
                  <a:lnTo>
                    <a:pt x="888" y="852"/>
                  </a:lnTo>
                  <a:lnTo>
                    <a:pt x="960" y="924"/>
                  </a:lnTo>
                  <a:lnTo>
                    <a:pt x="1164" y="1092"/>
                  </a:lnTo>
                  <a:lnTo>
                    <a:pt x="1416" y="1224"/>
                  </a:lnTo>
                  <a:lnTo>
                    <a:pt x="1692" y="1272"/>
                  </a:lnTo>
                  <a:lnTo>
                    <a:pt x="1932" y="1248"/>
                  </a:lnTo>
                  <a:lnTo>
                    <a:pt x="1992" y="1116"/>
                  </a:lnTo>
                  <a:lnTo>
                    <a:pt x="2052" y="912"/>
                  </a:lnTo>
                  <a:lnTo>
                    <a:pt x="2076" y="720"/>
                  </a:lnTo>
                  <a:lnTo>
                    <a:pt x="2100" y="516"/>
                  </a:lnTo>
                  <a:lnTo>
                    <a:pt x="2040" y="288"/>
                  </a:lnTo>
                  <a:lnTo>
                    <a:pt x="1968" y="144"/>
                  </a:lnTo>
                  <a:lnTo>
                    <a:pt x="1836" y="36"/>
                  </a:lnTo>
                  <a:lnTo>
                    <a:pt x="1920" y="0"/>
                  </a:lnTo>
                  <a:lnTo>
                    <a:pt x="2052" y="0"/>
                  </a:lnTo>
                  <a:lnTo>
                    <a:pt x="2184" y="24"/>
                  </a:lnTo>
                  <a:lnTo>
                    <a:pt x="2316" y="60"/>
                  </a:lnTo>
                  <a:lnTo>
                    <a:pt x="2448" y="144"/>
                  </a:lnTo>
                  <a:lnTo>
                    <a:pt x="2568" y="216"/>
                  </a:lnTo>
                  <a:lnTo>
                    <a:pt x="2664" y="300"/>
                  </a:lnTo>
                  <a:lnTo>
                    <a:pt x="2760" y="420"/>
                  </a:lnTo>
                  <a:lnTo>
                    <a:pt x="2832" y="528"/>
                  </a:lnTo>
                  <a:lnTo>
                    <a:pt x="2916" y="684"/>
                  </a:lnTo>
                  <a:lnTo>
                    <a:pt x="2964" y="780"/>
                  </a:lnTo>
                  <a:lnTo>
                    <a:pt x="3024" y="960"/>
                  </a:lnTo>
                  <a:lnTo>
                    <a:pt x="3048" y="1128"/>
                  </a:lnTo>
                  <a:lnTo>
                    <a:pt x="3048" y="1284"/>
                  </a:lnTo>
                  <a:lnTo>
                    <a:pt x="3012" y="1452"/>
                  </a:lnTo>
                  <a:lnTo>
                    <a:pt x="2964" y="1596"/>
                  </a:lnTo>
                  <a:lnTo>
                    <a:pt x="2892" y="1680"/>
                  </a:lnTo>
                  <a:lnTo>
                    <a:pt x="2100" y="2160"/>
                  </a:lnTo>
                  <a:lnTo>
                    <a:pt x="936" y="2832"/>
                  </a:lnTo>
                  <a:lnTo>
                    <a:pt x="1056" y="2652"/>
                  </a:lnTo>
                  <a:lnTo>
                    <a:pt x="1164" y="2472"/>
                  </a:lnTo>
                  <a:lnTo>
                    <a:pt x="1188" y="2196"/>
                  </a:lnTo>
                  <a:lnTo>
                    <a:pt x="1116" y="1944"/>
                  </a:lnTo>
                  <a:lnTo>
                    <a:pt x="1008" y="1692"/>
                  </a:lnTo>
                  <a:lnTo>
                    <a:pt x="924" y="1548"/>
                  </a:lnTo>
                  <a:lnTo>
                    <a:pt x="780" y="1404"/>
                  </a:lnTo>
                  <a:lnTo>
                    <a:pt x="612" y="1248"/>
                  </a:lnTo>
                  <a:lnTo>
                    <a:pt x="348" y="1116"/>
                  </a:lnTo>
                  <a:lnTo>
                    <a:pt x="168" y="1080"/>
                  </a:lnTo>
                  <a:lnTo>
                    <a:pt x="0" y="1092"/>
                  </a:lnTo>
                  <a:close/>
                </a:path>
              </a:pathLst>
            </a:custGeom>
            <a:gradFill rotWithShape="0">
              <a:gsLst>
                <a:gs pos="0">
                  <a:srgbClr val="008000">
                    <a:gamma/>
                    <a:shade val="63529"/>
                    <a:invGamma/>
                  </a:srgbClr>
                </a:gs>
                <a:gs pos="50000">
                  <a:srgbClr val="008000"/>
                </a:gs>
                <a:gs pos="100000">
                  <a:srgbClr val="008000">
                    <a:gamma/>
                    <a:shade val="63529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8499" name="Oval 19"/>
            <p:cNvSpPr>
              <a:spLocks noChangeArrowheads="1"/>
            </p:cNvSpPr>
            <p:nvPr/>
          </p:nvSpPr>
          <p:spPr bwMode="auto">
            <a:xfrm rot="-1801384">
              <a:off x="3976" y="1149"/>
              <a:ext cx="546" cy="863"/>
            </a:xfrm>
            <a:prstGeom prst="ellipse">
              <a:avLst/>
            </a:prstGeom>
            <a:solidFill>
              <a:srgbClr val="3399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8500" name="Freeform 20"/>
            <p:cNvSpPr>
              <a:spLocks/>
            </p:cNvSpPr>
            <p:nvPr/>
          </p:nvSpPr>
          <p:spPr bwMode="auto">
            <a:xfrm>
              <a:off x="4338" y="852"/>
              <a:ext cx="620" cy="468"/>
            </a:xfrm>
            <a:custGeom>
              <a:avLst/>
              <a:gdLst>
                <a:gd name="T0" fmla="*/ 0 w 1416"/>
                <a:gd name="T1" fmla="*/ 36 h 1068"/>
                <a:gd name="T2" fmla="*/ 0 w 1416"/>
                <a:gd name="T3" fmla="*/ 408 h 1068"/>
                <a:gd name="T4" fmla="*/ 168 w 1416"/>
                <a:gd name="T5" fmla="*/ 552 h 1068"/>
                <a:gd name="T6" fmla="*/ 300 w 1416"/>
                <a:gd name="T7" fmla="*/ 684 h 1068"/>
                <a:gd name="T8" fmla="*/ 420 w 1416"/>
                <a:gd name="T9" fmla="*/ 792 h 1068"/>
                <a:gd name="T10" fmla="*/ 552 w 1416"/>
                <a:gd name="T11" fmla="*/ 900 h 1068"/>
                <a:gd name="T12" fmla="*/ 672 w 1416"/>
                <a:gd name="T13" fmla="*/ 984 h 1068"/>
                <a:gd name="T14" fmla="*/ 804 w 1416"/>
                <a:gd name="T15" fmla="*/ 1044 h 1068"/>
                <a:gd name="T16" fmla="*/ 924 w 1416"/>
                <a:gd name="T17" fmla="*/ 1068 h 1068"/>
                <a:gd name="T18" fmla="*/ 1044 w 1416"/>
                <a:gd name="T19" fmla="*/ 1056 h 1068"/>
                <a:gd name="T20" fmla="*/ 1128 w 1416"/>
                <a:gd name="T21" fmla="*/ 1032 h 1068"/>
                <a:gd name="T22" fmla="*/ 1248 w 1416"/>
                <a:gd name="T23" fmla="*/ 972 h 1068"/>
                <a:gd name="T24" fmla="*/ 1332 w 1416"/>
                <a:gd name="T25" fmla="*/ 852 h 1068"/>
                <a:gd name="T26" fmla="*/ 1380 w 1416"/>
                <a:gd name="T27" fmla="*/ 744 h 1068"/>
                <a:gd name="T28" fmla="*/ 1404 w 1416"/>
                <a:gd name="T29" fmla="*/ 576 h 1068"/>
                <a:gd name="T30" fmla="*/ 1416 w 1416"/>
                <a:gd name="T31" fmla="*/ 492 h 1068"/>
                <a:gd name="T32" fmla="*/ 1416 w 1416"/>
                <a:gd name="T33" fmla="*/ 0 h 1068"/>
                <a:gd name="T34" fmla="*/ 1332 w 1416"/>
                <a:gd name="T35" fmla="*/ 168 h 1068"/>
                <a:gd name="T36" fmla="*/ 1272 w 1416"/>
                <a:gd name="T37" fmla="*/ 276 h 1068"/>
                <a:gd name="T38" fmla="*/ 1164 w 1416"/>
                <a:gd name="T39" fmla="*/ 348 h 1068"/>
                <a:gd name="T40" fmla="*/ 1032 w 1416"/>
                <a:gd name="T41" fmla="*/ 396 h 1068"/>
                <a:gd name="T42" fmla="*/ 936 w 1416"/>
                <a:gd name="T43" fmla="*/ 408 h 1068"/>
                <a:gd name="T44" fmla="*/ 768 w 1416"/>
                <a:gd name="T45" fmla="*/ 444 h 1068"/>
                <a:gd name="T46" fmla="*/ 660 w 1416"/>
                <a:gd name="T47" fmla="*/ 456 h 1068"/>
                <a:gd name="T48" fmla="*/ 468 w 1416"/>
                <a:gd name="T49" fmla="*/ 432 h 1068"/>
                <a:gd name="T50" fmla="*/ 372 w 1416"/>
                <a:gd name="T51" fmla="*/ 372 h 1068"/>
                <a:gd name="T52" fmla="*/ 240 w 1416"/>
                <a:gd name="T53" fmla="*/ 336 h 1068"/>
                <a:gd name="T54" fmla="*/ 132 w 1416"/>
                <a:gd name="T55" fmla="*/ 240 h 1068"/>
                <a:gd name="T56" fmla="*/ 72 w 1416"/>
                <a:gd name="T57" fmla="*/ 180 h 1068"/>
                <a:gd name="T58" fmla="*/ 0 w 1416"/>
                <a:gd name="T59" fmla="*/ 36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FF6600">
                    <a:gamma/>
                    <a:shade val="60784"/>
                    <a:invGamma/>
                  </a:srgbClr>
                </a:gs>
                <a:gs pos="50000">
                  <a:srgbClr val="FF6600"/>
                </a:gs>
                <a:gs pos="100000">
                  <a:srgbClr val="FF6600">
                    <a:gamma/>
                    <a:shade val="6078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8501" name="Oval 21"/>
            <p:cNvSpPr>
              <a:spLocks noChangeArrowheads="1"/>
            </p:cNvSpPr>
            <p:nvPr/>
          </p:nvSpPr>
          <p:spPr bwMode="auto">
            <a:xfrm>
              <a:off x="4344" y="684"/>
              <a:ext cx="609" cy="388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8502" name="Freeform 22"/>
            <p:cNvSpPr>
              <a:spLocks/>
            </p:cNvSpPr>
            <p:nvPr/>
          </p:nvSpPr>
          <p:spPr bwMode="auto">
            <a:xfrm>
              <a:off x="4454" y="1667"/>
              <a:ext cx="510" cy="341"/>
            </a:xfrm>
            <a:custGeom>
              <a:avLst/>
              <a:gdLst>
                <a:gd name="T0" fmla="*/ 0 w 1164"/>
                <a:gd name="T1" fmla="*/ 660 h 780"/>
                <a:gd name="T2" fmla="*/ 660 w 1164"/>
                <a:gd name="T3" fmla="*/ 264 h 780"/>
                <a:gd name="T4" fmla="*/ 732 w 1164"/>
                <a:gd name="T5" fmla="*/ 204 h 780"/>
                <a:gd name="T6" fmla="*/ 804 w 1164"/>
                <a:gd name="T7" fmla="*/ 132 h 780"/>
                <a:gd name="T8" fmla="*/ 888 w 1164"/>
                <a:gd name="T9" fmla="*/ 60 h 780"/>
                <a:gd name="T10" fmla="*/ 984 w 1164"/>
                <a:gd name="T11" fmla="*/ 12 h 780"/>
                <a:gd name="T12" fmla="*/ 1080 w 1164"/>
                <a:gd name="T13" fmla="*/ 0 h 780"/>
                <a:gd name="T14" fmla="*/ 1164 w 1164"/>
                <a:gd name="T15" fmla="*/ 0 h 780"/>
                <a:gd name="T16" fmla="*/ 1164 w 1164"/>
                <a:gd name="T17" fmla="*/ 336 h 780"/>
                <a:gd name="T18" fmla="*/ 1116 w 1164"/>
                <a:gd name="T19" fmla="*/ 456 h 780"/>
                <a:gd name="T20" fmla="*/ 1056 w 1164"/>
                <a:gd name="T21" fmla="*/ 552 h 780"/>
                <a:gd name="T22" fmla="*/ 936 w 1164"/>
                <a:gd name="T23" fmla="*/ 648 h 780"/>
                <a:gd name="T24" fmla="*/ 816 w 1164"/>
                <a:gd name="T25" fmla="*/ 720 h 780"/>
                <a:gd name="T26" fmla="*/ 708 w 1164"/>
                <a:gd name="T27" fmla="*/ 756 h 780"/>
                <a:gd name="T28" fmla="*/ 600 w 1164"/>
                <a:gd name="T29" fmla="*/ 780 h 780"/>
                <a:gd name="T30" fmla="*/ 468 w 1164"/>
                <a:gd name="T31" fmla="*/ 780 h 780"/>
                <a:gd name="T32" fmla="*/ 312 w 1164"/>
                <a:gd name="T33" fmla="*/ 768 h 780"/>
                <a:gd name="T34" fmla="*/ 228 w 1164"/>
                <a:gd name="T35" fmla="*/ 756 h 780"/>
                <a:gd name="T36" fmla="*/ 144 w 1164"/>
                <a:gd name="T37" fmla="*/ 708 h 780"/>
                <a:gd name="T38" fmla="*/ 0 w 1164"/>
                <a:gd name="T39" fmla="*/ 66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4" h="780">
                  <a:moveTo>
                    <a:pt x="0" y="660"/>
                  </a:moveTo>
                  <a:lnTo>
                    <a:pt x="660" y="264"/>
                  </a:lnTo>
                  <a:lnTo>
                    <a:pt x="732" y="204"/>
                  </a:lnTo>
                  <a:lnTo>
                    <a:pt x="804" y="132"/>
                  </a:lnTo>
                  <a:lnTo>
                    <a:pt x="888" y="60"/>
                  </a:lnTo>
                  <a:lnTo>
                    <a:pt x="984" y="12"/>
                  </a:lnTo>
                  <a:lnTo>
                    <a:pt x="1080" y="0"/>
                  </a:lnTo>
                  <a:lnTo>
                    <a:pt x="1164" y="0"/>
                  </a:lnTo>
                  <a:lnTo>
                    <a:pt x="1164" y="336"/>
                  </a:lnTo>
                  <a:lnTo>
                    <a:pt x="1116" y="456"/>
                  </a:lnTo>
                  <a:lnTo>
                    <a:pt x="1056" y="552"/>
                  </a:lnTo>
                  <a:lnTo>
                    <a:pt x="936" y="648"/>
                  </a:lnTo>
                  <a:lnTo>
                    <a:pt x="816" y="720"/>
                  </a:lnTo>
                  <a:lnTo>
                    <a:pt x="708" y="756"/>
                  </a:lnTo>
                  <a:lnTo>
                    <a:pt x="600" y="780"/>
                  </a:lnTo>
                  <a:lnTo>
                    <a:pt x="468" y="780"/>
                  </a:lnTo>
                  <a:lnTo>
                    <a:pt x="312" y="768"/>
                  </a:lnTo>
                  <a:lnTo>
                    <a:pt x="228" y="756"/>
                  </a:lnTo>
                  <a:lnTo>
                    <a:pt x="144" y="708"/>
                  </a:lnTo>
                  <a:lnTo>
                    <a:pt x="0" y="660"/>
                  </a:ln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7451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314326-87F9-0CF5-0ADB-11A33FBC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91A4-9327-7E4C-9516-AA38AB1C4DC9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3275EA-2DAA-A6C7-8E9F-02103356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E2523-C26D-5BD4-80F2-0C510E51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7D402-7283-B7A8-5CCF-0C5D7576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024601" y="2503357"/>
            <a:ext cx="1654764" cy="321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00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8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8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8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utoUpdateAnimBg="0"/>
      <p:bldP spid="148484" grpId="0" autoUpdateAnimBg="0"/>
      <p:bldP spid="148487" grpId="0" autoUpdateAnimBg="0"/>
      <p:bldP spid="148488" grpId="0" autoUpdateAnimBg="0"/>
      <p:bldP spid="148489" grpId="0" autoUpdateAnimBg="0"/>
      <p:bldP spid="148490" grpId="0" animBg="1" autoUpdateAnimBg="0"/>
      <p:bldP spid="148491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9" name="Text Box 99"/>
          <p:cNvSpPr txBox="1">
            <a:spLocks noChangeArrowheads="1"/>
          </p:cNvSpPr>
          <p:nvPr/>
        </p:nvSpPr>
        <p:spPr bwMode="auto">
          <a:xfrm>
            <a:off x="1133561" y="478629"/>
            <a:ext cx="10054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归纳</a:t>
            </a:r>
          </a:p>
        </p:txBody>
      </p:sp>
      <p:sp>
        <p:nvSpPr>
          <p:cNvPr id="30820" name="Rectangle 100"/>
          <p:cNvSpPr>
            <a:spLocks noChangeArrowheads="1"/>
          </p:cNvSpPr>
          <p:nvPr/>
        </p:nvSpPr>
        <p:spPr bwMode="auto">
          <a:xfrm>
            <a:off x="2298827" y="478630"/>
            <a:ext cx="34676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求交线的基本方法</a:t>
            </a:r>
          </a:p>
        </p:txBody>
      </p:sp>
      <p:sp>
        <p:nvSpPr>
          <p:cNvPr id="30821" name="AutoShape 101" descr="紫色网格"/>
          <p:cNvSpPr>
            <a:spLocks noChangeArrowheads="1"/>
          </p:cNvSpPr>
          <p:nvPr/>
        </p:nvSpPr>
        <p:spPr bwMode="auto">
          <a:xfrm>
            <a:off x="2303591" y="1352043"/>
            <a:ext cx="2946590" cy="669925"/>
          </a:xfrm>
          <a:prstGeom prst="plaque">
            <a:avLst>
              <a:gd name="adj" fmla="val 21565"/>
            </a:avLst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利用积聚性投影</a:t>
            </a:r>
          </a:p>
        </p:txBody>
      </p:sp>
      <p:sp>
        <p:nvSpPr>
          <p:cNvPr id="30822" name="Rectangle 102"/>
          <p:cNvSpPr>
            <a:spLocks noChangeArrowheads="1"/>
          </p:cNvSpPr>
          <p:nvPr/>
        </p:nvSpPr>
        <p:spPr bwMode="auto">
          <a:xfrm>
            <a:off x="5338572" y="1439466"/>
            <a:ext cx="37753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用面上取点的方法求解</a:t>
            </a:r>
          </a:p>
        </p:txBody>
      </p:sp>
      <p:sp>
        <p:nvSpPr>
          <p:cNvPr id="30823" name="AutoShape 103" descr="紫色网格"/>
          <p:cNvSpPr>
            <a:spLocks noChangeArrowheads="1"/>
          </p:cNvSpPr>
          <p:nvPr/>
        </p:nvSpPr>
        <p:spPr bwMode="auto">
          <a:xfrm>
            <a:off x="2298827" y="2252156"/>
            <a:ext cx="2666188" cy="1538287"/>
          </a:xfrm>
          <a:prstGeom prst="plaque">
            <a:avLst>
              <a:gd name="adj" fmla="val 8875"/>
            </a:avLst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辅助面法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:</a:t>
            </a:r>
            <a:endParaRPr lang="zh-CN" altLang="en-US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  辅助平面法</a:t>
            </a:r>
          </a:p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  辅助球面法</a:t>
            </a:r>
          </a:p>
        </p:txBody>
      </p:sp>
      <p:sp>
        <p:nvSpPr>
          <p:cNvPr id="30824" name="Rectangle 104"/>
          <p:cNvSpPr>
            <a:spLocks noChangeArrowheads="1"/>
          </p:cNvSpPr>
          <p:nvPr/>
        </p:nvSpPr>
        <p:spPr bwMode="auto">
          <a:xfrm>
            <a:off x="5093534" y="2599243"/>
            <a:ext cx="41344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利用“三面共点”的原理</a:t>
            </a:r>
          </a:p>
        </p:txBody>
      </p:sp>
      <p:sp>
        <p:nvSpPr>
          <p:cNvPr id="30825" name="Oval 105"/>
          <p:cNvSpPr>
            <a:spLocks noChangeArrowheads="1"/>
          </p:cNvSpPr>
          <p:nvPr/>
        </p:nvSpPr>
        <p:spPr bwMode="auto">
          <a:xfrm>
            <a:off x="2840166" y="4160331"/>
            <a:ext cx="300037" cy="30003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30826" name="Text Box 106"/>
          <p:cNvSpPr txBox="1">
            <a:spLocks noChangeArrowheads="1"/>
          </p:cNvSpPr>
          <p:nvPr/>
        </p:nvSpPr>
        <p:spPr bwMode="auto">
          <a:xfrm>
            <a:off x="3140203" y="4020630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辅助面选择原则</a:t>
            </a:r>
          </a:p>
        </p:txBody>
      </p:sp>
      <p:sp>
        <p:nvSpPr>
          <p:cNvPr id="30827" name="Rectangle 107"/>
          <p:cNvSpPr>
            <a:spLocks noChangeArrowheads="1"/>
          </p:cNvSpPr>
          <p:nvPr/>
        </p:nvSpPr>
        <p:spPr bwMode="auto">
          <a:xfrm>
            <a:off x="3051521" y="4544110"/>
            <a:ext cx="6442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辅助面与二回转面交线的投影为直线或圆</a:t>
            </a:r>
          </a:p>
        </p:txBody>
      </p:sp>
      <p:sp>
        <p:nvSpPr>
          <p:cNvPr id="30828" name="AutoShape 108" descr="蓝色砂纸"/>
          <p:cNvSpPr>
            <a:spLocks noChangeArrowheads="1"/>
          </p:cNvSpPr>
          <p:nvPr/>
        </p:nvSpPr>
        <p:spPr bwMode="auto">
          <a:xfrm>
            <a:off x="6643022" y="3358642"/>
            <a:ext cx="2505075" cy="863600"/>
          </a:xfrm>
          <a:prstGeom prst="wedgeRoundRectCallout">
            <a:avLst>
              <a:gd name="adj1" fmla="val -114829"/>
              <a:gd name="adj2" fmla="val -58088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bg2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二回转面的</a:t>
            </a:r>
          </a:p>
          <a:p>
            <a:pPr algn="ctr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轴线必须相交</a:t>
            </a:r>
          </a:p>
        </p:txBody>
      </p:sp>
      <p:sp>
        <p:nvSpPr>
          <p:cNvPr id="30829" name="Oval 109"/>
          <p:cNvSpPr>
            <a:spLocks noChangeArrowheads="1"/>
          </p:cNvSpPr>
          <p:nvPr/>
        </p:nvSpPr>
        <p:spPr bwMode="auto">
          <a:xfrm>
            <a:off x="2833816" y="5409577"/>
            <a:ext cx="300037" cy="30003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30830" name="Text Box 110"/>
          <p:cNvSpPr txBox="1">
            <a:spLocks noChangeArrowheads="1"/>
          </p:cNvSpPr>
          <p:nvPr/>
        </p:nvSpPr>
        <p:spPr bwMode="auto">
          <a:xfrm>
            <a:off x="3170365" y="5304801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在何处作辅助面</a:t>
            </a:r>
          </a:p>
        </p:txBody>
      </p:sp>
      <p:sp>
        <p:nvSpPr>
          <p:cNvPr id="30831" name="Rectangle 111"/>
          <p:cNvSpPr>
            <a:spLocks noChangeArrowheads="1"/>
          </p:cNvSpPr>
          <p:nvPr/>
        </p:nvSpPr>
        <p:spPr bwMode="auto">
          <a:xfrm>
            <a:off x="3133852" y="5844661"/>
            <a:ext cx="5980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二回转面的共有部分</a:t>
            </a:r>
            <a:r>
              <a:rPr lang="en-US" altLang="zh-CN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—</a:t>
            </a:r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交线共有</a:t>
            </a:r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620D2139-4D7D-43A1-AFBA-E9D9FFB9267E}"/>
              </a:ext>
            </a:extLst>
          </p:cNvPr>
          <p:cNvSpPr/>
          <p:nvPr/>
        </p:nvSpPr>
        <p:spPr>
          <a:xfrm>
            <a:off x="9794370" y="6179480"/>
            <a:ext cx="186375" cy="17472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7F7932-B135-BEC8-715C-5FCEBF65416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766D013-09EF-134A-B177-49D06BA13BB4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CDCA88-9101-3840-9912-ECE4DE7AA7A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88D2D7-B675-3A3D-251C-EB76DEFF04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0543"/>
            <a:fld id="{81D60167-4931-47E6-BA6A-407CBD079E47}" type="slidenum">
              <a:rPr lang="en-US" spc="-4" smtClean="0"/>
              <a:pPr marL="120543"/>
              <a:t>22</a:t>
            </a:fld>
            <a:endParaRPr lang="en-US" spc="-4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2B6B8-B8A1-5CF9-2C01-6AE32DD3A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823" y="2252156"/>
            <a:ext cx="980821" cy="32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602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0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3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30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30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30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30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"/>
                                        <p:tgtEl>
                                          <p:spTgt spid="30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0" grpId="0" build="p" autoUpdateAnimBg="0"/>
      <p:bldP spid="30821" grpId="0" animBg="1" autoUpdateAnimBg="0"/>
      <p:bldP spid="30822" grpId="0" build="p" autoUpdateAnimBg="0"/>
      <p:bldP spid="30823" grpId="0" animBg="1" autoUpdateAnimBg="0"/>
      <p:bldP spid="30824" grpId="0" build="p" autoUpdateAnimBg="0"/>
      <p:bldP spid="30825" grpId="0" animBg="1"/>
      <p:bldP spid="30826" grpId="0" build="p" autoUpdateAnimBg="0"/>
      <p:bldP spid="30827" grpId="0" build="p" autoUpdateAnimBg="0"/>
      <p:bldP spid="30828" grpId="0" animBg="1" autoUpdateAnimBg="0"/>
      <p:bldP spid="30829" grpId="0" animBg="1"/>
      <p:bldP spid="30830" grpId="0" build="p" autoUpdateAnimBg="0"/>
      <p:bldP spid="30831" grpId="0" build="p" autoUpdateAnimBg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5.4 </a:t>
            </a:r>
            <a:r>
              <a:rPr lang="zh-CN" altLang="en-US"/>
              <a:t>三体相交（</a:t>
            </a:r>
            <a:r>
              <a:rPr lang="en-US" altLang="zh-CN"/>
              <a:t>P136</a:t>
            </a:r>
            <a:r>
              <a:rPr lang="zh-CN" altLang="en-US"/>
              <a:t>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多体相交的相贯线求法</a:t>
            </a:r>
            <a:endParaRPr lang="en-US" altLang="zh-CN"/>
          </a:p>
          <a:p>
            <a:pPr marL="914400" lvl="1" indent="-457200">
              <a:buFont typeface="+mj-lt"/>
              <a:buAutoNum type="arabicPeriod"/>
            </a:pPr>
            <a:r>
              <a:rPr lang="zh-CN" altLang="en-US"/>
              <a:t>分别求出个形体间两两相交时的相贯线</a:t>
            </a:r>
            <a:endParaRPr lang="en-US" altLang="zh-CN"/>
          </a:p>
          <a:p>
            <a:pPr marL="914400" lvl="1" indent="-457200">
              <a:buFont typeface="+mj-lt"/>
              <a:buAutoNum type="arabicPeriod"/>
            </a:pPr>
            <a:r>
              <a:rPr lang="zh-CN" altLang="en-US"/>
              <a:t>求出各相贯线的连接点</a:t>
            </a:r>
            <a:r>
              <a:rPr lang="en-US" altLang="zh-CN"/>
              <a:t>——</a:t>
            </a:r>
            <a:r>
              <a:rPr lang="zh-CN" altLang="en-US"/>
              <a:t>三面共点</a:t>
            </a:r>
            <a:endParaRPr lang="en-US" altLang="zh-CN"/>
          </a:p>
          <a:p>
            <a:pPr marL="914400" lvl="1" indent="-457200">
              <a:buFont typeface="+mj-lt"/>
              <a:buAutoNum type="arabicPeriod"/>
            </a:pPr>
            <a:r>
              <a:rPr lang="zh-CN" altLang="en-US"/>
              <a:t>顺序连接各相贯线</a:t>
            </a:r>
            <a:endParaRPr lang="en-US" altLang="zh-CN"/>
          </a:p>
          <a:p>
            <a:pPr marL="914400" lvl="1" indent="-457200">
              <a:buFont typeface="+mj-lt"/>
              <a:buAutoNum type="arabicPeriod"/>
            </a:pPr>
            <a:r>
              <a:rPr lang="zh-CN" altLang="en-US"/>
              <a:t>判别可见性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46653A-2557-4F08-9F58-651B4D71C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661" y="3159177"/>
            <a:ext cx="2057401" cy="26711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723533-34E2-13EB-7626-7E6CF569A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919146" y="2157763"/>
            <a:ext cx="2639414" cy="337305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24B7A-701B-7371-7119-1B55B162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B0CDF-53F0-CD46-B1FF-CD1094EA2491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FA6F2-5F36-EA96-6D23-B742D621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90297-131B-AE74-37DC-1B8AB918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797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2209800" y="285750"/>
            <a:ext cx="7772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endParaRPr kumimoji="1" lang="zh-CN" altLang="zh-CN"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2257069" y="3801415"/>
            <a:ext cx="7853148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1"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三个或三个以上的立体相交在一起，称为</a:t>
            </a:r>
            <a:r>
              <a:rPr kumimoji="1"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组合相贯</a:t>
            </a:r>
            <a:r>
              <a:rPr kumimoji="1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。这时相贯线由若干条相贯线组合而成，结合处的点称为</a:t>
            </a:r>
            <a:r>
              <a:rPr kumimoji="1"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结合点</a:t>
            </a:r>
            <a:r>
              <a:rPr kumimoji="1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1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处理组合相贯线，关键在于分析，</a:t>
            </a:r>
            <a:r>
              <a:rPr kumimoji="1"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找出有几个两两曲面立体相交在一起</a:t>
            </a:r>
            <a:r>
              <a:rPr kumimoji="1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，从而确定其有几段相贯线结合在一起。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45263" y="1449388"/>
            <a:ext cx="1936750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30601" y="1449389"/>
            <a:ext cx="1755775" cy="163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2209800" y="335037"/>
            <a:ext cx="4572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知识拓展：组合相贯线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21ED45-17CB-2186-81CA-8721CDE52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213981" y="1768839"/>
            <a:ext cx="1601396" cy="35785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93AC3-EC01-B430-4416-B3C2A16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57E4-1A93-9F4D-A5B2-BD5F88E2F7E2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5506C-B189-32BC-87C4-000944C0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E9261-5117-EBA5-2C70-362D6201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 descr="紫色网格"/>
          <p:cNvSpPr txBox="1">
            <a:spLocks noChangeArrowheads="1"/>
          </p:cNvSpPr>
          <p:nvPr/>
        </p:nvSpPr>
        <p:spPr bwMode="auto">
          <a:xfrm>
            <a:off x="2198284" y="639540"/>
            <a:ext cx="34163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3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多形体相交画法</a:t>
            </a:r>
          </a:p>
        </p:txBody>
      </p:sp>
      <p:sp>
        <p:nvSpPr>
          <p:cNvPr id="46083" name="Oval 3"/>
          <p:cNvSpPr>
            <a:spLocks noChangeArrowheads="1"/>
          </p:cNvSpPr>
          <p:nvPr/>
        </p:nvSpPr>
        <p:spPr bwMode="auto">
          <a:xfrm>
            <a:off x="2888291" y="1906938"/>
            <a:ext cx="227344" cy="233046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99">
                  <a:gamma/>
                  <a:shade val="20392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3154364" y="1732747"/>
            <a:ext cx="521168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形体分析</a:t>
            </a:r>
            <a:endParaRPr lang="zh-CN" altLang="en-US" sz="2800" b="1">
              <a:solidFill>
                <a:srgbClr val="000066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r>
              <a:rPr lang="zh-CN" altLang="en-US" sz="2800" b="1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搞清哪些形体相交，交线是什么</a:t>
            </a:r>
          </a:p>
        </p:txBody>
      </p:sp>
      <p:sp>
        <p:nvSpPr>
          <p:cNvPr id="46085" name="Oval 5"/>
          <p:cNvSpPr>
            <a:spLocks noChangeArrowheads="1"/>
          </p:cNvSpPr>
          <p:nvPr/>
        </p:nvSpPr>
        <p:spPr bwMode="auto">
          <a:xfrm>
            <a:off x="2869363" y="2999223"/>
            <a:ext cx="244919" cy="240428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99">
                  <a:gamma/>
                  <a:shade val="20392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3168651" y="2857827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两两求交</a:t>
            </a:r>
            <a:endParaRPr lang="zh-CN" altLang="en-US" sz="2800" b="1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087" name="Oval 7"/>
          <p:cNvSpPr>
            <a:spLocks noChangeArrowheads="1"/>
          </p:cNvSpPr>
          <p:nvPr/>
        </p:nvSpPr>
        <p:spPr bwMode="auto">
          <a:xfrm>
            <a:off x="2863221" y="3696871"/>
            <a:ext cx="251061" cy="243188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99">
                  <a:gamma/>
                  <a:shade val="20392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3163888" y="3534559"/>
            <a:ext cx="449353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不完整的交线</a:t>
            </a:r>
            <a:endParaRPr lang="zh-CN" altLang="en-US" sz="2800" b="1">
              <a:solidFill>
                <a:srgbClr val="000066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r>
              <a:rPr lang="zh-CN" altLang="en-US" sz="2800" b="1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先整体求交，再取局部交线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02AC1-6703-4221-BB11-1FE7F97EB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206" y="3429001"/>
            <a:ext cx="2012060" cy="26123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5314D7-3E45-BA4E-A2F7-2DBD38ADF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357" y="2085197"/>
            <a:ext cx="1059875" cy="326115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864F4-7F22-59DE-23FC-79E3E8C66FC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4FF971D-887F-3342-960F-A6E9B29AAE8E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5CC36-A195-DA5F-4164-08099C0E086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EE2E5-7EB8-52A6-4D41-60929FCD9D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0543"/>
            <a:fld id="{81D60167-4931-47E6-BA6A-407CBD079E47}" type="slidenum">
              <a:rPr lang="en-US" spc="-4" smtClean="0"/>
              <a:pPr marL="120543"/>
              <a:t>25</a:t>
            </a:fld>
            <a:endParaRPr lang="en-US" spc="-4"/>
          </a:p>
        </p:txBody>
      </p:sp>
    </p:spTree>
    <p:extLst>
      <p:ext uri="{BB962C8B-B14F-4D97-AF65-F5344CB8AC3E}">
        <p14:creationId xmlns:p14="http://schemas.microsoft.com/office/powerpoint/2010/main" val="15326689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4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build="p" autoUpdateAnimBg="0" advAuto="0"/>
      <p:bldP spid="46083" grpId="0" animBg="1"/>
      <p:bldP spid="46084" grpId="0" autoUpdateAnimBg="0"/>
      <p:bldP spid="46085" grpId="0" animBg="1"/>
      <p:bldP spid="46086" grpId="0" build="p" autoUpdateAnimBg="0"/>
      <p:bldP spid="46087" grpId="0" animBg="1"/>
      <p:bldP spid="4608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A72E4-63BA-4C16-9B96-75DE5CC9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9451-5712-9B4E-9B5A-E2E6C0D03510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3977BD-27C6-FDD2-E60D-56994588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A8B9B-5B2E-E5A1-3E9C-A05422E3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88AC78C-6C6E-4681-F277-21674A01C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972" y="1666248"/>
            <a:ext cx="5384800" cy="47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DD04162D-0705-87D3-BA5D-5228409AD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222" y="4428498"/>
            <a:ext cx="2287587" cy="214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579F5C1C-3092-3980-C2DA-647429EA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5684" y="1231273"/>
            <a:ext cx="2325688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仿宋_GB2312" pitchFamily="49" charset="-122"/>
              </a:rPr>
              <a:t>形体分析</a:t>
            </a:r>
          </a:p>
          <a:p>
            <a:pPr algn="l">
              <a:spcBef>
                <a:spcPct val="50000"/>
              </a:spcBef>
            </a:pPr>
            <a:r>
              <a:rPr lang="zh-CN" altLang="en-US" sz="2000" b="1">
                <a:latin typeface="仿宋_GB2312" pitchFamily="49" charset="-122"/>
              </a:rPr>
              <a:t>    </a:t>
            </a:r>
            <a:r>
              <a:rPr lang="zh-CN" altLang="en-US" sz="2000" b="1">
                <a:solidFill>
                  <a:schemeClr val="accent2"/>
                </a:solidFill>
                <a:latin typeface="仿宋_GB2312" pitchFamily="49" charset="-122"/>
              </a:rPr>
              <a:t>分析组成模型的基本几何形体及其相互位置关系，判断哪些表面之间有交线，并分析交线趋势。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876052A2-CF73-C790-3E50-BA59D04B2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5634" y="3882398"/>
            <a:ext cx="938213" cy="536575"/>
          </a:xfrm>
          <a:prstGeom prst="wedgeRoundRectCallout">
            <a:avLst>
              <a:gd name="adj1" fmla="val -96023"/>
              <a:gd name="adj2" fmla="val 109468"/>
              <a:gd name="adj3" fmla="val 16667"/>
            </a:avLst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zh-CN" sz="1600" b="1">
                <a:latin typeface="仿宋_GB2312" pitchFamily="49" charset="-122"/>
              </a:rPr>
              <a:t>1 </a:t>
            </a:r>
            <a:r>
              <a:rPr lang="zh-CN" altLang="en-US" sz="1600" b="1">
                <a:latin typeface="仿宋_GB2312" pitchFamily="49" charset="-122"/>
              </a:rPr>
              <a:t>小圆柱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B575DF68-19AA-4C77-3DF5-5B6CB5D17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322" y="5260348"/>
            <a:ext cx="1168400" cy="458787"/>
          </a:xfrm>
          <a:prstGeom prst="wedgeRoundRectCallout">
            <a:avLst>
              <a:gd name="adj1" fmla="val -72282"/>
              <a:gd name="adj2" fmla="val 108477"/>
              <a:gd name="adj3" fmla="val 16667"/>
            </a:avLst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zh-CN" sz="1600" b="1">
                <a:latin typeface="仿宋_GB2312" pitchFamily="49" charset="-122"/>
              </a:rPr>
              <a:t>2 </a:t>
            </a:r>
            <a:r>
              <a:rPr lang="zh-CN" altLang="en-US" sz="1600" b="1">
                <a:latin typeface="仿宋_GB2312" pitchFamily="49" charset="-122"/>
              </a:rPr>
              <a:t>大圆柱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B8B56320-C0C4-A069-8383-9F3C3DD27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534" y="4476123"/>
            <a:ext cx="1173163" cy="979487"/>
          </a:xfrm>
          <a:prstGeom prst="wedgeRoundRectCallout">
            <a:avLst>
              <a:gd name="adj1" fmla="val 101421"/>
              <a:gd name="adj2" fmla="val -10778"/>
              <a:gd name="adj3" fmla="val 16667"/>
            </a:avLst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zh-CN" sz="1600" b="1">
                <a:latin typeface="仿宋_GB2312" pitchFamily="49" charset="-122"/>
              </a:rPr>
              <a:t>3 </a:t>
            </a:r>
            <a:r>
              <a:rPr lang="zh-CN" altLang="en-US" sz="1600" b="1">
                <a:latin typeface="仿宋_GB2312" pitchFamily="49" charset="-122"/>
              </a:rPr>
              <a:t>圆柱和与之相切的平面立体</a:t>
            </a:r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278A5404-9F30-F08F-C1E9-3BA6A81B82FC}"/>
              </a:ext>
            </a:extLst>
          </p:cNvPr>
          <p:cNvGrpSpPr>
            <a:grpSpLocks/>
          </p:cNvGrpSpPr>
          <p:nvPr/>
        </p:nvGrpSpPr>
        <p:grpSpPr bwMode="auto">
          <a:xfrm>
            <a:off x="8338547" y="4415798"/>
            <a:ext cx="863600" cy="820737"/>
            <a:chOff x="4757" y="2795"/>
            <a:chExt cx="544" cy="517"/>
          </a:xfrm>
        </p:grpSpPr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321E552E-3E92-B840-57F5-85C27D38D0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369330">
              <a:off x="4647" y="2905"/>
              <a:ext cx="517" cy="297"/>
            </a:xfrm>
            <a:custGeom>
              <a:avLst/>
              <a:gdLst>
                <a:gd name="G0" fmla="+- 9870 0 0"/>
                <a:gd name="G1" fmla="+- 10800 0 0"/>
                <a:gd name="G2" fmla="+- 8694 0 0"/>
                <a:gd name="G3" fmla="+- 21600 0 9870"/>
                <a:gd name="G4" fmla="+- 21600 0 10800"/>
                <a:gd name="G5" fmla="*/ G0 21600 G3"/>
                <a:gd name="G6" fmla="*/ G1 21600 G3"/>
                <a:gd name="G7" fmla="*/ G2 G3 21600"/>
                <a:gd name="G8" fmla="*/ 10800 21600 G3"/>
                <a:gd name="G9" fmla="*/ G4 21600 G3"/>
                <a:gd name="G10" fmla="+- 21600 0 G7"/>
                <a:gd name="G11" fmla="+- G5 0 G8"/>
                <a:gd name="G12" fmla="+- G6 0 G8"/>
                <a:gd name="G13" fmla="*/ G12 G7 G11"/>
                <a:gd name="G14" fmla="+- 21600 0 G13"/>
                <a:gd name="G15" fmla="+- G0 0 10800"/>
                <a:gd name="G16" fmla="+- G1 0 10800"/>
                <a:gd name="G17" fmla="*/ G2 G16 G15"/>
                <a:gd name="T0" fmla="*/ 10800 w 21600"/>
                <a:gd name="T1" fmla="*/ 0 h 21600"/>
                <a:gd name="T2" fmla="*/ 0 w 21600"/>
                <a:gd name="T3" fmla="*/ 19887 h 21600"/>
                <a:gd name="T4" fmla="*/ 10800 w 21600"/>
                <a:gd name="T5" fmla="*/ 19887 h 21600"/>
                <a:gd name="T6" fmla="*/ 21600 w 21600"/>
                <a:gd name="T7" fmla="*/ 1988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G13 w 21600"/>
                <a:gd name="T13" fmla="*/ G6 h 21600"/>
                <a:gd name="T14" fmla="*/ G14 w 21600"/>
                <a:gd name="T15" fmla="*/ G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9870" y="8694"/>
                  </a:lnTo>
                  <a:lnTo>
                    <a:pt x="10800" y="8694"/>
                  </a:lnTo>
                  <a:lnTo>
                    <a:pt x="10800" y="19887"/>
                  </a:lnTo>
                  <a:lnTo>
                    <a:pt x="4721" y="19887"/>
                  </a:lnTo>
                  <a:lnTo>
                    <a:pt x="4721" y="18175"/>
                  </a:lnTo>
                  <a:lnTo>
                    <a:pt x="0" y="19887"/>
                  </a:lnTo>
                  <a:lnTo>
                    <a:pt x="4721" y="21600"/>
                  </a:lnTo>
                  <a:lnTo>
                    <a:pt x="4721" y="19887"/>
                  </a:lnTo>
                  <a:lnTo>
                    <a:pt x="16879" y="19887"/>
                  </a:lnTo>
                  <a:lnTo>
                    <a:pt x="16879" y="21600"/>
                  </a:lnTo>
                  <a:lnTo>
                    <a:pt x="21600" y="19887"/>
                  </a:lnTo>
                  <a:lnTo>
                    <a:pt x="16879" y="18175"/>
                  </a:lnTo>
                  <a:lnTo>
                    <a:pt x="16879" y="19887"/>
                  </a:lnTo>
                  <a:lnTo>
                    <a:pt x="10800" y="19887"/>
                  </a:lnTo>
                  <a:lnTo>
                    <a:pt x="10800" y="8694"/>
                  </a:lnTo>
                  <a:lnTo>
                    <a:pt x="11730" y="8694"/>
                  </a:lnTo>
                  <a:close/>
                </a:path>
              </a:pathLst>
            </a:custGeom>
            <a:solidFill>
              <a:schemeClr val="tx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7971ED88-952C-99AC-4CEF-811F20655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7" y="2803"/>
              <a:ext cx="30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2"/>
                  </a:solidFill>
                  <a:latin typeface="仿宋_GB2312" pitchFamily="49" charset="-122"/>
                </a:rPr>
                <a:t>正交</a:t>
              </a:r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F6A75AC1-3D0C-4BBD-7285-C4689F3319D9}"/>
              </a:ext>
            </a:extLst>
          </p:cNvPr>
          <p:cNvGrpSpPr>
            <a:grpSpLocks/>
          </p:cNvGrpSpPr>
          <p:nvPr/>
        </p:nvGrpSpPr>
        <p:grpSpPr bwMode="auto">
          <a:xfrm>
            <a:off x="5084172" y="5298448"/>
            <a:ext cx="1600200" cy="950912"/>
            <a:chOff x="2707" y="3351"/>
            <a:chExt cx="1008" cy="599"/>
          </a:xfrm>
        </p:grpSpPr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57604C76-A878-CDAD-A28C-2A0A9E0E1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8" y="3394"/>
              <a:ext cx="485" cy="32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D5C9FBFA-0EC0-DD90-3FC3-B7774ED5E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4" y="3351"/>
              <a:ext cx="513" cy="41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A0682F91-F597-4784-F31B-3A52E6AB3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1" y="3586"/>
              <a:ext cx="514" cy="26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37F2DCA3-45A2-F56A-0482-0CD332DBA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7" y="3720"/>
              <a:ext cx="499" cy="23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1600" b="1">
                  <a:solidFill>
                    <a:schemeClr val="accent2"/>
                  </a:solidFill>
                  <a:latin typeface="仿宋_GB2312" pitchFamily="49" charset="-122"/>
                </a:rPr>
                <a:t>交线</a:t>
              </a:r>
            </a:p>
          </p:txBody>
        </p:sp>
      </p:grpSp>
      <p:sp>
        <p:nvSpPr>
          <p:cNvPr id="19" name="Rectangle 17">
            <a:extLst>
              <a:ext uri="{FF2B5EF4-FFF2-40B4-BE49-F238E27FC236}">
                <a16:creationId xmlns:a16="http://schemas.microsoft.com/office/drawing/2014/main" id="{B5F4E89E-F278-A90C-0371-C2B953B80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958" y="1260483"/>
            <a:ext cx="2598737" cy="2443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A7AB79CA-F802-A390-AA4B-B120FC50A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284" y="1231273"/>
            <a:ext cx="24257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作图步骤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1E13A610-BCDC-1BF2-92C0-4B3078FDD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072" y="1728160"/>
            <a:ext cx="278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1. 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画出基本体的投影 </a:t>
            </a: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3371E532-47AD-8671-DD26-B3B7EB7902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51959" y="3412498"/>
            <a:ext cx="3130550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B319AACE-E7FD-B447-3659-036A9497D5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90084" y="4174498"/>
            <a:ext cx="41036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68A37FB1-B173-E6C9-1CA9-215FF88ABB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78972" y="2620335"/>
            <a:ext cx="4114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A0C1EFF7-DD8E-13B3-5D27-8E81886688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99609" y="2620335"/>
            <a:ext cx="0" cy="20415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4BD34EEA-29C4-8435-C2FE-97265243C9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2172" y="2620335"/>
            <a:ext cx="0" cy="20415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2E78FE6E-78BA-8641-3B1D-C779B5E56F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2734" y="2171073"/>
            <a:ext cx="0" cy="1127125"/>
          </a:xfrm>
          <a:prstGeom prst="line">
            <a:avLst/>
          </a:prstGeom>
          <a:noFill/>
          <a:ln w="63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0C87124D-0F5B-311E-7A60-8379F25891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334" y="1728160"/>
            <a:ext cx="0" cy="1695450"/>
          </a:xfrm>
          <a:prstGeom prst="line">
            <a:avLst/>
          </a:prstGeom>
          <a:noFill/>
          <a:ln w="63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2E1A6383-1788-D8DD-3021-656D25C5D5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4884" y="2223460"/>
            <a:ext cx="0" cy="3221038"/>
          </a:xfrm>
          <a:prstGeom prst="line">
            <a:avLst/>
          </a:prstGeom>
          <a:noFill/>
          <a:ln w="63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3200C408-258A-B385-53D6-8D9DE4C4C7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4884" y="2223460"/>
            <a:ext cx="3209925" cy="0"/>
          </a:xfrm>
          <a:prstGeom prst="line">
            <a:avLst/>
          </a:prstGeom>
          <a:noFill/>
          <a:ln w="63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D98DEFE3-AF4F-4CC3-B436-C1AAB90F94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66409" y="1848810"/>
            <a:ext cx="0" cy="3595688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2FF4B172-78D4-01D7-1D91-D14248E83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009" y="1826585"/>
            <a:ext cx="0" cy="3627438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CF2C3981-2E22-35D4-1628-72913A88B7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6409" y="1837698"/>
            <a:ext cx="23368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EEDB15C2-ED9C-40C3-9C39-36EB7DCA4E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99609" y="2620335"/>
            <a:ext cx="0" cy="1544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524A4604-02AF-4526-FFA2-2B5BCDAA9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9609" y="4174498"/>
            <a:ext cx="2722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DF95AB0D-4D44-7CC6-ADC6-8C1B693908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2172" y="2620335"/>
            <a:ext cx="0" cy="1544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35">
            <a:extLst>
              <a:ext uri="{FF2B5EF4-FFF2-40B4-BE49-F238E27FC236}">
                <a16:creationId xmlns:a16="http://schemas.microsoft.com/office/drawing/2014/main" id="{953ED0F5-EC54-9D1C-D72E-5B8F3AAF2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9609" y="2620335"/>
            <a:ext cx="295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2E4A496E-F847-DBB3-9747-5AD7DF53F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009" y="2620335"/>
            <a:ext cx="284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A49C832E-A0DA-ACE7-CF6C-F5E855D2BA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4884" y="2223460"/>
            <a:ext cx="0" cy="396875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8">
            <a:extLst>
              <a:ext uri="{FF2B5EF4-FFF2-40B4-BE49-F238E27FC236}">
                <a16:creationId xmlns:a16="http://schemas.microsoft.com/office/drawing/2014/main" id="{1A337AF4-E337-A23D-183E-4D54ADB99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4884" y="2223460"/>
            <a:ext cx="771525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BC162AB1-E5E9-8BA5-5008-0965580234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6409" y="1837698"/>
            <a:ext cx="0" cy="3857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EDF8D9AA-4135-E4A8-24D9-4B5309478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6409" y="1837698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41">
            <a:extLst>
              <a:ext uri="{FF2B5EF4-FFF2-40B4-BE49-F238E27FC236}">
                <a16:creationId xmlns:a16="http://schemas.microsoft.com/office/drawing/2014/main" id="{C16753BF-711E-0D13-F53F-0AC9801C7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009" y="1837698"/>
            <a:ext cx="0" cy="7826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42">
            <a:extLst>
              <a:ext uri="{FF2B5EF4-FFF2-40B4-BE49-F238E27FC236}">
                <a16:creationId xmlns:a16="http://schemas.microsoft.com/office/drawing/2014/main" id="{D655566F-CF12-63BE-8564-C4697B466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284" y="2151295"/>
            <a:ext cx="29400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2. 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求大圆柱与形体</a:t>
            </a: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3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的交线 </a:t>
            </a:r>
          </a:p>
        </p:txBody>
      </p:sp>
      <p:grpSp>
        <p:nvGrpSpPr>
          <p:cNvPr id="45" name="Group 43">
            <a:extLst>
              <a:ext uri="{FF2B5EF4-FFF2-40B4-BE49-F238E27FC236}">
                <a16:creationId xmlns:a16="http://schemas.microsoft.com/office/drawing/2014/main" id="{205C1497-1653-C5FB-7F19-19108B681C78}"/>
              </a:ext>
            </a:extLst>
          </p:cNvPr>
          <p:cNvGrpSpPr>
            <a:grpSpLocks/>
          </p:cNvGrpSpPr>
          <p:nvPr/>
        </p:nvGrpSpPr>
        <p:grpSpPr bwMode="auto">
          <a:xfrm>
            <a:off x="1844084" y="2569535"/>
            <a:ext cx="3900488" cy="2946400"/>
            <a:chOff x="666" y="1632"/>
            <a:chExt cx="2457" cy="1856"/>
          </a:xfrm>
        </p:grpSpPr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A3173C50-5738-6970-2B86-8802A2504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" y="1632"/>
              <a:ext cx="70" cy="7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89BAAA76-78BB-221C-D9A0-E96B88F4F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" y="3418"/>
              <a:ext cx="70" cy="7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7A3C1563-BD2F-7BC0-1CC2-064A1833E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" y="1632"/>
              <a:ext cx="70" cy="7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" name="Line 47">
            <a:extLst>
              <a:ext uri="{FF2B5EF4-FFF2-40B4-BE49-F238E27FC236}">
                <a16:creationId xmlns:a16="http://schemas.microsoft.com/office/drawing/2014/main" id="{27CBF340-5588-A5CA-6281-74D9E260CF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259" y="2883860"/>
            <a:ext cx="3790950" cy="0"/>
          </a:xfrm>
          <a:prstGeom prst="line">
            <a:avLst/>
          </a:prstGeom>
          <a:noFill/>
          <a:ln w="63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" name="Group 48">
            <a:extLst>
              <a:ext uri="{FF2B5EF4-FFF2-40B4-BE49-F238E27FC236}">
                <a16:creationId xmlns:a16="http://schemas.microsoft.com/office/drawing/2014/main" id="{217C8844-56BA-E102-91B8-9241C00605C8}"/>
              </a:ext>
            </a:extLst>
          </p:cNvPr>
          <p:cNvGrpSpPr>
            <a:grpSpLocks/>
          </p:cNvGrpSpPr>
          <p:nvPr/>
        </p:nvGrpSpPr>
        <p:grpSpPr bwMode="auto">
          <a:xfrm>
            <a:off x="2417172" y="2812423"/>
            <a:ext cx="3908425" cy="3282950"/>
            <a:chOff x="1027" y="1785"/>
            <a:chExt cx="2462" cy="2068"/>
          </a:xfrm>
        </p:grpSpPr>
        <p:sp>
          <p:nvSpPr>
            <p:cNvPr id="51" name="Oval 49">
              <a:extLst>
                <a:ext uri="{FF2B5EF4-FFF2-40B4-BE49-F238E27FC236}">
                  <a16:creationId xmlns:a16="http://schemas.microsoft.com/office/drawing/2014/main" id="{2CD32497-E41F-4411-2FA6-B0A382D4F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" y="1799"/>
              <a:ext cx="71" cy="71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50">
              <a:extLst>
                <a:ext uri="{FF2B5EF4-FFF2-40B4-BE49-F238E27FC236}">
                  <a16:creationId xmlns:a16="http://schemas.microsoft.com/office/drawing/2014/main" id="{D27A3D75-8146-0896-6AB1-348E42E8F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3782"/>
              <a:ext cx="71" cy="71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51">
              <a:extLst>
                <a:ext uri="{FF2B5EF4-FFF2-40B4-BE49-F238E27FC236}">
                  <a16:creationId xmlns:a16="http://schemas.microsoft.com/office/drawing/2014/main" id="{411847A3-6A5C-1F78-FCF2-F46ED31CA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8" y="1785"/>
              <a:ext cx="71" cy="71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" name="Line 52">
            <a:extLst>
              <a:ext uri="{FF2B5EF4-FFF2-40B4-BE49-F238E27FC236}">
                <a16:creationId xmlns:a16="http://schemas.microsoft.com/office/drawing/2014/main" id="{21EA3ED0-5959-E588-7DB2-A2AE3C3BCE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1422" y="2779085"/>
            <a:ext cx="4043362" cy="0"/>
          </a:xfrm>
          <a:prstGeom prst="line">
            <a:avLst/>
          </a:prstGeom>
          <a:noFill/>
          <a:ln w="63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746FAD3B-584E-5972-9EC2-81C4F8B46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9609" y="5928685"/>
            <a:ext cx="690563" cy="0"/>
          </a:xfrm>
          <a:prstGeom prst="line">
            <a:avLst/>
          </a:prstGeom>
          <a:noFill/>
          <a:ln w="63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69A81556-2BC0-80B9-0D94-5AC669505D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71109" y="2798135"/>
            <a:ext cx="0" cy="3130550"/>
          </a:xfrm>
          <a:prstGeom prst="line">
            <a:avLst/>
          </a:prstGeom>
          <a:noFill/>
          <a:ln w="63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" name="Group 55">
            <a:extLst>
              <a:ext uri="{FF2B5EF4-FFF2-40B4-BE49-F238E27FC236}">
                <a16:creationId xmlns:a16="http://schemas.microsoft.com/office/drawing/2014/main" id="{008AC3C3-3437-8FD2-81EB-17A091D41EC9}"/>
              </a:ext>
            </a:extLst>
          </p:cNvPr>
          <p:cNvGrpSpPr>
            <a:grpSpLocks/>
          </p:cNvGrpSpPr>
          <p:nvPr/>
        </p:nvGrpSpPr>
        <p:grpSpPr bwMode="auto">
          <a:xfrm>
            <a:off x="2128247" y="2731460"/>
            <a:ext cx="4064000" cy="3241675"/>
            <a:chOff x="845" y="1734"/>
            <a:chExt cx="2560" cy="2042"/>
          </a:xfrm>
        </p:grpSpPr>
        <p:sp>
          <p:nvSpPr>
            <p:cNvPr id="58" name="Oval 56">
              <a:extLst>
                <a:ext uri="{FF2B5EF4-FFF2-40B4-BE49-F238E27FC236}">
                  <a16:creationId xmlns:a16="http://schemas.microsoft.com/office/drawing/2014/main" id="{F1C580FD-9803-90B3-3766-E1487651C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" y="1747"/>
              <a:ext cx="64" cy="6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57">
              <a:extLst>
                <a:ext uri="{FF2B5EF4-FFF2-40B4-BE49-F238E27FC236}">
                  <a16:creationId xmlns:a16="http://schemas.microsoft.com/office/drawing/2014/main" id="{C19815AB-9976-3D32-A5AB-62EF6ED4E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" y="3712"/>
              <a:ext cx="64" cy="6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Oval 58">
              <a:extLst>
                <a:ext uri="{FF2B5EF4-FFF2-40B4-BE49-F238E27FC236}">
                  <a16:creationId xmlns:a16="http://schemas.microsoft.com/office/drawing/2014/main" id="{4789FA06-B30F-0ACE-DC69-44E2D4B14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1" y="1734"/>
              <a:ext cx="64" cy="6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" name="Line 59">
            <a:extLst>
              <a:ext uri="{FF2B5EF4-FFF2-40B4-BE49-F238E27FC236}">
                <a16:creationId xmlns:a16="http://schemas.microsoft.com/office/drawing/2014/main" id="{4C63BB67-427B-5D92-85AF-78C1AF22EA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209" y="2883860"/>
            <a:ext cx="0" cy="3140075"/>
          </a:xfrm>
          <a:prstGeom prst="line">
            <a:avLst/>
          </a:prstGeom>
          <a:noFill/>
          <a:ln w="63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Oval 60">
            <a:extLst>
              <a:ext uri="{FF2B5EF4-FFF2-40B4-BE49-F238E27FC236}">
                <a16:creationId xmlns:a16="http://schemas.microsoft.com/office/drawing/2014/main" id="{87F03DE9-1020-1AA2-E980-90FEE2D9F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409" y="2842585"/>
            <a:ext cx="103188" cy="103188"/>
          </a:xfrm>
          <a:prstGeom prst="ellipse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Freeform 61">
            <a:extLst>
              <a:ext uri="{FF2B5EF4-FFF2-40B4-BE49-F238E27FC236}">
                <a16:creationId xmlns:a16="http://schemas.microsoft.com/office/drawing/2014/main" id="{2124E0EE-9BDB-A536-81DE-C475EBD37CCA}"/>
              </a:ext>
            </a:extLst>
          </p:cNvPr>
          <p:cNvSpPr>
            <a:spLocks/>
          </p:cNvSpPr>
          <p:nvPr/>
        </p:nvSpPr>
        <p:spPr bwMode="auto">
          <a:xfrm>
            <a:off x="1883772" y="2620335"/>
            <a:ext cx="569912" cy="260350"/>
          </a:xfrm>
          <a:custGeom>
            <a:avLst/>
            <a:gdLst>
              <a:gd name="T0" fmla="*/ 0 w 359"/>
              <a:gd name="T1" fmla="*/ 0 h 164"/>
              <a:gd name="T2" fmla="*/ 32 w 359"/>
              <a:gd name="T3" fmla="*/ 38 h 164"/>
              <a:gd name="T4" fmla="*/ 90 w 359"/>
              <a:gd name="T5" fmla="*/ 70 h 164"/>
              <a:gd name="T6" fmla="*/ 128 w 359"/>
              <a:gd name="T7" fmla="*/ 90 h 164"/>
              <a:gd name="T8" fmla="*/ 192 w 359"/>
              <a:gd name="T9" fmla="*/ 115 h 164"/>
              <a:gd name="T10" fmla="*/ 231 w 359"/>
              <a:gd name="T11" fmla="*/ 134 h 164"/>
              <a:gd name="T12" fmla="*/ 314 w 359"/>
              <a:gd name="T13" fmla="*/ 160 h 164"/>
              <a:gd name="T14" fmla="*/ 359 w 359"/>
              <a:gd name="T15" fmla="*/ 16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59" h="164">
                <a:moveTo>
                  <a:pt x="0" y="0"/>
                </a:moveTo>
                <a:cubicBezTo>
                  <a:pt x="8" y="13"/>
                  <a:pt x="17" y="26"/>
                  <a:pt x="32" y="38"/>
                </a:cubicBezTo>
                <a:cubicBezTo>
                  <a:pt x="47" y="50"/>
                  <a:pt x="74" y="61"/>
                  <a:pt x="90" y="70"/>
                </a:cubicBezTo>
                <a:cubicBezTo>
                  <a:pt x="106" y="79"/>
                  <a:pt x="111" y="83"/>
                  <a:pt x="128" y="90"/>
                </a:cubicBezTo>
                <a:cubicBezTo>
                  <a:pt x="145" y="97"/>
                  <a:pt x="175" y="108"/>
                  <a:pt x="192" y="115"/>
                </a:cubicBezTo>
                <a:cubicBezTo>
                  <a:pt x="209" y="122"/>
                  <a:pt x="211" y="126"/>
                  <a:pt x="231" y="134"/>
                </a:cubicBezTo>
                <a:cubicBezTo>
                  <a:pt x="251" y="142"/>
                  <a:pt x="293" y="156"/>
                  <a:pt x="314" y="160"/>
                </a:cubicBezTo>
                <a:cubicBezTo>
                  <a:pt x="335" y="164"/>
                  <a:pt x="347" y="160"/>
                  <a:pt x="359" y="16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Line 62">
            <a:extLst>
              <a:ext uri="{FF2B5EF4-FFF2-40B4-BE49-F238E27FC236}">
                <a16:creationId xmlns:a16="http://schemas.microsoft.com/office/drawing/2014/main" id="{13458E82-575C-3F9B-3991-6F251E48A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2734" y="2883860"/>
            <a:ext cx="498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Text Box 63">
            <a:extLst>
              <a:ext uri="{FF2B5EF4-FFF2-40B4-BE49-F238E27FC236}">
                <a16:creationId xmlns:a16="http://schemas.microsoft.com/office/drawing/2014/main" id="{B6C8E8B0-8F0B-C8FC-E7A0-904B3E38F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805" y="2502860"/>
            <a:ext cx="3116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>
                <a:latin typeface="仿宋_GB2312" pitchFamily="49" charset="-122"/>
              </a:rPr>
              <a:t>3. </a:t>
            </a:r>
            <a:r>
              <a:rPr lang="zh-CN" altLang="en-US" sz="1800" b="1">
                <a:latin typeface="仿宋_GB2312" pitchFamily="49" charset="-122"/>
              </a:rPr>
              <a:t>求形体</a:t>
            </a:r>
            <a:r>
              <a:rPr lang="en-US" altLang="zh-CN" sz="1800" b="1">
                <a:latin typeface="仿宋_GB2312" pitchFamily="49" charset="-122"/>
              </a:rPr>
              <a:t>3</a:t>
            </a:r>
            <a:r>
              <a:rPr lang="zh-CN" altLang="en-US" sz="1800" b="1">
                <a:latin typeface="仿宋_GB2312" pitchFamily="49" charset="-122"/>
              </a:rPr>
              <a:t>与小圆柱的交线</a:t>
            </a:r>
          </a:p>
        </p:txBody>
      </p:sp>
      <p:sp>
        <p:nvSpPr>
          <p:cNvPr id="66" name="Line 64">
            <a:extLst>
              <a:ext uri="{FF2B5EF4-FFF2-40B4-BE49-F238E27FC236}">
                <a16:creationId xmlns:a16="http://schemas.microsoft.com/office/drawing/2014/main" id="{90C12AED-2D88-FA21-6BD1-9E4C7EB629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209" y="2223460"/>
            <a:ext cx="0" cy="660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Line 65">
            <a:extLst>
              <a:ext uri="{FF2B5EF4-FFF2-40B4-BE49-F238E27FC236}">
                <a16:creationId xmlns:a16="http://schemas.microsoft.com/office/drawing/2014/main" id="{133CEE49-822E-6617-78DA-437B15F32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6409" y="222346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 Box 66">
            <a:extLst>
              <a:ext uri="{FF2B5EF4-FFF2-40B4-BE49-F238E27FC236}">
                <a16:creationId xmlns:a16="http://schemas.microsoft.com/office/drawing/2014/main" id="{3D04C582-C8B1-7A7D-3C43-16384FF5A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0572" y="2890210"/>
            <a:ext cx="2873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b="1">
                <a:latin typeface="仿宋_GB2312" pitchFamily="49" charset="-122"/>
                <a:ea typeface="仿宋_GB2312" pitchFamily="49" charset="-122"/>
              </a:rPr>
              <a:t>4. </a:t>
            </a:r>
            <a:r>
              <a:rPr lang="zh-CN" altLang="en-US" sz="1800" b="1">
                <a:latin typeface="仿宋_GB2312" pitchFamily="49" charset="-122"/>
                <a:ea typeface="仿宋_GB2312" pitchFamily="49" charset="-122"/>
              </a:rPr>
              <a:t>求大小两圆柱的交线 </a:t>
            </a:r>
          </a:p>
        </p:txBody>
      </p:sp>
      <p:sp>
        <p:nvSpPr>
          <p:cNvPr id="69" name="Line 67">
            <a:extLst>
              <a:ext uri="{FF2B5EF4-FFF2-40B4-BE49-F238E27FC236}">
                <a16:creationId xmlns:a16="http://schemas.microsoft.com/office/drawing/2014/main" id="{74B06A73-E599-3DF3-B5B9-93A5ACF1E3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6334" y="3047373"/>
            <a:ext cx="30480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" name="Group 68">
            <a:extLst>
              <a:ext uri="{FF2B5EF4-FFF2-40B4-BE49-F238E27FC236}">
                <a16:creationId xmlns:a16="http://schemas.microsoft.com/office/drawing/2014/main" id="{1E913223-20BD-70BC-ED1E-590B71EBC1B7}"/>
              </a:ext>
            </a:extLst>
          </p:cNvPr>
          <p:cNvGrpSpPr>
            <a:grpSpLocks/>
          </p:cNvGrpSpPr>
          <p:nvPr/>
        </p:nvGrpSpPr>
        <p:grpSpPr bwMode="auto">
          <a:xfrm>
            <a:off x="3287122" y="2996573"/>
            <a:ext cx="3149600" cy="3179762"/>
            <a:chOff x="1575" y="1901"/>
            <a:chExt cx="1984" cy="2003"/>
          </a:xfrm>
        </p:grpSpPr>
        <p:sp>
          <p:nvSpPr>
            <p:cNvPr id="71" name="Oval 69">
              <a:extLst>
                <a:ext uri="{FF2B5EF4-FFF2-40B4-BE49-F238E27FC236}">
                  <a16:creationId xmlns:a16="http://schemas.microsoft.com/office/drawing/2014/main" id="{E4C14ADF-F57F-22A7-354E-30E5E45A4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907"/>
              <a:ext cx="70" cy="7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Oval 70">
              <a:extLst>
                <a:ext uri="{FF2B5EF4-FFF2-40B4-BE49-F238E27FC236}">
                  <a16:creationId xmlns:a16="http://schemas.microsoft.com/office/drawing/2014/main" id="{EC0C4893-BD8B-385C-8BB4-D031E135F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3834"/>
              <a:ext cx="70" cy="7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Oval 71">
              <a:extLst>
                <a:ext uri="{FF2B5EF4-FFF2-40B4-BE49-F238E27FC236}">
                  <a16:creationId xmlns:a16="http://schemas.microsoft.com/office/drawing/2014/main" id="{40975203-935B-8D76-D686-D32997BFE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1901"/>
              <a:ext cx="70" cy="7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" name="Line 72">
            <a:extLst>
              <a:ext uri="{FF2B5EF4-FFF2-40B4-BE49-F238E27FC236}">
                <a16:creationId xmlns:a16="http://schemas.microsoft.com/office/drawing/2014/main" id="{9AC399C6-9EB3-8003-E791-D2F7631BF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0797" y="5931860"/>
            <a:ext cx="162401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73">
            <a:extLst>
              <a:ext uri="{FF2B5EF4-FFF2-40B4-BE49-F238E27FC236}">
                <a16:creationId xmlns:a16="http://schemas.microsoft.com/office/drawing/2014/main" id="{246DD960-4FAA-F497-7DE6-5BB25022CB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4809" y="2782260"/>
            <a:ext cx="0" cy="31496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6" name="Group 74">
            <a:extLst>
              <a:ext uri="{FF2B5EF4-FFF2-40B4-BE49-F238E27FC236}">
                <a16:creationId xmlns:a16="http://schemas.microsoft.com/office/drawing/2014/main" id="{2D862B9A-D61E-7F2D-2EA2-D92E29F1D493}"/>
              </a:ext>
            </a:extLst>
          </p:cNvPr>
          <p:cNvGrpSpPr>
            <a:grpSpLocks/>
          </p:cNvGrpSpPr>
          <p:nvPr/>
        </p:nvGrpSpPr>
        <p:grpSpPr bwMode="auto">
          <a:xfrm>
            <a:off x="3784009" y="2723523"/>
            <a:ext cx="112713" cy="3262312"/>
            <a:chOff x="1888" y="1729"/>
            <a:chExt cx="71" cy="2055"/>
          </a:xfrm>
        </p:grpSpPr>
        <p:sp>
          <p:nvSpPr>
            <p:cNvPr id="77" name="Oval 75">
              <a:extLst>
                <a:ext uri="{FF2B5EF4-FFF2-40B4-BE49-F238E27FC236}">
                  <a16:creationId xmlns:a16="http://schemas.microsoft.com/office/drawing/2014/main" id="{A1AA0E8F-1D7E-1162-CD47-03D2C9015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8" y="1729"/>
              <a:ext cx="71" cy="71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Oval 76">
              <a:extLst>
                <a:ext uri="{FF2B5EF4-FFF2-40B4-BE49-F238E27FC236}">
                  <a16:creationId xmlns:a16="http://schemas.microsoft.com/office/drawing/2014/main" id="{B6276D01-B215-7272-F989-3520276A1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8" y="3713"/>
              <a:ext cx="71" cy="71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" name="Freeform 77">
            <a:extLst>
              <a:ext uri="{FF2B5EF4-FFF2-40B4-BE49-F238E27FC236}">
                <a16:creationId xmlns:a16="http://schemas.microsoft.com/office/drawing/2014/main" id="{589D750D-B5C7-E898-0EA7-DC2FACFC0E5F}"/>
              </a:ext>
            </a:extLst>
          </p:cNvPr>
          <p:cNvSpPr>
            <a:spLocks/>
          </p:cNvSpPr>
          <p:nvPr/>
        </p:nvSpPr>
        <p:spPr bwMode="auto">
          <a:xfrm>
            <a:off x="2971209" y="2623510"/>
            <a:ext cx="1066800" cy="457200"/>
          </a:xfrm>
          <a:custGeom>
            <a:avLst/>
            <a:gdLst>
              <a:gd name="T0" fmla="*/ 0 w 672"/>
              <a:gd name="T1" fmla="*/ 172 h 288"/>
              <a:gd name="T2" fmla="*/ 45 w 672"/>
              <a:gd name="T3" fmla="*/ 224 h 288"/>
              <a:gd name="T4" fmla="*/ 90 w 672"/>
              <a:gd name="T5" fmla="*/ 256 h 288"/>
              <a:gd name="T6" fmla="*/ 134 w 672"/>
              <a:gd name="T7" fmla="*/ 275 h 288"/>
              <a:gd name="T8" fmla="*/ 205 w 672"/>
              <a:gd name="T9" fmla="*/ 288 h 288"/>
              <a:gd name="T10" fmla="*/ 282 w 672"/>
              <a:gd name="T11" fmla="*/ 275 h 288"/>
              <a:gd name="T12" fmla="*/ 326 w 672"/>
              <a:gd name="T13" fmla="*/ 256 h 288"/>
              <a:gd name="T14" fmla="*/ 403 w 672"/>
              <a:gd name="T15" fmla="*/ 211 h 288"/>
              <a:gd name="T16" fmla="*/ 480 w 672"/>
              <a:gd name="T17" fmla="*/ 160 h 288"/>
              <a:gd name="T18" fmla="*/ 544 w 672"/>
              <a:gd name="T19" fmla="*/ 102 h 288"/>
              <a:gd name="T20" fmla="*/ 582 w 672"/>
              <a:gd name="T21" fmla="*/ 76 h 288"/>
              <a:gd name="T22" fmla="*/ 621 w 672"/>
              <a:gd name="T23" fmla="*/ 32 h 288"/>
              <a:gd name="T24" fmla="*/ 672 w 672"/>
              <a:gd name="T25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2" h="288">
                <a:moveTo>
                  <a:pt x="0" y="172"/>
                </a:moveTo>
                <a:cubicBezTo>
                  <a:pt x="15" y="191"/>
                  <a:pt x="30" y="210"/>
                  <a:pt x="45" y="224"/>
                </a:cubicBezTo>
                <a:cubicBezTo>
                  <a:pt x="60" y="238"/>
                  <a:pt x="75" y="248"/>
                  <a:pt x="90" y="256"/>
                </a:cubicBezTo>
                <a:cubicBezTo>
                  <a:pt x="105" y="264"/>
                  <a:pt x="115" y="270"/>
                  <a:pt x="134" y="275"/>
                </a:cubicBezTo>
                <a:cubicBezTo>
                  <a:pt x="153" y="280"/>
                  <a:pt x="180" y="288"/>
                  <a:pt x="205" y="288"/>
                </a:cubicBezTo>
                <a:cubicBezTo>
                  <a:pt x="230" y="288"/>
                  <a:pt x="262" y="280"/>
                  <a:pt x="282" y="275"/>
                </a:cubicBezTo>
                <a:cubicBezTo>
                  <a:pt x="302" y="270"/>
                  <a:pt x="306" y="267"/>
                  <a:pt x="326" y="256"/>
                </a:cubicBezTo>
                <a:cubicBezTo>
                  <a:pt x="346" y="245"/>
                  <a:pt x="377" y="227"/>
                  <a:pt x="403" y="211"/>
                </a:cubicBezTo>
                <a:cubicBezTo>
                  <a:pt x="429" y="195"/>
                  <a:pt x="457" y="178"/>
                  <a:pt x="480" y="160"/>
                </a:cubicBezTo>
                <a:cubicBezTo>
                  <a:pt x="503" y="142"/>
                  <a:pt x="527" y="116"/>
                  <a:pt x="544" y="102"/>
                </a:cubicBezTo>
                <a:cubicBezTo>
                  <a:pt x="561" y="88"/>
                  <a:pt x="569" y="88"/>
                  <a:pt x="582" y="76"/>
                </a:cubicBezTo>
                <a:cubicBezTo>
                  <a:pt x="595" y="64"/>
                  <a:pt x="606" y="45"/>
                  <a:pt x="621" y="32"/>
                </a:cubicBezTo>
                <a:cubicBezTo>
                  <a:pt x="636" y="19"/>
                  <a:pt x="660" y="8"/>
                  <a:pt x="672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Rectangle 78">
            <a:extLst>
              <a:ext uri="{FF2B5EF4-FFF2-40B4-BE49-F238E27FC236}">
                <a16:creationId xmlns:a16="http://schemas.microsoft.com/office/drawing/2014/main" id="{90F9029F-93E4-4472-634E-AA271734A167}"/>
              </a:ext>
            </a:extLst>
          </p:cNvPr>
          <p:cNvSpPr txBox="1">
            <a:spLocks noChangeArrowheads="1"/>
          </p:cNvSpPr>
          <p:nvPr/>
        </p:nvSpPr>
        <p:spPr>
          <a:xfrm>
            <a:off x="1034381" y="736164"/>
            <a:ext cx="9566279" cy="753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>
                <a:latin typeface="SimHei" charset="-122"/>
                <a:ea typeface="SimHei" charset="-122"/>
                <a:cs typeface="SimHei" charset="-122"/>
              </a:rPr>
              <a:t>例</a:t>
            </a:r>
            <a:r>
              <a:rPr lang="en-US" altLang="zh-CN" sz="3200" b="1">
                <a:latin typeface="SimHei" charset="-122"/>
                <a:ea typeface="SimHei" charset="-122"/>
                <a:cs typeface="SimHei" charset="-122"/>
              </a:rPr>
              <a:t>15.5 </a:t>
            </a:r>
            <a:r>
              <a:rPr lang="zh-CN" altLang="en-US" sz="3200" b="1">
                <a:latin typeface="SimHei" charset="-122"/>
                <a:ea typeface="SimHei" charset="-122"/>
                <a:cs typeface="SimHei" charset="-122"/>
              </a:rPr>
              <a:t>三体相交和不完整形体表面相交</a:t>
            </a:r>
            <a:r>
              <a:rPr lang="en-US" altLang="zh-CN" sz="2700" b="1"/>
              <a:t>(</a:t>
            </a:r>
            <a:r>
              <a:rPr lang="zh-CN" altLang="en-US" sz="2700" b="1"/>
              <a:t>课本</a:t>
            </a:r>
            <a:r>
              <a:rPr lang="en-US" altLang="zh-CN" sz="2700"/>
              <a:t>【</a:t>
            </a:r>
            <a:r>
              <a:rPr lang="zh-CN" altLang="en-US" sz="2700" b="1"/>
              <a:t>例</a:t>
            </a:r>
            <a:r>
              <a:rPr lang="en-US" altLang="zh-CN" sz="2700" b="1"/>
              <a:t>6-8】</a:t>
            </a:r>
            <a:r>
              <a:rPr lang="zh-CN" altLang="en-US" sz="2700" b="1"/>
              <a:t>的变化）</a:t>
            </a:r>
            <a:br>
              <a:rPr lang="zh-CN" altLang="en-US" sz="5300" b="1"/>
            </a:br>
            <a:endParaRPr lang="zh-CN" altLang="en-US" sz="3200" b="1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81" name="Text Box 2">
            <a:extLst>
              <a:ext uri="{FF2B5EF4-FFF2-40B4-BE49-F238E27FC236}">
                <a16:creationId xmlns:a16="http://schemas.microsoft.com/office/drawing/2014/main" id="{02A3D82D-AA8F-1C2D-E749-A7E99EBF7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263" y="1377601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b="1">
                <a:latin typeface="仿宋_GB2312" pitchFamily="49" charset="-122"/>
              </a:rPr>
              <a:t>补全视图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1AF28E51-B587-29B4-B650-BDD7EBE49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861673" y="1591367"/>
            <a:ext cx="1636432" cy="350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nimBg="1" autoUpdateAnimBg="0"/>
      <p:bldP spid="9" grpId="0" animBg="1" autoUpdateAnimBg="0"/>
      <p:bldP spid="10" grpId="0" animBg="1" autoUpdateAnimBg="0"/>
      <p:bldP spid="20" grpId="0" autoUpdateAnimBg="0"/>
      <p:bldP spid="21" grpId="0" autoUpdateAnimBg="0"/>
      <p:bldP spid="44" grpId="0" autoUpdateAnimBg="0"/>
      <p:bldP spid="65" grpId="0" autoUpdateAnimBg="0"/>
      <p:bldP spid="68" grpId="0" autoUpdateAnimBg="0"/>
      <p:bldP spid="8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E8B3-86F1-F7E7-EACA-10235A26A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FEDB0-5601-1D43-BFD9-74D2DE5B008C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7D5884-DDA7-F995-2CCB-B2D53126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D91A0-AF81-5C5F-1226-694959FA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27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F01244AE-6465-D57E-9C09-C8B5A45F8ADD}"/>
              </a:ext>
            </a:extLst>
          </p:cNvPr>
          <p:cNvGrpSpPr>
            <a:grpSpLocks/>
          </p:cNvGrpSpPr>
          <p:nvPr/>
        </p:nvGrpSpPr>
        <p:grpSpPr bwMode="auto">
          <a:xfrm>
            <a:off x="2131939" y="1583920"/>
            <a:ext cx="4324350" cy="3754437"/>
            <a:chOff x="1493" y="1160"/>
            <a:chExt cx="2724" cy="2365"/>
          </a:xfrm>
        </p:grpSpPr>
        <p:sp>
          <p:nvSpPr>
            <p:cNvPr id="6" name="Oval 3">
              <a:extLst>
                <a:ext uri="{FF2B5EF4-FFF2-40B4-BE49-F238E27FC236}">
                  <a16:creationId xmlns:a16="http://schemas.microsoft.com/office/drawing/2014/main" id="{E1522FEA-2D92-C87A-2291-5B40529C3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" y="2880"/>
              <a:ext cx="385" cy="342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9CD14E95-1595-CCD5-EF6F-EAA2603DD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" y="2733"/>
              <a:ext cx="24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3B298F32-72EB-D6C7-0312-11AAD65CD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3" y="1898"/>
              <a:ext cx="16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13945959-4298-CA8C-6012-B176E113F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174"/>
              <a:ext cx="0" cy="1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14E14312-E636-85F7-2D0C-2225EEBED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4" y="1491"/>
              <a:ext cx="866" cy="81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BF774341-A5DB-6078-794D-ECF5397D65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44" y="2645"/>
              <a:ext cx="1509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A29A98C7-0C46-787C-790B-E4A757FB2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2648"/>
              <a:ext cx="0" cy="8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8B0347D6-87C5-138F-75BA-8C9FB4C02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4" y="3459"/>
              <a:ext cx="1506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159E7A43-4511-76F4-78D0-013B75565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4" y="2648"/>
              <a:ext cx="0" cy="8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20D23CBB-A2F8-B97F-28BB-CBEF3FE11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1491"/>
              <a:ext cx="0" cy="8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61BDFF80-7F27-A770-2F43-0ED96CB33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2305"/>
              <a:ext cx="15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1B6E36EB-C6EA-4834-22CB-324751009E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4" y="1488"/>
              <a:ext cx="0" cy="8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1F93A161-70EA-8666-7A89-A5EF21711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8" y="2776"/>
              <a:ext cx="625" cy="55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5502D523-8D2B-121E-6656-33ECFCE47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0" y="2584"/>
              <a:ext cx="0" cy="94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99E8F23A-3B71-320C-0378-B972E3A45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0" y="1160"/>
              <a:ext cx="0" cy="52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02DCB327-FD6E-5960-48C9-C661114A0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3" y="1491"/>
              <a:ext cx="2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9F21ED9B-59BA-DB64-A081-A62D15EF2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3" y="1233"/>
              <a:ext cx="0" cy="25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09ED9FB1-5CC5-4DBF-495E-093B3E727B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2" y="1233"/>
              <a:ext cx="631" cy="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46BF69FB-E8DF-CD06-3A4C-6655CE034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8" y="1236"/>
              <a:ext cx="0" cy="8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33EC25AD-73E5-34FB-2A35-FDA17B052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" y="1240"/>
              <a:ext cx="0" cy="4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9E5E7258-8D1D-9066-A7E1-9A87073B8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3" y="1240"/>
              <a:ext cx="0" cy="4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C66DA1C0-B82A-D079-5EBD-26C073905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1" y="1231"/>
              <a:ext cx="688" cy="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4F9A5089-CB88-FA3F-5CC8-481D98BE5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" y="2819"/>
              <a:ext cx="0" cy="47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1776548E-52F0-0670-A182-440A7F9D5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" y="1275"/>
              <a:ext cx="0" cy="32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E3CFCB4E-4ACC-BF3D-693B-08F516A50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7" y="3047"/>
              <a:ext cx="1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B7866799-554A-8127-A93B-2CA19AC1B2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9" y="1319"/>
              <a:ext cx="0" cy="21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08A73FD6-BC98-07F6-1704-C4EA9C6B99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25" y="1319"/>
              <a:ext cx="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F4AB9CDC-18FD-C57A-0DB3-AFC4E041A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5" y="1319"/>
              <a:ext cx="0" cy="21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D58722E3-9B7F-C7B5-73DB-01A481DE8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2880"/>
              <a:ext cx="36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2594D74F-59C7-651D-16A8-241448E58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" y="3222"/>
              <a:ext cx="35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9D2D5167-F453-8F50-BAE4-1F9197461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5" y="1319"/>
              <a:ext cx="49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DF99FC0F-1CA0-2AD1-0B8F-ADB653512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1491"/>
              <a:ext cx="1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C76D8BFE-2211-DCCA-6C2D-8207EB4BF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319"/>
              <a:ext cx="0" cy="1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973FB7F8-DC02-791C-BA83-68EE91D88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1480"/>
              <a:ext cx="578" cy="157"/>
            </a:xfrm>
            <a:custGeom>
              <a:avLst/>
              <a:gdLst>
                <a:gd name="T0" fmla="*/ 578 w 578"/>
                <a:gd name="T1" fmla="*/ 0 h 157"/>
                <a:gd name="T2" fmla="*/ 508 w 578"/>
                <a:gd name="T3" fmla="*/ 70 h 157"/>
                <a:gd name="T4" fmla="*/ 409 w 578"/>
                <a:gd name="T5" fmla="*/ 127 h 157"/>
                <a:gd name="T6" fmla="*/ 282 w 578"/>
                <a:gd name="T7" fmla="*/ 155 h 157"/>
                <a:gd name="T8" fmla="*/ 183 w 578"/>
                <a:gd name="T9" fmla="*/ 141 h 157"/>
                <a:gd name="T10" fmla="*/ 70 w 578"/>
                <a:gd name="T11" fmla="*/ 99 h 157"/>
                <a:gd name="T12" fmla="*/ 0 w 578"/>
                <a:gd name="T13" fmla="*/ 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157">
                  <a:moveTo>
                    <a:pt x="578" y="0"/>
                  </a:moveTo>
                  <a:cubicBezTo>
                    <a:pt x="566" y="12"/>
                    <a:pt x="536" y="49"/>
                    <a:pt x="508" y="70"/>
                  </a:cubicBezTo>
                  <a:cubicBezTo>
                    <a:pt x="480" y="91"/>
                    <a:pt x="447" y="113"/>
                    <a:pt x="409" y="127"/>
                  </a:cubicBezTo>
                  <a:cubicBezTo>
                    <a:pt x="371" y="141"/>
                    <a:pt x="320" y="153"/>
                    <a:pt x="282" y="155"/>
                  </a:cubicBezTo>
                  <a:cubicBezTo>
                    <a:pt x="244" y="157"/>
                    <a:pt x="218" y="150"/>
                    <a:pt x="183" y="141"/>
                  </a:cubicBezTo>
                  <a:cubicBezTo>
                    <a:pt x="148" y="132"/>
                    <a:pt x="100" y="113"/>
                    <a:pt x="70" y="99"/>
                  </a:cubicBezTo>
                  <a:cubicBezTo>
                    <a:pt x="40" y="85"/>
                    <a:pt x="15" y="66"/>
                    <a:pt x="0" y="57"/>
                  </a:cubicBezTo>
                </a:path>
              </a:pathLst>
            </a:custGeom>
            <a:noFill/>
            <a:ln w="38100" cap="flat" cmpd="sng">
              <a:solidFill>
                <a:srgbClr val="CC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E1C6DBB2-5D8F-FB38-E0F9-77EDB3353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5" y="1316"/>
              <a:ext cx="1" cy="22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D6093831-6BD5-DAA1-783B-F7D304965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1318"/>
              <a:ext cx="70" cy="1"/>
            </a:xfrm>
            <a:custGeom>
              <a:avLst/>
              <a:gdLst>
                <a:gd name="T0" fmla="*/ 70 w 70"/>
                <a:gd name="T1" fmla="*/ 0 h 1"/>
                <a:gd name="T2" fmla="*/ 0 w 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" h="1">
                  <a:moveTo>
                    <a:pt x="70" y="0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D75D4DB8-4712-419F-60CF-42FBF7E98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1491"/>
              <a:ext cx="197" cy="57"/>
            </a:xfrm>
            <a:custGeom>
              <a:avLst/>
              <a:gdLst>
                <a:gd name="T0" fmla="*/ 0 w 196"/>
                <a:gd name="T1" fmla="*/ 0 h 64"/>
                <a:gd name="T2" fmla="*/ 72 w 196"/>
                <a:gd name="T3" fmla="*/ 36 h 64"/>
                <a:gd name="T4" fmla="*/ 196 w 196"/>
                <a:gd name="T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6" h="64">
                  <a:moveTo>
                    <a:pt x="0" y="0"/>
                  </a:moveTo>
                  <a:cubicBezTo>
                    <a:pt x="19" y="12"/>
                    <a:pt x="39" y="25"/>
                    <a:pt x="72" y="36"/>
                  </a:cubicBezTo>
                  <a:cubicBezTo>
                    <a:pt x="105" y="47"/>
                    <a:pt x="150" y="55"/>
                    <a:pt x="196" y="64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22A73936-8A72-5111-6E81-9631DF4CF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" y="1551"/>
              <a:ext cx="34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4704791D-2B1D-666A-0E17-F8FA1D5F9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6" y="1896"/>
              <a:ext cx="981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" name="Text Box 42">
            <a:extLst>
              <a:ext uri="{FF2B5EF4-FFF2-40B4-BE49-F238E27FC236}">
                <a16:creationId xmlns:a16="http://schemas.microsoft.com/office/drawing/2014/main" id="{E2149D01-FFA9-9347-A20B-8482C86B4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576" y="184866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latin typeface="+mn-ea"/>
              </a:rPr>
              <a:t>补全主视图</a:t>
            </a:r>
            <a:endParaRPr lang="zh-CN" altLang="en-US" sz="2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Rectangle 43">
            <a:extLst>
              <a:ext uri="{FF2B5EF4-FFF2-40B4-BE49-F238E27FC236}">
                <a16:creationId xmlns:a16="http://schemas.microsoft.com/office/drawing/2014/main" id="{5DB8F84B-E340-13A8-A065-E86E3F338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526" y="2080807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000" b="0">
                <a:solidFill>
                  <a:srgbClr val="996633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47" name="Text Box 44">
            <a:extLst>
              <a:ext uri="{FF2B5EF4-FFF2-40B4-BE49-F238E27FC236}">
                <a16:creationId xmlns:a16="http://schemas.microsoft.com/office/drawing/2014/main" id="{5C16512E-807A-3124-E499-CC62DD752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889" y="4708120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000" b="0">
                <a:solidFill>
                  <a:srgbClr val="996633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48" name="Text Box 45">
            <a:extLst>
              <a:ext uri="{FF2B5EF4-FFF2-40B4-BE49-F238E27FC236}">
                <a16:creationId xmlns:a16="http://schemas.microsoft.com/office/drawing/2014/main" id="{E0399B2B-61D1-53C1-28D4-0552A708F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14" y="2030007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000" b="0">
                <a:solidFill>
                  <a:srgbClr val="996633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DE2AACE3-7CC5-7C6E-388E-4F213B965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14" y="3359449"/>
            <a:ext cx="33258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400">
                <a:solidFill>
                  <a:srgbClr val="002060"/>
                </a:solidFill>
              </a:rPr>
              <a:t>    </a:t>
            </a:r>
            <a:r>
              <a:rPr lang="zh-CN" altLang="en-US" sz="2400">
                <a:solidFill>
                  <a:srgbClr val="002060"/>
                </a:solidFill>
              </a:rPr>
              <a:t>作图时要抓住一个关键点，相贯线汇交于这一点。</a:t>
            </a:r>
          </a:p>
        </p:txBody>
      </p:sp>
      <p:grpSp>
        <p:nvGrpSpPr>
          <p:cNvPr id="50" name="Group 47">
            <a:extLst>
              <a:ext uri="{FF2B5EF4-FFF2-40B4-BE49-F238E27FC236}">
                <a16:creationId xmlns:a16="http://schemas.microsoft.com/office/drawing/2014/main" id="{DC3CFCA4-1B46-1C0B-CAAF-6746DD8B7AA2}"/>
              </a:ext>
            </a:extLst>
          </p:cNvPr>
          <p:cNvGrpSpPr>
            <a:grpSpLocks/>
          </p:cNvGrpSpPr>
          <p:nvPr/>
        </p:nvGrpSpPr>
        <p:grpSpPr bwMode="auto">
          <a:xfrm>
            <a:off x="6735689" y="4495395"/>
            <a:ext cx="2555875" cy="2100262"/>
            <a:chOff x="3821" y="2815"/>
            <a:chExt cx="1610" cy="1323"/>
          </a:xfrm>
        </p:grpSpPr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45860CFB-5211-1057-5E3C-11C87C55F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3220"/>
              <a:ext cx="322" cy="451"/>
            </a:xfrm>
            <a:custGeom>
              <a:avLst/>
              <a:gdLst>
                <a:gd name="T0" fmla="*/ 267 w 505"/>
                <a:gd name="T1" fmla="*/ 124 h 835"/>
                <a:gd name="T2" fmla="*/ 319 w 505"/>
                <a:gd name="T3" fmla="*/ 72 h 835"/>
                <a:gd name="T4" fmla="*/ 392 w 505"/>
                <a:gd name="T5" fmla="*/ 21 h 835"/>
                <a:gd name="T6" fmla="*/ 443 w 505"/>
                <a:gd name="T7" fmla="*/ 0 h 835"/>
                <a:gd name="T8" fmla="*/ 505 w 505"/>
                <a:gd name="T9" fmla="*/ 4 h 835"/>
                <a:gd name="T10" fmla="*/ 505 w 505"/>
                <a:gd name="T11" fmla="*/ 52 h 835"/>
                <a:gd name="T12" fmla="*/ 474 w 505"/>
                <a:gd name="T13" fmla="*/ 93 h 835"/>
                <a:gd name="T14" fmla="*/ 416 w 505"/>
                <a:gd name="T15" fmla="*/ 124 h 835"/>
                <a:gd name="T16" fmla="*/ 271 w 505"/>
                <a:gd name="T17" fmla="*/ 190 h 835"/>
                <a:gd name="T18" fmla="*/ 133 w 505"/>
                <a:gd name="T19" fmla="*/ 269 h 835"/>
                <a:gd name="T20" fmla="*/ 75 w 505"/>
                <a:gd name="T21" fmla="*/ 289 h 835"/>
                <a:gd name="T22" fmla="*/ 55 w 505"/>
                <a:gd name="T23" fmla="*/ 320 h 835"/>
                <a:gd name="T24" fmla="*/ 75 w 505"/>
                <a:gd name="T25" fmla="*/ 351 h 835"/>
                <a:gd name="T26" fmla="*/ 195 w 505"/>
                <a:gd name="T27" fmla="*/ 467 h 835"/>
                <a:gd name="T28" fmla="*/ 250 w 505"/>
                <a:gd name="T29" fmla="*/ 505 h 835"/>
                <a:gd name="T30" fmla="*/ 332 w 505"/>
                <a:gd name="T31" fmla="*/ 570 h 835"/>
                <a:gd name="T32" fmla="*/ 416 w 505"/>
                <a:gd name="T33" fmla="*/ 632 h 835"/>
                <a:gd name="T34" fmla="*/ 412 w 505"/>
                <a:gd name="T35" fmla="*/ 663 h 835"/>
                <a:gd name="T36" fmla="*/ 350 w 505"/>
                <a:gd name="T37" fmla="*/ 673 h 835"/>
                <a:gd name="T38" fmla="*/ 257 w 505"/>
                <a:gd name="T39" fmla="*/ 673 h 835"/>
                <a:gd name="T40" fmla="*/ 199 w 505"/>
                <a:gd name="T41" fmla="*/ 704 h 835"/>
                <a:gd name="T42" fmla="*/ 178 w 505"/>
                <a:gd name="T43" fmla="*/ 783 h 835"/>
                <a:gd name="T44" fmla="*/ 178 w 505"/>
                <a:gd name="T45" fmla="*/ 825 h 835"/>
                <a:gd name="T46" fmla="*/ 154 w 505"/>
                <a:gd name="T47" fmla="*/ 835 h 835"/>
                <a:gd name="T48" fmla="*/ 116 w 505"/>
                <a:gd name="T49" fmla="*/ 797 h 835"/>
                <a:gd name="T50" fmla="*/ 123 w 505"/>
                <a:gd name="T51" fmla="*/ 731 h 835"/>
                <a:gd name="T52" fmla="*/ 157 w 505"/>
                <a:gd name="T53" fmla="*/ 683 h 835"/>
                <a:gd name="T54" fmla="*/ 226 w 505"/>
                <a:gd name="T55" fmla="*/ 642 h 835"/>
                <a:gd name="T56" fmla="*/ 301 w 505"/>
                <a:gd name="T57" fmla="*/ 622 h 835"/>
                <a:gd name="T58" fmla="*/ 308 w 505"/>
                <a:gd name="T59" fmla="*/ 601 h 835"/>
                <a:gd name="T60" fmla="*/ 271 w 505"/>
                <a:gd name="T61" fmla="*/ 560 h 835"/>
                <a:gd name="T62" fmla="*/ 113 w 505"/>
                <a:gd name="T63" fmla="*/ 457 h 835"/>
                <a:gd name="T64" fmla="*/ 65 w 505"/>
                <a:gd name="T65" fmla="*/ 416 h 835"/>
                <a:gd name="T66" fmla="*/ 20 w 505"/>
                <a:gd name="T67" fmla="*/ 361 h 835"/>
                <a:gd name="T68" fmla="*/ 0 w 505"/>
                <a:gd name="T69" fmla="*/ 299 h 835"/>
                <a:gd name="T70" fmla="*/ 13 w 505"/>
                <a:gd name="T71" fmla="*/ 262 h 835"/>
                <a:gd name="T72" fmla="*/ 92 w 505"/>
                <a:gd name="T73" fmla="*/ 238 h 835"/>
                <a:gd name="T74" fmla="*/ 188 w 505"/>
                <a:gd name="T75" fmla="*/ 197 h 835"/>
                <a:gd name="T76" fmla="*/ 250 w 505"/>
                <a:gd name="T77" fmla="*/ 154 h 835"/>
                <a:gd name="T78" fmla="*/ 267 w 505"/>
                <a:gd name="T79" fmla="*/ 124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05" h="835">
                  <a:moveTo>
                    <a:pt x="267" y="124"/>
                  </a:moveTo>
                  <a:lnTo>
                    <a:pt x="319" y="72"/>
                  </a:lnTo>
                  <a:lnTo>
                    <a:pt x="392" y="21"/>
                  </a:lnTo>
                  <a:lnTo>
                    <a:pt x="443" y="0"/>
                  </a:lnTo>
                  <a:lnTo>
                    <a:pt x="505" y="4"/>
                  </a:lnTo>
                  <a:lnTo>
                    <a:pt x="505" y="52"/>
                  </a:lnTo>
                  <a:lnTo>
                    <a:pt x="474" y="93"/>
                  </a:lnTo>
                  <a:lnTo>
                    <a:pt x="416" y="124"/>
                  </a:lnTo>
                  <a:lnTo>
                    <a:pt x="271" y="190"/>
                  </a:lnTo>
                  <a:lnTo>
                    <a:pt x="133" y="269"/>
                  </a:lnTo>
                  <a:lnTo>
                    <a:pt x="75" y="289"/>
                  </a:lnTo>
                  <a:lnTo>
                    <a:pt x="55" y="320"/>
                  </a:lnTo>
                  <a:lnTo>
                    <a:pt x="75" y="351"/>
                  </a:lnTo>
                  <a:lnTo>
                    <a:pt x="195" y="467"/>
                  </a:lnTo>
                  <a:lnTo>
                    <a:pt x="250" y="505"/>
                  </a:lnTo>
                  <a:lnTo>
                    <a:pt x="332" y="570"/>
                  </a:lnTo>
                  <a:lnTo>
                    <a:pt x="416" y="632"/>
                  </a:lnTo>
                  <a:lnTo>
                    <a:pt x="412" y="663"/>
                  </a:lnTo>
                  <a:lnTo>
                    <a:pt x="350" y="673"/>
                  </a:lnTo>
                  <a:lnTo>
                    <a:pt x="257" y="673"/>
                  </a:lnTo>
                  <a:lnTo>
                    <a:pt x="199" y="704"/>
                  </a:lnTo>
                  <a:lnTo>
                    <a:pt x="178" y="783"/>
                  </a:lnTo>
                  <a:lnTo>
                    <a:pt x="178" y="825"/>
                  </a:lnTo>
                  <a:lnTo>
                    <a:pt x="154" y="835"/>
                  </a:lnTo>
                  <a:lnTo>
                    <a:pt x="116" y="797"/>
                  </a:lnTo>
                  <a:lnTo>
                    <a:pt x="123" y="731"/>
                  </a:lnTo>
                  <a:lnTo>
                    <a:pt x="157" y="683"/>
                  </a:lnTo>
                  <a:lnTo>
                    <a:pt x="226" y="642"/>
                  </a:lnTo>
                  <a:lnTo>
                    <a:pt x="301" y="622"/>
                  </a:lnTo>
                  <a:lnTo>
                    <a:pt x="308" y="601"/>
                  </a:lnTo>
                  <a:lnTo>
                    <a:pt x="271" y="560"/>
                  </a:lnTo>
                  <a:lnTo>
                    <a:pt x="113" y="457"/>
                  </a:lnTo>
                  <a:lnTo>
                    <a:pt x="65" y="416"/>
                  </a:lnTo>
                  <a:lnTo>
                    <a:pt x="20" y="361"/>
                  </a:lnTo>
                  <a:lnTo>
                    <a:pt x="0" y="299"/>
                  </a:lnTo>
                  <a:lnTo>
                    <a:pt x="13" y="262"/>
                  </a:lnTo>
                  <a:lnTo>
                    <a:pt x="92" y="238"/>
                  </a:lnTo>
                  <a:lnTo>
                    <a:pt x="188" y="197"/>
                  </a:lnTo>
                  <a:lnTo>
                    <a:pt x="250" y="154"/>
                  </a:lnTo>
                  <a:lnTo>
                    <a:pt x="267" y="124"/>
                  </a:lnTo>
                  <a:close/>
                </a:path>
              </a:pathLst>
            </a:cu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39E63734-19A4-4737-08BD-A7EB73E7E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" y="3575"/>
              <a:ext cx="131" cy="563"/>
            </a:xfrm>
            <a:custGeom>
              <a:avLst/>
              <a:gdLst>
                <a:gd name="T0" fmla="*/ 99 w 205"/>
                <a:gd name="T1" fmla="*/ 185 h 1043"/>
                <a:gd name="T2" fmla="*/ 71 w 205"/>
                <a:gd name="T3" fmla="*/ 116 h 1043"/>
                <a:gd name="T4" fmla="*/ 71 w 205"/>
                <a:gd name="T5" fmla="*/ 41 h 1043"/>
                <a:gd name="T6" fmla="*/ 109 w 205"/>
                <a:gd name="T7" fmla="*/ 0 h 1043"/>
                <a:gd name="T8" fmla="*/ 153 w 205"/>
                <a:gd name="T9" fmla="*/ 20 h 1043"/>
                <a:gd name="T10" fmla="*/ 184 w 205"/>
                <a:gd name="T11" fmla="*/ 92 h 1043"/>
                <a:gd name="T12" fmla="*/ 201 w 205"/>
                <a:gd name="T13" fmla="*/ 216 h 1043"/>
                <a:gd name="T14" fmla="*/ 205 w 205"/>
                <a:gd name="T15" fmla="*/ 370 h 1043"/>
                <a:gd name="T16" fmla="*/ 194 w 205"/>
                <a:gd name="T17" fmla="*/ 504 h 1043"/>
                <a:gd name="T18" fmla="*/ 174 w 205"/>
                <a:gd name="T19" fmla="*/ 648 h 1043"/>
                <a:gd name="T20" fmla="*/ 174 w 205"/>
                <a:gd name="T21" fmla="*/ 823 h 1043"/>
                <a:gd name="T22" fmla="*/ 201 w 205"/>
                <a:gd name="T23" fmla="*/ 895 h 1043"/>
                <a:gd name="T24" fmla="*/ 191 w 205"/>
                <a:gd name="T25" fmla="*/ 929 h 1043"/>
                <a:gd name="T26" fmla="*/ 143 w 205"/>
                <a:gd name="T27" fmla="*/ 940 h 1043"/>
                <a:gd name="T28" fmla="*/ 92 w 205"/>
                <a:gd name="T29" fmla="*/ 988 h 1043"/>
                <a:gd name="T30" fmla="*/ 68 w 205"/>
                <a:gd name="T31" fmla="*/ 1029 h 1043"/>
                <a:gd name="T32" fmla="*/ 10 w 205"/>
                <a:gd name="T33" fmla="*/ 1043 h 1043"/>
                <a:gd name="T34" fmla="*/ 0 w 205"/>
                <a:gd name="T35" fmla="*/ 998 h 1043"/>
                <a:gd name="T36" fmla="*/ 20 w 205"/>
                <a:gd name="T37" fmla="*/ 960 h 1043"/>
                <a:gd name="T38" fmla="*/ 92 w 205"/>
                <a:gd name="T39" fmla="*/ 929 h 1043"/>
                <a:gd name="T40" fmla="*/ 143 w 205"/>
                <a:gd name="T41" fmla="*/ 906 h 1043"/>
                <a:gd name="T42" fmla="*/ 160 w 205"/>
                <a:gd name="T43" fmla="*/ 885 h 1043"/>
                <a:gd name="T44" fmla="*/ 140 w 205"/>
                <a:gd name="T45" fmla="*/ 827 h 1043"/>
                <a:gd name="T46" fmla="*/ 123 w 205"/>
                <a:gd name="T47" fmla="*/ 709 h 1043"/>
                <a:gd name="T48" fmla="*/ 119 w 205"/>
                <a:gd name="T49" fmla="*/ 569 h 1043"/>
                <a:gd name="T50" fmla="*/ 123 w 205"/>
                <a:gd name="T51" fmla="*/ 476 h 1043"/>
                <a:gd name="T52" fmla="*/ 129 w 205"/>
                <a:gd name="T53" fmla="*/ 350 h 1043"/>
                <a:gd name="T54" fmla="*/ 119 w 205"/>
                <a:gd name="T55" fmla="*/ 237 h 1043"/>
                <a:gd name="T56" fmla="*/ 99 w 205"/>
                <a:gd name="T57" fmla="*/ 185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5" h="1043">
                  <a:moveTo>
                    <a:pt x="99" y="185"/>
                  </a:moveTo>
                  <a:lnTo>
                    <a:pt x="71" y="116"/>
                  </a:lnTo>
                  <a:lnTo>
                    <a:pt x="71" y="41"/>
                  </a:lnTo>
                  <a:lnTo>
                    <a:pt x="109" y="0"/>
                  </a:lnTo>
                  <a:lnTo>
                    <a:pt x="153" y="20"/>
                  </a:lnTo>
                  <a:lnTo>
                    <a:pt x="184" y="92"/>
                  </a:lnTo>
                  <a:lnTo>
                    <a:pt x="201" y="216"/>
                  </a:lnTo>
                  <a:lnTo>
                    <a:pt x="205" y="370"/>
                  </a:lnTo>
                  <a:lnTo>
                    <a:pt x="194" y="504"/>
                  </a:lnTo>
                  <a:lnTo>
                    <a:pt x="174" y="648"/>
                  </a:lnTo>
                  <a:lnTo>
                    <a:pt x="174" y="823"/>
                  </a:lnTo>
                  <a:lnTo>
                    <a:pt x="201" y="895"/>
                  </a:lnTo>
                  <a:lnTo>
                    <a:pt x="191" y="929"/>
                  </a:lnTo>
                  <a:lnTo>
                    <a:pt x="143" y="940"/>
                  </a:lnTo>
                  <a:lnTo>
                    <a:pt x="92" y="988"/>
                  </a:lnTo>
                  <a:lnTo>
                    <a:pt x="68" y="1029"/>
                  </a:lnTo>
                  <a:lnTo>
                    <a:pt x="10" y="1043"/>
                  </a:lnTo>
                  <a:lnTo>
                    <a:pt x="0" y="998"/>
                  </a:lnTo>
                  <a:lnTo>
                    <a:pt x="20" y="960"/>
                  </a:lnTo>
                  <a:lnTo>
                    <a:pt x="92" y="929"/>
                  </a:lnTo>
                  <a:lnTo>
                    <a:pt x="143" y="906"/>
                  </a:lnTo>
                  <a:lnTo>
                    <a:pt x="160" y="885"/>
                  </a:lnTo>
                  <a:lnTo>
                    <a:pt x="140" y="827"/>
                  </a:lnTo>
                  <a:lnTo>
                    <a:pt x="123" y="709"/>
                  </a:lnTo>
                  <a:lnTo>
                    <a:pt x="119" y="569"/>
                  </a:lnTo>
                  <a:lnTo>
                    <a:pt x="123" y="476"/>
                  </a:lnTo>
                  <a:lnTo>
                    <a:pt x="129" y="350"/>
                  </a:lnTo>
                  <a:lnTo>
                    <a:pt x="119" y="237"/>
                  </a:lnTo>
                  <a:lnTo>
                    <a:pt x="99" y="185"/>
                  </a:lnTo>
                  <a:close/>
                </a:path>
              </a:pathLst>
            </a:custGeom>
            <a:solidFill>
              <a:srgbClr val="CC00FF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155097D4-F202-0143-B7CE-2CD76A4CB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3576"/>
              <a:ext cx="204" cy="561"/>
            </a:xfrm>
            <a:custGeom>
              <a:avLst/>
              <a:gdLst>
                <a:gd name="T0" fmla="*/ 197 w 320"/>
                <a:gd name="T1" fmla="*/ 96 h 1040"/>
                <a:gd name="T2" fmla="*/ 231 w 320"/>
                <a:gd name="T3" fmla="*/ 31 h 1040"/>
                <a:gd name="T4" fmla="*/ 272 w 320"/>
                <a:gd name="T5" fmla="*/ 0 h 1040"/>
                <a:gd name="T6" fmla="*/ 320 w 320"/>
                <a:gd name="T7" fmla="*/ 20 h 1040"/>
                <a:gd name="T8" fmla="*/ 313 w 320"/>
                <a:gd name="T9" fmla="*/ 82 h 1040"/>
                <a:gd name="T10" fmla="*/ 282 w 320"/>
                <a:gd name="T11" fmla="*/ 126 h 1040"/>
                <a:gd name="T12" fmla="*/ 221 w 320"/>
                <a:gd name="T13" fmla="*/ 237 h 1040"/>
                <a:gd name="T14" fmla="*/ 180 w 320"/>
                <a:gd name="T15" fmla="*/ 343 h 1040"/>
                <a:gd name="T16" fmla="*/ 156 w 320"/>
                <a:gd name="T17" fmla="*/ 456 h 1040"/>
                <a:gd name="T18" fmla="*/ 159 w 320"/>
                <a:gd name="T19" fmla="*/ 566 h 1040"/>
                <a:gd name="T20" fmla="*/ 197 w 320"/>
                <a:gd name="T21" fmla="*/ 713 h 1040"/>
                <a:gd name="T22" fmla="*/ 228 w 320"/>
                <a:gd name="T23" fmla="*/ 855 h 1040"/>
                <a:gd name="T24" fmla="*/ 272 w 320"/>
                <a:gd name="T25" fmla="*/ 916 h 1040"/>
                <a:gd name="T26" fmla="*/ 269 w 320"/>
                <a:gd name="T27" fmla="*/ 951 h 1040"/>
                <a:gd name="T28" fmla="*/ 231 w 320"/>
                <a:gd name="T29" fmla="*/ 968 h 1040"/>
                <a:gd name="T30" fmla="*/ 145 w 320"/>
                <a:gd name="T31" fmla="*/ 981 h 1040"/>
                <a:gd name="T32" fmla="*/ 84 w 320"/>
                <a:gd name="T33" fmla="*/ 1019 h 1040"/>
                <a:gd name="T34" fmla="*/ 52 w 320"/>
                <a:gd name="T35" fmla="*/ 1040 h 1040"/>
                <a:gd name="T36" fmla="*/ 0 w 320"/>
                <a:gd name="T37" fmla="*/ 992 h 1040"/>
                <a:gd name="T38" fmla="*/ 11 w 320"/>
                <a:gd name="T39" fmla="*/ 961 h 1040"/>
                <a:gd name="T40" fmla="*/ 62 w 320"/>
                <a:gd name="T41" fmla="*/ 940 h 1040"/>
                <a:gd name="T42" fmla="*/ 128 w 320"/>
                <a:gd name="T43" fmla="*/ 930 h 1040"/>
                <a:gd name="T44" fmla="*/ 190 w 320"/>
                <a:gd name="T45" fmla="*/ 930 h 1040"/>
                <a:gd name="T46" fmla="*/ 200 w 320"/>
                <a:gd name="T47" fmla="*/ 910 h 1040"/>
                <a:gd name="T48" fmla="*/ 190 w 320"/>
                <a:gd name="T49" fmla="*/ 875 h 1040"/>
                <a:gd name="T50" fmla="*/ 138 w 320"/>
                <a:gd name="T51" fmla="*/ 741 h 1040"/>
                <a:gd name="T52" fmla="*/ 104 w 320"/>
                <a:gd name="T53" fmla="*/ 610 h 1040"/>
                <a:gd name="T54" fmla="*/ 87 w 320"/>
                <a:gd name="T55" fmla="*/ 515 h 1040"/>
                <a:gd name="T56" fmla="*/ 84 w 320"/>
                <a:gd name="T57" fmla="*/ 426 h 1040"/>
                <a:gd name="T58" fmla="*/ 97 w 320"/>
                <a:gd name="T59" fmla="*/ 340 h 1040"/>
                <a:gd name="T60" fmla="*/ 128 w 320"/>
                <a:gd name="T61" fmla="*/ 251 h 1040"/>
                <a:gd name="T62" fmla="*/ 176 w 320"/>
                <a:gd name="T63" fmla="*/ 133 h 1040"/>
                <a:gd name="T64" fmla="*/ 197 w 320"/>
                <a:gd name="T65" fmla="*/ 96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0" h="1040">
                  <a:moveTo>
                    <a:pt x="197" y="96"/>
                  </a:moveTo>
                  <a:lnTo>
                    <a:pt x="231" y="31"/>
                  </a:lnTo>
                  <a:lnTo>
                    <a:pt x="272" y="0"/>
                  </a:lnTo>
                  <a:lnTo>
                    <a:pt x="320" y="20"/>
                  </a:lnTo>
                  <a:lnTo>
                    <a:pt x="313" y="82"/>
                  </a:lnTo>
                  <a:lnTo>
                    <a:pt x="282" y="126"/>
                  </a:lnTo>
                  <a:lnTo>
                    <a:pt x="221" y="237"/>
                  </a:lnTo>
                  <a:lnTo>
                    <a:pt x="180" y="343"/>
                  </a:lnTo>
                  <a:lnTo>
                    <a:pt x="156" y="456"/>
                  </a:lnTo>
                  <a:lnTo>
                    <a:pt x="159" y="566"/>
                  </a:lnTo>
                  <a:lnTo>
                    <a:pt x="197" y="713"/>
                  </a:lnTo>
                  <a:lnTo>
                    <a:pt x="228" y="855"/>
                  </a:lnTo>
                  <a:lnTo>
                    <a:pt x="272" y="916"/>
                  </a:lnTo>
                  <a:lnTo>
                    <a:pt x="269" y="951"/>
                  </a:lnTo>
                  <a:lnTo>
                    <a:pt x="231" y="968"/>
                  </a:lnTo>
                  <a:lnTo>
                    <a:pt x="145" y="981"/>
                  </a:lnTo>
                  <a:lnTo>
                    <a:pt x="84" y="1019"/>
                  </a:lnTo>
                  <a:lnTo>
                    <a:pt x="52" y="1040"/>
                  </a:lnTo>
                  <a:lnTo>
                    <a:pt x="0" y="992"/>
                  </a:lnTo>
                  <a:lnTo>
                    <a:pt x="11" y="961"/>
                  </a:lnTo>
                  <a:lnTo>
                    <a:pt x="62" y="940"/>
                  </a:lnTo>
                  <a:lnTo>
                    <a:pt x="128" y="930"/>
                  </a:lnTo>
                  <a:lnTo>
                    <a:pt x="190" y="930"/>
                  </a:lnTo>
                  <a:lnTo>
                    <a:pt x="200" y="910"/>
                  </a:lnTo>
                  <a:lnTo>
                    <a:pt x="190" y="875"/>
                  </a:lnTo>
                  <a:lnTo>
                    <a:pt x="138" y="741"/>
                  </a:lnTo>
                  <a:lnTo>
                    <a:pt x="104" y="610"/>
                  </a:lnTo>
                  <a:lnTo>
                    <a:pt x="87" y="515"/>
                  </a:lnTo>
                  <a:lnTo>
                    <a:pt x="84" y="426"/>
                  </a:lnTo>
                  <a:lnTo>
                    <a:pt x="97" y="340"/>
                  </a:lnTo>
                  <a:lnTo>
                    <a:pt x="128" y="251"/>
                  </a:lnTo>
                  <a:lnTo>
                    <a:pt x="176" y="133"/>
                  </a:lnTo>
                  <a:lnTo>
                    <a:pt x="197" y="96"/>
                  </a:lnTo>
                  <a:close/>
                </a:path>
              </a:pathLst>
            </a:custGeom>
            <a:solidFill>
              <a:srgbClr val="CC00FF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6F6258C4-B27B-6347-5F19-9D798333C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877"/>
              <a:ext cx="263" cy="293"/>
            </a:xfrm>
            <a:custGeom>
              <a:avLst/>
              <a:gdLst>
                <a:gd name="T0" fmla="*/ 151 w 412"/>
                <a:gd name="T1" fmla="*/ 454 h 543"/>
                <a:gd name="T2" fmla="*/ 182 w 412"/>
                <a:gd name="T3" fmla="*/ 522 h 543"/>
                <a:gd name="T4" fmla="*/ 254 w 412"/>
                <a:gd name="T5" fmla="*/ 543 h 543"/>
                <a:gd name="T6" fmla="*/ 316 w 412"/>
                <a:gd name="T7" fmla="*/ 536 h 543"/>
                <a:gd name="T8" fmla="*/ 367 w 412"/>
                <a:gd name="T9" fmla="*/ 492 h 543"/>
                <a:gd name="T10" fmla="*/ 408 w 412"/>
                <a:gd name="T11" fmla="*/ 402 h 543"/>
                <a:gd name="T12" fmla="*/ 412 w 412"/>
                <a:gd name="T13" fmla="*/ 296 h 543"/>
                <a:gd name="T14" fmla="*/ 398 w 412"/>
                <a:gd name="T15" fmla="*/ 203 h 543"/>
                <a:gd name="T16" fmla="*/ 340 w 412"/>
                <a:gd name="T17" fmla="*/ 99 h 543"/>
                <a:gd name="T18" fmla="*/ 298 w 412"/>
                <a:gd name="T19" fmla="*/ 51 h 543"/>
                <a:gd name="T20" fmla="*/ 254 w 412"/>
                <a:gd name="T21" fmla="*/ 21 h 543"/>
                <a:gd name="T22" fmla="*/ 213 w 412"/>
                <a:gd name="T23" fmla="*/ 0 h 543"/>
                <a:gd name="T24" fmla="*/ 141 w 412"/>
                <a:gd name="T25" fmla="*/ 7 h 543"/>
                <a:gd name="T26" fmla="*/ 103 w 412"/>
                <a:gd name="T27" fmla="*/ 69 h 543"/>
                <a:gd name="T28" fmla="*/ 83 w 412"/>
                <a:gd name="T29" fmla="*/ 134 h 543"/>
                <a:gd name="T30" fmla="*/ 83 w 412"/>
                <a:gd name="T31" fmla="*/ 238 h 543"/>
                <a:gd name="T32" fmla="*/ 100 w 412"/>
                <a:gd name="T33" fmla="*/ 337 h 543"/>
                <a:gd name="T34" fmla="*/ 120 w 412"/>
                <a:gd name="T35" fmla="*/ 392 h 543"/>
                <a:gd name="T36" fmla="*/ 6 w 412"/>
                <a:gd name="T37" fmla="*/ 474 h 543"/>
                <a:gd name="T38" fmla="*/ 0 w 412"/>
                <a:gd name="T39" fmla="*/ 505 h 543"/>
                <a:gd name="T40" fmla="*/ 17 w 412"/>
                <a:gd name="T41" fmla="*/ 522 h 543"/>
                <a:gd name="T42" fmla="*/ 141 w 412"/>
                <a:gd name="T43" fmla="*/ 430 h 543"/>
                <a:gd name="T44" fmla="*/ 151 w 412"/>
                <a:gd name="T45" fmla="*/ 454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2" h="543">
                  <a:moveTo>
                    <a:pt x="151" y="454"/>
                  </a:moveTo>
                  <a:lnTo>
                    <a:pt x="182" y="522"/>
                  </a:lnTo>
                  <a:lnTo>
                    <a:pt x="254" y="543"/>
                  </a:lnTo>
                  <a:lnTo>
                    <a:pt x="316" y="536"/>
                  </a:lnTo>
                  <a:lnTo>
                    <a:pt x="367" y="492"/>
                  </a:lnTo>
                  <a:lnTo>
                    <a:pt x="408" y="402"/>
                  </a:lnTo>
                  <a:lnTo>
                    <a:pt x="412" y="296"/>
                  </a:lnTo>
                  <a:lnTo>
                    <a:pt x="398" y="203"/>
                  </a:lnTo>
                  <a:lnTo>
                    <a:pt x="340" y="99"/>
                  </a:lnTo>
                  <a:lnTo>
                    <a:pt x="298" y="51"/>
                  </a:lnTo>
                  <a:lnTo>
                    <a:pt x="254" y="21"/>
                  </a:lnTo>
                  <a:lnTo>
                    <a:pt x="213" y="0"/>
                  </a:lnTo>
                  <a:lnTo>
                    <a:pt x="141" y="7"/>
                  </a:lnTo>
                  <a:lnTo>
                    <a:pt x="103" y="69"/>
                  </a:lnTo>
                  <a:lnTo>
                    <a:pt x="83" y="134"/>
                  </a:lnTo>
                  <a:lnTo>
                    <a:pt x="83" y="238"/>
                  </a:lnTo>
                  <a:lnTo>
                    <a:pt x="100" y="337"/>
                  </a:lnTo>
                  <a:lnTo>
                    <a:pt x="120" y="392"/>
                  </a:lnTo>
                  <a:lnTo>
                    <a:pt x="6" y="474"/>
                  </a:lnTo>
                  <a:lnTo>
                    <a:pt x="0" y="505"/>
                  </a:lnTo>
                  <a:lnTo>
                    <a:pt x="17" y="522"/>
                  </a:lnTo>
                  <a:lnTo>
                    <a:pt x="141" y="430"/>
                  </a:lnTo>
                  <a:lnTo>
                    <a:pt x="151" y="454"/>
                  </a:ln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F7E63290-47BA-D74A-457F-C35C12BA7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" y="2815"/>
              <a:ext cx="523" cy="490"/>
            </a:xfrm>
            <a:custGeom>
              <a:avLst/>
              <a:gdLst>
                <a:gd name="T0" fmla="*/ 545 w 819"/>
                <a:gd name="T1" fmla="*/ 628 h 908"/>
                <a:gd name="T2" fmla="*/ 504 w 819"/>
                <a:gd name="T3" fmla="*/ 669 h 908"/>
                <a:gd name="T4" fmla="*/ 417 w 819"/>
                <a:gd name="T5" fmla="*/ 720 h 908"/>
                <a:gd name="T6" fmla="*/ 339 w 819"/>
                <a:gd name="T7" fmla="*/ 751 h 908"/>
                <a:gd name="T8" fmla="*/ 284 w 819"/>
                <a:gd name="T9" fmla="*/ 782 h 908"/>
                <a:gd name="T10" fmla="*/ 232 w 819"/>
                <a:gd name="T11" fmla="*/ 823 h 908"/>
                <a:gd name="T12" fmla="*/ 226 w 819"/>
                <a:gd name="T13" fmla="*/ 895 h 908"/>
                <a:gd name="T14" fmla="*/ 277 w 819"/>
                <a:gd name="T15" fmla="*/ 908 h 908"/>
                <a:gd name="T16" fmla="*/ 407 w 819"/>
                <a:gd name="T17" fmla="*/ 833 h 908"/>
                <a:gd name="T18" fmla="*/ 504 w 819"/>
                <a:gd name="T19" fmla="*/ 744 h 908"/>
                <a:gd name="T20" fmla="*/ 617 w 819"/>
                <a:gd name="T21" fmla="*/ 631 h 908"/>
                <a:gd name="T22" fmla="*/ 709 w 819"/>
                <a:gd name="T23" fmla="*/ 559 h 908"/>
                <a:gd name="T24" fmla="*/ 788 w 819"/>
                <a:gd name="T25" fmla="*/ 504 h 908"/>
                <a:gd name="T26" fmla="*/ 819 w 819"/>
                <a:gd name="T27" fmla="*/ 477 h 908"/>
                <a:gd name="T28" fmla="*/ 808 w 819"/>
                <a:gd name="T29" fmla="*/ 443 h 908"/>
                <a:gd name="T30" fmla="*/ 771 w 819"/>
                <a:gd name="T31" fmla="*/ 395 h 908"/>
                <a:gd name="T32" fmla="*/ 634 w 819"/>
                <a:gd name="T33" fmla="*/ 320 h 908"/>
                <a:gd name="T34" fmla="*/ 504 w 819"/>
                <a:gd name="T35" fmla="*/ 250 h 908"/>
                <a:gd name="T36" fmla="*/ 345 w 819"/>
                <a:gd name="T37" fmla="*/ 178 h 908"/>
                <a:gd name="T38" fmla="*/ 287 w 819"/>
                <a:gd name="T39" fmla="*/ 137 h 908"/>
                <a:gd name="T40" fmla="*/ 226 w 819"/>
                <a:gd name="T41" fmla="*/ 82 h 908"/>
                <a:gd name="T42" fmla="*/ 164 w 819"/>
                <a:gd name="T43" fmla="*/ 21 h 908"/>
                <a:gd name="T44" fmla="*/ 109 w 819"/>
                <a:gd name="T45" fmla="*/ 0 h 908"/>
                <a:gd name="T46" fmla="*/ 0 w 819"/>
                <a:gd name="T47" fmla="*/ 76 h 908"/>
                <a:gd name="T48" fmla="*/ 7 w 819"/>
                <a:gd name="T49" fmla="*/ 147 h 908"/>
                <a:gd name="T50" fmla="*/ 27 w 819"/>
                <a:gd name="T51" fmla="*/ 175 h 908"/>
                <a:gd name="T52" fmla="*/ 82 w 819"/>
                <a:gd name="T53" fmla="*/ 164 h 908"/>
                <a:gd name="T54" fmla="*/ 72 w 819"/>
                <a:gd name="T55" fmla="*/ 134 h 908"/>
                <a:gd name="T56" fmla="*/ 51 w 819"/>
                <a:gd name="T57" fmla="*/ 123 h 908"/>
                <a:gd name="T58" fmla="*/ 41 w 819"/>
                <a:gd name="T59" fmla="*/ 86 h 908"/>
                <a:gd name="T60" fmla="*/ 102 w 819"/>
                <a:gd name="T61" fmla="*/ 45 h 908"/>
                <a:gd name="T62" fmla="*/ 154 w 819"/>
                <a:gd name="T63" fmla="*/ 86 h 908"/>
                <a:gd name="T64" fmla="*/ 154 w 819"/>
                <a:gd name="T65" fmla="*/ 123 h 908"/>
                <a:gd name="T66" fmla="*/ 133 w 819"/>
                <a:gd name="T67" fmla="*/ 168 h 908"/>
                <a:gd name="T68" fmla="*/ 150 w 819"/>
                <a:gd name="T69" fmla="*/ 199 h 908"/>
                <a:gd name="T70" fmla="*/ 253 w 819"/>
                <a:gd name="T71" fmla="*/ 226 h 908"/>
                <a:gd name="T72" fmla="*/ 294 w 819"/>
                <a:gd name="T73" fmla="*/ 188 h 908"/>
                <a:gd name="T74" fmla="*/ 431 w 819"/>
                <a:gd name="T75" fmla="*/ 271 h 908"/>
                <a:gd name="T76" fmla="*/ 545 w 819"/>
                <a:gd name="T77" fmla="*/ 323 h 908"/>
                <a:gd name="T78" fmla="*/ 607 w 819"/>
                <a:gd name="T79" fmla="*/ 354 h 908"/>
                <a:gd name="T80" fmla="*/ 668 w 819"/>
                <a:gd name="T81" fmla="*/ 385 h 908"/>
                <a:gd name="T82" fmla="*/ 716 w 819"/>
                <a:gd name="T83" fmla="*/ 426 h 908"/>
                <a:gd name="T84" fmla="*/ 747 w 819"/>
                <a:gd name="T85" fmla="*/ 467 h 908"/>
                <a:gd name="T86" fmla="*/ 719 w 819"/>
                <a:gd name="T87" fmla="*/ 497 h 908"/>
                <a:gd name="T88" fmla="*/ 654 w 819"/>
                <a:gd name="T89" fmla="*/ 539 h 908"/>
                <a:gd name="T90" fmla="*/ 586 w 819"/>
                <a:gd name="T91" fmla="*/ 586 h 908"/>
                <a:gd name="T92" fmla="*/ 545 w 819"/>
                <a:gd name="T93" fmla="*/ 628 h 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19" h="908">
                  <a:moveTo>
                    <a:pt x="545" y="628"/>
                  </a:moveTo>
                  <a:lnTo>
                    <a:pt x="504" y="669"/>
                  </a:lnTo>
                  <a:lnTo>
                    <a:pt x="417" y="720"/>
                  </a:lnTo>
                  <a:lnTo>
                    <a:pt x="339" y="751"/>
                  </a:lnTo>
                  <a:lnTo>
                    <a:pt x="284" y="782"/>
                  </a:lnTo>
                  <a:lnTo>
                    <a:pt x="232" y="823"/>
                  </a:lnTo>
                  <a:lnTo>
                    <a:pt x="226" y="895"/>
                  </a:lnTo>
                  <a:lnTo>
                    <a:pt x="277" y="908"/>
                  </a:lnTo>
                  <a:lnTo>
                    <a:pt x="407" y="833"/>
                  </a:lnTo>
                  <a:lnTo>
                    <a:pt x="504" y="744"/>
                  </a:lnTo>
                  <a:lnTo>
                    <a:pt x="617" y="631"/>
                  </a:lnTo>
                  <a:lnTo>
                    <a:pt x="709" y="559"/>
                  </a:lnTo>
                  <a:lnTo>
                    <a:pt x="788" y="504"/>
                  </a:lnTo>
                  <a:lnTo>
                    <a:pt x="819" y="477"/>
                  </a:lnTo>
                  <a:lnTo>
                    <a:pt x="808" y="443"/>
                  </a:lnTo>
                  <a:lnTo>
                    <a:pt x="771" y="395"/>
                  </a:lnTo>
                  <a:lnTo>
                    <a:pt x="634" y="320"/>
                  </a:lnTo>
                  <a:lnTo>
                    <a:pt x="504" y="250"/>
                  </a:lnTo>
                  <a:lnTo>
                    <a:pt x="345" y="178"/>
                  </a:lnTo>
                  <a:lnTo>
                    <a:pt x="287" y="137"/>
                  </a:lnTo>
                  <a:lnTo>
                    <a:pt x="226" y="82"/>
                  </a:lnTo>
                  <a:lnTo>
                    <a:pt x="164" y="21"/>
                  </a:lnTo>
                  <a:lnTo>
                    <a:pt x="109" y="0"/>
                  </a:lnTo>
                  <a:lnTo>
                    <a:pt x="0" y="76"/>
                  </a:lnTo>
                  <a:lnTo>
                    <a:pt x="7" y="147"/>
                  </a:lnTo>
                  <a:lnTo>
                    <a:pt x="27" y="175"/>
                  </a:lnTo>
                  <a:lnTo>
                    <a:pt x="82" y="164"/>
                  </a:lnTo>
                  <a:lnTo>
                    <a:pt x="72" y="134"/>
                  </a:lnTo>
                  <a:lnTo>
                    <a:pt x="51" y="123"/>
                  </a:lnTo>
                  <a:lnTo>
                    <a:pt x="41" y="86"/>
                  </a:lnTo>
                  <a:lnTo>
                    <a:pt x="102" y="45"/>
                  </a:lnTo>
                  <a:lnTo>
                    <a:pt x="154" y="86"/>
                  </a:lnTo>
                  <a:lnTo>
                    <a:pt x="154" y="123"/>
                  </a:lnTo>
                  <a:lnTo>
                    <a:pt x="133" y="168"/>
                  </a:lnTo>
                  <a:lnTo>
                    <a:pt x="150" y="199"/>
                  </a:lnTo>
                  <a:lnTo>
                    <a:pt x="253" y="226"/>
                  </a:lnTo>
                  <a:lnTo>
                    <a:pt x="294" y="188"/>
                  </a:lnTo>
                  <a:lnTo>
                    <a:pt x="431" y="271"/>
                  </a:lnTo>
                  <a:lnTo>
                    <a:pt x="545" y="323"/>
                  </a:lnTo>
                  <a:lnTo>
                    <a:pt x="607" y="354"/>
                  </a:lnTo>
                  <a:lnTo>
                    <a:pt x="668" y="385"/>
                  </a:lnTo>
                  <a:lnTo>
                    <a:pt x="716" y="426"/>
                  </a:lnTo>
                  <a:lnTo>
                    <a:pt x="747" y="467"/>
                  </a:lnTo>
                  <a:lnTo>
                    <a:pt x="719" y="497"/>
                  </a:lnTo>
                  <a:lnTo>
                    <a:pt x="654" y="539"/>
                  </a:lnTo>
                  <a:lnTo>
                    <a:pt x="586" y="586"/>
                  </a:lnTo>
                  <a:lnTo>
                    <a:pt x="545" y="628"/>
                  </a:lnTo>
                  <a:close/>
                </a:path>
              </a:pathLst>
            </a:cu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WordArt 53">
              <a:extLst>
                <a:ext uri="{FF2B5EF4-FFF2-40B4-BE49-F238E27FC236}">
                  <a16:creationId xmlns:a16="http://schemas.microsoft.com/office/drawing/2014/main" id="{17106BF4-C726-4F7D-100E-4602DECB2C2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821" y="2951"/>
              <a:ext cx="934" cy="2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i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CC00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</a:rPr>
                <a:t>哪个点呢？</a:t>
              </a:r>
              <a:endParaRPr lang="en-US" sz="3600" i="1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CC00FF"/>
                </a:solidFill>
                <a:effectLst>
                  <a:outerShdw dist="35921" dir="2700000" algn="ctr" rotWithShape="0">
                    <a:srgbClr val="808080"/>
                  </a:outerShdw>
                </a:effectLst>
              </a:endParaRPr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C16458BD-99C3-9EBB-A02B-D9BD1C180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5" y="3200"/>
              <a:ext cx="224" cy="431"/>
            </a:xfrm>
            <a:custGeom>
              <a:avLst/>
              <a:gdLst>
                <a:gd name="T0" fmla="*/ 75 w 351"/>
                <a:gd name="T1" fmla="*/ 61 h 799"/>
                <a:gd name="T2" fmla="*/ 106 w 351"/>
                <a:gd name="T3" fmla="*/ 10 h 799"/>
                <a:gd name="T4" fmla="*/ 144 w 351"/>
                <a:gd name="T5" fmla="*/ 0 h 799"/>
                <a:gd name="T6" fmla="*/ 196 w 351"/>
                <a:gd name="T7" fmla="*/ 0 h 799"/>
                <a:gd name="T8" fmla="*/ 261 w 351"/>
                <a:gd name="T9" fmla="*/ 37 h 799"/>
                <a:gd name="T10" fmla="*/ 302 w 351"/>
                <a:gd name="T11" fmla="*/ 120 h 799"/>
                <a:gd name="T12" fmla="*/ 333 w 351"/>
                <a:gd name="T13" fmla="*/ 227 h 799"/>
                <a:gd name="T14" fmla="*/ 351 w 351"/>
                <a:gd name="T15" fmla="*/ 336 h 799"/>
                <a:gd name="T16" fmla="*/ 351 w 351"/>
                <a:gd name="T17" fmla="*/ 484 h 799"/>
                <a:gd name="T18" fmla="*/ 313 w 351"/>
                <a:gd name="T19" fmla="*/ 645 h 799"/>
                <a:gd name="T20" fmla="*/ 258 w 351"/>
                <a:gd name="T21" fmla="*/ 740 h 799"/>
                <a:gd name="T22" fmla="*/ 185 w 351"/>
                <a:gd name="T23" fmla="*/ 788 h 799"/>
                <a:gd name="T24" fmla="*/ 117 w 351"/>
                <a:gd name="T25" fmla="*/ 799 h 799"/>
                <a:gd name="T26" fmla="*/ 65 w 351"/>
                <a:gd name="T27" fmla="*/ 768 h 799"/>
                <a:gd name="T28" fmla="*/ 24 w 351"/>
                <a:gd name="T29" fmla="*/ 730 h 799"/>
                <a:gd name="T30" fmla="*/ 13 w 351"/>
                <a:gd name="T31" fmla="*/ 669 h 799"/>
                <a:gd name="T32" fmla="*/ 0 w 351"/>
                <a:gd name="T33" fmla="*/ 552 h 799"/>
                <a:gd name="T34" fmla="*/ 10 w 351"/>
                <a:gd name="T35" fmla="*/ 408 h 799"/>
                <a:gd name="T36" fmla="*/ 41 w 351"/>
                <a:gd name="T37" fmla="*/ 258 h 799"/>
                <a:gd name="T38" fmla="*/ 61 w 351"/>
                <a:gd name="T39" fmla="*/ 150 h 799"/>
                <a:gd name="T40" fmla="*/ 75 w 351"/>
                <a:gd name="T41" fmla="*/ 61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1" h="799">
                  <a:moveTo>
                    <a:pt x="75" y="61"/>
                  </a:moveTo>
                  <a:lnTo>
                    <a:pt x="106" y="10"/>
                  </a:lnTo>
                  <a:lnTo>
                    <a:pt x="144" y="0"/>
                  </a:lnTo>
                  <a:lnTo>
                    <a:pt x="196" y="0"/>
                  </a:lnTo>
                  <a:lnTo>
                    <a:pt x="261" y="37"/>
                  </a:lnTo>
                  <a:lnTo>
                    <a:pt x="302" y="120"/>
                  </a:lnTo>
                  <a:lnTo>
                    <a:pt x="333" y="227"/>
                  </a:lnTo>
                  <a:lnTo>
                    <a:pt x="351" y="336"/>
                  </a:lnTo>
                  <a:lnTo>
                    <a:pt x="351" y="484"/>
                  </a:lnTo>
                  <a:lnTo>
                    <a:pt x="313" y="645"/>
                  </a:lnTo>
                  <a:lnTo>
                    <a:pt x="258" y="740"/>
                  </a:lnTo>
                  <a:lnTo>
                    <a:pt x="185" y="788"/>
                  </a:lnTo>
                  <a:lnTo>
                    <a:pt x="117" y="799"/>
                  </a:lnTo>
                  <a:lnTo>
                    <a:pt x="65" y="768"/>
                  </a:lnTo>
                  <a:lnTo>
                    <a:pt x="24" y="730"/>
                  </a:lnTo>
                  <a:lnTo>
                    <a:pt x="13" y="669"/>
                  </a:lnTo>
                  <a:lnTo>
                    <a:pt x="0" y="552"/>
                  </a:lnTo>
                  <a:lnTo>
                    <a:pt x="10" y="408"/>
                  </a:lnTo>
                  <a:lnTo>
                    <a:pt x="41" y="258"/>
                  </a:lnTo>
                  <a:lnTo>
                    <a:pt x="61" y="150"/>
                  </a:lnTo>
                  <a:lnTo>
                    <a:pt x="75" y="61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AutoShape 55">
            <a:extLst>
              <a:ext uri="{FF2B5EF4-FFF2-40B4-BE49-F238E27FC236}">
                <a16:creationId xmlns:a16="http://schemas.microsoft.com/office/drawing/2014/main" id="{83CD40D3-A84E-C0D7-6949-65FB20ABA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789" y="736195"/>
            <a:ext cx="2020887" cy="847725"/>
          </a:xfrm>
          <a:prstGeom prst="cloudCallout">
            <a:avLst>
              <a:gd name="adj1" fmla="val 25333"/>
              <a:gd name="adj2" fmla="val 110861"/>
            </a:avLst>
          </a:prstGeom>
          <a:gradFill rotWithShape="0">
            <a:gsLst>
              <a:gs pos="0">
                <a:schemeClr val="bg1">
                  <a:gamma/>
                  <a:shade val="58824"/>
                  <a:invGamma/>
                </a:schemeClr>
              </a:gs>
              <a:gs pos="100000">
                <a:schemeClr val="bg1"/>
              </a:gs>
            </a:gsLst>
            <a:lin ang="2700000" scaled="1"/>
          </a:gradFill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三面共点</a:t>
            </a:r>
          </a:p>
        </p:txBody>
      </p:sp>
      <p:grpSp>
        <p:nvGrpSpPr>
          <p:cNvPr id="59" name="Group 63">
            <a:extLst>
              <a:ext uri="{FF2B5EF4-FFF2-40B4-BE49-F238E27FC236}">
                <a16:creationId xmlns:a16="http://schemas.microsoft.com/office/drawing/2014/main" id="{95B2D097-507E-4EC9-CCD0-5CA0AA2B0A58}"/>
              </a:ext>
            </a:extLst>
          </p:cNvPr>
          <p:cNvGrpSpPr>
            <a:grpSpLocks/>
          </p:cNvGrpSpPr>
          <p:nvPr/>
        </p:nvGrpSpPr>
        <p:grpSpPr bwMode="auto">
          <a:xfrm>
            <a:off x="6835701" y="888595"/>
            <a:ext cx="2197100" cy="2135187"/>
            <a:chOff x="4181" y="1888"/>
            <a:chExt cx="1384" cy="1345"/>
          </a:xfrm>
        </p:grpSpPr>
        <p:sp>
          <p:nvSpPr>
            <p:cNvPr id="60" name="Freeform 64">
              <a:extLst>
                <a:ext uri="{FF2B5EF4-FFF2-40B4-BE49-F238E27FC236}">
                  <a16:creationId xmlns:a16="http://schemas.microsoft.com/office/drawing/2014/main" id="{EBCF54C0-0827-2D8B-F895-B5609768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8" y="2026"/>
              <a:ext cx="555" cy="498"/>
            </a:xfrm>
            <a:custGeom>
              <a:avLst/>
              <a:gdLst>
                <a:gd name="T0" fmla="*/ 1209 w 1209"/>
                <a:gd name="T1" fmla="*/ 0 h 1085"/>
                <a:gd name="T2" fmla="*/ 1209 w 1209"/>
                <a:gd name="T3" fmla="*/ 739 h 1085"/>
                <a:gd name="T4" fmla="*/ 1171 w 1209"/>
                <a:gd name="T5" fmla="*/ 883 h 1085"/>
                <a:gd name="T6" fmla="*/ 1094 w 1209"/>
                <a:gd name="T7" fmla="*/ 989 h 1085"/>
                <a:gd name="T8" fmla="*/ 960 w 1209"/>
                <a:gd name="T9" fmla="*/ 1056 h 1085"/>
                <a:gd name="T10" fmla="*/ 854 w 1209"/>
                <a:gd name="T11" fmla="*/ 1085 h 1085"/>
                <a:gd name="T12" fmla="*/ 739 w 1209"/>
                <a:gd name="T13" fmla="*/ 1075 h 1085"/>
                <a:gd name="T14" fmla="*/ 626 w 1209"/>
                <a:gd name="T15" fmla="*/ 1044 h 1085"/>
                <a:gd name="T16" fmla="*/ 547 w 1209"/>
                <a:gd name="T17" fmla="*/ 1046 h 1085"/>
                <a:gd name="T18" fmla="*/ 542 w 1209"/>
                <a:gd name="T19" fmla="*/ 696 h 1085"/>
                <a:gd name="T20" fmla="*/ 446 w 1209"/>
                <a:gd name="T21" fmla="*/ 684 h 1085"/>
                <a:gd name="T22" fmla="*/ 362 w 1209"/>
                <a:gd name="T23" fmla="*/ 660 h 1085"/>
                <a:gd name="T24" fmla="*/ 266 w 1209"/>
                <a:gd name="T25" fmla="*/ 624 h 1085"/>
                <a:gd name="T26" fmla="*/ 170 w 1209"/>
                <a:gd name="T27" fmla="*/ 564 h 1085"/>
                <a:gd name="T28" fmla="*/ 98 w 1209"/>
                <a:gd name="T29" fmla="*/ 516 h 1085"/>
                <a:gd name="T30" fmla="*/ 19 w 1209"/>
                <a:gd name="T31" fmla="*/ 470 h 1085"/>
                <a:gd name="T32" fmla="*/ 0 w 1209"/>
                <a:gd name="T33" fmla="*/ 326 h 1085"/>
                <a:gd name="T34" fmla="*/ 0 w 1209"/>
                <a:gd name="T35" fmla="*/ 96 h 1085"/>
                <a:gd name="T36" fmla="*/ 76 w 1209"/>
                <a:gd name="T37" fmla="*/ 221 h 1085"/>
                <a:gd name="T38" fmla="*/ 144 w 1209"/>
                <a:gd name="T39" fmla="*/ 288 h 1085"/>
                <a:gd name="T40" fmla="*/ 268 w 1209"/>
                <a:gd name="T41" fmla="*/ 355 h 1085"/>
                <a:gd name="T42" fmla="*/ 412 w 1209"/>
                <a:gd name="T43" fmla="*/ 442 h 1085"/>
                <a:gd name="T44" fmla="*/ 595 w 1209"/>
                <a:gd name="T45" fmla="*/ 432 h 1085"/>
                <a:gd name="T46" fmla="*/ 768 w 1209"/>
                <a:gd name="T47" fmla="*/ 432 h 1085"/>
                <a:gd name="T48" fmla="*/ 912 w 1209"/>
                <a:gd name="T49" fmla="*/ 394 h 1085"/>
                <a:gd name="T50" fmla="*/ 1017 w 1209"/>
                <a:gd name="T51" fmla="*/ 307 h 1085"/>
                <a:gd name="T52" fmla="*/ 1113 w 1209"/>
                <a:gd name="T53" fmla="*/ 221 h 1085"/>
                <a:gd name="T54" fmla="*/ 1200 w 1209"/>
                <a:gd name="T55" fmla="*/ 163 h 1085"/>
                <a:gd name="T56" fmla="*/ 1209 w 1209"/>
                <a:gd name="T57" fmla="*/ 0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09" h="1085">
                  <a:moveTo>
                    <a:pt x="1209" y="0"/>
                  </a:moveTo>
                  <a:lnTo>
                    <a:pt x="1209" y="739"/>
                  </a:lnTo>
                  <a:lnTo>
                    <a:pt x="1171" y="883"/>
                  </a:lnTo>
                  <a:lnTo>
                    <a:pt x="1094" y="989"/>
                  </a:lnTo>
                  <a:lnTo>
                    <a:pt x="960" y="1056"/>
                  </a:lnTo>
                  <a:lnTo>
                    <a:pt x="854" y="1085"/>
                  </a:lnTo>
                  <a:lnTo>
                    <a:pt x="739" y="1075"/>
                  </a:lnTo>
                  <a:lnTo>
                    <a:pt x="626" y="1044"/>
                  </a:lnTo>
                  <a:lnTo>
                    <a:pt x="547" y="1046"/>
                  </a:lnTo>
                  <a:lnTo>
                    <a:pt x="542" y="696"/>
                  </a:lnTo>
                  <a:lnTo>
                    <a:pt x="446" y="684"/>
                  </a:lnTo>
                  <a:lnTo>
                    <a:pt x="362" y="660"/>
                  </a:lnTo>
                  <a:lnTo>
                    <a:pt x="266" y="624"/>
                  </a:lnTo>
                  <a:lnTo>
                    <a:pt x="170" y="564"/>
                  </a:lnTo>
                  <a:lnTo>
                    <a:pt x="98" y="516"/>
                  </a:lnTo>
                  <a:lnTo>
                    <a:pt x="19" y="470"/>
                  </a:lnTo>
                  <a:lnTo>
                    <a:pt x="0" y="326"/>
                  </a:lnTo>
                  <a:lnTo>
                    <a:pt x="0" y="96"/>
                  </a:lnTo>
                  <a:lnTo>
                    <a:pt x="76" y="221"/>
                  </a:lnTo>
                  <a:lnTo>
                    <a:pt x="144" y="288"/>
                  </a:lnTo>
                  <a:lnTo>
                    <a:pt x="268" y="355"/>
                  </a:lnTo>
                  <a:lnTo>
                    <a:pt x="412" y="442"/>
                  </a:lnTo>
                  <a:lnTo>
                    <a:pt x="595" y="432"/>
                  </a:lnTo>
                  <a:lnTo>
                    <a:pt x="768" y="432"/>
                  </a:lnTo>
                  <a:lnTo>
                    <a:pt x="912" y="394"/>
                  </a:lnTo>
                  <a:lnTo>
                    <a:pt x="1017" y="307"/>
                  </a:lnTo>
                  <a:lnTo>
                    <a:pt x="1113" y="221"/>
                  </a:lnTo>
                  <a:lnTo>
                    <a:pt x="1200" y="163"/>
                  </a:lnTo>
                  <a:lnTo>
                    <a:pt x="1209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66">
                    <a:gamma/>
                    <a:shade val="63529"/>
                    <a:invGamma/>
                  </a:srgbClr>
                </a:gs>
                <a:gs pos="50000">
                  <a:srgbClr val="FF0066"/>
                </a:gs>
                <a:gs pos="100000">
                  <a:srgbClr val="FF0066">
                    <a:gamma/>
                    <a:shade val="63529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Freeform 65">
              <a:extLst>
                <a:ext uri="{FF2B5EF4-FFF2-40B4-BE49-F238E27FC236}">
                  <a16:creationId xmlns:a16="http://schemas.microsoft.com/office/drawing/2014/main" id="{27DC6908-C657-AC40-E709-773201DD9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2026"/>
              <a:ext cx="1336" cy="1163"/>
            </a:xfrm>
            <a:custGeom>
              <a:avLst/>
              <a:gdLst>
                <a:gd name="T0" fmla="*/ 220 w 1336"/>
                <a:gd name="T1" fmla="*/ 392 h 1163"/>
                <a:gd name="T2" fmla="*/ 0 w 1336"/>
                <a:gd name="T3" fmla="*/ 524 h 1163"/>
                <a:gd name="T4" fmla="*/ 62 w 1336"/>
                <a:gd name="T5" fmla="*/ 507 h 1163"/>
                <a:gd name="T6" fmla="*/ 141 w 1336"/>
                <a:gd name="T7" fmla="*/ 511 h 1163"/>
                <a:gd name="T8" fmla="*/ 190 w 1336"/>
                <a:gd name="T9" fmla="*/ 533 h 1163"/>
                <a:gd name="T10" fmla="*/ 256 w 1336"/>
                <a:gd name="T11" fmla="*/ 568 h 1163"/>
                <a:gd name="T12" fmla="*/ 304 w 1336"/>
                <a:gd name="T13" fmla="*/ 612 h 1163"/>
                <a:gd name="T14" fmla="*/ 353 w 1336"/>
                <a:gd name="T15" fmla="*/ 665 h 1163"/>
                <a:gd name="T16" fmla="*/ 388 w 1336"/>
                <a:gd name="T17" fmla="*/ 718 h 1163"/>
                <a:gd name="T18" fmla="*/ 419 w 1336"/>
                <a:gd name="T19" fmla="*/ 788 h 1163"/>
                <a:gd name="T20" fmla="*/ 450 w 1336"/>
                <a:gd name="T21" fmla="*/ 846 h 1163"/>
                <a:gd name="T22" fmla="*/ 468 w 1336"/>
                <a:gd name="T23" fmla="*/ 939 h 1163"/>
                <a:gd name="T24" fmla="*/ 454 w 1336"/>
                <a:gd name="T25" fmla="*/ 1009 h 1163"/>
                <a:gd name="T26" fmla="*/ 437 w 1336"/>
                <a:gd name="T27" fmla="*/ 1093 h 1163"/>
                <a:gd name="T28" fmla="*/ 406 w 1336"/>
                <a:gd name="T29" fmla="*/ 1132 h 1163"/>
                <a:gd name="T30" fmla="*/ 379 w 1336"/>
                <a:gd name="T31" fmla="*/ 1163 h 1163"/>
                <a:gd name="T32" fmla="*/ 1235 w 1336"/>
                <a:gd name="T33" fmla="*/ 670 h 1163"/>
                <a:gd name="T34" fmla="*/ 1285 w 1336"/>
                <a:gd name="T35" fmla="*/ 617 h 1163"/>
                <a:gd name="T36" fmla="*/ 1315 w 1336"/>
                <a:gd name="T37" fmla="*/ 566 h 1163"/>
                <a:gd name="T38" fmla="*/ 1330 w 1336"/>
                <a:gd name="T39" fmla="*/ 521 h 1163"/>
                <a:gd name="T40" fmla="*/ 1336 w 1336"/>
                <a:gd name="T41" fmla="*/ 441 h 1163"/>
                <a:gd name="T42" fmla="*/ 1327 w 1336"/>
                <a:gd name="T43" fmla="*/ 375 h 1163"/>
                <a:gd name="T44" fmla="*/ 1309 w 1336"/>
                <a:gd name="T45" fmla="*/ 304 h 1163"/>
                <a:gd name="T46" fmla="*/ 1285 w 1336"/>
                <a:gd name="T47" fmla="*/ 242 h 1163"/>
                <a:gd name="T48" fmla="*/ 1252 w 1336"/>
                <a:gd name="T49" fmla="*/ 179 h 1163"/>
                <a:gd name="T50" fmla="*/ 1212 w 1336"/>
                <a:gd name="T51" fmla="*/ 128 h 1163"/>
                <a:gd name="T52" fmla="*/ 1160 w 1336"/>
                <a:gd name="T53" fmla="*/ 79 h 1163"/>
                <a:gd name="T54" fmla="*/ 1120 w 1336"/>
                <a:gd name="T55" fmla="*/ 49 h 1163"/>
                <a:gd name="T56" fmla="*/ 1054 w 1336"/>
                <a:gd name="T57" fmla="*/ 13 h 1163"/>
                <a:gd name="T58" fmla="*/ 1005 w 1336"/>
                <a:gd name="T59" fmla="*/ 0 h 1163"/>
                <a:gd name="T60" fmla="*/ 1010 w 1336"/>
                <a:gd name="T61" fmla="*/ 344 h 1163"/>
                <a:gd name="T62" fmla="*/ 988 w 1336"/>
                <a:gd name="T63" fmla="*/ 401 h 1163"/>
                <a:gd name="T64" fmla="*/ 953 w 1336"/>
                <a:gd name="T65" fmla="*/ 449 h 1163"/>
                <a:gd name="T66" fmla="*/ 900 w 1336"/>
                <a:gd name="T67" fmla="*/ 476 h 1163"/>
                <a:gd name="T68" fmla="*/ 834 w 1336"/>
                <a:gd name="T69" fmla="*/ 489 h 1163"/>
                <a:gd name="T70" fmla="*/ 772 w 1336"/>
                <a:gd name="T71" fmla="*/ 480 h 1163"/>
                <a:gd name="T72" fmla="*/ 736 w 1336"/>
                <a:gd name="T73" fmla="*/ 467 h 1163"/>
                <a:gd name="T74" fmla="*/ 714 w 1336"/>
                <a:gd name="T75" fmla="*/ 449 h 1163"/>
                <a:gd name="T76" fmla="*/ 525 w 1336"/>
                <a:gd name="T77" fmla="*/ 551 h 1163"/>
                <a:gd name="T78" fmla="*/ 428 w 1336"/>
                <a:gd name="T79" fmla="*/ 559 h 1163"/>
                <a:gd name="T80" fmla="*/ 357 w 1336"/>
                <a:gd name="T81" fmla="*/ 542 h 1163"/>
                <a:gd name="T82" fmla="*/ 309 w 1336"/>
                <a:gd name="T83" fmla="*/ 511 h 1163"/>
                <a:gd name="T84" fmla="*/ 256 w 1336"/>
                <a:gd name="T85" fmla="*/ 480 h 1163"/>
                <a:gd name="T86" fmla="*/ 234 w 1336"/>
                <a:gd name="T87" fmla="*/ 454 h 1163"/>
                <a:gd name="T88" fmla="*/ 220 w 1336"/>
                <a:gd name="T89" fmla="*/ 392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36" h="1163">
                  <a:moveTo>
                    <a:pt x="220" y="392"/>
                  </a:moveTo>
                  <a:lnTo>
                    <a:pt x="0" y="524"/>
                  </a:lnTo>
                  <a:lnTo>
                    <a:pt x="62" y="507"/>
                  </a:lnTo>
                  <a:lnTo>
                    <a:pt x="141" y="511"/>
                  </a:lnTo>
                  <a:lnTo>
                    <a:pt x="190" y="533"/>
                  </a:lnTo>
                  <a:lnTo>
                    <a:pt x="256" y="568"/>
                  </a:lnTo>
                  <a:lnTo>
                    <a:pt x="304" y="612"/>
                  </a:lnTo>
                  <a:lnTo>
                    <a:pt x="353" y="665"/>
                  </a:lnTo>
                  <a:lnTo>
                    <a:pt x="388" y="718"/>
                  </a:lnTo>
                  <a:lnTo>
                    <a:pt x="419" y="788"/>
                  </a:lnTo>
                  <a:lnTo>
                    <a:pt x="450" y="846"/>
                  </a:lnTo>
                  <a:lnTo>
                    <a:pt x="468" y="939"/>
                  </a:lnTo>
                  <a:lnTo>
                    <a:pt x="454" y="1009"/>
                  </a:lnTo>
                  <a:lnTo>
                    <a:pt x="437" y="1093"/>
                  </a:lnTo>
                  <a:lnTo>
                    <a:pt x="406" y="1132"/>
                  </a:lnTo>
                  <a:lnTo>
                    <a:pt x="379" y="1163"/>
                  </a:lnTo>
                  <a:lnTo>
                    <a:pt x="1235" y="670"/>
                  </a:lnTo>
                  <a:lnTo>
                    <a:pt x="1285" y="617"/>
                  </a:lnTo>
                  <a:lnTo>
                    <a:pt x="1315" y="566"/>
                  </a:lnTo>
                  <a:lnTo>
                    <a:pt x="1330" y="521"/>
                  </a:lnTo>
                  <a:lnTo>
                    <a:pt x="1336" y="441"/>
                  </a:lnTo>
                  <a:lnTo>
                    <a:pt x="1327" y="375"/>
                  </a:lnTo>
                  <a:lnTo>
                    <a:pt x="1309" y="304"/>
                  </a:lnTo>
                  <a:lnTo>
                    <a:pt x="1285" y="242"/>
                  </a:lnTo>
                  <a:lnTo>
                    <a:pt x="1252" y="179"/>
                  </a:lnTo>
                  <a:lnTo>
                    <a:pt x="1212" y="128"/>
                  </a:lnTo>
                  <a:lnTo>
                    <a:pt x="1160" y="79"/>
                  </a:lnTo>
                  <a:lnTo>
                    <a:pt x="1120" y="49"/>
                  </a:lnTo>
                  <a:lnTo>
                    <a:pt x="1054" y="13"/>
                  </a:lnTo>
                  <a:lnTo>
                    <a:pt x="1005" y="0"/>
                  </a:lnTo>
                  <a:lnTo>
                    <a:pt x="1010" y="344"/>
                  </a:lnTo>
                  <a:lnTo>
                    <a:pt x="988" y="401"/>
                  </a:lnTo>
                  <a:lnTo>
                    <a:pt x="953" y="449"/>
                  </a:lnTo>
                  <a:lnTo>
                    <a:pt x="900" y="476"/>
                  </a:lnTo>
                  <a:lnTo>
                    <a:pt x="834" y="489"/>
                  </a:lnTo>
                  <a:lnTo>
                    <a:pt x="772" y="480"/>
                  </a:lnTo>
                  <a:lnTo>
                    <a:pt x="736" y="467"/>
                  </a:lnTo>
                  <a:lnTo>
                    <a:pt x="714" y="449"/>
                  </a:lnTo>
                  <a:lnTo>
                    <a:pt x="525" y="551"/>
                  </a:lnTo>
                  <a:lnTo>
                    <a:pt x="428" y="559"/>
                  </a:lnTo>
                  <a:lnTo>
                    <a:pt x="357" y="542"/>
                  </a:lnTo>
                  <a:lnTo>
                    <a:pt x="309" y="511"/>
                  </a:lnTo>
                  <a:lnTo>
                    <a:pt x="256" y="480"/>
                  </a:lnTo>
                  <a:lnTo>
                    <a:pt x="234" y="454"/>
                  </a:lnTo>
                  <a:lnTo>
                    <a:pt x="220" y="392"/>
                  </a:lnTo>
                  <a:close/>
                </a:path>
              </a:pathLst>
            </a:custGeom>
            <a:gradFill rotWithShape="0">
              <a:gsLst>
                <a:gs pos="0">
                  <a:srgbClr val="996633">
                    <a:gamma/>
                    <a:shade val="70588"/>
                    <a:invGamma/>
                  </a:srgbClr>
                </a:gs>
                <a:gs pos="50000">
                  <a:srgbClr val="996633"/>
                </a:gs>
                <a:gs pos="100000">
                  <a:srgbClr val="996633">
                    <a:gamma/>
                    <a:shade val="70588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Oval 66">
              <a:extLst>
                <a:ext uri="{FF2B5EF4-FFF2-40B4-BE49-F238E27FC236}">
                  <a16:creationId xmlns:a16="http://schemas.microsoft.com/office/drawing/2014/main" id="{93E2A8C2-4842-BBB0-390E-DDC18E29E9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145573">
              <a:off x="4054" y="2623"/>
              <a:ext cx="737" cy="484"/>
            </a:xfrm>
            <a:prstGeom prst="ellipse">
              <a:avLst/>
            </a:prstGeom>
            <a:solidFill>
              <a:srgbClr val="FF7C80"/>
            </a:solidFill>
            <a:ln w="9525">
              <a:solidFill>
                <a:srgbClr val="FF7C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67">
              <a:extLst>
                <a:ext uri="{FF2B5EF4-FFF2-40B4-BE49-F238E27FC236}">
                  <a16:creationId xmlns:a16="http://schemas.microsoft.com/office/drawing/2014/main" id="{D90AE620-9E16-8FEF-DB74-FF1AA08AC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1888"/>
              <a:ext cx="551" cy="35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Freeform 68">
              <a:extLst>
                <a:ext uri="{FF2B5EF4-FFF2-40B4-BE49-F238E27FC236}">
                  <a16:creationId xmlns:a16="http://schemas.microsoft.com/office/drawing/2014/main" id="{18D026A0-C135-9C91-B9F1-C0639FB61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334"/>
              <a:ext cx="493" cy="260"/>
            </a:xfrm>
            <a:custGeom>
              <a:avLst/>
              <a:gdLst>
                <a:gd name="T0" fmla="*/ 0 w 1075"/>
                <a:gd name="T1" fmla="*/ 29 h 566"/>
                <a:gd name="T2" fmla="*/ 0 w 1075"/>
                <a:gd name="T3" fmla="*/ 288 h 566"/>
                <a:gd name="T4" fmla="*/ 67 w 1075"/>
                <a:gd name="T5" fmla="*/ 394 h 566"/>
                <a:gd name="T6" fmla="*/ 154 w 1075"/>
                <a:gd name="T7" fmla="*/ 451 h 566"/>
                <a:gd name="T8" fmla="*/ 231 w 1075"/>
                <a:gd name="T9" fmla="*/ 509 h 566"/>
                <a:gd name="T10" fmla="*/ 346 w 1075"/>
                <a:gd name="T11" fmla="*/ 547 h 566"/>
                <a:gd name="T12" fmla="*/ 451 w 1075"/>
                <a:gd name="T13" fmla="*/ 566 h 566"/>
                <a:gd name="T14" fmla="*/ 586 w 1075"/>
                <a:gd name="T15" fmla="*/ 566 h 566"/>
                <a:gd name="T16" fmla="*/ 691 w 1075"/>
                <a:gd name="T17" fmla="*/ 538 h 566"/>
                <a:gd name="T18" fmla="*/ 1075 w 1075"/>
                <a:gd name="T19" fmla="*/ 307 h 566"/>
                <a:gd name="T20" fmla="*/ 1075 w 1075"/>
                <a:gd name="T21" fmla="*/ 0 h 566"/>
                <a:gd name="T22" fmla="*/ 960 w 1075"/>
                <a:gd name="T23" fmla="*/ 86 h 566"/>
                <a:gd name="T24" fmla="*/ 893 w 1075"/>
                <a:gd name="T25" fmla="*/ 125 h 566"/>
                <a:gd name="T26" fmla="*/ 797 w 1075"/>
                <a:gd name="T27" fmla="*/ 173 h 566"/>
                <a:gd name="T28" fmla="*/ 711 w 1075"/>
                <a:gd name="T29" fmla="*/ 221 h 566"/>
                <a:gd name="T30" fmla="*/ 595 w 1075"/>
                <a:gd name="T31" fmla="*/ 278 h 566"/>
                <a:gd name="T32" fmla="*/ 499 w 1075"/>
                <a:gd name="T33" fmla="*/ 288 h 566"/>
                <a:gd name="T34" fmla="*/ 403 w 1075"/>
                <a:gd name="T35" fmla="*/ 307 h 566"/>
                <a:gd name="T36" fmla="*/ 307 w 1075"/>
                <a:gd name="T37" fmla="*/ 307 h 566"/>
                <a:gd name="T38" fmla="*/ 183 w 1075"/>
                <a:gd name="T39" fmla="*/ 269 h 566"/>
                <a:gd name="T40" fmla="*/ 115 w 1075"/>
                <a:gd name="T41" fmla="*/ 230 h 566"/>
                <a:gd name="T42" fmla="*/ 39 w 1075"/>
                <a:gd name="T43" fmla="*/ 173 h 566"/>
                <a:gd name="T44" fmla="*/ 0 w 1075"/>
                <a:gd name="T45" fmla="*/ 29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75" h="566">
                  <a:moveTo>
                    <a:pt x="0" y="29"/>
                  </a:moveTo>
                  <a:lnTo>
                    <a:pt x="0" y="288"/>
                  </a:lnTo>
                  <a:lnTo>
                    <a:pt x="67" y="394"/>
                  </a:lnTo>
                  <a:lnTo>
                    <a:pt x="154" y="451"/>
                  </a:lnTo>
                  <a:lnTo>
                    <a:pt x="231" y="509"/>
                  </a:lnTo>
                  <a:lnTo>
                    <a:pt x="346" y="547"/>
                  </a:lnTo>
                  <a:lnTo>
                    <a:pt x="451" y="566"/>
                  </a:lnTo>
                  <a:lnTo>
                    <a:pt x="586" y="566"/>
                  </a:lnTo>
                  <a:lnTo>
                    <a:pt x="691" y="538"/>
                  </a:lnTo>
                  <a:lnTo>
                    <a:pt x="1075" y="307"/>
                  </a:lnTo>
                  <a:lnTo>
                    <a:pt x="1075" y="0"/>
                  </a:lnTo>
                  <a:lnTo>
                    <a:pt x="960" y="86"/>
                  </a:lnTo>
                  <a:lnTo>
                    <a:pt x="893" y="125"/>
                  </a:lnTo>
                  <a:lnTo>
                    <a:pt x="797" y="173"/>
                  </a:lnTo>
                  <a:lnTo>
                    <a:pt x="711" y="221"/>
                  </a:lnTo>
                  <a:lnTo>
                    <a:pt x="595" y="278"/>
                  </a:lnTo>
                  <a:lnTo>
                    <a:pt x="499" y="288"/>
                  </a:lnTo>
                  <a:lnTo>
                    <a:pt x="403" y="307"/>
                  </a:lnTo>
                  <a:lnTo>
                    <a:pt x="307" y="307"/>
                  </a:lnTo>
                  <a:lnTo>
                    <a:pt x="183" y="269"/>
                  </a:lnTo>
                  <a:lnTo>
                    <a:pt x="115" y="230"/>
                  </a:lnTo>
                  <a:lnTo>
                    <a:pt x="39" y="173"/>
                  </a:lnTo>
                  <a:lnTo>
                    <a:pt x="0" y="29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80000"/>
                    <a:invGamma/>
                  </a:srgbClr>
                </a:gs>
                <a:gs pos="100000">
                  <a:srgbClr val="3399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Freeform 69">
              <a:extLst>
                <a:ext uri="{FF2B5EF4-FFF2-40B4-BE49-F238E27FC236}">
                  <a16:creationId xmlns:a16="http://schemas.microsoft.com/office/drawing/2014/main" id="{E389C5BF-559E-0759-000A-8FEDB75F4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75"/>
              <a:ext cx="493" cy="309"/>
            </a:xfrm>
            <a:custGeom>
              <a:avLst/>
              <a:gdLst>
                <a:gd name="T0" fmla="*/ 519 w 1075"/>
                <a:gd name="T1" fmla="*/ 0 h 672"/>
                <a:gd name="T2" fmla="*/ 96 w 1075"/>
                <a:gd name="T3" fmla="*/ 240 h 672"/>
                <a:gd name="T4" fmla="*/ 39 w 1075"/>
                <a:gd name="T5" fmla="*/ 298 h 672"/>
                <a:gd name="T6" fmla="*/ 0 w 1075"/>
                <a:gd name="T7" fmla="*/ 375 h 672"/>
                <a:gd name="T8" fmla="*/ 19 w 1075"/>
                <a:gd name="T9" fmla="*/ 490 h 672"/>
                <a:gd name="T10" fmla="*/ 87 w 1075"/>
                <a:gd name="T11" fmla="*/ 567 h 672"/>
                <a:gd name="T12" fmla="*/ 183 w 1075"/>
                <a:gd name="T13" fmla="*/ 634 h 672"/>
                <a:gd name="T14" fmla="*/ 317 w 1075"/>
                <a:gd name="T15" fmla="*/ 663 h 672"/>
                <a:gd name="T16" fmla="*/ 451 w 1075"/>
                <a:gd name="T17" fmla="*/ 672 h 672"/>
                <a:gd name="T18" fmla="*/ 586 w 1075"/>
                <a:gd name="T19" fmla="*/ 634 h 672"/>
                <a:gd name="T20" fmla="*/ 711 w 1075"/>
                <a:gd name="T21" fmla="*/ 576 h 672"/>
                <a:gd name="T22" fmla="*/ 1075 w 1075"/>
                <a:gd name="T23" fmla="*/ 365 h 672"/>
                <a:gd name="T24" fmla="*/ 989 w 1075"/>
                <a:gd name="T25" fmla="*/ 346 h 672"/>
                <a:gd name="T26" fmla="*/ 883 w 1075"/>
                <a:gd name="T27" fmla="*/ 308 h 672"/>
                <a:gd name="T28" fmla="*/ 768 w 1075"/>
                <a:gd name="T29" fmla="*/ 269 h 672"/>
                <a:gd name="T30" fmla="*/ 672 w 1075"/>
                <a:gd name="T31" fmla="*/ 212 h 672"/>
                <a:gd name="T32" fmla="*/ 586 w 1075"/>
                <a:gd name="T33" fmla="*/ 135 h 672"/>
                <a:gd name="T34" fmla="*/ 528 w 1075"/>
                <a:gd name="T35" fmla="*/ 68 h 672"/>
                <a:gd name="T36" fmla="*/ 519 w 1075"/>
                <a:gd name="T3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75" h="672">
                  <a:moveTo>
                    <a:pt x="519" y="0"/>
                  </a:moveTo>
                  <a:lnTo>
                    <a:pt x="96" y="240"/>
                  </a:lnTo>
                  <a:lnTo>
                    <a:pt x="39" y="298"/>
                  </a:lnTo>
                  <a:lnTo>
                    <a:pt x="0" y="375"/>
                  </a:lnTo>
                  <a:lnTo>
                    <a:pt x="19" y="490"/>
                  </a:lnTo>
                  <a:lnTo>
                    <a:pt x="87" y="567"/>
                  </a:lnTo>
                  <a:lnTo>
                    <a:pt x="183" y="634"/>
                  </a:lnTo>
                  <a:lnTo>
                    <a:pt x="317" y="663"/>
                  </a:lnTo>
                  <a:lnTo>
                    <a:pt x="451" y="672"/>
                  </a:lnTo>
                  <a:lnTo>
                    <a:pt x="586" y="634"/>
                  </a:lnTo>
                  <a:lnTo>
                    <a:pt x="711" y="576"/>
                  </a:lnTo>
                  <a:lnTo>
                    <a:pt x="1075" y="365"/>
                  </a:lnTo>
                  <a:lnTo>
                    <a:pt x="989" y="346"/>
                  </a:lnTo>
                  <a:lnTo>
                    <a:pt x="883" y="308"/>
                  </a:lnTo>
                  <a:lnTo>
                    <a:pt x="768" y="269"/>
                  </a:lnTo>
                  <a:lnTo>
                    <a:pt x="672" y="212"/>
                  </a:lnTo>
                  <a:lnTo>
                    <a:pt x="586" y="135"/>
                  </a:lnTo>
                  <a:lnTo>
                    <a:pt x="528" y="68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E6BBC69C-B428-89F3-AC9B-4976A26A7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039" y="1737442"/>
            <a:ext cx="1219439" cy="361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6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47" grpId="0" autoUpdateAnimBg="0"/>
      <p:bldP spid="48" grpId="0" autoUpdateAnimBg="0"/>
      <p:bldP spid="49" grpId="0" autoUpdateAnimBg="0"/>
      <p:bldP spid="58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458761-AE89-4919-FE38-CC61E4F1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9892-395B-7446-8C40-09F3C7EF448A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78076-F310-28CC-0312-CD90249A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7B48D-39B6-86F3-C69A-3A9E56EF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A1D8FF-FC06-469A-2365-52747BAF7CB2}"/>
              </a:ext>
            </a:extLst>
          </p:cNvPr>
          <p:cNvSpPr txBox="1">
            <a:spLocks/>
          </p:cNvSpPr>
          <p:nvPr/>
        </p:nvSpPr>
        <p:spPr>
          <a:xfrm>
            <a:off x="1649376" y="786352"/>
            <a:ext cx="7886700" cy="62627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例</a:t>
            </a:r>
            <a:r>
              <a:rPr lang="en-US" sz="2800"/>
              <a:t>1</a:t>
            </a:r>
            <a:r>
              <a:rPr lang="en-US" altLang="zh-CN" sz="2800"/>
              <a:t>5</a:t>
            </a:r>
            <a:r>
              <a:rPr lang="en-US" sz="2800"/>
              <a:t>.</a:t>
            </a:r>
            <a:r>
              <a:rPr lang="en-US" altLang="zh-CN" sz="2800"/>
              <a:t>6</a:t>
            </a:r>
            <a:r>
              <a:rPr lang="en-US" sz="2800"/>
              <a:t> </a:t>
            </a:r>
            <a:r>
              <a:rPr lang="zh-CN" altLang="en-US" sz="2800"/>
              <a:t>求作相贯线</a:t>
            </a:r>
            <a:r>
              <a:rPr lang="en-US" altLang="zh-CN" sz="2800"/>
              <a:t>【</a:t>
            </a:r>
            <a:r>
              <a:rPr lang="zh-CN" altLang="en-US" sz="2800"/>
              <a:t>例</a:t>
            </a:r>
            <a:r>
              <a:rPr lang="en-US" altLang="zh-CN" sz="2800"/>
              <a:t>6-9】</a:t>
            </a:r>
            <a:endParaRPr lang="en-US" sz="2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BCB71-5211-09FC-8391-F905C5E81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366" y="1833854"/>
            <a:ext cx="7394720" cy="4522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D160B9-EDB0-4B36-E149-5A4704F43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290086" y="2222736"/>
            <a:ext cx="1669664" cy="31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40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7E8FB-856C-F031-B96B-A03C8077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B01C-709A-5946-A817-738C8354A001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84930-9D92-0CF9-2A01-03F04FE7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24BA2-61D8-8464-0CF8-8A64565E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74EFF8-BA9D-18A1-1BBD-A9B699132FC8}"/>
              </a:ext>
            </a:extLst>
          </p:cNvPr>
          <p:cNvSpPr txBox="1">
            <a:spLocks/>
          </p:cNvSpPr>
          <p:nvPr/>
        </p:nvSpPr>
        <p:spPr>
          <a:xfrm>
            <a:off x="1543050" y="1070522"/>
            <a:ext cx="7886700" cy="62627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例</a:t>
            </a:r>
            <a:r>
              <a:rPr lang="en-US" sz="2800"/>
              <a:t>1</a:t>
            </a:r>
            <a:r>
              <a:rPr lang="en-US" altLang="zh-CN" sz="2800"/>
              <a:t>5.5</a:t>
            </a:r>
            <a:r>
              <a:rPr lang="zh-CN" altLang="en-US" sz="2800"/>
              <a:t>求作相贯线</a:t>
            </a:r>
            <a:r>
              <a:rPr lang="en-US" altLang="zh-CN" sz="2800"/>
              <a:t>【</a:t>
            </a:r>
            <a:r>
              <a:rPr lang="zh-CN" altLang="en-US" sz="2800"/>
              <a:t>例</a:t>
            </a:r>
            <a:r>
              <a:rPr lang="en-US" altLang="zh-CN" sz="2800"/>
              <a:t>6-9】</a:t>
            </a:r>
            <a:endParaRPr lang="en-US" sz="2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C9A4B8-1749-EB9F-BCE2-09EC444B6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2282298"/>
            <a:ext cx="3872677" cy="3785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E1B23A-815E-6693-7619-822176653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925" y="2282298"/>
            <a:ext cx="3839355" cy="3785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287F36-CAA2-B70F-3C2C-283879A8E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219" y="2034870"/>
            <a:ext cx="1192381" cy="390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9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Text Box 3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569167" y="1808087"/>
            <a:ext cx="7500937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5.5.1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组合方式及表面过渡关系</a:t>
            </a:r>
          </a:p>
        </p:txBody>
      </p:sp>
      <p:sp>
        <p:nvSpPr>
          <p:cNvPr id="178180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569167" y="2570504"/>
            <a:ext cx="75009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5.5.2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画图方法</a:t>
            </a:r>
          </a:p>
        </p:txBody>
      </p:sp>
      <p:sp>
        <p:nvSpPr>
          <p:cNvPr id="178181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551703" y="3395117"/>
            <a:ext cx="51282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5.5.3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看图方法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DD2412-72C1-3042-A6B4-27D7D960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5.5 </a:t>
            </a:r>
            <a:r>
              <a:rPr lang="zh-CN" altLang="en-US"/>
              <a:t>组合体（</a:t>
            </a:r>
            <a:r>
              <a:rPr lang="en-US" altLang="zh-CN"/>
              <a:t>P139</a:t>
            </a:r>
            <a:r>
              <a:rPr lang="zh-CN" altLang="en-US"/>
              <a:t>）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6D7C0-C766-1099-DFEC-D62C0D6D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308F-047C-474E-A9E9-9209E9B7A1EE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D856-F229-D888-21E3-D584AE6D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54D3E-07BD-D00A-D6F8-90F8A700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18052"/>
      </p:ext>
    </p:extLst>
  </p:cSld>
  <p:clrMapOvr>
    <a:masterClrMapping/>
  </p:clrMapOvr>
  <p:transition spd="med"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55C92-6E7A-9561-0E22-891BB422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D66CF-4963-1A42-A14E-61ABCC016598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A8892-3A17-7074-460B-4CDC034F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75602-4F5C-CDBA-6A7C-D6765A44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31</a:t>
            </a:fld>
            <a:endParaRPr 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37BFA15-3046-856C-CDF8-C554D9F8F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2642" y="1399829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>
                <a:solidFill>
                  <a:schemeClr val="tx1"/>
                </a:solidFill>
                <a:latin typeface="黑体" charset="-122"/>
                <a:ea typeface="黑体" charset="-122"/>
              </a:rPr>
              <a:t>组合体的组成方式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69E83E0-6A0F-068B-FEA3-336288F540D9}"/>
              </a:ext>
            </a:extLst>
          </p:cNvPr>
          <p:cNvGrpSpPr>
            <a:grpSpLocks/>
          </p:cNvGrpSpPr>
          <p:nvPr/>
        </p:nvGrpSpPr>
        <p:grpSpPr bwMode="auto">
          <a:xfrm>
            <a:off x="1982356" y="2341925"/>
            <a:ext cx="2378737" cy="2393189"/>
            <a:chOff x="2906" y="1848"/>
            <a:chExt cx="1975" cy="1987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38763DBD-F8A5-54E6-A65A-11F42ED55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3152"/>
              <a:ext cx="47" cy="45"/>
            </a:xfrm>
            <a:custGeom>
              <a:avLst/>
              <a:gdLst>
                <a:gd name="T0" fmla="*/ 67 w 81"/>
                <a:gd name="T1" fmla="*/ 77 h 77"/>
                <a:gd name="T2" fmla="*/ 0 w 81"/>
                <a:gd name="T3" fmla="*/ 38 h 77"/>
                <a:gd name="T4" fmla="*/ 81 w 81"/>
                <a:gd name="T5" fmla="*/ 0 h 77"/>
                <a:gd name="T6" fmla="*/ 67 w 81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77">
                  <a:moveTo>
                    <a:pt x="67" y="77"/>
                  </a:moveTo>
                  <a:lnTo>
                    <a:pt x="0" y="38"/>
                  </a:lnTo>
                  <a:lnTo>
                    <a:pt x="81" y="0"/>
                  </a:lnTo>
                  <a:lnTo>
                    <a:pt x="67" y="77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0E74FE-A6C1-32B9-AD28-2851792F8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888"/>
              <a:ext cx="1970" cy="947"/>
            </a:xfrm>
            <a:custGeom>
              <a:avLst/>
              <a:gdLst>
                <a:gd name="T0" fmla="*/ 0 w 2209"/>
                <a:gd name="T1" fmla="*/ 560 h 1062"/>
                <a:gd name="T2" fmla="*/ 0 w 2209"/>
                <a:gd name="T3" fmla="*/ 743 h 1062"/>
                <a:gd name="T4" fmla="*/ 450 w 2209"/>
                <a:gd name="T5" fmla="*/ 1002 h 1062"/>
                <a:gd name="T6" fmla="*/ 490 w 2209"/>
                <a:gd name="T7" fmla="*/ 1021 h 1062"/>
                <a:gd name="T8" fmla="*/ 528 w 2209"/>
                <a:gd name="T9" fmla="*/ 1040 h 1062"/>
                <a:gd name="T10" fmla="*/ 571 w 2209"/>
                <a:gd name="T11" fmla="*/ 1049 h 1062"/>
                <a:gd name="T12" fmla="*/ 635 w 2209"/>
                <a:gd name="T13" fmla="*/ 1062 h 1062"/>
                <a:gd name="T14" fmla="*/ 711 w 2209"/>
                <a:gd name="T15" fmla="*/ 1062 h 1062"/>
                <a:gd name="T16" fmla="*/ 769 w 2209"/>
                <a:gd name="T17" fmla="*/ 1049 h 1062"/>
                <a:gd name="T18" fmla="*/ 826 w 2209"/>
                <a:gd name="T19" fmla="*/ 1021 h 1062"/>
                <a:gd name="T20" fmla="*/ 1204 w 2209"/>
                <a:gd name="T21" fmla="*/ 809 h 1062"/>
                <a:gd name="T22" fmla="*/ 1204 w 2209"/>
                <a:gd name="T23" fmla="*/ 766 h 1062"/>
                <a:gd name="T24" fmla="*/ 1994 w 2209"/>
                <a:gd name="T25" fmla="*/ 301 h 1062"/>
                <a:gd name="T26" fmla="*/ 1995 w 2209"/>
                <a:gd name="T27" fmla="*/ 347 h 1062"/>
                <a:gd name="T28" fmla="*/ 2004 w 2209"/>
                <a:gd name="T29" fmla="*/ 345 h 1062"/>
                <a:gd name="T30" fmla="*/ 2183 w 2209"/>
                <a:gd name="T31" fmla="*/ 237 h 1062"/>
                <a:gd name="T32" fmla="*/ 2206 w 2209"/>
                <a:gd name="T33" fmla="*/ 212 h 1062"/>
                <a:gd name="T34" fmla="*/ 2209 w 2209"/>
                <a:gd name="T35" fmla="*/ 179 h 1062"/>
                <a:gd name="T36" fmla="*/ 2209 w 2209"/>
                <a:gd name="T37" fmla="*/ 0 h 1062"/>
                <a:gd name="T38" fmla="*/ 759 w 2209"/>
                <a:gd name="T39" fmla="*/ 853 h 1062"/>
                <a:gd name="T40" fmla="*/ 514 w 2209"/>
                <a:gd name="T41" fmla="*/ 829 h 1062"/>
                <a:gd name="T42" fmla="*/ 0 w 2209"/>
                <a:gd name="T43" fmla="*/ 560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09" h="1062">
                  <a:moveTo>
                    <a:pt x="0" y="560"/>
                  </a:moveTo>
                  <a:lnTo>
                    <a:pt x="0" y="743"/>
                  </a:lnTo>
                  <a:lnTo>
                    <a:pt x="450" y="1002"/>
                  </a:lnTo>
                  <a:lnTo>
                    <a:pt x="490" y="1021"/>
                  </a:lnTo>
                  <a:lnTo>
                    <a:pt x="528" y="1040"/>
                  </a:lnTo>
                  <a:lnTo>
                    <a:pt x="571" y="1049"/>
                  </a:lnTo>
                  <a:lnTo>
                    <a:pt x="635" y="1062"/>
                  </a:lnTo>
                  <a:lnTo>
                    <a:pt x="711" y="1062"/>
                  </a:lnTo>
                  <a:lnTo>
                    <a:pt x="769" y="1049"/>
                  </a:lnTo>
                  <a:lnTo>
                    <a:pt x="826" y="1021"/>
                  </a:lnTo>
                  <a:lnTo>
                    <a:pt x="1204" y="809"/>
                  </a:lnTo>
                  <a:lnTo>
                    <a:pt x="1204" y="766"/>
                  </a:lnTo>
                  <a:lnTo>
                    <a:pt x="1994" y="301"/>
                  </a:lnTo>
                  <a:lnTo>
                    <a:pt x="1995" y="347"/>
                  </a:lnTo>
                  <a:lnTo>
                    <a:pt x="2004" y="345"/>
                  </a:lnTo>
                  <a:lnTo>
                    <a:pt x="2183" y="237"/>
                  </a:lnTo>
                  <a:lnTo>
                    <a:pt x="2206" y="212"/>
                  </a:lnTo>
                  <a:lnTo>
                    <a:pt x="2209" y="179"/>
                  </a:lnTo>
                  <a:lnTo>
                    <a:pt x="2209" y="0"/>
                  </a:lnTo>
                  <a:lnTo>
                    <a:pt x="759" y="853"/>
                  </a:lnTo>
                  <a:lnTo>
                    <a:pt x="514" y="829"/>
                  </a:lnTo>
                  <a:lnTo>
                    <a:pt x="0" y="56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70588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70588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57072856-2883-30FF-8B10-F583F3B84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2535"/>
              <a:ext cx="788" cy="728"/>
            </a:xfrm>
            <a:custGeom>
              <a:avLst/>
              <a:gdLst>
                <a:gd name="T0" fmla="*/ 379 w 1338"/>
                <a:gd name="T1" fmla="*/ 1237 h 1237"/>
                <a:gd name="T2" fmla="*/ 0 w 1338"/>
                <a:gd name="T3" fmla="*/ 551 h 1237"/>
                <a:gd name="T4" fmla="*/ 320 w 1338"/>
                <a:gd name="T5" fmla="*/ 371 h 1237"/>
                <a:gd name="T6" fmla="*/ 233 w 1338"/>
                <a:gd name="T7" fmla="*/ 167 h 1237"/>
                <a:gd name="T8" fmla="*/ 517 w 1338"/>
                <a:gd name="T9" fmla="*/ 0 h 1237"/>
                <a:gd name="T10" fmla="*/ 1236 w 1338"/>
                <a:gd name="T11" fmla="*/ 407 h 1237"/>
                <a:gd name="T12" fmla="*/ 1302 w 1338"/>
                <a:gd name="T13" fmla="*/ 473 h 1237"/>
                <a:gd name="T14" fmla="*/ 1338 w 1338"/>
                <a:gd name="T15" fmla="*/ 531 h 1237"/>
                <a:gd name="T16" fmla="*/ 1338 w 1338"/>
                <a:gd name="T17" fmla="*/ 611 h 1237"/>
                <a:gd name="T18" fmla="*/ 1324 w 1338"/>
                <a:gd name="T19" fmla="*/ 662 h 1237"/>
                <a:gd name="T20" fmla="*/ 1295 w 1338"/>
                <a:gd name="T21" fmla="*/ 706 h 1237"/>
                <a:gd name="T22" fmla="*/ 1260 w 1338"/>
                <a:gd name="T23" fmla="*/ 743 h 1237"/>
                <a:gd name="T24" fmla="*/ 379 w 1338"/>
                <a:gd name="T25" fmla="*/ 1237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8" h="1237">
                  <a:moveTo>
                    <a:pt x="379" y="1237"/>
                  </a:moveTo>
                  <a:lnTo>
                    <a:pt x="0" y="551"/>
                  </a:lnTo>
                  <a:lnTo>
                    <a:pt x="320" y="371"/>
                  </a:lnTo>
                  <a:lnTo>
                    <a:pt x="233" y="167"/>
                  </a:lnTo>
                  <a:lnTo>
                    <a:pt x="517" y="0"/>
                  </a:lnTo>
                  <a:lnTo>
                    <a:pt x="1236" y="407"/>
                  </a:lnTo>
                  <a:lnTo>
                    <a:pt x="1302" y="473"/>
                  </a:lnTo>
                  <a:lnTo>
                    <a:pt x="1338" y="531"/>
                  </a:lnTo>
                  <a:lnTo>
                    <a:pt x="1338" y="611"/>
                  </a:lnTo>
                  <a:lnTo>
                    <a:pt x="1324" y="662"/>
                  </a:lnTo>
                  <a:lnTo>
                    <a:pt x="1295" y="706"/>
                  </a:lnTo>
                  <a:lnTo>
                    <a:pt x="1260" y="743"/>
                  </a:lnTo>
                  <a:lnTo>
                    <a:pt x="379" y="123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50980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802261C3-160B-61E7-ADD0-00981CEA4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3087"/>
              <a:ext cx="1282" cy="604"/>
            </a:xfrm>
            <a:custGeom>
              <a:avLst/>
              <a:gdLst>
                <a:gd name="T0" fmla="*/ 269 w 1438"/>
                <a:gd name="T1" fmla="*/ 192 h 678"/>
                <a:gd name="T2" fmla="*/ 423 w 1438"/>
                <a:gd name="T3" fmla="*/ 264 h 678"/>
                <a:gd name="T4" fmla="*/ 903 w 1438"/>
                <a:gd name="T5" fmla="*/ 0 h 678"/>
                <a:gd name="T6" fmla="*/ 1438 w 1438"/>
                <a:gd name="T7" fmla="*/ 280 h 678"/>
                <a:gd name="T8" fmla="*/ 860 w 1438"/>
                <a:gd name="T9" fmla="*/ 615 h 678"/>
                <a:gd name="T10" fmla="*/ 812 w 1438"/>
                <a:gd name="T11" fmla="*/ 640 h 678"/>
                <a:gd name="T12" fmla="*/ 778 w 1438"/>
                <a:gd name="T13" fmla="*/ 654 h 678"/>
                <a:gd name="T14" fmla="*/ 716 w 1438"/>
                <a:gd name="T15" fmla="*/ 668 h 678"/>
                <a:gd name="T16" fmla="*/ 668 w 1438"/>
                <a:gd name="T17" fmla="*/ 678 h 678"/>
                <a:gd name="T18" fmla="*/ 610 w 1438"/>
                <a:gd name="T19" fmla="*/ 668 h 678"/>
                <a:gd name="T20" fmla="*/ 533 w 1438"/>
                <a:gd name="T21" fmla="*/ 644 h 678"/>
                <a:gd name="T22" fmla="*/ 490 w 1438"/>
                <a:gd name="T23" fmla="*/ 621 h 678"/>
                <a:gd name="T24" fmla="*/ 0 w 1438"/>
                <a:gd name="T25" fmla="*/ 342 h 678"/>
                <a:gd name="T26" fmla="*/ 269 w 1438"/>
                <a:gd name="T27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8" h="678">
                  <a:moveTo>
                    <a:pt x="269" y="192"/>
                  </a:moveTo>
                  <a:lnTo>
                    <a:pt x="423" y="264"/>
                  </a:lnTo>
                  <a:lnTo>
                    <a:pt x="903" y="0"/>
                  </a:lnTo>
                  <a:lnTo>
                    <a:pt x="1438" y="280"/>
                  </a:lnTo>
                  <a:lnTo>
                    <a:pt x="860" y="615"/>
                  </a:lnTo>
                  <a:lnTo>
                    <a:pt x="812" y="640"/>
                  </a:lnTo>
                  <a:lnTo>
                    <a:pt x="778" y="654"/>
                  </a:lnTo>
                  <a:lnTo>
                    <a:pt x="716" y="668"/>
                  </a:lnTo>
                  <a:lnTo>
                    <a:pt x="668" y="678"/>
                  </a:lnTo>
                  <a:lnTo>
                    <a:pt x="610" y="668"/>
                  </a:lnTo>
                  <a:lnTo>
                    <a:pt x="533" y="644"/>
                  </a:lnTo>
                  <a:lnTo>
                    <a:pt x="490" y="621"/>
                  </a:lnTo>
                  <a:lnTo>
                    <a:pt x="0" y="342"/>
                  </a:lnTo>
                  <a:lnTo>
                    <a:pt x="269" y="192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470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538D641B-316D-971C-25EB-467EB2D8D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689"/>
              <a:ext cx="177" cy="169"/>
            </a:xfrm>
            <a:custGeom>
              <a:avLst/>
              <a:gdLst>
                <a:gd name="T0" fmla="*/ 32 w 302"/>
                <a:gd name="T1" fmla="*/ 39 h 288"/>
                <a:gd name="T2" fmla="*/ 0 w 302"/>
                <a:gd name="T3" fmla="*/ 288 h 288"/>
                <a:gd name="T4" fmla="*/ 302 w 302"/>
                <a:gd name="T5" fmla="*/ 102 h 288"/>
                <a:gd name="T6" fmla="*/ 295 w 302"/>
                <a:gd name="T7" fmla="*/ 0 h 288"/>
                <a:gd name="T8" fmla="*/ 32 w 302"/>
                <a:gd name="T9" fmla="*/ 3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" h="288">
                  <a:moveTo>
                    <a:pt x="32" y="39"/>
                  </a:moveTo>
                  <a:lnTo>
                    <a:pt x="0" y="288"/>
                  </a:lnTo>
                  <a:lnTo>
                    <a:pt x="302" y="102"/>
                  </a:lnTo>
                  <a:lnTo>
                    <a:pt x="295" y="0"/>
                  </a:lnTo>
                  <a:lnTo>
                    <a:pt x="32" y="39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25490"/>
                    <a:invGamma/>
                  </a:srgbClr>
                </a:gs>
                <a:gs pos="100000">
                  <a:srgbClr val="FF9999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37BF4CD-A807-8793-ABED-40D516EF6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619"/>
              <a:ext cx="482" cy="742"/>
            </a:xfrm>
            <a:custGeom>
              <a:avLst/>
              <a:gdLst>
                <a:gd name="T0" fmla="*/ 1 w 817"/>
                <a:gd name="T1" fmla="*/ 0 h 1260"/>
                <a:gd name="T2" fmla="*/ 304 w 817"/>
                <a:gd name="T3" fmla="*/ 170 h 1260"/>
                <a:gd name="T4" fmla="*/ 304 w 817"/>
                <a:gd name="T5" fmla="*/ 356 h 1260"/>
                <a:gd name="T6" fmla="*/ 817 w 817"/>
                <a:gd name="T7" fmla="*/ 1260 h 1260"/>
                <a:gd name="T8" fmla="*/ 0 w 817"/>
                <a:gd name="T9" fmla="*/ 797 h 1260"/>
                <a:gd name="T10" fmla="*/ 1 w 817"/>
                <a:gd name="T11" fmla="*/ 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1260">
                  <a:moveTo>
                    <a:pt x="1" y="0"/>
                  </a:moveTo>
                  <a:lnTo>
                    <a:pt x="304" y="170"/>
                  </a:lnTo>
                  <a:lnTo>
                    <a:pt x="304" y="356"/>
                  </a:lnTo>
                  <a:lnTo>
                    <a:pt x="817" y="1260"/>
                  </a:lnTo>
                  <a:lnTo>
                    <a:pt x="0" y="797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50980"/>
                    <a:invGamma/>
                  </a:srgbClr>
                </a:gs>
                <a:gs pos="100000">
                  <a:srgbClr val="FF9999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E516A862-3058-8896-F4D0-96DEAD187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521"/>
              <a:ext cx="279" cy="343"/>
            </a:xfrm>
            <a:custGeom>
              <a:avLst/>
              <a:gdLst>
                <a:gd name="T0" fmla="*/ 158 w 279"/>
                <a:gd name="T1" fmla="*/ 0 h 343"/>
                <a:gd name="T2" fmla="*/ 279 w 279"/>
                <a:gd name="T3" fmla="*/ 227 h 343"/>
                <a:gd name="T4" fmla="*/ 69 w 279"/>
                <a:gd name="T5" fmla="*/ 343 h 343"/>
                <a:gd name="T6" fmla="*/ 9 w 279"/>
                <a:gd name="T7" fmla="*/ 227 h 343"/>
                <a:gd name="T8" fmla="*/ 0 w 279"/>
                <a:gd name="T9" fmla="*/ 141 h 343"/>
                <a:gd name="T10" fmla="*/ 158 w 279"/>
                <a:gd name="T11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9" h="343">
                  <a:moveTo>
                    <a:pt x="158" y="0"/>
                  </a:moveTo>
                  <a:lnTo>
                    <a:pt x="279" y="227"/>
                  </a:lnTo>
                  <a:lnTo>
                    <a:pt x="69" y="343"/>
                  </a:lnTo>
                  <a:lnTo>
                    <a:pt x="9" y="227"/>
                  </a:lnTo>
                  <a:lnTo>
                    <a:pt x="0" y="141"/>
                  </a:lnTo>
                  <a:lnTo>
                    <a:pt x="15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99FF">
                    <a:gamma/>
                    <a:shade val="46275"/>
                    <a:invGamma/>
                  </a:srgbClr>
                </a:gs>
                <a:gs pos="100000">
                  <a:srgbClr val="9999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7EE1672-887E-54AF-14E9-77C3BCC23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1848"/>
              <a:ext cx="898" cy="867"/>
            </a:xfrm>
            <a:custGeom>
              <a:avLst/>
              <a:gdLst>
                <a:gd name="T0" fmla="*/ 1524 w 1524"/>
                <a:gd name="T1" fmla="*/ 516 h 1472"/>
                <a:gd name="T2" fmla="*/ 612 w 1524"/>
                <a:gd name="T3" fmla="*/ 0 h 1472"/>
                <a:gd name="T4" fmla="*/ 468 w 1524"/>
                <a:gd name="T5" fmla="*/ 12 h 1472"/>
                <a:gd name="T6" fmla="*/ 312 w 1524"/>
                <a:gd name="T7" fmla="*/ 72 h 1472"/>
                <a:gd name="T8" fmla="*/ 216 w 1524"/>
                <a:gd name="T9" fmla="*/ 144 h 1472"/>
                <a:gd name="T10" fmla="*/ 108 w 1524"/>
                <a:gd name="T11" fmla="*/ 264 h 1472"/>
                <a:gd name="T12" fmla="*/ 36 w 1524"/>
                <a:gd name="T13" fmla="*/ 408 h 1472"/>
                <a:gd name="T14" fmla="*/ 0 w 1524"/>
                <a:gd name="T15" fmla="*/ 540 h 1472"/>
                <a:gd name="T16" fmla="*/ 0 w 1524"/>
                <a:gd name="T17" fmla="*/ 720 h 1472"/>
                <a:gd name="T18" fmla="*/ 36 w 1524"/>
                <a:gd name="T19" fmla="*/ 864 h 1472"/>
                <a:gd name="T20" fmla="*/ 108 w 1524"/>
                <a:gd name="T21" fmla="*/ 948 h 1472"/>
                <a:gd name="T22" fmla="*/ 1022 w 1524"/>
                <a:gd name="T23" fmla="*/ 1472 h 1472"/>
                <a:gd name="T24" fmla="*/ 1524 w 1524"/>
                <a:gd name="T25" fmla="*/ 516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4" h="1472">
                  <a:moveTo>
                    <a:pt x="1524" y="516"/>
                  </a:moveTo>
                  <a:lnTo>
                    <a:pt x="612" y="0"/>
                  </a:lnTo>
                  <a:lnTo>
                    <a:pt x="468" y="12"/>
                  </a:lnTo>
                  <a:lnTo>
                    <a:pt x="312" y="72"/>
                  </a:lnTo>
                  <a:lnTo>
                    <a:pt x="216" y="144"/>
                  </a:lnTo>
                  <a:lnTo>
                    <a:pt x="108" y="264"/>
                  </a:lnTo>
                  <a:lnTo>
                    <a:pt x="36" y="408"/>
                  </a:lnTo>
                  <a:lnTo>
                    <a:pt x="0" y="540"/>
                  </a:lnTo>
                  <a:lnTo>
                    <a:pt x="0" y="720"/>
                  </a:lnTo>
                  <a:lnTo>
                    <a:pt x="36" y="864"/>
                  </a:lnTo>
                  <a:lnTo>
                    <a:pt x="108" y="948"/>
                  </a:lnTo>
                  <a:lnTo>
                    <a:pt x="1022" y="1472"/>
                  </a:lnTo>
                  <a:lnTo>
                    <a:pt x="1524" y="516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46275"/>
                    <a:invGamma/>
                  </a:srgbClr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E46FA1E1-E7D5-BC85-F2E8-8A6688B49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144"/>
              <a:ext cx="468" cy="582"/>
            </a:xfrm>
            <a:custGeom>
              <a:avLst/>
              <a:gdLst>
                <a:gd name="T0" fmla="*/ 775 w 4771"/>
                <a:gd name="T1" fmla="*/ 5751 h 5932"/>
                <a:gd name="T2" fmla="*/ 1138 w 4771"/>
                <a:gd name="T3" fmla="*/ 5894 h 5932"/>
                <a:gd name="T4" fmla="*/ 1546 w 4771"/>
                <a:gd name="T5" fmla="*/ 5932 h 5932"/>
                <a:gd name="T6" fmla="*/ 1986 w 4771"/>
                <a:gd name="T7" fmla="*/ 5861 h 5932"/>
                <a:gd name="T8" fmla="*/ 2438 w 4771"/>
                <a:gd name="T9" fmla="*/ 5685 h 5932"/>
                <a:gd name="T10" fmla="*/ 2889 w 4771"/>
                <a:gd name="T11" fmla="*/ 5412 h 5932"/>
                <a:gd name="T12" fmla="*/ 3322 w 4771"/>
                <a:gd name="T13" fmla="*/ 5050 h 5932"/>
                <a:gd name="T14" fmla="*/ 3721 w 4771"/>
                <a:gd name="T15" fmla="*/ 4613 h 5932"/>
                <a:gd name="T16" fmla="*/ 4071 w 4771"/>
                <a:gd name="T17" fmla="*/ 4116 h 5932"/>
                <a:gd name="T18" fmla="*/ 4361 w 4771"/>
                <a:gd name="T19" fmla="*/ 3576 h 5932"/>
                <a:gd name="T20" fmla="*/ 4579 w 4771"/>
                <a:gd name="T21" fmla="*/ 3015 h 5932"/>
                <a:gd name="T22" fmla="*/ 4717 w 4771"/>
                <a:gd name="T23" fmla="*/ 2453 h 5932"/>
                <a:gd name="T24" fmla="*/ 4771 w 4771"/>
                <a:gd name="T25" fmla="*/ 1909 h 5932"/>
                <a:gd name="T26" fmla="*/ 4740 w 4771"/>
                <a:gd name="T27" fmla="*/ 1402 h 5932"/>
                <a:gd name="T28" fmla="*/ 4623 w 4771"/>
                <a:gd name="T29" fmla="*/ 952 h 5932"/>
                <a:gd name="T30" fmla="*/ 4425 w 4771"/>
                <a:gd name="T31" fmla="*/ 575 h 5932"/>
                <a:gd name="T32" fmla="*/ 4153 w 4771"/>
                <a:gd name="T33" fmla="*/ 285 h 5932"/>
                <a:gd name="T34" fmla="*/ 3817 w 4771"/>
                <a:gd name="T35" fmla="*/ 90 h 5932"/>
                <a:gd name="T36" fmla="*/ 3429 w 4771"/>
                <a:gd name="T37" fmla="*/ 0 h 5932"/>
                <a:gd name="T38" fmla="*/ 3004 w 4771"/>
                <a:gd name="T39" fmla="*/ 17 h 5932"/>
                <a:gd name="T40" fmla="*/ 2556 w 4771"/>
                <a:gd name="T41" fmla="*/ 140 h 5932"/>
                <a:gd name="T42" fmla="*/ 2102 w 4771"/>
                <a:gd name="T43" fmla="*/ 366 h 5932"/>
                <a:gd name="T44" fmla="*/ 1658 w 4771"/>
                <a:gd name="T45" fmla="*/ 685 h 5932"/>
                <a:gd name="T46" fmla="*/ 1241 w 4771"/>
                <a:gd name="T47" fmla="*/ 1086 h 5932"/>
                <a:gd name="T48" fmla="*/ 864 w 4771"/>
                <a:gd name="T49" fmla="*/ 1556 h 5932"/>
                <a:gd name="T50" fmla="*/ 542 w 4771"/>
                <a:gd name="T51" fmla="*/ 2076 h 5932"/>
                <a:gd name="T52" fmla="*/ 287 w 4771"/>
                <a:gd name="T53" fmla="*/ 2629 h 5932"/>
                <a:gd name="T54" fmla="*/ 108 w 4771"/>
                <a:gd name="T55" fmla="*/ 3193 h 5932"/>
                <a:gd name="T56" fmla="*/ 12 w 4771"/>
                <a:gd name="T57" fmla="*/ 3749 h 5932"/>
                <a:gd name="T58" fmla="*/ 0 w 4771"/>
                <a:gd name="T59" fmla="*/ 4277 h 5932"/>
                <a:gd name="T60" fmla="*/ 75 w 4771"/>
                <a:gd name="T61" fmla="*/ 4757 h 5932"/>
                <a:gd name="T62" fmla="*/ 233 w 4771"/>
                <a:gd name="T63" fmla="*/ 5173 h 5932"/>
                <a:gd name="T64" fmla="*/ 470 w 4771"/>
                <a:gd name="T65" fmla="*/ 5509 h 5932"/>
                <a:gd name="T66" fmla="*/ 775 w 4771"/>
                <a:gd name="T67" fmla="*/ 5751 h 5932"/>
                <a:gd name="T68" fmla="*/ 777 w 4771"/>
                <a:gd name="T69" fmla="*/ 5751 h 5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1" h="5932">
                  <a:moveTo>
                    <a:pt x="775" y="5751"/>
                  </a:moveTo>
                  <a:lnTo>
                    <a:pt x="1138" y="5894"/>
                  </a:lnTo>
                  <a:lnTo>
                    <a:pt x="1546" y="5932"/>
                  </a:lnTo>
                  <a:lnTo>
                    <a:pt x="1986" y="5861"/>
                  </a:lnTo>
                  <a:lnTo>
                    <a:pt x="2438" y="5685"/>
                  </a:lnTo>
                  <a:lnTo>
                    <a:pt x="2889" y="5412"/>
                  </a:lnTo>
                  <a:lnTo>
                    <a:pt x="3322" y="5050"/>
                  </a:lnTo>
                  <a:lnTo>
                    <a:pt x="3721" y="4613"/>
                  </a:lnTo>
                  <a:lnTo>
                    <a:pt x="4071" y="4116"/>
                  </a:lnTo>
                  <a:lnTo>
                    <a:pt x="4361" y="3576"/>
                  </a:lnTo>
                  <a:lnTo>
                    <a:pt x="4579" y="3015"/>
                  </a:lnTo>
                  <a:lnTo>
                    <a:pt x="4717" y="2453"/>
                  </a:lnTo>
                  <a:lnTo>
                    <a:pt x="4771" y="1909"/>
                  </a:lnTo>
                  <a:lnTo>
                    <a:pt x="4740" y="1402"/>
                  </a:lnTo>
                  <a:lnTo>
                    <a:pt x="4623" y="952"/>
                  </a:lnTo>
                  <a:lnTo>
                    <a:pt x="4425" y="575"/>
                  </a:lnTo>
                  <a:lnTo>
                    <a:pt x="4153" y="285"/>
                  </a:lnTo>
                  <a:lnTo>
                    <a:pt x="3817" y="90"/>
                  </a:lnTo>
                  <a:lnTo>
                    <a:pt x="3429" y="0"/>
                  </a:lnTo>
                  <a:lnTo>
                    <a:pt x="3004" y="17"/>
                  </a:lnTo>
                  <a:lnTo>
                    <a:pt x="2556" y="140"/>
                  </a:lnTo>
                  <a:lnTo>
                    <a:pt x="2102" y="366"/>
                  </a:lnTo>
                  <a:lnTo>
                    <a:pt x="1658" y="685"/>
                  </a:lnTo>
                  <a:lnTo>
                    <a:pt x="1241" y="1086"/>
                  </a:lnTo>
                  <a:lnTo>
                    <a:pt x="864" y="1556"/>
                  </a:lnTo>
                  <a:lnTo>
                    <a:pt x="542" y="2076"/>
                  </a:lnTo>
                  <a:lnTo>
                    <a:pt x="287" y="2629"/>
                  </a:lnTo>
                  <a:lnTo>
                    <a:pt x="108" y="3193"/>
                  </a:lnTo>
                  <a:lnTo>
                    <a:pt x="12" y="3749"/>
                  </a:lnTo>
                  <a:lnTo>
                    <a:pt x="0" y="4277"/>
                  </a:lnTo>
                  <a:lnTo>
                    <a:pt x="75" y="4757"/>
                  </a:lnTo>
                  <a:lnTo>
                    <a:pt x="233" y="5173"/>
                  </a:lnTo>
                  <a:lnTo>
                    <a:pt x="470" y="5509"/>
                  </a:lnTo>
                  <a:lnTo>
                    <a:pt x="775" y="5751"/>
                  </a:lnTo>
                  <a:lnTo>
                    <a:pt x="777" y="5751"/>
                  </a:lnTo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08EE7F3-7723-7ECF-5D2D-4EC26BBD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289"/>
              <a:ext cx="234" cy="291"/>
            </a:xfrm>
            <a:custGeom>
              <a:avLst/>
              <a:gdLst>
                <a:gd name="T0" fmla="*/ 1999 w 2386"/>
                <a:gd name="T1" fmla="*/ 91 h 2966"/>
                <a:gd name="T2" fmla="*/ 1817 w 2386"/>
                <a:gd name="T3" fmla="*/ 19 h 2966"/>
                <a:gd name="T4" fmla="*/ 1613 w 2386"/>
                <a:gd name="T5" fmla="*/ 0 h 2966"/>
                <a:gd name="T6" fmla="*/ 1394 w 2386"/>
                <a:gd name="T7" fmla="*/ 36 h 2966"/>
                <a:gd name="T8" fmla="*/ 1167 w 2386"/>
                <a:gd name="T9" fmla="*/ 124 h 2966"/>
                <a:gd name="T10" fmla="*/ 942 w 2386"/>
                <a:gd name="T11" fmla="*/ 261 h 2966"/>
                <a:gd name="T12" fmla="*/ 725 w 2386"/>
                <a:gd name="T13" fmla="*/ 441 h 2966"/>
                <a:gd name="T14" fmla="*/ 526 w 2386"/>
                <a:gd name="T15" fmla="*/ 660 h 2966"/>
                <a:gd name="T16" fmla="*/ 351 w 2386"/>
                <a:gd name="T17" fmla="*/ 909 h 2966"/>
                <a:gd name="T18" fmla="*/ 206 w 2386"/>
                <a:gd name="T19" fmla="*/ 1179 h 2966"/>
                <a:gd name="T20" fmla="*/ 97 w 2386"/>
                <a:gd name="T21" fmla="*/ 1459 h 2966"/>
                <a:gd name="T22" fmla="*/ 27 w 2386"/>
                <a:gd name="T23" fmla="*/ 1740 h 2966"/>
                <a:gd name="T24" fmla="*/ 0 w 2386"/>
                <a:gd name="T25" fmla="*/ 2012 h 2966"/>
                <a:gd name="T26" fmla="*/ 16 w 2386"/>
                <a:gd name="T27" fmla="*/ 2265 h 2966"/>
                <a:gd name="T28" fmla="*/ 75 w 2386"/>
                <a:gd name="T29" fmla="*/ 2490 h 2966"/>
                <a:gd name="T30" fmla="*/ 174 w 2386"/>
                <a:gd name="T31" fmla="*/ 2679 h 2966"/>
                <a:gd name="T32" fmla="*/ 310 w 2386"/>
                <a:gd name="T33" fmla="*/ 2825 h 2966"/>
                <a:gd name="T34" fmla="*/ 477 w 2386"/>
                <a:gd name="T35" fmla="*/ 2922 h 2966"/>
                <a:gd name="T36" fmla="*/ 672 w 2386"/>
                <a:gd name="T37" fmla="*/ 2966 h 2966"/>
                <a:gd name="T38" fmla="*/ 884 w 2386"/>
                <a:gd name="T39" fmla="*/ 2958 h 2966"/>
                <a:gd name="T40" fmla="*/ 1108 w 2386"/>
                <a:gd name="T41" fmla="*/ 2897 h 2966"/>
                <a:gd name="T42" fmla="*/ 1335 w 2386"/>
                <a:gd name="T43" fmla="*/ 2784 h 2966"/>
                <a:gd name="T44" fmla="*/ 1557 w 2386"/>
                <a:gd name="T45" fmla="*/ 2625 h 2966"/>
                <a:gd name="T46" fmla="*/ 1766 w 2386"/>
                <a:gd name="T47" fmla="*/ 2423 h 2966"/>
                <a:gd name="T48" fmla="*/ 1954 w 2386"/>
                <a:gd name="T49" fmla="*/ 2189 h 2966"/>
                <a:gd name="T50" fmla="*/ 2115 w 2386"/>
                <a:gd name="T51" fmla="*/ 1928 h 2966"/>
                <a:gd name="T52" fmla="*/ 2243 w 2386"/>
                <a:gd name="T53" fmla="*/ 1653 h 2966"/>
                <a:gd name="T54" fmla="*/ 2332 w 2386"/>
                <a:gd name="T55" fmla="*/ 1370 h 2966"/>
                <a:gd name="T56" fmla="*/ 2380 w 2386"/>
                <a:gd name="T57" fmla="*/ 1092 h 2966"/>
                <a:gd name="T58" fmla="*/ 2386 w 2386"/>
                <a:gd name="T59" fmla="*/ 828 h 2966"/>
                <a:gd name="T60" fmla="*/ 2349 w 2386"/>
                <a:gd name="T61" fmla="*/ 588 h 2966"/>
                <a:gd name="T62" fmla="*/ 2270 w 2386"/>
                <a:gd name="T63" fmla="*/ 380 h 2966"/>
                <a:gd name="T64" fmla="*/ 2152 w 2386"/>
                <a:gd name="T65" fmla="*/ 213 h 2966"/>
                <a:gd name="T66" fmla="*/ 1999 w 2386"/>
                <a:gd name="T67" fmla="*/ 91 h 2966"/>
                <a:gd name="T68" fmla="*/ 2000 w 2386"/>
                <a:gd name="T69" fmla="*/ 91 h 2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86" h="2966">
                  <a:moveTo>
                    <a:pt x="1999" y="91"/>
                  </a:moveTo>
                  <a:lnTo>
                    <a:pt x="1817" y="19"/>
                  </a:lnTo>
                  <a:lnTo>
                    <a:pt x="1613" y="0"/>
                  </a:lnTo>
                  <a:lnTo>
                    <a:pt x="1394" y="36"/>
                  </a:lnTo>
                  <a:lnTo>
                    <a:pt x="1167" y="124"/>
                  </a:lnTo>
                  <a:lnTo>
                    <a:pt x="942" y="261"/>
                  </a:lnTo>
                  <a:lnTo>
                    <a:pt x="725" y="441"/>
                  </a:lnTo>
                  <a:lnTo>
                    <a:pt x="526" y="660"/>
                  </a:lnTo>
                  <a:lnTo>
                    <a:pt x="351" y="909"/>
                  </a:lnTo>
                  <a:lnTo>
                    <a:pt x="206" y="1179"/>
                  </a:lnTo>
                  <a:lnTo>
                    <a:pt x="97" y="1459"/>
                  </a:lnTo>
                  <a:lnTo>
                    <a:pt x="27" y="1740"/>
                  </a:lnTo>
                  <a:lnTo>
                    <a:pt x="0" y="2012"/>
                  </a:lnTo>
                  <a:lnTo>
                    <a:pt x="16" y="2265"/>
                  </a:lnTo>
                  <a:lnTo>
                    <a:pt x="75" y="2490"/>
                  </a:lnTo>
                  <a:lnTo>
                    <a:pt x="174" y="2679"/>
                  </a:lnTo>
                  <a:lnTo>
                    <a:pt x="310" y="2825"/>
                  </a:lnTo>
                  <a:lnTo>
                    <a:pt x="477" y="2922"/>
                  </a:lnTo>
                  <a:lnTo>
                    <a:pt x="672" y="2966"/>
                  </a:lnTo>
                  <a:lnTo>
                    <a:pt x="884" y="2958"/>
                  </a:lnTo>
                  <a:lnTo>
                    <a:pt x="1108" y="2897"/>
                  </a:lnTo>
                  <a:lnTo>
                    <a:pt x="1335" y="2784"/>
                  </a:lnTo>
                  <a:lnTo>
                    <a:pt x="1557" y="2625"/>
                  </a:lnTo>
                  <a:lnTo>
                    <a:pt x="1766" y="2423"/>
                  </a:lnTo>
                  <a:lnTo>
                    <a:pt x="1954" y="2189"/>
                  </a:lnTo>
                  <a:lnTo>
                    <a:pt x="2115" y="1928"/>
                  </a:lnTo>
                  <a:lnTo>
                    <a:pt x="2243" y="1653"/>
                  </a:lnTo>
                  <a:lnTo>
                    <a:pt x="2332" y="1370"/>
                  </a:lnTo>
                  <a:lnTo>
                    <a:pt x="2380" y="1092"/>
                  </a:lnTo>
                  <a:lnTo>
                    <a:pt x="2386" y="828"/>
                  </a:lnTo>
                  <a:lnTo>
                    <a:pt x="2349" y="588"/>
                  </a:lnTo>
                  <a:lnTo>
                    <a:pt x="2270" y="380"/>
                  </a:lnTo>
                  <a:lnTo>
                    <a:pt x="2152" y="213"/>
                  </a:lnTo>
                  <a:lnTo>
                    <a:pt x="1999" y="91"/>
                  </a:lnTo>
                  <a:lnTo>
                    <a:pt x="2000" y="91"/>
                  </a:lnTo>
                </a:path>
              </a:pathLst>
            </a:custGeom>
            <a:gradFill rotWithShape="0">
              <a:gsLst>
                <a:gs pos="0">
                  <a:srgbClr val="FF9966">
                    <a:gamma/>
                    <a:shade val="46275"/>
                    <a:invGamma/>
                  </a:srgbClr>
                </a:gs>
                <a:gs pos="50000">
                  <a:srgbClr val="FF9966"/>
                </a:gs>
                <a:gs pos="100000">
                  <a:srgbClr val="FF9966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9966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4A4493AE-6F1E-ABCF-DF23-8054F32B2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3454"/>
              <a:ext cx="236" cy="150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D2ACB97-BA53-B9E4-AD64-D423B8F73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03"/>
              <a:ext cx="236" cy="151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D05BC06-FFED-9EFB-1AED-DD1D7AB76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2232"/>
              <a:ext cx="442" cy="1104"/>
            </a:xfrm>
            <a:custGeom>
              <a:avLst/>
              <a:gdLst>
                <a:gd name="T0" fmla="*/ 287 w 442"/>
                <a:gd name="T1" fmla="*/ 0 h 1104"/>
                <a:gd name="T2" fmla="*/ 0 w 442"/>
                <a:gd name="T3" fmla="*/ 1030 h 1104"/>
                <a:gd name="T4" fmla="*/ 148 w 442"/>
                <a:gd name="T5" fmla="*/ 1104 h 1104"/>
                <a:gd name="T6" fmla="*/ 442 w 442"/>
                <a:gd name="T7" fmla="*/ 80 h 1104"/>
                <a:gd name="T8" fmla="*/ 287 w 442"/>
                <a:gd name="T9" fmla="*/ 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2" h="1104">
                  <a:moveTo>
                    <a:pt x="287" y="0"/>
                  </a:moveTo>
                  <a:lnTo>
                    <a:pt x="0" y="1030"/>
                  </a:lnTo>
                  <a:lnTo>
                    <a:pt x="148" y="1104"/>
                  </a:lnTo>
                  <a:lnTo>
                    <a:pt x="442" y="8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894A4EFD-7171-8EBD-2F96-63EE5E083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307"/>
              <a:ext cx="437" cy="1033"/>
            </a:xfrm>
            <a:custGeom>
              <a:avLst/>
              <a:gdLst>
                <a:gd name="T0" fmla="*/ 0 w 742"/>
                <a:gd name="T1" fmla="*/ 1752 h 1752"/>
                <a:gd name="T2" fmla="*/ 742 w 742"/>
                <a:gd name="T3" fmla="*/ 1345 h 1752"/>
                <a:gd name="T4" fmla="*/ 742 w 742"/>
                <a:gd name="T5" fmla="*/ 538 h 1752"/>
                <a:gd name="T6" fmla="*/ 636 w 742"/>
                <a:gd name="T7" fmla="*/ 468 h 1752"/>
                <a:gd name="T8" fmla="*/ 544 w 742"/>
                <a:gd name="T9" fmla="*/ 378 h 1752"/>
                <a:gd name="T10" fmla="*/ 508 w 742"/>
                <a:gd name="T11" fmla="*/ 269 h 1752"/>
                <a:gd name="T12" fmla="*/ 500 w 742"/>
                <a:gd name="T13" fmla="*/ 138 h 1752"/>
                <a:gd name="T14" fmla="*/ 515 w 742"/>
                <a:gd name="T15" fmla="*/ 0 h 1752"/>
                <a:gd name="T16" fmla="*/ 0 w 742"/>
                <a:gd name="T17" fmla="*/ 1752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2" h="1752">
                  <a:moveTo>
                    <a:pt x="0" y="1752"/>
                  </a:moveTo>
                  <a:lnTo>
                    <a:pt x="742" y="1345"/>
                  </a:lnTo>
                  <a:lnTo>
                    <a:pt x="742" y="538"/>
                  </a:lnTo>
                  <a:lnTo>
                    <a:pt x="636" y="468"/>
                  </a:lnTo>
                  <a:lnTo>
                    <a:pt x="544" y="378"/>
                  </a:lnTo>
                  <a:lnTo>
                    <a:pt x="508" y="269"/>
                  </a:lnTo>
                  <a:lnTo>
                    <a:pt x="500" y="138"/>
                  </a:lnTo>
                  <a:lnTo>
                    <a:pt x="515" y="0"/>
                  </a:lnTo>
                  <a:lnTo>
                    <a:pt x="0" y="1752"/>
                  </a:lnTo>
                  <a:close/>
                </a:path>
              </a:pathLst>
            </a:custGeom>
            <a:gradFill rotWithShape="0">
              <a:gsLst>
                <a:gs pos="0">
                  <a:srgbClr val="9933FF"/>
                </a:gs>
                <a:gs pos="100000">
                  <a:srgbClr val="9933FF">
                    <a:gamma/>
                    <a:shade val="64706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8FA2CBF-C52C-05E9-4628-E0D06EAF3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744"/>
              <a:ext cx="439" cy="609"/>
            </a:xfrm>
            <a:custGeom>
              <a:avLst/>
              <a:gdLst>
                <a:gd name="T0" fmla="*/ 0 w 746"/>
                <a:gd name="T1" fmla="*/ 158 h 1032"/>
                <a:gd name="T2" fmla="*/ 491 w 746"/>
                <a:gd name="T3" fmla="*/ 1032 h 1032"/>
                <a:gd name="T4" fmla="*/ 746 w 746"/>
                <a:gd name="T5" fmla="*/ 880 h 1032"/>
                <a:gd name="T6" fmla="*/ 266 w 746"/>
                <a:gd name="T7" fmla="*/ 0 h 1032"/>
                <a:gd name="T8" fmla="*/ 0 w 746"/>
                <a:gd name="T9" fmla="*/ 15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1032">
                  <a:moveTo>
                    <a:pt x="0" y="158"/>
                  </a:moveTo>
                  <a:lnTo>
                    <a:pt x="491" y="1032"/>
                  </a:lnTo>
                  <a:lnTo>
                    <a:pt x="746" y="880"/>
                  </a:lnTo>
                  <a:lnTo>
                    <a:pt x="266" y="0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Text Box 20">
            <a:extLst>
              <a:ext uri="{FF2B5EF4-FFF2-40B4-BE49-F238E27FC236}">
                <a16:creationId xmlns:a16="http://schemas.microsoft.com/office/drawing/2014/main" id="{FB1105FE-52FC-3711-064F-B1DB4F04E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511" y="4907220"/>
            <a:ext cx="10005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  <a:sym typeface="Symbol" charset="2"/>
              </a:rPr>
              <a:t>叠 加</a:t>
            </a:r>
          </a:p>
        </p:txBody>
      </p:sp>
      <p:grpSp>
        <p:nvGrpSpPr>
          <p:cNvPr id="23" name="Group 21">
            <a:extLst>
              <a:ext uri="{FF2B5EF4-FFF2-40B4-BE49-F238E27FC236}">
                <a16:creationId xmlns:a16="http://schemas.microsoft.com/office/drawing/2014/main" id="{94B286B5-ED93-812A-0316-F3E7C4653415}"/>
              </a:ext>
            </a:extLst>
          </p:cNvPr>
          <p:cNvGrpSpPr>
            <a:grpSpLocks/>
          </p:cNvGrpSpPr>
          <p:nvPr/>
        </p:nvGrpSpPr>
        <p:grpSpPr bwMode="auto">
          <a:xfrm>
            <a:off x="7457799" y="2341561"/>
            <a:ext cx="2305601" cy="2406332"/>
            <a:chOff x="3216" y="1582"/>
            <a:chExt cx="1854" cy="1935"/>
          </a:xfrm>
        </p:grpSpPr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DA975D1-25E3-DBED-1BDB-FF89DC1BD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034"/>
              <a:ext cx="1635" cy="1102"/>
            </a:xfrm>
            <a:custGeom>
              <a:avLst/>
              <a:gdLst>
                <a:gd name="T0" fmla="*/ 636 w 1635"/>
                <a:gd name="T1" fmla="*/ 0 h 1102"/>
                <a:gd name="T2" fmla="*/ 0 w 1635"/>
                <a:gd name="T3" fmla="*/ 750 h 1102"/>
                <a:gd name="T4" fmla="*/ 173 w 1635"/>
                <a:gd name="T5" fmla="*/ 838 h 1102"/>
                <a:gd name="T6" fmla="*/ 384 w 1635"/>
                <a:gd name="T7" fmla="*/ 599 h 1102"/>
                <a:gd name="T8" fmla="*/ 627 w 1635"/>
                <a:gd name="T9" fmla="*/ 765 h 1102"/>
                <a:gd name="T10" fmla="*/ 442 w 1635"/>
                <a:gd name="T11" fmla="*/ 1007 h 1102"/>
                <a:gd name="T12" fmla="*/ 629 w 1635"/>
                <a:gd name="T13" fmla="*/ 1102 h 1102"/>
                <a:gd name="T14" fmla="*/ 927 w 1635"/>
                <a:gd name="T15" fmla="*/ 738 h 1102"/>
                <a:gd name="T16" fmla="*/ 1291 w 1635"/>
                <a:gd name="T17" fmla="*/ 978 h 1102"/>
                <a:gd name="T18" fmla="*/ 1635 w 1635"/>
                <a:gd name="T19" fmla="*/ 544 h 1102"/>
                <a:gd name="T20" fmla="*/ 636 w 1635"/>
                <a:gd name="T21" fmla="*/ 0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5" h="1102">
                  <a:moveTo>
                    <a:pt x="636" y="0"/>
                  </a:moveTo>
                  <a:lnTo>
                    <a:pt x="0" y="750"/>
                  </a:lnTo>
                  <a:lnTo>
                    <a:pt x="173" y="838"/>
                  </a:lnTo>
                  <a:lnTo>
                    <a:pt x="384" y="599"/>
                  </a:lnTo>
                  <a:lnTo>
                    <a:pt x="627" y="765"/>
                  </a:lnTo>
                  <a:lnTo>
                    <a:pt x="442" y="1007"/>
                  </a:lnTo>
                  <a:lnTo>
                    <a:pt x="629" y="1102"/>
                  </a:lnTo>
                  <a:lnTo>
                    <a:pt x="927" y="738"/>
                  </a:lnTo>
                  <a:lnTo>
                    <a:pt x="1291" y="978"/>
                  </a:lnTo>
                  <a:lnTo>
                    <a:pt x="1635" y="544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C12A0178-B2FC-AE8C-412F-AE66066B6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2766"/>
              <a:ext cx="361" cy="738"/>
            </a:xfrm>
            <a:custGeom>
              <a:avLst/>
              <a:gdLst>
                <a:gd name="T0" fmla="*/ 0 w 353"/>
                <a:gd name="T1" fmla="*/ 0 h 720"/>
                <a:gd name="T2" fmla="*/ 353 w 353"/>
                <a:gd name="T3" fmla="*/ 200 h 720"/>
                <a:gd name="T4" fmla="*/ 353 w 353"/>
                <a:gd name="T5" fmla="*/ 720 h 720"/>
                <a:gd name="T6" fmla="*/ 0 w 353"/>
                <a:gd name="T7" fmla="*/ 542 h 720"/>
                <a:gd name="T8" fmla="*/ 0 w 353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720">
                  <a:moveTo>
                    <a:pt x="0" y="0"/>
                  </a:moveTo>
                  <a:lnTo>
                    <a:pt x="353" y="200"/>
                  </a:lnTo>
                  <a:lnTo>
                    <a:pt x="353" y="720"/>
                  </a:lnTo>
                  <a:lnTo>
                    <a:pt x="0" y="5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B1FE8A0F-918C-25DD-4B8C-66F75EF5C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606"/>
              <a:ext cx="309" cy="550"/>
            </a:xfrm>
            <a:custGeom>
              <a:avLst/>
              <a:gdLst>
                <a:gd name="T0" fmla="*/ 0 w 339"/>
                <a:gd name="T1" fmla="*/ 0 h 604"/>
                <a:gd name="T2" fmla="*/ 339 w 339"/>
                <a:gd name="T3" fmla="*/ 195 h 604"/>
                <a:gd name="T4" fmla="*/ 96 w 339"/>
                <a:gd name="T5" fmla="*/ 477 h 604"/>
                <a:gd name="T6" fmla="*/ 102 w 339"/>
                <a:gd name="T7" fmla="*/ 604 h 604"/>
                <a:gd name="T8" fmla="*/ 0 w 339"/>
                <a:gd name="T9" fmla="*/ 538 h 604"/>
                <a:gd name="T10" fmla="*/ 0 w 339"/>
                <a:gd name="T11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9" h="604">
                  <a:moveTo>
                    <a:pt x="0" y="0"/>
                  </a:moveTo>
                  <a:lnTo>
                    <a:pt x="339" y="195"/>
                  </a:lnTo>
                  <a:lnTo>
                    <a:pt x="96" y="477"/>
                  </a:lnTo>
                  <a:lnTo>
                    <a:pt x="102" y="604"/>
                  </a:lnTo>
                  <a:lnTo>
                    <a:pt x="0" y="5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7C80"/>
                </a:gs>
                <a:gs pos="100000">
                  <a:srgbClr val="FF7C80">
                    <a:gamma/>
                    <a:shade val="6078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CE9C804A-6B5A-8C4A-A74C-1E27C1999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582"/>
              <a:ext cx="1231" cy="721"/>
            </a:xfrm>
            <a:custGeom>
              <a:avLst/>
              <a:gdLst>
                <a:gd name="T0" fmla="*/ 0 w 1353"/>
                <a:gd name="T1" fmla="*/ 167 h 793"/>
                <a:gd name="T2" fmla="*/ 291 w 1353"/>
                <a:gd name="T3" fmla="*/ 0 h 793"/>
                <a:gd name="T4" fmla="*/ 1353 w 1353"/>
                <a:gd name="T5" fmla="*/ 618 h 793"/>
                <a:gd name="T6" fmla="*/ 1054 w 1353"/>
                <a:gd name="T7" fmla="*/ 793 h 793"/>
                <a:gd name="T8" fmla="*/ 0 w 1353"/>
                <a:gd name="T9" fmla="*/ 167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3" h="793">
                  <a:moveTo>
                    <a:pt x="0" y="167"/>
                  </a:moveTo>
                  <a:lnTo>
                    <a:pt x="291" y="0"/>
                  </a:lnTo>
                  <a:lnTo>
                    <a:pt x="1353" y="618"/>
                  </a:lnTo>
                  <a:lnTo>
                    <a:pt x="1054" y="793"/>
                  </a:lnTo>
                  <a:lnTo>
                    <a:pt x="0" y="167"/>
                  </a:lnTo>
                  <a:close/>
                </a:path>
              </a:pathLst>
            </a:custGeom>
            <a:gradFill rotWithShape="0">
              <a:gsLst>
                <a:gs pos="0">
                  <a:srgbClr val="00CC66">
                    <a:gamma/>
                    <a:shade val="46275"/>
                    <a:invGamma/>
                  </a:srgbClr>
                </a:gs>
                <a:gs pos="100000">
                  <a:srgbClr val="00CC6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EDFA18E6-EA60-CEBA-D8EA-0EF4E9587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1727"/>
              <a:ext cx="973" cy="884"/>
            </a:xfrm>
            <a:custGeom>
              <a:avLst/>
              <a:gdLst>
                <a:gd name="T0" fmla="*/ 0 w 973"/>
                <a:gd name="T1" fmla="*/ 0 h 884"/>
                <a:gd name="T2" fmla="*/ 0 w 973"/>
                <a:gd name="T3" fmla="*/ 317 h 884"/>
                <a:gd name="T4" fmla="*/ 957 w 973"/>
                <a:gd name="T5" fmla="*/ 884 h 884"/>
                <a:gd name="T6" fmla="*/ 973 w 973"/>
                <a:gd name="T7" fmla="*/ 576 h 884"/>
                <a:gd name="T8" fmla="*/ 0 w 973"/>
                <a:gd name="T9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3" h="884">
                  <a:moveTo>
                    <a:pt x="0" y="0"/>
                  </a:moveTo>
                  <a:lnTo>
                    <a:pt x="0" y="317"/>
                  </a:lnTo>
                  <a:lnTo>
                    <a:pt x="957" y="884"/>
                  </a:lnTo>
                  <a:lnTo>
                    <a:pt x="973" y="5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7DCAC23B-9464-7AA5-F85A-662C1E0B6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138"/>
              <a:ext cx="573" cy="1379"/>
            </a:xfrm>
            <a:custGeom>
              <a:avLst/>
              <a:gdLst>
                <a:gd name="T0" fmla="*/ 573 w 573"/>
                <a:gd name="T1" fmla="*/ 0 h 1379"/>
                <a:gd name="T2" fmla="*/ 573 w 573"/>
                <a:gd name="T3" fmla="*/ 1048 h 1379"/>
                <a:gd name="T4" fmla="*/ 3 w 573"/>
                <a:gd name="T5" fmla="*/ 1379 h 1379"/>
                <a:gd name="T6" fmla="*/ 0 w 573"/>
                <a:gd name="T7" fmla="*/ 832 h 1379"/>
                <a:gd name="T8" fmla="*/ 304 w 573"/>
                <a:gd name="T9" fmla="*/ 462 h 1379"/>
                <a:gd name="T10" fmla="*/ 304 w 573"/>
                <a:gd name="T11" fmla="*/ 157 h 1379"/>
                <a:gd name="T12" fmla="*/ 573 w 573"/>
                <a:gd name="T13" fmla="*/ 0 h 1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3" h="1379">
                  <a:moveTo>
                    <a:pt x="573" y="0"/>
                  </a:moveTo>
                  <a:lnTo>
                    <a:pt x="573" y="1048"/>
                  </a:lnTo>
                  <a:lnTo>
                    <a:pt x="3" y="1379"/>
                  </a:lnTo>
                  <a:lnTo>
                    <a:pt x="0" y="832"/>
                  </a:lnTo>
                  <a:lnTo>
                    <a:pt x="304" y="462"/>
                  </a:lnTo>
                  <a:lnTo>
                    <a:pt x="304" y="157"/>
                  </a:lnTo>
                  <a:lnTo>
                    <a:pt x="57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66"/>
                </a:gs>
                <a:gs pos="100000">
                  <a:srgbClr val="00CC66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B59C5D33-B84E-1522-EDBC-EC5E0E391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2778"/>
              <a:ext cx="167" cy="451"/>
            </a:xfrm>
            <a:custGeom>
              <a:avLst/>
              <a:gdLst>
                <a:gd name="T0" fmla="*/ 0 w 167"/>
                <a:gd name="T1" fmla="*/ 0 h 451"/>
                <a:gd name="T2" fmla="*/ 167 w 167"/>
                <a:gd name="T3" fmla="*/ 94 h 451"/>
                <a:gd name="T4" fmla="*/ 167 w 167"/>
                <a:gd name="T5" fmla="*/ 451 h 451"/>
                <a:gd name="T6" fmla="*/ 2 w 167"/>
                <a:gd name="T7" fmla="*/ 358 h 451"/>
                <a:gd name="T8" fmla="*/ 0 w 167"/>
                <a:gd name="T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" h="451">
                  <a:moveTo>
                    <a:pt x="0" y="0"/>
                  </a:moveTo>
                  <a:lnTo>
                    <a:pt x="167" y="94"/>
                  </a:lnTo>
                  <a:lnTo>
                    <a:pt x="167" y="451"/>
                  </a:lnTo>
                  <a:lnTo>
                    <a:pt x="2" y="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A2A758E5-CDC3-C7E9-49A5-C08190987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3046"/>
              <a:ext cx="164" cy="448"/>
            </a:xfrm>
            <a:custGeom>
              <a:avLst/>
              <a:gdLst>
                <a:gd name="T0" fmla="*/ 0 w 180"/>
                <a:gd name="T1" fmla="*/ 0 h 493"/>
                <a:gd name="T2" fmla="*/ 180 w 180"/>
                <a:gd name="T3" fmla="*/ 97 h 493"/>
                <a:gd name="T4" fmla="*/ 179 w 180"/>
                <a:gd name="T5" fmla="*/ 493 h 493"/>
                <a:gd name="T6" fmla="*/ 0 w 180"/>
                <a:gd name="T7" fmla="*/ 390 h 493"/>
                <a:gd name="T8" fmla="*/ 0 w 180"/>
                <a:gd name="T9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493">
                  <a:moveTo>
                    <a:pt x="0" y="0"/>
                  </a:moveTo>
                  <a:lnTo>
                    <a:pt x="180" y="97"/>
                  </a:lnTo>
                  <a:lnTo>
                    <a:pt x="179" y="493"/>
                  </a:lnTo>
                  <a:lnTo>
                    <a:pt x="0" y="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2A5C6CA8-44AE-6774-268B-243863356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2606"/>
              <a:ext cx="218" cy="622"/>
            </a:xfrm>
            <a:custGeom>
              <a:avLst/>
              <a:gdLst>
                <a:gd name="T0" fmla="*/ 0 w 240"/>
                <a:gd name="T1" fmla="*/ 284 h 683"/>
                <a:gd name="T2" fmla="*/ 240 w 240"/>
                <a:gd name="T3" fmla="*/ 0 h 683"/>
                <a:gd name="T4" fmla="*/ 240 w 240"/>
                <a:gd name="T5" fmla="*/ 546 h 683"/>
                <a:gd name="T6" fmla="*/ 0 w 240"/>
                <a:gd name="T7" fmla="*/ 683 h 683"/>
                <a:gd name="T8" fmla="*/ 0 w 240"/>
                <a:gd name="T9" fmla="*/ 284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683">
                  <a:moveTo>
                    <a:pt x="0" y="284"/>
                  </a:moveTo>
                  <a:lnTo>
                    <a:pt x="240" y="0"/>
                  </a:lnTo>
                  <a:lnTo>
                    <a:pt x="240" y="546"/>
                  </a:lnTo>
                  <a:lnTo>
                    <a:pt x="0" y="683"/>
                  </a:lnTo>
                  <a:lnTo>
                    <a:pt x="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FFCC66">
                    <a:gamma/>
                    <a:shade val="66667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54A96579-73DE-6D9C-5C90-A774497EA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3028"/>
              <a:ext cx="172" cy="215"/>
            </a:xfrm>
            <a:custGeom>
              <a:avLst/>
              <a:gdLst>
                <a:gd name="T0" fmla="*/ 155 w 948"/>
                <a:gd name="T1" fmla="*/ 34 h 1177"/>
                <a:gd name="T2" fmla="*/ 94 w 948"/>
                <a:gd name="T3" fmla="*/ 83 h 1177"/>
                <a:gd name="T4" fmla="*/ 46 w 948"/>
                <a:gd name="T5" fmla="*/ 150 h 1177"/>
                <a:gd name="T6" fmla="*/ 15 w 948"/>
                <a:gd name="T7" fmla="*/ 232 h 1177"/>
                <a:gd name="T8" fmla="*/ 0 w 948"/>
                <a:gd name="T9" fmla="*/ 328 h 1177"/>
                <a:gd name="T10" fmla="*/ 3 w 948"/>
                <a:gd name="T11" fmla="*/ 433 h 1177"/>
                <a:gd name="T12" fmla="*/ 22 w 948"/>
                <a:gd name="T13" fmla="*/ 543 h 1177"/>
                <a:gd name="T14" fmla="*/ 58 w 948"/>
                <a:gd name="T15" fmla="*/ 655 h 1177"/>
                <a:gd name="T16" fmla="*/ 109 w 948"/>
                <a:gd name="T17" fmla="*/ 765 h 1177"/>
                <a:gd name="T18" fmla="*/ 172 w 948"/>
                <a:gd name="T19" fmla="*/ 868 h 1177"/>
                <a:gd name="T20" fmla="*/ 247 w 948"/>
                <a:gd name="T21" fmla="*/ 962 h 1177"/>
                <a:gd name="T22" fmla="*/ 330 w 948"/>
                <a:gd name="T23" fmla="*/ 1041 h 1177"/>
                <a:gd name="T24" fmla="*/ 418 w 948"/>
                <a:gd name="T25" fmla="*/ 1105 h 1177"/>
                <a:gd name="T26" fmla="*/ 508 w 948"/>
                <a:gd name="T27" fmla="*/ 1149 h 1177"/>
                <a:gd name="T28" fmla="*/ 598 w 948"/>
                <a:gd name="T29" fmla="*/ 1174 h 1177"/>
                <a:gd name="T30" fmla="*/ 681 w 948"/>
                <a:gd name="T31" fmla="*/ 1177 h 1177"/>
                <a:gd name="T32" fmla="*/ 758 w 948"/>
                <a:gd name="T33" fmla="*/ 1159 h 1177"/>
                <a:gd name="T34" fmla="*/ 825 w 948"/>
                <a:gd name="T35" fmla="*/ 1121 h 1177"/>
                <a:gd name="T36" fmla="*/ 879 w 948"/>
                <a:gd name="T37" fmla="*/ 1064 h 1177"/>
                <a:gd name="T38" fmla="*/ 919 w 948"/>
                <a:gd name="T39" fmla="*/ 988 h 1177"/>
                <a:gd name="T40" fmla="*/ 942 w 948"/>
                <a:gd name="T41" fmla="*/ 899 h 1177"/>
                <a:gd name="T42" fmla="*/ 948 w 948"/>
                <a:gd name="T43" fmla="*/ 799 h 1177"/>
                <a:gd name="T44" fmla="*/ 937 w 948"/>
                <a:gd name="T45" fmla="*/ 690 h 1177"/>
                <a:gd name="T46" fmla="*/ 910 w 948"/>
                <a:gd name="T47" fmla="*/ 578 h 1177"/>
                <a:gd name="T48" fmla="*/ 866 w 948"/>
                <a:gd name="T49" fmla="*/ 468 h 1177"/>
                <a:gd name="T50" fmla="*/ 809 w 948"/>
                <a:gd name="T51" fmla="*/ 361 h 1177"/>
                <a:gd name="T52" fmla="*/ 739 w 948"/>
                <a:gd name="T53" fmla="*/ 261 h 1177"/>
                <a:gd name="T54" fmla="*/ 660 w 948"/>
                <a:gd name="T55" fmla="*/ 174 h 1177"/>
                <a:gd name="T56" fmla="*/ 574 w 948"/>
                <a:gd name="T57" fmla="*/ 103 h 1177"/>
                <a:gd name="T58" fmla="*/ 484 w 948"/>
                <a:gd name="T59" fmla="*/ 48 h 1177"/>
                <a:gd name="T60" fmla="*/ 395 w 948"/>
                <a:gd name="T61" fmla="*/ 13 h 1177"/>
                <a:gd name="T62" fmla="*/ 308 w 948"/>
                <a:gd name="T63" fmla="*/ 0 h 1177"/>
                <a:gd name="T64" fmla="*/ 227 w 948"/>
                <a:gd name="T65" fmla="*/ 7 h 1177"/>
                <a:gd name="T66" fmla="*/ 155 w 948"/>
                <a:gd name="T67" fmla="*/ 34 h 1177"/>
                <a:gd name="T68" fmla="*/ 156 w 948"/>
                <a:gd name="T69" fmla="*/ 34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48" h="1177">
                  <a:moveTo>
                    <a:pt x="155" y="34"/>
                  </a:moveTo>
                  <a:lnTo>
                    <a:pt x="94" y="83"/>
                  </a:lnTo>
                  <a:lnTo>
                    <a:pt x="46" y="150"/>
                  </a:lnTo>
                  <a:lnTo>
                    <a:pt x="15" y="232"/>
                  </a:lnTo>
                  <a:lnTo>
                    <a:pt x="0" y="328"/>
                  </a:lnTo>
                  <a:lnTo>
                    <a:pt x="3" y="433"/>
                  </a:lnTo>
                  <a:lnTo>
                    <a:pt x="22" y="543"/>
                  </a:lnTo>
                  <a:lnTo>
                    <a:pt x="58" y="655"/>
                  </a:lnTo>
                  <a:lnTo>
                    <a:pt x="109" y="765"/>
                  </a:lnTo>
                  <a:lnTo>
                    <a:pt x="172" y="868"/>
                  </a:lnTo>
                  <a:lnTo>
                    <a:pt x="247" y="962"/>
                  </a:lnTo>
                  <a:lnTo>
                    <a:pt x="330" y="1041"/>
                  </a:lnTo>
                  <a:lnTo>
                    <a:pt x="418" y="1105"/>
                  </a:lnTo>
                  <a:lnTo>
                    <a:pt x="508" y="1149"/>
                  </a:lnTo>
                  <a:lnTo>
                    <a:pt x="598" y="1174"/>
                  </a:lnTo>
                  <a:lnTo>
                    <a:pt x="681" y="1177"/>
                  </a:lnTo>
                  <a:lnTo>
                    <a:pt x="758" y="1159"/>
                  </a:lnTo>
                  <a:lnTo>
                    <a:pt x="825" y="1121"/>
                  </a:lnTo>
                  <a:lnTo>
                    <a:pt x="879" y="1064"/>
                  </a:lnTo>
                  <a:lnTo>
                    <a:pt x="919" y="988"/>
                  </a:lnTo>
                  <a:lnTo>
                    <a:pt x="942" y="899"/>
                  </a:lnTo>
                  <a:lnTo>
                    <a:pt x="948" y="799"/>
                  </a:lnTo>
                  <a:lnTo>
                    <a:pt x="937" y="690"/>
                  </a:lnTo>
                  <a:lnTo>
                    <a:pt x="910" y="578"/>
                  </a:lnTo>
                  <a:lnTo>
                    <a:pt x="866" y="468"/>
                  </a:lnTo>
                  <a:lnTo>
                    <a:pt x="809" y="361"/>
                  </a:lnTo>
                  <a:lnTo>
                    <a:pt x="739" y="261"/>
                  </a:lnTo>
                  <a:lnTo>
                    <a:pt x="660" y="174"/>
                  </a:lnTo>
                  <a:lnTo>
                    <a:pt x="574" y="103"/>
                  </a:lnTo>
                  <a:lnTo>
                    <a:pt x="484" y="48"/>
                  </a:lnTo>
                  <a:lnTo>
                    <a:pt x="395" y="13"/>
                  </a:lnTo>
                  <a:lnTo>
                    <a:pt x="308" y="0"/>
                  </a:lnTo>
                  <a:lnTo>
                    <a:pt x="227" y="7"/>
                  </a:lnTo>
                  <a:lnTo>
                    <a:pt x="155" y="34"/>
                  </a:lnTo>
                  <a:lnTo>
                    <a:pt x="156" y="34"/>
                  </a:lnTo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5000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0AB38FD1-EB38-768E-9FC3-A991C14DB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" y="2766"/>
              <a:ext cx="305" cy="734"/>
            </a:xfrm>
            <a:custGeom>
              <a:avLst/>
              <a:gdLst>
                <a:gd name="T0" fmla="*/ 1 w 335"/>
                <a:gd name="T1" fmla="*/ 400 h 807"/>
                <a:gd name="T2" fmla="*/ 0 w 335"/>
                <a:gd name="T3" fmla="*/ 807 h 807"/>
                <a:gd name="T4" fmla="*/ 335 w 335"/>
                <a:gd name="T5" fmla="*/ 603 h 807"/>
                <a:gd name="T6" fmla="*/ 335 w 335"/>
                <a:gd name="T7" fmla="*/ 0 h 807"/>
                <a:gd name="T8" fmla="*/ 1 w 335"/>
                <a:gd name="T9" fmla="*/ 400 h 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5" h="807">
                  <a:moveTo>
                    <a:pt x="1" y="400"/>
                  </a:moveTo>
                  <a:lnTo>
                    <a:pt x="0" y="807"/>
                  </a:lnTo>
                  <a:lnTo>
                    <a:pt x="335" y="603"/>
                  </a:lnTo>
                  <a:lnTo>
                    <a:pt x="335" y="0"/>
                  </a:lnTo>
                  <a:lnTo>
                    <a:pt x="1" y="4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66667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" name="Text Box 33">
            <a:extLst>
              <a:ext uri="{FF2B5EF4-FFF2-40B4-BE49-F238E27FC236}">
                <a16:creationId xmlns:a16="http://schemas.microsoft.com/office/drawing/2014/main" id="{FB4327EA-11FF-8FCB-B74A-147BAAF72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881" y="4888913"/>
            <a:ext cx="1219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latin typeface="DengXian" charset="-122"/>
                <a:ea typeface="DengXian" charset="-122"/>
                <a:cs typeface="DengXian" charset="-122"/>
              </a:rPr>
              <a:t>切 割</a:t>
            </a:r>
          </a:p>
        </p:txBody>
      </p:sp>
      <p:sp>
        <p:nvSpPr>
          <p:cNvPr id="36" name="文本框 1">
            <a:extLst>
              <a:ext uri="{FF2B5EF4-FFF2-40B4-BE49-F238E27FC236}">
                <a16:creationId xmlns:a16="http://schemas.microsoft.com/office/drawing/2014/main" id="{6764934E-6890-ECA4-E89D-6486B5BAE0EF}"/>
              </a:ext>
            </a:extLst>
          </p:cNvPr>
          <p:cNvSpPr txBox="1"/>
          <p:nvPr/>
        </p:nvSpPr>
        <p:spPr>
          <a:xfrm>
            <a:off x="5292514" y="485995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相交</a:t>
            </a:r>
            <a:endParaRPr lang="en-US" sz="2800" b="1"/>
          </a:p>
        </p:txBody>
      </p:sp>
      <p:pic>
        <p:nvPicPr>
          <p:cNvPr id="37" name="图片 2">
            <a:extLst>
              <a:ext uri="{FF2B5EF4-FFF2-40B4-BE49-F238E27FC236}">
                <a16:creationId xmlns:a16="http://schemas.microsoft.com/office/drawing/2014/main" id="{0194F640-6D9F-C5F8-F77B-2C1102F8DA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827" t="52543" b="1"/>
          <a:stretch/>
        </p:blipFill>
        <p:spPr>
          <a:xfrm>
            <a:off x="4660635" y="2634288"/>
            <a:ext cx="2166571" cy="186266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6811CC0-88BA-EA25-7EE1-ABE8E584C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442626" y="2772699"/>
            <a:ext cx="1592847" cy="272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3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22" grpId="0" autoUpdateAnimBg="0"/>
      <p:bldP spid="35" grpId="0" autoUpdateAnimBg="0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4B5F4-FEBE-CCA6-9865-EA384BB0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12B1-65F6-C140-A3D0-1D2E1E28F4BD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27992F-085D-CACA-C3EC-58FCD070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FFE17-BD2D-4CAD-A460-D8536AA9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32</a:t>
            </a:fld>
            <a:endParaRPr 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6B71D0E-5609-03B5-6A1E-96068DD4908C}"/>
              </a:ext>
            </a:extLst>
          </p:cNvPr>
          <p:cNvSpPr txBox="1">
            <a:spLocks/>
          </p:cNvSpPr>
          <p:nvPr/>
        </p:nvSpPr>
        <p:spPr>
          <a:xfrm>
            <a:off x="1532417" y="1013884"/>
            <a:ext cx="7886700" cy="4855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/>
              <a:t>相交</a:t>
            </a:r>
            <a:endParaRPr lang="en-US" altLang="zh-CN" b="1"/>
          </a:p>
          <a:p>
            <a:r>
              <a:rPr lang="zh-CN" altLang="en-US" b="1"/>
              <a:t>叠加</a:t>
            </a:r>
            <a:endParaRPr lang="en-US" altLang="zh-CN" b="1"/>
          </a:p>
          <a:p>
            <a:r>
              <a:rPr lang="zh-CN" altLang="en-US" b="1"/>
              <a:t>切割</a:t>
            </a:r>
            <a:endParaRPr lang="en-US" sz="3200" b="1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A2C865FC-B3B4-45C4-ED90-398EB3D3CF92}"/>
              </a:ext>
            </a:extLst>
          </p:cNvPr>
          <p:cNvGrpSpPr>
            <a:grpSpLocks/>
          </p:cNvGrpSpPr>
          <p:nvPr/>
        </p:nvGrpSpPr>
        <p:grpSpPr bwMode="auto">
          <a:xfrm>
            <a:off x="3288139" y="957101"/>
            <a:ext cx="2378737" cy="2393189"/>
            <a:chOff x="2906" y="1848"/>
            <a:chExt cx="1975" cy="1987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C46DE37-5F4D-A74A-38FC-092BFDA5B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3152"/>
              <a:ext cx="47" cy="45"/>
            </a:xfrm>
            <a:custGeom>
              <a:avLst/>
              <a:gdLst>
                <a:gd name="T0" fmla="*/ 67 w 81"/>
                <a:gd name="T1" fmla="*/ 77 h 77"/>
                <a:gd name="T2" fmla="*/ 0 w 81"/>
                <a:gd name="T3" fmla="*/ 38 h 77"/>
                <a:gd name="T4" fmla="*/ 81 w 81"/>
                <a:gd name="T5" fmla="*/ 0 h 77"/>
                <a:gd name="T6" fmla="*/ 67 w 81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77">
                  <a:moveTo>
                    <a:pt x="67" y="77"/>
                  </a:moveTo>
                  <a:lnTo>
                    <a:pt x="0" y="38"/>
                  </a:lnTo>
                  <a:lnTo>
                    <a:pt x="81" y="0"/>
                  </a:lnTo>
                  <a:lnTo>
                    <a:pt x="67" y="77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136A0B38-22D0-9A19-883A-416D4D398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888"/>
              <a:ext cx="1970" cy="947"/>
            </a:xfrm>
            <a:custGeom>
              <a:avLst/>
              <a:gdLst>
                <a:gd name="T0" fmla="*/ 0 w 2209"/>
                <a:gd name="T1" fmla="*/ 560 h 1062"/>
                <a:gd name="T2" fmla="*/ 0 w 2209"/>
                <a:gd name="T3" fmla="*/ 743 h 1062"/>
                <a:gd name="T4" fmla="*/ 450 w 2209"/>
                <a:gd name="T5" fmla="*/ 1002 h 1062"/>
                <a:gd name="T6" fmla="*/ 490 w 2209"/>
                <a:gd name="T7" fmla="*/ 1021 h 1062"/>
                <a:gd name="T8" fmla="*/ 528 w 2209"/>
                <a:gd name="T9" fmla="*/ 1040 h 1062"/>
                <a:gd name="T10" fmla="*/ 571 w 2209"/>
                <a:gd name="T11" fmla="*/ 1049 h 1062"/>
                <a:gd name="T12" fmla="*/ 635 w 2209"/>
                <a:gd name="T13" fmla="*/ 1062 h 1062"/>
                <a:gd name="T14" fmla="*/ 711 w 2209"/>
                <a:gd name="T15" fmla="*/ 1062 h 1062"/>
                <a:gd name="T16" fmla="*/ 769 w 2209"/>
                <a:gd name="T17" fmla="*/ 1049 h 1062"/>
                <a:gd name="T18" fmla="*/ 826 w 2209"/>
                <a:gd name="T19" fmla="*/ 1021 h 1062"/>
                <a:gd name="T20" fmla="*/ 1204 w 2209"/>
                <a:gd name="T21" fmla="*/ 809 h 1062"/>
                <a:gd name="T22" fmla="*/ 1204 w 2209"/>
                <a:gd name="T23" fmla="*/ 766 h 1062"/>
                <a:gd name="T24" fmla="*/ 1994 w 2209"/>
                <a:gd name="T25" fmla="*/ 301 h 1062"/>
                <a:gd name="T26" fmla="*/ 1995 w 2209"/>
                <a:gd name="T27" fmla="*/ 347 h 1062"/>
                <a:gd name="T28" fmla="*/ 2004 w 2209"/>
                <a:gd name="T29" fmla="*/ 345 h 1062"/>
                <a:gd name="T30" fmla="*/ 2183 w 2209"/>
                <a:gd name="T31" fmla="*/ 237 h 1062"/>
                <a:gd name="T32" fmla="*/ 2206 w 2209"/>
                <a:gd name="T33" fmla="*/ 212 h 1062"/>
                <a:gd name="T34" fmla="*/ 2209 w 2209"/>
                <a:gd name="T35" fmla="*/ 179 h 1062"/>
                <a:gd name="T36" fmla="*/ 2209 w 2209"/>
                <a:gd name="T37" fmla="*/ 0 h 1062"/>
                <a:gd name="T38" fmla="*/ 759 w 2209"/>
                <a:gd name="T39" fmla="*/ 853 h 1062"/>
                <a:gd name="T40" fmla="*/ 514 w 2209"/>
                <a:gd name="T41" fmla="*/ 829 h 1062"/>
                <a:gd name="T42" fmla="*/ 0 w 2209"/>
                <a:gd name="T43" fmla="*/ 560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09" h="1062">
                  <a:moveTo>
                    <a:pt x="0" y="560"/>
                  </a:moveTo>
                  <a:lnTo>
                    <a:pt x="0" y="743"/>
                  </a:lnTo>
                  <a:lnTo>
                    <a:pt x="450" y="1002"/>
                  </a:lnTo>
                  <a:lnTo>
                    <a:pt x="490" y="1021"/>
                  </a:lnTo>
                  <a:lnTo>
                    <a:pt x="528" y="1040"/>
                  </a:lnTo>
                  <a:lnTo>
                    <a:pt x="571" y="1049"/>
                  </a:lnTo>
                  <a:lnTo>
                    <a:pt x="635" y="1062"/>
                  </a:lnTo>
                  <a:lnTo>
                    <a:pt x="711" y="1062"/>
                  </a:lnTo>
                  <a:lnTo>
                    <a:pt x="769" y="1049"/>
                  </a:lnTo>
                  <a:lnTo>
                    <a:pt x="826" y="1021"/>
                  </a:lnTo>
                  <a:lnTo>
                    <a:pt x="1204" y="809"/>
                  </a:lnTo>
                  <a:lnTo>
                    <a:pt x="1204" y="766"/>
                  </a:lnTo>
                  <a:lnTo>
                    <a:pt x="1994" y="301"/>
                  </a:lnTo>
                  <a:lnTo>
                    <a:pt x="1995" y="347"/>
                  </a:lnTo>
                  <a:lnTo>
                    <a:pt x="2004" y="345"/>
                  </a:lnTo>
                  <a:lnTo>
                    <a:pt x="2183" y="237"/>
                  </a:lnTo>
                  <a:lnTo>
                    <a:pt x="2206" y="212"/>
                  </a:lnTo>
                  <a:lnTo>
                    <a:pt x="2209" y="179"/>
                  </a:lnTo>
                  <a:lnTo>
                    <a:pt x="2209" y="0"/>
                  </a:lnTo>
                  <a:lnTo>
                    <a:pt x="759" y="853"/>
                  </a:lnTo>
                  <a:lnTo>
                    <a:pt x="514" y="829"/>
                  </a:lnTo>
                  <a:lnTo>
                    <a:pt x="0" y="56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70588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70588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EF6777E4-40C0-38AE-ED17-8983833E9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2535"/>
              <a:ext cx="788" cy="728"/>
            </a:xfrm>
            <a:custGeom>
              <a:avLst/>
              <a:gdLst>
                <a:gd name="T0" fmla="*/ 379 w 1338"/>
                <a:gd name="T1" fmla="*/ 1237 h 1237"/>
                <a:gd name="T2" fmla="*/ 0 w 1338"/>
                <a:gd name="T3" fmla="*/ 551 h 1237"/>
                <a:gd name="T4" fmla="*/ 320 w 1338"/>
                <a:gd name="T5" fmla="*/ 371 h 1237"/>
                <a:gd name="T6" fmla="*/ 233 w 1338"/>
                <a:gd name="T7" fmla="*/ 167 h 1237"/>
                <a:gd name="T8" fmla="*/ 517 w 1338"/>
                <a:gd name="T9" fmla="*/ 0 h 1237"/>
                <a:gd name="T10" fmla="*/ 1236 w 1338"/>
                <a:gd name="T11" fmla="*/ 407 h 1237"/>
                <a:gd name="T12" fmla="*/ 1302 w 1338"/>
                <a:gd name="T13" fmla="*/ 473 h 1237"/>
                <a:gd name="T14" fmla="*/ 1338 w 1338"/>
                <a:gd name="T15" fmla="*/ 531 h 1237"/>
                <a:gd name="T16" fmla="*/ 1338 w 1338"/>
                <a:gd name="T17" fmla="*/ 611 h 1237"/>
                <a:gd name="T18" fmla="*/ 1324 w 1338"/>
                <a:gd name="T19" fmla="*/ 662 h 1237"/>
                <a:gd name="T20" fmla="*/ 1295 w 1338"/>
                <a:gd name="T21" fmla="*/ 706 h 1237"/>
                <a:gd name="T22" fmla="*/ 1260 w 1338"/>
                <a:gd name="T23" fmla="*/ 743 h 1237"/>
                <a:gd name="T24" fmla="*/ 379 w 1338"/>
                <a:gd name="T25" fmla="*/ 1237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8" h="1237">
                  <a:moveTo>
                    <a:pt x="379" y="1237"/>
                  </a:moveTo>
                  <a:lnTo>
                    <a:pt x="0" y="551"/>
                  </a:lnTo>
                  <a:lnTo>
                    <a:pt x="320" y="371"/>
                  </a:lnTo>
                  <a:lnTo>
                    <a:pt x="233" y="167"/>
                  </a:lnTo>
                  <a:lnTo>
                    <a:pt x="517" y="0"/>
                  </a:lnTo>
                  <a:lnTo>
                    <a:pt x="1236" y="407"/>
                  </a:lnTo>
                  <a:lnTo>
                    <a:pt x="1302" y="473"/>
                  </a:lnTo>
                  <a:lnTo>
                    <a:pt x="1338" y="531"/>
                  </a:lnTo>
                  <a:lnTo>
                    <a:pt x="1338" y="611"/>
                  </a:lnTo>
                  <a:lnTo>
                    <a:pt x="1324" y="662"/>
                  </a:lnTo>
                  <a:lnTo>
                    <a:pt x="1295" y="706"/>
                  </a:lnTo>
                  <a:lnTo>
                    <a:pt x="1260" y="743"/>
                  </a:lnTo>
                  <a:lnTo>
                    <a:pt x="379" y="123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50980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C9C7BB42-C776-7E91-F202-CA21096CA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3087"/>
              <a:ext cx="1282" cy="604"/>
            </a:xfrm>
            <a:custGeom>
              <a:avLst/>
              <a:gdLst>
                <a:gd name="T0" fmla="*/ 269 w 1438"/>
                <a:gd name="T1" fmla="*/ 192 h 678"/>
                <a:gd name="T2" fmla="*/ 423 w 1438"/>
                <a:gd name="T3" fmla="*/ 264 h 678"/>
                <a:gd name="T4" fmla="*/ 903 w 1438"/>
                <a:gd name="T5" fmla="*/ 0 h 678"/>
                <a:gd name="T6" fmla="*/ 1438 w 1438"/>
                <a:gd name="T7" fmla="*/ 280 h 678"/>
                <a:gd name="T8" fmla="*/ 860 w 1438"/>
                <a:gd name="T9" fmla="*/ 615 h 678"/>
                <a:gd name="T10" fmla="*/ 812 w 1438"/>
                <a:gd name="T11" fmla="*/ 640 h 678"/>
                <a:gd name="T12" fmla="*/ 778 w 1438"/>
                <a:gd name="T13" fmla="*/ 654 h 678"/>
                <a:gd name="T14" fmla="*/ 716 w 1438"/>
                <a:gd name="T15" fmla="*/ 668 h 678"/>
                <a:gd name="T16" fmla="*/ 668 w 1438"/>
                <a:gd name="T17" fmla="*/ 678 h 678"/>
                <a:gd name="T18" fmla="*/ 610 w 1438"/>
                <a:gd name="T19" fmla="*/ 668 h 678"/>
                <a:gd name="T20" fmla="*/ 533 w 1438"/>
                <a:gd name="T21" fmla="*/ 644 h 678"/>
                <a:gd name="T22" fmla="*/ 490 w 1438"/>
                <a:gd name="T23" fmla="*/ 621 h 678"/>
                <a:gd name="T24" fmla="*/ 0 w 1438"/>
                <a:gd name="T25" fmla="*/ 342 h 678"/>
                <a:gd name="T26" fmla="*/ 269 w 1438"/>
                <a:gd name="T27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8" h="678">
                  <a:moveTo>
                    <a:pt x="269" y="192"/>
                  </a:moveTo>
                  <a:lnTo>
                    <a:pt x="423" y="264"/>
                  </a:lnTo>
                  <a:lnTo>
                    <a:pt x="903" y="0"/>
                  </a:lnTo>
                  <a:lnTo>
                    <a:pt x="1438" y="280"/>
                  </a:lnTo>
                  <a:lnTo>
                    <a:pt x="860" y="615"/>
                  </a:lnTo>
                  <a:lnTo>
                    <a:pt x="812" y="640"/>
                  </a:lnTo>
                  <a:lnTo>
                    <a:pt x="778" y="654"/>
                  </a:lnTo>
                  <a:lnTo>
                    <a:pt x="716" y="668"/>
                  </a:lnTo>
                  <a:lnTo>
                    <a:pt x="668" y="678"/>
                  </a:lnTo>
                  <a:lnTo>
                    <a:pt x="610" y="668"/>
                  </a:lnTo>
                  <a:lnTo>
                    <a:pt x="533" y="644"/>
                  </a:lnTo>
                  <a:lnTo>
                    <a:pt x="490" y="621"/>
                  </a:lnTo>
                  <a:lnTo>
                    <a:pt x="0" y="342"/>
                  </a:lnTo>
                  <a:lnTo>
                    <a:pt x="269" y="192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470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6E65C17-971D-6586-FF67-F07C4B900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689"/>
              <a:ext cx="177" cy="169"/>
            </a:xfrm>
            <a:custGeom>
              <a:avLst/>
              <a:gdLst>
                <a:gd name="T0" fmla="*/ 32 w 302"/>
                <a:gd name="T1" fmla="*/ 39 h 288"/>
                <a:gd name="T2" fmla="*/ 0 w 302"/>
                <a:gd name="T3" fmla="*/ 288 h 288"/>
                <a:gd name="T4" fmla="*/ 302 w 302"/>
                <a:gd name="T5" fmla="*/ 102 h 288"/>
                <a:gd name="T6" fmla="*/ 295 w 302"/>
                <a:gd name="T7" fmla="*/ 0 h 288"/>
                <a:gd name="T8" fmla="*/ 32 w 302"/>
                <a:gd name="T9" fmla="*/ 3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" h="288">
                  <a:moveTo>
                    <a:pt x="32" y="39"/>
                  </a:moveTo>
                  <a:lnTo>
                    <a:pt x="0" y="288"/>
                  </a:lnTo>
                  <a:lnTo>
                    <a:pt x="302" y="102"/>
                  </a:lnTo>
                  <a:lnTo>
                    <a:pt x="295" y="0"/>
                  </a:lnTo>
                  <a:lnTo>
                    <a:pt x="32" y="39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25490"/>
                    <a:invGamma/>
                  </a:srgbClr>
                </a:gs>
                <a:gs pos="100000">
                  <a:srgbClr val="FF9999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3B547D8-6F86-A67B-A763-F690BB4E3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619"/>
              <a:ext cx="482" cy="742"/>
            </a:xfrm>
            <a:custGeom>
              <a:avLst/>
              <a:gdLst>
                <a:gd name="T0" fmla="*/ 1 w 817"/>
                <a:gd name="T1" fmla="*/ 0 h 1260"/>
                <a:gd name="T2" fmla="*/ 304 w 817"/>
                <a:gd name="T3" fmla="*/ 170 h 1260"/>
                <a:gd name="T4" fmla="*/ 304 w 817"/>
                <a:gd name="T5" fmla="*/ 356 h 1260"/>
                <a:gd name="T6" fmla="*/ 817 w 817"/>
                <a:gd name="T7" fmla="*/ 1260 h 1260"/>
                <a:gd name="T8" fmla="*/ 0 w 817"/>
                <a:gd name="T9" fmla="*/ 797 h 1260"/>
                <a:gd name="T10" fmla="*/ 1 w 817"/>
                <a:gd name="T11" fmla="*/ 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1260">
                  <a:moveTo>
                    <a:pt x="1" y="0"/>
                  </a:moveTo>
                  <a:lnTo>
                    <a:pt x="304" y="170"/>
                  </a:lnTo>
                  <a:lnTo>
                    <a:pt x="304" y="356"/>
                  </a:lnTo>
                  <a:lnTo>
                    <a:pt x="817" y="1260"/>
                  </a:lnTo>
                  <a:lnTo>
                    <a:pt x="0" y="797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50980"/>
                    <a:invGamma/>
                  </a:srgbClr>
                </a:gs>
                <a:gs pos="100000">
                  <a:srgbClr val="FF9999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E0DCA03B-0325-0A42-8423-EDFD1AC64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521"/>
              <a:ext cx="279" cy="343"/>
            </a:xfrm>
            <a:custGeom>
              <a:avLst/>
              <a:gdLst>
                <a:gd name="T0" fmla="*/ 158 w 279"/>
                <a:gd name="T1" fmla="*/ 0 h 343"/>
                <a:gd name="T2" fmla="*/ 279 w 279"/>
                <a:gd name="T3" fmla="*/ 227 h 343"/>
                <a:gd name="T4" fmla="*/ 69 w 279"/>
                <a:gd name="T5" fmla="*/ 343 h 343"/>
                <a:gd name="T6" fmla="*/ 9 w 279"/>
                <a:gd name="T7" fmla="*/ 227 h 343"/>
                <a:gd name="T8" fmla="*/ 0 w 279"/>
                <a:gd name="T9" fmla="*/ 141 h 343"/>
                <a:gd name="T10" fmla="*/ 158 w 279"/>
                <a:gd name="T11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9" h="343">
                  <a:moveTo>
                    <a:pt x="158" y="0"/>
                  </a:moveTo>
                  <a:lnTo>
                    <a:pt x="279" y="227"/>
                  </a:lnTo>
                  <a:lnTo>
                    <a:pt x="69" y="343"/>
                  </a:lnTo>
                  <a:lnTo>
                    <a:pt x="9" y="227"/>
                  </a:lnTo>
                  <a:lnTo>
                    <a:pt x="0" y="141"/>
                  </a:lnTo>
                  <a:lnTo>
                    <a:pt x="15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99FF">
                    <a:gamma/>
                    <a:shade val="46275"/>
                    <a:invGamma/>
                  </a:srgbClr>
                </a:gs>
                <a:gs pos="100000">
                  <a:srgbClr val="9999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7C77AAF3-144B-303E-BB38-3D0822311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1848"/>
              <a:ext cx="898" cy="867"/>
            </a:xfrm>
            <a:custGeom>
              <a:avLst/>
              <a:gdLst>
                <a:gd name="T0" fmla="*/ 1524 w 1524"/>
                <a:gd name="T1" fmla="*/ 516 h 1472"/>
                <a:gd name="T2" fmla="*/ 612 w 1524"/>
                <a:gd name="T3" fmla="*/ 0 h 1472"/>
                <a:gd name="T4" fmla="*/ 468 w 1524"/>
                <a:gd name="T5" fmla="*/ 12 h 1472"/>
                <a:gd name="T6" fmla="*/ 312 w 1524"/>
                <a:gd name="T7" fmla="*/ 72 h 1472"/>
                <a:gd name="T8" fmla="*/ 216 w 1524"/>
                <a:gd name="T9" fmla="*/ 144 h 1472"/>
                <a:gd name="T10" fmla="*/ 108 w 1524"/>
                <a:gd name="T11" fmla="*/ 264 h 1472"/>
                <a:gd name="T12" fmla="*/ 36 w 1524"/>
                <a:gd name="T13" fmla="*/ 408 h 1472"/>
                <a:gd name="T14" fmla="*/ 0 w 1524"/>
                <a:gd name="T15" fmla="*/ 540 h 1472"/>
                <a:gd name="T16" fmla="*/ 0 w 1524"/>
                <a:gd name="T17" fmla="*/ 720 h 1472"/>
                <a:gd name="T18" fmla="*/ 36 w 1524"/>
                <a:gd name="T19" fmla="*/ 864 h 1472"/>
                <a:gd name="T20" fmla="*/ 108 w 1524"/>
                <a:gd name="T21" fmla="*/ 948 h 1472"/>
                <a:gd name="T22" fmla="*/ 1022 w 1524"/>
                <a:gd name="T23" fmla="*/ 1472 h 1472"/>
                <a:gd name="T24" fmla="*/ 1524 w 1524"/>
                <a:gd name="T25" fmla="*/ 516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4" h="1472">
                  <a:moveTo>
                    <a:pt x="1524" y="516"/>
                  </a:moveTo>
                  <a:lnTo>
                    <a:pt x="612" y="0"/>
                  </a:lnTo>
                  <a:lnTo>
                    <a:pt x="468" y="12"/>
                  </a:lnTo>
                  <a:lnTo>
                    <a:pt x="312" y="72"/>
                  </a:lnTo>
                  <a:lnTo>
                    <a:pt x="216" y="144"/>
                  </a:lnTo>
                  <a:lnTo>
                    <a:pt x="108" y="264"/>
                  </a:lnTo>
                  <a:lnTo>
                    <a:pt x="36" y="408"/>
                  </a:lnTo>
                  <a:lnTo>
                    <a:pt x="0" y="540"/>
                  </a:lnTo>
                  <a:lnTo>
                    <a:pt x="0" y="720"/>
                  </a:lnTo>
                  <a:lnTo>
                    <a:pt x="36" y="864"/>
                  </a:lnTo>
                  <a:lnTo>
                    <a:pt x="108" y="948"/>
                  </a:lnTo>
                  <a:lnTo>
                    <a:pt x="1022" y="1472"/>
                  </a:lnTo>
                  <a:lnTo>
                    <a:pt x="1524" y="516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46275"/>
                    <a:invGamma/>
                  </a:srgbClr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8714515D-80C8-0183-F5BF-389BBEDFF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144"/>
              <a:ext cx="468" cy="582"/>
            </a:xfrm>
            <a:custGeom>
              <a:avLst/>
              <a:gdLst>
                <a:gd name="T0" fmla="*/ 775 w 4771"/>
                <a:gd name="T1" fmla="*/ 5751 h 5932"/>
                <a:gd name="T2" fmla="*/ 1138 w 4771"/>
                <a:gd name="T3" fmla="*/ 5894 h 5932"/>
                <a:gd name="T4" fmla="*/ 1546 w 4771"/>
                <a:gd name="T5" fmla="*/ 5932 h 5932"/>
                <a:gd name="T6" fmla="*/ 1986 w 4771"/>
                <a:gd name="T7" fmla="*/ 5861 h 5932"/>
                <a:gd name="T8" fmla="*/ 2438 w 4771"/>
                <a:gd name="T9" fmla="*/ 5685 h 5932"/>
                <a:gd name="T10" fmla="*/ 2889 w 4771"/>
                <a:gd name="T11" fmla="*/ 5412 h 5932"/>
                <a:gd name="T12" fmla="*/ 3322 w 4771"/>
                <a:gd name="T13" fmla="*/ 5050 h 5932"/>
                <a:gd name="T14" fmla="*/ 3721 w 4771"/>
                <a:gd name="T15" fmla="*/ 4613 h 5932"/>
                <a:gd name="T16" fmla="*/ 4071 w 4771"/>
                <a:gd name="T17" fmla="*/ 4116 h 5932"/>
                <a:gd name="T18" fmla="*/ 4361 w 4771"/>
                <a:gd name="T19" fmla="*/ 3576 h 5932"/>
                <a:gd name="T20" fmla="*/ 4579 w 4771"/>
                <a:gd name="T21" fmla="*/ 3015 h 5932"/>
                <a:gd name="T22" fmla="*/ 4717 w 4771"/>
                <a:gd name="T23" fmla="*/ 2453 h 5932"/>
                <a:gd name="T24" fmla="*/ 4771 w 4771"/>
                <a:gd name="T25" fmla="*/ 1909 h 5932"/>
                <a:gd name="T26" fmla="*/ 4740 w 4771"/>
                <a:gd name="T27" fmla="*/ 1402 h 5932"/>
                <a:gd name="T28" fmla="*/ 4623 w 4771"/>
                <a:gd name="T29" fmla="*/ 952 h 5932"/>
                <a:gd name="T30" fmla="*/ 4425 w 4771"/>
                <a:gd name="T31" fmla="*/ 575 h 5932"/>
                <a:gd name="T32" fmla="*/ 4153 w 4771"/>
                <a:gd name="T33" fmla="*/ 285 h 5932"/>
                <a:gd name="T34" fmla="*/ 3817 w 4771"/>
                <a:gd name="T35" fmla="*/ 90 h 5932"/>
                <a:gd name="T36" fmla="*/ 3429 w 4771"/>
                <a:gd name="T37" fmla="*/ 0 h 5932"/>
                <a:gd name="T38" fmla="*/ 3004 w 4771"/>
                <a:gd name="T39" fmla="*/ 17 h 5932"/>
                <a:gd name="T40" fmla="*/ 2556 w 4771"/>
                <a:gd name="T41" fmla="*/ 140 h 5932"/>
                <a:gd name="T42" fmla="*/ 2102 w 4771"/>
                <a:gd name="T43" fmla="*/ 366 h 5932"/>
                <a:gd name="T44" fmla="*/ 1658 w 4771"/>
                <a:gd name="T45" fmla="*/ 685 h 5932"/>
                <a:gd name="T46" fmla="*/ 1241 w 4771"/>
                <a:gd name="T47" fmla="*/ 1086 h 5932"/>
                <a:gd name="T48" fmla="*/ 864 w 4771"/>
                <a:gd name="T49" fmla="*/ 1556 h 5932"/>
                <a:gd name="T50" fmla="*/ 542 w 4771"/>
                <a:gd name="T51" fmla="*/ 2076 h 5932"/>
                <a:gd name="T52" fmla="*/ 287 w 4771"/>
                <a:gd name="T53" fmla="*/ 2629 h 5932"/>
                <a:gd name="T54" fmla="*/ 108 w 4771"/>
                <a:gd name="T55" fmla="*/ 3193 h 5932"/>
                <a:gd name="T56" fmla="*/ 12 w 4771"/>
                <a:gd name="T57" fmla="*/ 3749 h 5932"/>
                <a:gd name="T58" fmla="*/ 0 w 4771"/>
                <a:gd name="T59" fmla="*/ 4277 h 5932"/>
                <a:gd name="T60" fmla="*/ 75 w 4771"/>
                <a:gd name="T61" fmla="*/ 4757 h 5932"/>
                <a:gd name="T62" fmla="*/ 233 w 4771"/>
                <a:gd name="T63" fmla="*/ 5173 h 5932"/>
                <a:gd name="T64" fmla="*/ 470 w 4771"/>
                <a:gd name="T65" fmla="*/ 5509 h 5932"/>
                <a:gd name="T66" fmla="*/ 775 w 4771"/>
                <a:gd name="T67" fmla="*/ 5751 h 5932"/>
                <a:gd name="T68" fmla="*/ 777 w 4771"/>
                <a:gd name="T69" fmla="*/ 5751 h 5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1" h="5932">
                  <a:moveTo>
                    <a:pt x="775" y="5751"/>
                  </a:moveTo>
                  <a:lnTo>
                    <a:pt x="1138" y="5894"/>
                  </a:lnTo>
                  <a:lnTo>
                    <a:pt x="1546" y="5932"/>
                  </a:lnTo>
                  <a:lnTo>
                    <a:pt x="1986" y="5861"/>
                  </a:lnTo>
                  <a:lnTo>
                    <a:pt x="2438" y="5685"/>
                  </a:lnTo>
                  <a:lnTo>
                    <a:pt x="2889" y="5412"/>
                  </a:lnTo>
                  <a:lnTo>
                    <a:pt x="3322" y="5050"/>
                  </a:lnTo>
                  <a:lnTo>
                    <a:pt x="3721" y="4613"/>
                  </a:lnTo>
                  <a:lnTo>
                    <a:pt x="4071" y="4116"/>
                  </a:lnTo>
                  <a:lnTo>
                    <a:pt x="4361" y="3576"/>
                  </a:lnTo>
                  <a:lnTo>
                    <a:pt x="4579" y="3015"/>
                  </a:lnTo>
                  <a:lnTo>
                    <a:pt x="4717" y="2453"/>
                  </a:lnTo>
                  <a:lnTo>
                    <a:pt x="4771" y="1909"/>
                  </a:lnTo>
                  <a:lnTo>
                    <a:pt x="4740" y="1402"/>
                  </a:lnTo>
                  <a:lnTo>
                    <a:pt x="4623" y="952"/>
                  </a:lnTo>
                  <a:lnTo>
                    <a:pt x="4425" y="575"/>
                  </a:lnTo>
                  <a:lnTo>
                    <a:pt x="4153" y="285"/>
                  </a:lnTo>
                  <a:lnTo>
                    <a:pt x="3817" y="90"/>
                  </a:lnTo>
                  <a:lnTo>
                    <a:pt x="3429" y="0"/>
                  </a:lnTo>
                  <a:lnTo>
                    <a:pt x="3004" y="17"/>
                  </a:lnTo>
                  <a:lnTo>
                    <a:pt x="2556" y="140"/>
                  </a:lnTo>
                  <a:lnTo>
                    <a:pt x="2102" y="366"/>
                  </a:lnTo>
                  <a:lnTo>
                    <a:pt x="1658" y="685"/>
                  </a:lnTo>
                  <a:lnTo>
                    <a:pt x="1241" y="1086"/>
                  </a:lnTo>
                  <a:lnTo>
                    <a:pt x="864" y="1556"/>
                  </a:lnTo>
                  <a:lnTo>
                    <a:pt x="542" y="2076"/>
                  </a:lnTo>
                  <a:lnTo>
                    <a:pt x="287" y="2629"/>
                  </a:lnTo>
                  <a:lnTo>
                    <a:pt x="108" y="3193"/>
                  </a:lnTo>
                  <a:lnTo>
                    <a:pt x="12" y="3749"/>
                  </a:lnTo>
                  <a:lnTo>
                    <a:pt x="0" y="4277"/>
                  </a:lnTo>
                  <a:lnTo>
                    <a:pt x="75" y="4757"/>
                  </a:lnTo>
                  <a:lnTo>
                    <a:pt x="233" y="5173"/>
                  </a:lnTo>
                  <a:lnTo>
                    <a:pt x="470" y="5509"/>
                  </a:lnTo>
                  <a:lnTo>
                    <a:pt x="775" y="5751"/>
                  </a:lnTo>
                  <a:lnTo>
                    <a:pt x="777" y="5751"/>
                  </a:lnTo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898586C6-04D2-FB53-8C5C-DCA34D6F0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289"/>
              <a:ext cx="234" cy="291"/>
            </a:xfrm>
            <a:custGeom>
              <a:avLst/>
              <a:gdLst>
                <a:gd name="T0" fmla="*/ 1999 w 2386"/>
                <a:gd name="T1" fmla="*/ 91 h 2966"/>
                <a:gd name="T2" fmla="*/ 1817 w 2386"/>
                <a:gd name="T3" fmla="*/ 19 h 2966"/>
                <a:gd name="T4" fmla="*/ 1613 w 2386"/>
                <a:gd name="T5" fmla="*/ 0 h 2966"/>
                <a:gd name="T6" fmla="*/ 1394 w 2386"/>
                <a:gd name="T7" fmla="*/ 36 h 2966"/>
                <a:gd name="T8" fmla="*/ 1167 w 2386"/>
                <a:gd name="T9" fmla="*/ 124 h 2966"/>
                <a:gd name="T10" fmla="*/ 942 w 2386"/>
                <a:gd name="T11" fmla="*/ 261 h 2966"/>
                <a:gd name="T12" fmla="*/ 725 w 2386"/>
                <a:gd name="T13" fmla="*/ 441 h 2966"/>
                <a:gd name="T14" fmla="*/ 526 w 2386"/>
                <a:gd name="T15" fmla="*/ 660 h 2966"/>
                <a:gd name="T16" fmla="*/ 351 w 2386"/>
                <a:gd name="T17" fmla="*/ 909 h 2966"/>
                <a:gd name="T18" fmla="*/ 206 w 2386"/>
                <a:gd name="T19" fmla="*/ 1179 h 2966"/>
                <a:gd name="T20" fmla="*/ 97 w 2386"/>
                <a:gd name="T21" fmla="*/ 1459 h 2966"/>
                <a:gd name="T22" fmla="*/ 27 w 2386"/>
                <a:gd name="T23" fmla="*/ 1740 h 2966"/>
                <a:gd name="T24" fmla="*/ 0 w 2386"/>
                <a:gd name="T25" fmla="*/ 2012 h 2966"/>
                <a:gd name="T26" fmla="*/ 16 w 2386"/>
                <a:gd name="T27" fmla="*/ 2265 h 2966"/>
                <a:gd name="T28" fmla="*/ 75 w 2386"/>
                <a:gd name="T29" fmla="*/ 2490 h 2966"/>
                <a:gd name="T30" fmla="*/ 174 w 2386"/>
                <a:gd name="T31" fmla="*/ 2679 h 2966"/>
                <a:gd name="T32" fmla="*/ 310 w 2386"/>
                <a:gd name="T33" fmla="*/ 2825 h 2966"/>
                <a:gd name="T34" fmla="*/ 477 w 2386"/>
                <a:gd name="T35" fmla="*/ 2922 h 2966"/>
                <a:gd name="T36" fmla="*/ 672 w 2386"/>
                <a:gd name="T37" fmla="*/ 2966 h 2966"/>
                <a:gd name="T38" fmla="*/ 884 w 2386"/>
                <a:gd name="T39" fmla="*/ 2958 h 2966"/>
                <a:gd name="T40" fmla="*/ 1108 w 2386"/>
                <a:gd name="T41" fmla="*/ 2897 h 2966"/>
                <a:gd name="T42" fmla="*/ 1335 w 2386"/>
                <a:gd name="T43" fmla="*/ 2784 h 2966"/>
                <a:gd name="T44" fmla="*/ 1557 w 2386"/>
                <a:gd name="T45" fmla="*/ 2625 h 2966"/>
                <a:gd name="T46" fmla="*/ 1766 w 2386"/>
                <a:gd name="T47" fmla="*/ 2423 h 2966"/>
                <a:gd name="T48" fmla="*/ 1954 w 2386"/>
                <a:gd name="T49" fmla="*/ 2189 h 2966"/>
                <a:gd name="T50" fmla="*/ 2115 w 2386"/>
                <a:gd name="T51" fmla="*/ 1928 h 2966"/>
                <a:gd name="T52" fmla="*/ 2243 w 2386"/>
                <a:gd name="T53" fmla="*/ 1653 h 2966"/>
                <a:gd name="T54" fmla="*/ 2332 w 2386"/>
                <a:gd name="T55" fmla="*/ 1370 h 2966"/>
                <a:gd name="T56" fmla="*/ 2380 w 2386"/>
                <a:gd name="T57" fmla="*/ 1092 h 2966"/>
                <a:gd name="T58" fmla="*/ 2386 w 2386"/>
                <a:gd name="T59" fmla="*/ 828 h 2966"/>
                <a:gd name="T60" fmla="*/ 2349 w 2386"/>
                <a:gd name="T61" fmla="*/ 588 h 2966"/>
                <a:gd name="T62" fmla="*/ 2270 w 2386"/>
                <a:gd name="T63" fmla="*/ 380 h 2966"/>
                <a:gd name="T64" fmla="*/ 2152 w 2386"/>
                <a:gd name="T65" fmla="*/ 213 h 2966"/>
                <a:gd name="T66" fmla="*/ 1999 w 2386"/>
                <a:gd name="T67" fmla="*/ 91 h 2966"/>
                <a:gd name="T68" fmla="*/ 2000 w 2386"/>
                <a:gd name="T69" fmla="*/ 91 h 2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86" h="2966">
                  <a:moveTo>
                    <a:pt x="1999" y="91"/>
                  </a:moveTo>
                  <a:lnTo>
                    <a:pt x="1817" y="19"/>
                  </a:lnTo>
                  <a:lnTo>
                    <a:pt x="1613" y="0"/>
                  </a:lnTo>
                  <a:lnTo>
                    <a:pt x="1394" y="36"/>
                  </a:lnTo>
                  <a:lnTo>
                    <a:pt x="1167" y="124"/>
                  </a:lnTo>
                  <a:lnTo>
                    <a:pt x="942" y="261"/>
                  </a:lnTo>
                  <a:lnTo>
                    <a:pt x="725" y="441"/>
                  </a:lnTo>
                  <a:lnTo>
                    <a:pt x="526" y="660"/>
                  </a:lnTo>
                  <a:lnTo>
                    <a:pt x="351" y="909"/>
                  </a:lnTo>
                  <a:lnTo>
                    <a:pt x="206" y="1179"/>
                  </a:lnTo>
                  <a:lnTo>
                    <a:pt x="97" y="1459"/>
                  </a:lnTo>
                  <a:lnTo>
                    <a:pt x="27" y="1740"/>
                  </a:lnTo>
                  <a:lnTo>
                    <a:pt x="0" y="2012"/>
                  </a:lnTo>
                  <a:lnTo>
                    <a:pt x="16" y="2265"/>
                  </a:lnTo>
                  <a:lnTo>
                    <a:pt x="75" y="2490"/>
                  </a:lnTo>
                  <a:lnTo>
                    <a:pt x="174" y="2679"/>
                  </a:lnTo>
                  <a:lnTo>
                    <a:pt x="310" y="2825"/>
                  </a:lnTo>
                  <a:lnTo>
                    <a:pt x="477" y="2922"/>
                  </a:lnTo>
                  <a:lnTo>
                    <a:pt x="672" y="2966"/>
                  </a:lnTo>
                  <a:lnTo>
                    <a:pt x="884" y="2958"/>
                  </a:lnTo>
                  <a:lnTo>
                    <a:pt x="1108" y="2897"/>
                  </a:lnTo>
                  <a:lnTo>
                    <a:pt x="1335" y="2784"/>
                  </a:lnTo>
                  <a:lnTo>
                    <a:pt x="1557" y="2625"/>
                  </a:lnTo>
                  <a:lnTo>
                    <a:pt x="1766" y="2423"/>
                  </a:lnTo>
                  <a:lnTo>
                    <a:pt x="1954" y="2189"/>
                  </a:lnTo>
                  <a:lnTo>
                    <a:pt x="2115" y="1928"/>
                  </a:lnTo>
                  <a:lnTo>
                    <a:pt x="2243" y="1653"/>
                  </a:lnTo>
                  <a:lnTo>
                    <a:pt x="2332" y="1370"/>
                  </a:lnTo>
                  <a:lnTo>
                    <a:pt x="2380" y="1092"/>
                  </a:lnTo>
                  <a:lnTo>
                    <a:pt x="2386" y="828"/>
                  </a:lnTo>
                  <a:lnTo>
                    <a:pt x="2349" y="588"/>
                  </a:lnTo>
                  <a:lnTo>
                    <a:pt x="2270" y="380"/>
                  </a:lnTo>
                  <a:lnTo>
                    <a:pt x="2152" y="213"/>
                  </a:lnTo>
                  <a:lnTo>
                    <a:pt x="1999" y="91"/>
                  </a:lnTo>
                  <a:lnTo>
                    <a:pt x="2000" y="91"/>
                  </a:lnTo>
                </a:path>
              </a:pathLst>
            </a:custGeom>
            <a:gradFill rotWithShape="0">
              <a:gsLst>
                <a:gs pos="0">
                  <a:srgbClr val="FF9966">
                    <a:gamma/>
                    <a:shade val="46275"/>
                    <a:invGamma/>
                  </a:srgbClr>
                </a:gs>
                <a:gs pos="50000">
                  <a:srgbClr val="FF9966"/>
                </a:gs>
                <a:gs pos="100000">
                  <a:srgbClr val="FF9966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9966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B684244-D53F-D2D3-8EF6-0C2C83009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3454"/>
              <a:ext cx="236" cy="150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9FD9C724-6DB1-C9B9-E7BE-F8550DB14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03"/>
              <a:ext cx="236" cy="151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710E7F1C-A5A0-F0DE-7CDE-94187258A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2232"/>
              <a:ext cx="442" cy="1104"/>
            </a:xfrm>
            <a:custGeom>
              <a:avLst/>
              <a:gdLst>
                <a:gd name="T0" fmla="*/ 287 w 442"/>
                <a:gd name="T1" fmla="*/ 0 h 1104"/>
                <a:gd name="T2" fmla="*/ 0 w 442"/>
                <a:gd name="T3" fmla="*/ 1030 h 1104"/>
                <a:gd name="T4" fmla="*/ 148 w 442"/>
                <a:gd name="T5" fmla="*/ 1104 h 1104"/>
                <a:gd name="T6" fmla="*/ 442 w 442"/>
                <a:gd name="T7" fmla="*/ 80 h 1104"/>
                <a:gd name="T8" fmla="*/ 287 w 442"/>
                <a:gd name="T9" fmla="*/ 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2" h="1104">
                  <a:moveTo>
                    <a:pt x="287" y="0"/>
                  </a:moveTo>
                  <a:lnTo>
                    <a:pt x="0" y="1030"/>
                  </a:lnTo>
                  <a:lnTo>
                    <a:pt x="148" y="1104"/>
                  </a:lnTo>
                  <a:lnTo>
                    <a:pt x="442" y="8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524B2A8-975B-EC4C-83DD-9E49D8B6F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307"/>
              <a:ext cx="437" cy="1033"/>
            </a:xfrm>
            <a:custGeom>
              <a:avLst/>
              <a:gdLst>
                <a:gd name="T0" fmla="*/ 0 w 742"/>
                <a:gd name="T1" fmla="*/ 1752 h 1752"/>
                <a:gd name="T2" fmla="*/ 742 w 742"/>
                <a:gd name="T3" fmla="*/ 1345 h 1752"/>
                <a:gd name="T4" fmla="*/ 742 w 742"/>
                <a:gd name="T5" fmla="*/ 538 h 1752"/>
                <a:gd name="T6" fmla="*/ 636 w 742"/>
                <a:gd name="T7" fmla="*/ 468 h 1752"/>
                <a:gd name="T8" fmla="*/ 544 w 742"/>
                <a:gd name="T9" fmla="*/ 378 h 1752"/>
                <a:gd name="T10" fmla="*/ 508 w 742"/>
                <a:gd name="T11" fmla="*/ 269 h 1752"/>
                <a:gd name="T12" fmla="*/ 500 w 742"/>
                <a:gd name="T13" fmla="*/ 138 h 1752"/>
                <a:gd name="T14" fmla="*/ 515 w 742"/>
                <a:gd name="T15" fmla="*/ 0 h 1752"/>
                <a:gd name="T16" fmla="*/ 0 w 742"/>
                <a:gd name="T17" fmla="*/ 1752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2" h="1752">
                  <a:moveTo>
                    <a:pt x="0" y="1752"/>
                  </a:moveTo>
                  <a:lnTo>
                    <a:pt x="742" y="1345"/>
                  </a:lnTo>
                  <a:lnTo>
                    <a:pt x="742" y="538"/>
                  </a:lnTo>
                  <a:lnTo>
                    <a:pt x="636" y="468"/>
                  </a:lnTo>
                  <a:lnTo>
                    <a:pt x="544" y="378"/>
                  </a:lnTo>
                  <a:lnTo>
                    <a:pt x="508" y="269"/>
                  </a:lnTo>
                  <a:lnTo>
                    <a:pt x="500" y="138"/>
                  </a:lnTo>
                  <a:lnTo>
                    <a:pt x="515" y="0"/>
                  </a:lnTo>
                  <a:lnTo>
                    <a:pt x="0" y="1752"/>
                  </a:lnTo>
                  <a:close/>
                </a:path>
              </a:pathLst>
            </a:custGeom>
            <a:gradFill rotWithShape="0">
              <a:gsLst>
                <a:gs pos="0">
                  <a:srgbClr val="9933FF"/>
                </a:gs>
                <a:gs pos="100000">
                  <a:srgbClr val="9933FF">
                    <a:gamma/>
                    <a:shade val="64706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61970137-C963-3382-345A-01C10FB39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744"/>
              <a:ext cx="439" cy="609"/>
            </a:xfrm>
            <a:custGeom>
              <a:avLst/>
              <a:gdLst>
                <a:gd name="T0" fmla="*/ 0 w 746"/>
                <a:gd name="T1" fmla="*/ 158 h 1032"/>
                <a:gd name="T2" fmla="*/ 491 w 746"/>
                <a:gd name="T3" fmla="*/ 1032 h 1032"/>
                <a:gd name="T4" fmla="*/ 746 w 746"/>
                <a:gd name="T5" fmla="*/ 880 h 1032"/>
                <a:gd name="T6" fmla="*/ 266 w 746"/>
                <a:gd name="T7" fmla="*/ 0 h 1032"/>
                <a:gd name="T8" fmla="*/ 0 w 746"/>
                <a:gd name="T9" fmla="*/ 15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1032">
                  <a:moveTo>
                    <a:pt x="0" y="158"/>
                  </a:moveTo>
                  <a:lnTo>
                    <a:pt x="491" y="1032"/>
                  </a:lnTo>
                  <a:lnTo>
                    <a:pt x="746" y="880"/>
                  </a:lnTo>
                  <a:lnTo>
                    <a:pt x="266" y="0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18F94D-46BE-6C91-E934-83F2297E6C80}"/>
              </a:ext>
            </a:extLst>
          </p:cNvPr>
          <p:cNvGrpSpPr>
            <a:grpSpLocks/>
          </p:cNvGrpSpPr>
          <p:nvPr/>
        </p:nvGrpSpPr>
        <p:grpSpPr bwMode="auto">
          <a:xfrm>
            <a:off x="7272340" y="3642140"/>
            <a:ext cx="2305601" cy="2406332"/>
            <a:chOff x="3216" y="1582"/>
            <a:chExt cx="1854" cy="1935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4A46415-56E7-59DD-72FC-ACD9372A3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034"/>
              <a:ext cx="1635" cy="1102"/>
            </a:xfrm>
            <a:custGeom>
              <a:avLst/>
              <a:gdLst>
                <a:gd name="T0" fmla="*/ 636 w 1635"/>
                <a:gd name="T1" fmla="*/ 0 h 1102"/>
                <a:gd name="T2" fmla="*/ 0 w 1635"/>
                <a:gd name="T3" fmla="*/ 750 h 1102"/>
                <a:gd name="T4" fmla="*/ 173 w 1635"/>
                <a:gd name="T5" fmla="*/ 838 h 1102"/>
                <a:gd name="T6" fmla="*/ 384 w 1635"/>
                <a:gd name="T7" fmla="*/ 599 h 1102"/>
                <a:gd name="T8" fmla="*/ 627 w 1635"/>
                <a:gd name="T9" fmla="*/ 765 h 1102"/>
                <a:gd name="T10" fmla="*/ 442 w 1635"/>
                <a:gd name="T11" fmla="*/ 1007 h 1102"/>
                <a:gd name="T12" fmla="*/ 629 w 1635"/>
                <a:gd name="T13" fmla="*/ 1102 h 1102"/>
                <a:gd name="T14" fmla="*/ 927 w 1635"/>
                <a:gd name="T15" fmla="*/ 738 h 1102"/>
                <a:gd name="T16" fmla="*/ 1291 w 1635"/>
                <a:gd name="T17" fmla="*/ 978 h 1102"/>
                <a:gd name="T18" fmla="*/ 1635 w 1635"/>
                <a:gd name="T19" fmla="*/ 544 h 1102"/>
                <a:gd name="T20" fmla="*/ 636 w 1635"/>
                <a:gd name="T21" fmla="*/ 0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5" h="1102">
                  <a:moveTo>
                    <a:pt x="636" y="0"/>
                  </a:moveTo>
                  <a:lnTo>
                    <a:pt x="0" y="750"/>
                  </a:lnTo>
                  <a:lnTo>
                    <a:pt x="173" y="838"/>
                  </a:lnTo>
                  <a:lnTo>
                    <a:pt x="384" y="599"/>
                  </a:lnTo>
                  <a:lnTo>
                    <a:pt x="627" y="765"/>
                  </a:lnTo>
                  <a:lnTo>
                    <a:pt x="442" y="1007"/>
                  </a:lnTo>
                  <a:lnTo>
                    <a:pt x="629" y="1102"/>
                  </a:lnTo>
                  <a:lnTo>
                    <a:pt x="927" y="738"/>
                  </a:lnTo>
                  <a:lnTo>
                    <a:pt x="1291" y="978"/>
                  </a:lnTo>
                  <a:lnTo>
                    <a:pt x="1635" y="544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9870BF1-D343-10DC-511C-27C242D73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2766"/>
              <a:ext cx="361" cy="738"/>
            </a:xfrm>
            <a:custGeom>
              <a:avLst/>
              <a:gdLst>
                <a:gd name="T0" fmla="*/ 0 w 353"/>
                <a:gd name="T1" fmla="*/ 0 h 720"/>
                <a:gd name="T2" fmla="*/ 353 w 353"/>
                <a:gd name="T3" fmla="*/ 200 h 720"/>
                <a:gd name="T4" fmla="*/ 353 w 353"/>
                <a:gd name="T5" fmla="*/ 720 h 720"/>
                <a:gd name="T6" fmla="*/ 0 w 353"/>
                <a:gd name="T7" fmla="*/ 542 h 720"/>
                <a:gd name="T8" fmla="*/ 0 w 353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720">
                  <a:moveTo>
                    <a:pt x="0" y="0"/>
                  </a:moveTo>
                  <a:lnTo>
                    <a:pt x="353" y="200"/>
                  </a:lnTo>
                  <a:lnTo>
                    <a:pt x="353" y="720"/>
                  </a:lnTo>
                  <a:lnTo>
                    <a:pt x="0" y="5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1B32386-AFC3-D2D7-7A27-55387FCD2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606"/>
              <a:ext cx="309" cy="550"/>
            </a:xfrm>
            <a:custGeom>
              <a:avLst/>
              <a:gdLst>
                <a:gd name="T0" fmla="*/ 0 w 339"/>
                <a:gd name="T1" fmla="*/ 0 h 604"/>
                <a:gd name="T2" fmla="*/ 339 w 339"/>
                <a:gd name="T3" fmla="*/ 195 h 604"/>
                <a:gd name="T4" fmla="*/ 96 w 339"/>
                <a:gd name="T5" fmla="*/ 477 h 604"/>
                <a:gd name="T6" fmla="*/ 102 w 339"/>
                <a:gd name="T7" fmla="*/ 604 h 604"/>
                <a:gd name="T8" fmla="*/ 0 w 339"/>
                <a:gd name="T9" fmla="*/ 538 h 604"/>
                <a:gd name="T10" fmla="*/ 0 w 339"/>
                <a:gd name="T11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9" h="604">
                  <a:moveTo>
                    <a:pt x="0" y="0"/>
                  </a:moveTo>
                  <a:lnTo>
                    <a:pt x="339" y="195"/>
                  </a:lnTo>
                  <a:lnTo>
                    <a:pt x="96" y="477"/>
                  </a:lnTo>
                  <a:lnTo>
                    <a:pt x="102" y="604"/>
                  </a:lnTo>
                  <a:lnTo>
                    <a:pt x="0" y="5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7C80"/>
                </a:gs>
                <a:gs pos="100000">
                  <a:srgbClr val="FF7C80">
                    <a:gamma/>
                    <a:shade val="6078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1646E9-A5D0-CF08-D7E8-6E3002E30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582"/>
              <a:ext cx="1231" cy="721"/>
            </a:xfrm>
            <a:custGeom>
              <a:avLst/>
              <a:gdLst>
                <a:gd name="T0" fmla="*/ 0 w 1353"/>
                <a:gd name="T1" fmla="*/ 167 h 793"/>
                <a:gd name="T2" fmla="*/ 291 w 1353"/>
                <a:gd name="T3" fmla="*/ 0 h 793"/>
                <a:gd name="T4" fmla="*/ 1353 w 1353"/>
                <a:gd name="T5" fmla="*/ 618 h 793"/>
                <a:gd name="T6" fmla="*/ 1054 w 1353"/>
                <a:gd name="T7" fmla="*/ 793 h 793"/>
                <a:gd name="T8" fmla="*/ 0 w 1353"/>
                <a:gd name="T9" fmla="*/ 167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3" h="793">
                  <a:moveTo>
                    <a:pt x="0" y="167"/>
                  </a:moveTo>
                  <a:lnTo>
                    <a:pt x="291" y="0"/>
                  </a:lnTo>
                  <a:lnTo>
                    <a:pt x="1353" y="618"/>
                  </a:lnTo>
                  <a:lnTo>
                    <a:pt x="1054" y="793"/>
                  </a:lnTo>
                  <a:lnTo>
                    <a:pt x="0" y="167"/>
                  </a:lnTo>
                  <a:close/>
                </a:path>
              </a:pathLst>
            </a:custGeom>
            <a:gradFill rotWithShape="0">
              <a:gsLst>
                <a:gs pos="0">
                  <a:srgbClr val="00CC66">
                    <a:gamma/>
                    <a:shade val="46275"/>
                    <a:invGamma/>
                  </a:srgbClr>
                </a:gs>
                <a:gs pos="100000">
                  <a:srgbClr val="00CC6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06A4531-135A-6FAE-C245-63777BC5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1727"/>
              <a:ext cx="973" cy="884"/>
            </a:xfrm>
            <a:custGeom>
              <a:avLst/>
              <a:gdLst>
                <a:gd name="T0" fmla="*/ 0 w 973"/>
                <a:gd name="T1" fmla="*/ 0 h 884"/>
                <a:gd name="T2" fmla="*/ 0 w 973"/>
                <a:gd name="T3" fmla="*/ 317 h 884"/>
                <a:gd name="T4" fmla="*/ 957 w 973"/>
                <a:gd name="T5" fmla="*/ 884 h 884"/>
                <a:gd name="T6" fmla="*/ 973 w 973"/>
                <a:gd name="T7" fmla="*/ 576 h 884"/>
                <a:gd name="T8" fmla="*/ 0 w 973"/>
                <a:gd name="T9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3" h="884">
                  <a:moveTo>
                    <a:pt x="0" y="0"/>
                  </a:moveTo>
                  <a:lnTo>
                    <a:pt x="0" y="317"/>
                  </a:lnTo>
                  <a:lnTo>
                    <a:pt x="957" y="884"/>
                  </a:lnTo>
                  <a:lnTo>
                    <a:pt x="973" y="5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4C62A38-28E0-75F7-C2B5-33C567F97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138"/>
              <a:ext cx="573" cy="1379"/>
            </a:xfrm>
            <a:custGeom>
              <a:avLst/>
              <a:gdLst>
                <a:gd name="T0" fmla="*/ 573 w 573"/>
                <a:gd name="T1" fmla="*/ 0 h 1379"/>
                <a:gd name="T2" fmla="*/ 573 w 573"/>
                <a:gd name="T3" fmla="*/ 1048 h 1379"/>
                <a:gd name="T4" fmla="*/ 3 w 573"/>
                <a:gd name="T5" fmla="*/ 1379 h 1379"/>
                <a:gd name="T6" fmla="*/ 0 w 573"/>
                <a:gd name="T7" fmla="*/ 832 h 1379"/>
                <a:gd name="T8" fmla="*/ 304 w 573"/>
                <a:gd name="T9" fmla="*/ 462 h 1379"/>
                <a:gd name="T10" fmla="*/ 304 w 573"/>
                <a:gd name="T11" fmla="*/ 157 h 1379"/>
                <a:gd name="T12" fmla="*/ 573 w 573"/>
                <a:gd name="T13" fmla="*/ 0 h 1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3" h="1379">
                  <a:moveTo>
                    <a:pt x="573" y="0"/>
                  </a:moveTo>
                  <a:lnTo>
                    <a:pt x="573" y="1048"/>
                  </a:lnTo>
                  <a:lnTo>
                    <a:pt x="3" y="1379"/>
                  </a:lnTo>
                  <a:lnTo>
                    <a:pt x="0" y="832"/>
                  </a:lnTo>
                  <a:lnTo>
                    <a:pt x="304" y="462"/>
                  </a:lnTo>
                  <a:lnTo>
                    <a:pt x="304" y="157"/>
                  </a:lnTo>
                  <a:lnTo>
                    <a:pt x="57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66"/>
                </a:gs>
                <a:gs pos="100000">
                  <a:srgbClr val="00CC66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61C1E90-1D92-CD74-E354-F7D0CF381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2778"/>
              <a:ext cx="167" cy="451"/>
            </a:xfrm>
            <a:custGeom>
              <a:avLst/>
              <a:gdLst>
                <a:gd name="T0" fmla="*/ 0 w 167"/>
                <a:gd name="T1" fmla="*/ 0 h 451"/>
                <a:gd name="T2" fmla="*/ 167 w 167"/>
                <a:gd name="T3" fmla="*/ 94 h 451"/>
                <a:gd name="T4" fmla="*/ 167 w 167"/>
                <a:gd name="T5" fmla="*/ 451 h 451"/>
                <a:gd name="T6" fmla="*/ 2 w 167"/>
                <a:gd name="T7" fmla="*/ 358 h 451"/>
                <a:gd name="T8" fmla="*/ 0 w 167"/>
                <a:gd name="T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" h="451">
                  <a:moveTo>
                    <a:pt x="0" y="0"/>
                  </a:moveTo>
                  <a:lnTo>
                    <a:pt x="167" y="94"/>
                  </a:lnTo>
                  <a:lnTo>
                    <a:pt x="167" y="451"/>
                  </a:lnTo>
                  <a:lnTo>
                    <a:pt x="2" y="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1FE7192-2E3E-FE10-F9DB-3AC8331CD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3046"/>
              <a:ext cx="164" cy="448"/>
            </a:xfrm>
            <a:custGeom>
              <a:avLst/>
              <a:gdLst>
                <a:gd name="T0" fmla="*/ 0 w 180"/>
                <a:gd name="T1" fmla="*/ 0 h 493"/>
                <a:gd name="T2" fmla="*/ 180 w 180"/>
                <a:gd name="T3" fmla="*/ 97 h 493"/>
                <a:gd name="T4" fmla="*/ 179 w 180"/>
                <a:gd name="T5" fmla="*/ 493 h 493"/>
                <a:gd name="T6" fmla="*/ 0 w 180"/>
                <a:gd name="T7" fmla="*/ 390 h 493"/>
                <a:gd name="T8" fmla="*/ 0 w 180"/>
                <a:gd name="T9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493">
                  <a:moveTo>
                    <a:pt x="0" y="0"/>
                  </a:moveTo>
                  <a:lnTo>
                    <a:pt x="180" y="97"/>
                  </a:lnTo>
                  <a:lnTo>
                    <a:pt x="179" y="493"/>
                  </a:lnTo>
                  <a:lnTo>
                    <a:pt x="0" y="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4A654BA-492D-9C8F-4398-0CD6DE4AC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2606"/>
              <a:ext cx="218" cy="622"/>
            </a:xfrm>
            <a:custGeom>
              <a:avLst/>
              <a:gdLst>
                <a:gd name="T0" fmla="*/ 0 w 240"/>
                <a:gd name="T1" fmla="*/ 284 h 683"/>
                <a:gd name="T2" fmla="*/ 240 w 240"/>
                <a:gd name="T3" fmla="*/ 0 h 683"/>
                <a:gd name="T4" fmla="*/ 240 w 240"/>
                <a:gd name="T5" fmla="*/ 546 h 683"/>
                <a:gd name="T6" fmla="*/ 0 w 240"/>
                <a:gd name="T7" fmla="*/ 683 h 683"/>
                <a:gd name="T8" fmla="*/ 0 w 240"/>
                <a:gd name="T9" fmla="*/ 284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683">
                  <a:moveTo>
                    <a:pt x="0" y="284"/>
                  </a:moveTo>
                  <a:lnTo>
                    <a:pt x="240" y="0"/>
                  </a:lnTo>
                  <a:lnTo>
                    <a:pt x="240" y="546"/>
                  </a:lnTo>
                  <a:lnTo>
                    <a:pt x="0" y="683"/>
                  </a:lnTo>
                  <a:lnTo>
                    <a:pt x="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FFCC66">
                    <a:gamma/>
                    <a:shade val="66667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0BDC5DB-3416-FBDE-A5EA-0FC10B143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3028"/>
              <a:ext cx="172" cy="215"/>
            </a:xfrm>
            <a:custGeom>
              <a:avLst/>
              <a:gdLst>
                <a:gd name="T0" fmla="*/ 155 w 948"/>
                <a:gd name="T1" fmla="*/ 34 h 1177"/>
                <a:gd name="T2" fmla="*/ 94 w 948"/>
                <a:gd name="T3" fmla="*/ 83 h 1177"/>
                <a:gd name="T4" fmla="*/ 46 w 948"/>
                <a:gd name="T5" fmla="*/ 150 h 1177"/>
                <a:gd name="T6" fmla="*/ 15 w 948"/>
                <a:gd name="T7" fmla="*/ 232 h 1177"/>
                <a:gd name="T8" fmla="*/ 0 w 948"/>
                <a:gd name="T9" fmla="*/ 328 h 1177"/>
                <a:gd name="T10" fmla="*/ 3 w 948"/>
                <a:gd name="T11" fmla="*/ 433 h 1177"/>
                <a:gd name="T12" fmla="*/ 22 w 948"/>
                <a:gd name="T13" fmla="*/ 543 h 1177"/>
                <a:gd name="T14" fmla="*/ 58 w 948"/>
                <a:gd name="T15" fmla="*/ 655 h 1177"/>
                <a:gd name="T16" fmla="*/ 109 w 948"/>
                <a:gd name="T17" fmla="*/ 765 h 1177"/>
                <a:gd name="T18" fmla="*/ 172 w 948"/>
                <a:gd name="T19" fmla="*/ 868 h 1177"/>
                <a:gd name="T20" fmla="*/ 247 w 948"/>
                <a:gd name="T21" fmla="*/ 962 h 1177"/>
                <a:gd name="T22" fmla="*/ 330 w 948"/>
                <a:gd name="T23" fmla="*/ 1041 h 1177"/>
                <a:gd name="T24" fmla="*/ 418 w 948"/>
                <a:gd name="T25" fmla="*/ 1105 h 1177"/>
                <a:gd name="T26" fmla="*/ 508 w 948"/>
                <a:gd name="T27" fmla="*/ 1149 h 1177"/>
                <a:gd name="T28" fmla="*/ 598 w 948"/>
                <a:gd name="T29" fmla="*/ 1174 h 1177"/>
                <a:gd name="T30" fmla="*/ 681 w 948"/>
                <a:gd name="T31" fmla="*/ 1177 h 1177"/>
                <a:gd name="T32" fmla="*/ 758 w 948"/>
                <a:gd name="T33" fmla="*/ 1159 h 1177"/>
                <a:gd name="T34" fmla="*/ 825 w 948"/>
                <a:gd name="T35" fmla="*/ 1121 h 1177"/>
                <a:gd name="T36" fmla="*/ 879 w 948"/>
                <a:gd name="T37" fmla="*/ 1064 h 1177"/>
                <a:gd name="T38" fmla="*/ 919 w 948"/>
                <a:gd name="T39" fmla="*/ 988 h 1177"/>
                <a:gd name="T40" fmla="*/ 942 w 948"/>
                <a:gd name="T41" fmla="*/ 899 h 1177"/>
                <a:gd name="T42" fmla="*/ 948 w 948"/>
                <a:gd name="T43" fmla="*/ 799 h 1177"/>
                <a:gd name="T44" fmla="*/ 937 w 948"/>
                <a:gd name="T45" fmla="*/ 690 h 1177"/>
                <a:gd name="T46" fmla="*/ 910 w 948"/>
                <a:gd name="T47" fmla="*/ 578 h 1177"/>
                <a:gd name="T48" fmla="*/ 866 w 948"/>
                <a:gd name="T49" fmla="*/ 468 h 1177"/>
                <a:gd name="T50" fmla="*/ 809 w 948"/>
                <a:gd name="T51" fmla="*/ 361 h 1177"/>
                <a:gd name="T52" fmla="*/ 739 w 948"/>
                <a:gd name="T53" fmla="*/ 261 h 1177"/>
                <a:gd name="T54" fmla="*/ 660 w 948"/>
                <a:gd name="T55" fmla="*/ 174 h 1177"/>
                <a:gd name="T56" fmla="*/ 574 w 948"/>
                <a:gd name="T57" fmla="*/ 103 h 1177"/>
                <a:gd name="T58" fmla="*/ 484 w 948"/>
                <a:gd name="T59" fmla="*/ 48 h 1177"/>
                <a:gd name="T60" fmla="*/ 395 w 948"/>
                <a:gd name="T61" fmla="*/ 13 h 1177"/>
                <a:gd name="T62" fmla="*/ 308 w 948"/>
                <a:gd name="T63" fmla="*/ 0 h 1177"/>
                <a:gd name="T64" fmla="*/ 227 w 948"/>
                <a:gd name="T65" fmla="*/ 7 h 1177"/>
                <a:gd name="T66" fmla="*/ 155 w 948"/>
                <a:gd name="T67" fmla="*/ 34 h 1177"/>
                <a:gd name="T68" fmla="*/ 156 w 948"/>
                <a:gd name="T69" fmla="*/ 34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48" h="1177">
                  <a:moveTo>
                    <a:pt x="155" y="34"/>
                  </a:moveTo>
                  <a:lnTo>
                    <a:pt x="94" y="83"/>
                  </a:lnTo>
                  <a:lnTo>
                    <a:pt x="46" y="150"/>
                  </a:lnTo>
                  <a:lnTo>
                    <a:pt x="15" y="232"/>
                  </a:lnTo>
                  <a:lnTo>
                    <a:pt x="0" y="328"/>
                  </a:lnTo>
                  <a:lnTo>
                    <a:pt x="3" y="433"/>
                  </a:lnTo>
                  <a:lnTo>
                    <a:pt x="22" y="543"/>
                  </a:lnTo>
                  <a:lnTo>
                    <a:pt x="58" y="655"/>
                  </a:lnTo>
                  <a:lnTo>
                    <a:pt x="109" y="765"/>
                  </a:lnTo>
                  <a:lnTo>
                    <a:pt x="172" y="868"/>
                  </a:lnTo>
                  <a:lnTo>
                    <a:pt x="247" y="962"/>
                  </a:lnTo>
                  <a:lnTo>
                    <a:pt x="330" y="1041"/>
                  </a:lnTo>
                  <a:lnTo>
                    <a:pt x="418" y="1105"/>
                  </a:lnTo>
                  <a:lnTo>
                    <a:pt x="508" y="1149"/>
                  </a:lnTo>
                  <a:lnTo>
                    <a:pt x="598" y="1174"/>
                  </a:lnTo>
                  <a:lnTo>
                    <a:pt x="681" y="1177"/>
                  </a:lnTo>
                  <a:lnTo>
                    <a:pt x="758" y="1159"/>
                  </a:lnTo>
                  <a:lnTo>
                    <a:pt x="825" y="1121"/>
                  </a:lnTo>
                  <a:lnTo>
                    <a:pt x="879" y="1064"/>
                  </a:lnTo>
                  <a:lnTo>
                    <a:pt x="919" y="988"/>
                  </a:lnTo>
                  <a:lnTo>
                    <a:pt x="942" y="899"/>
                  </a:lnTo>
                  <a:lnTo>
                    <a:pt x="948" y="799"/>
                  </a:lnTo>
                  <a:lnTo>
                    <a:pt x="937" y="690"/>
                  </a:lnTo>
                  <a:lnTo>
                    <a:pt x="910" y="578"/>
                  </a:lnTo>
                  <a:lnTo>
                    <a:pt x="866" y="468"/>
                  </a:lnTo>
                  <a:lnTo>
                    <a:pt x="809" y="361"/>
                  </a:lnTo>
                  <a:lnTo>
                    <a:pt x="739" y="261"/>
                  </a:lnTo>
                  <a:lnTo>
                    <a:pt x="660" y="174"/>
                  </a:lnTo>
                  <a:lnTo>
                    <a:pt x="574" y="103"/>
                  </a:lnTo>
                  <a:lnTo>
                    <a:pt x="484" y="48"/>
                  </a:lnTo>
                  <a:lnTo>
                    <a:pt x="395" y="13"/>
                  </a:lnTo>
                  <a:lnTo>
                    <a:pt x="308" y="0"/>
                  </a:lnTo>
                  <a:lnTo>
                    <a:pt x="227" y="7"/>
                  </a:lnTo>
                  <a:lnTo>
                    <a:pt x="155" y="34"/>
                  </a:lnTo>
                  <a:lnTo>
                    <a:pt x="156" y="34"/>
                  </a:lnTo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5000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0BFADA-30DE-6935-3F9C-58DFA611B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" y="2766"/>
              <a:ext cx="305" cy="734"/>
            </a:xfrm>
            <a:custGeom>
              <a:avLst/>
              <a:gdLst>
                <a:gd name="T0" fmla="*/ 1 w 335"/>
                <a:gd name="T1" fmla="*/ 400 h 807"/>
                <a:gd name="T2" fmla="*/ 0 w 335"/>
                <a:gd name="T3" fmla="*/ 807 h 807"/>
                <a:gd name="T4" fmla="*/ 335 w 335"/>
                <a:gd name="T5" fmla="*/ 603 h 807"/>
                <a:gd name="T6" fmla="*/ 335 w 335"/>
                <a:gd name="T7" fmla="*/ 0 h 807"/>
                <a:gd name="T8" fmla="*/ 1 w 335"/>
                <a:gd name="T9" fmla="*/ 400 h 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5" h="807">
                  <a:moveTo>
                    <a:pt x="1" y="400"/>
                  </a:moveTo>
                  <a:lnTo>
                    <a:pt x="0" y="807"/>
                  </a:lnTo>
                  <a:lnTo>
                    <a:pt x="335" y="603"/>
                  </a:lnTo>
                  <a:lnTo>
                    <a:pt x="335" y="0"/>
                  </a:lnTo>
                  <a:lnTo>
                    <a:pt x="1" y="4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66667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34" name="图片 31">
            <a:extLst>
              <a:ext uri="{FF2B5EF4-FFF2-40B4-BE49-F238E27FC236}">
                <a16:creationId xmlns:a16="http://schemas.microsoft.com/office/drawing/2014/main" id="{A25AD0E0-DA90-8EDC-8647-AFACFF6CD8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827" t="52543" b="1"/>
          <a:stretch/>
        </p:blipFill>
        <p:spPr>
          <a:xfrm>
            <a:off x="5019966" y="2891128"/>
            <a:ext cx="2166571" cy="1862662"/>
          </a:xfrm>
          <a:prstGeom prst="rect">
            <a:avLst/>
          </a:prstGeom>
        </p:spPr>
      </p:pic>
      <p:sp>
        <p:nvSpPr>
          <p:cNvPr id="35" name="文本框 32">
            <a:extLst>
              <a:ext uri="{FF2B5EF4-FFF2-40B4-BE49-F238E27FC236}">
                <a16:creationId xmlns:a16="http://schemas.microsoft.com/office/drawing/2014/main" id="{98055309-BC44-C7BF-F4E1-B79EF36E22EC}"/>
              </a:ext>
            </a:extLst>
          </p:cNvPr>
          <p:cNvSpPr txBox="1"/>
          <p:nvPr/>
        </p:nvSpPr>
        <p:spPr>
          <a:xfrm>
            <a:off x="1545455" y="4875662"/>
            <a:ext cx="4676442" cy="138499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         </a:t>
            </a:r>
            <a:r>
              <a:rPr lang="zh-CN" altLang="en-US" sz="2800" b="1">
                <a:solidFill>
                  <a:srgbClr val="C00000"/>
                </a:solidFill>
              </a:rPr>
              <a:t>以最易于理解组合体空间形状和位置的方式来建立组合体组成方式。</a:t>
            </a:r>
            <a:endParaRPr lang="en-US" sz="2800" b="1">
              <a:solidFill>
                <a:srgbClr val="C00000"/>
              </a:solidFill>
            </a:endParaRPr>
          </a:p>
        </p:txBody>
      </p:sp>
      <p:sp>
        <p:nvSpPr>
          <p:cNvPr id="36" name="Text Box 2">
            <a:extLst>
              <a:ext uri="{FF2B5EF4-FFF2-40B4-BE49-F238E27FC236}">
                <a16:creationId xmlns:a16="http://schemas.microsoft.com/office/drawing/2014/main" id="{EDCE07AC-C030-A456-A816-11A818BFD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765" y="383664"/>
            <a:ext cx="7784832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sz="320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5.5.1 </a:t>
            </a:r>
            <a:r>
              <a: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组合体的组合方式及表面过渡关系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5798BEC-4DC2-9A58-7D62-5FE546CB8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89746" y="1805509"/>
            <a:ext cx="1902970" cy="364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5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C29F8-A197-A643-F6FB-69F18BBB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DA8F-53CF-B843-9429-CDA12E7278A3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E9E10-52C8-C431-F8E2-765157E4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9BDFE-7754-A33B-48B1-67FB187E7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33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E6EBE16D-53F3-21A2-4D27-D98F2CA7E037}"/>
              </a:ext>
            </a:extLst>
          </p:cNvPr>
          <p:cNvGrpSpPr>
            <a:grpSpLocks/>
          </p:cNvGrpSpPr>
          <p:nvPr/>
        </p:nvGrpSpPr>
        <p:grpSpPr bwMode="auto">
          <a:xfrm>
            <a:off x="6355611" y="2192337"/>
            <a:ext cx="2971800" cy="2473325"/>
            <a:chOff x="1084" y="226"/>
            <a:chExt cx="1872" cy="1558"/>
          </a:xfrm>
        </p:grpSpPr>
        <p:sp>
          <p:nvSpPr>
            <p:cNvPr id="6" name="Oval 3">
              <a:extLst>
                <a:ext uri="{FF2B5EF4-FFF2-40B4-BE49-F238E27FC236}">
                  <a16:creationId xmlns:a16="http://schemas.microsoft.com/office/drawing/2014/main" id="{96DC64FE-42F1-8297-205C-F1D91676B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3" y="427"/>
              <a:ext cx="1067" cy="5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045D4468-CDA1-1165-4DB0-FB3946FF1A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936"/>
              <a:ext cx="1026" cy="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8EE6A24B-0BE4-5D61-BBB2-23FFCA9AD0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4" y="1272"/>
              <a:ext cx="936" cy="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3E016E34-77AA-8EE7-28EA-6C97F3AAE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8" y="1320"/>
              <a:ext cx="732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CDA3A421-36F0-1B6E-0B38-A195C0012C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4" y="1374"/>
              <a:ext cx="0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FD4D0708-ED5E-7068-C32D-A605845A1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66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538A9FCE-6645-55DE-7A36-F9F9E2371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570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E1EDE484-02E5-3D79-2FC7-C1357DDBA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0" y="366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98DC9306-15A1-4F5D-6036-91A84F088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4" y="450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52F4D45C-9A69-1433-99B5-7B6F00876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534"/>
              <a:ext cx="630" cy="3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629CB559-1864-B800-2886-B074F3D3B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666"/>
              <a:ext cx="192" cy="300"/>
            </a:xfrm>
            <a:custGeom>
              <a:avLst/>
              <a:gdLst>
                <a:gd name="T0" fmla="*/ 192 w 192"/>
                <a:gd name="T1" fmla="*/ 0 h 300"/>
                <a:gd name="T2" fmla="*/ 0 w 192"/>
                <a:gd name="T3" fmla="*/ 96 h 300"/>
                <a:gd name="T4" fmla="*/ 0 w 192"/>
                <a:gd name="T5" fmla="*/ 300 h 300"/>
                <a:gd name="T6" fmla="*/ 192 w 192"/>
                <a:gd name="T7" fmla="*/ 192 h 300"/>
                <a:gd name="T8" fmla="*/ 192 w 192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300">
                  <a:moveTo>
                    <a:pt x="192" y="0"/>
                  </a:moveTo>
                  <a:lnTo>
                    <a:pt x="0" y="96"/>
                  </a:lnTo>
                  <a:lnTo>
                    <a:pt x="0" y="300"/>
                  </a:lnTo>
                  <a:lnTo>
                    <a:pt x="192" y="192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932A7FBA-66B7-EC73-512C-CC9B573B0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408"/>
              <a:ext cx="192" cy="300"/>
            </a:xfrm>
            <a:custGeom>
              <a:avLst/>
              <a:gdLst>
                <a:gd name="T0" fmla="*/ 192 w 192"/>
                <a:gd name="T1" fmla="*/ 0 h 300"/>
                <a:gd name="T2" fmla="*/ 0 w 192"/>
                <a:gd name="T3" fmla="*/ 96 h 300"/>
                <a:gd name="T4" fmla="*/ 0 w 192"/>
                <a:gd name="T5" fmla="*/ 300 h 300"/>
                <a:gd name="T6" fmla="*/ 192 w 192"/>
                <a:gd name="T7" fmla="*/ 192 h 300"/>
                <a:gd name="T8" fmla="*/ 192 w 192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300">
                  <a:moveTo>
                    <a:pt x="192" y="0"/>
                  </a:moveTo>
                  <a:lnTo>
                    <a:pt x="0" y="96"/>
                  </a:lnTo>
                  <a:lnTo>
                    <a:pt x="0" y="300"/>
                  </a:lnTo>
                  <a:lnTo>
                    <a:pt x="192" y="192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95E84A9F-01D0-E562-22AE-72B903079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976"/>
              <a:ext cx="284" cy="200"/>
            </a:xfrm>
            <a:custGeom>
              <a:avLst/>
              <a:gdLst>
                <a:gd name="T0" fmla="*/ 0 w 284"/>
                <a:gd name="T1" fmla="*/ 0 h 200"/>
                <a:gd name="T2" fmla="*/ 284 w 284"/>
                <a:gd name="T3" fmla="*/ 136 h 200"/>
                <a:gd name="T4" fmla="*/ 168 w 284"/>
                <a:gd name="T5" fmla="*/ 200 h 200"/>
                <a:gd name="T6" fmla="*/ 0 w 284"/>
                <a:gd name="T7" fmla="*/ 128 h 200"/>
                <a:gd name="T8" fmla="*/ 0 w 284"/>
                <a:gd name="T9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200">
                  <a:moveTo>
                    <a:pt x="0" y="0"/>
                  </a:moveTo>
                  <a:lnTo>
                    <a:pt x="284" y="136"/>
                  </a:lnTo>
                  <a:lnTo>
                    <a:pt x="168" y="200"/>
                  </a:lnTo>
                  <a:lnTo>
                    <a:pt x="0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BBD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0F7E0E4F-9970-341D-294D-569A5FD71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984"/>
              <a:ext cx="516" cy="380"/>
            </a:xfrm>
            <a:custGeom>
              <a:avLst/>
              <a:gdLst>
                <a:gd name="T0" fmla="*/ 0 w 516"/>
                <a:gd name="T1" fmla="*/ 380 h 380"/>
                <a:gd name="T2" fmla="*/ 516 w 516"/>
                <a:gd name="T3" fmla="*/ 120 h 380"/>
                <a:gd name="T4" fmla="*/ 516 w 516"/>
                <a:gd name="T5" fmla="*/ 0 h 380"/>
                <a:gd name="T6" fmla="*/ 4 w 516"/>
                <a:gd name="T7" fmla="*/ 252 h 380"/>
                <a:gd name="T8" fmla="*/ 0 w 516"/>
                <a:gd name="T9" fmla="*/ 38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380">
                  <a:moveTo>
                    <a:pt x="0" y="380"/>
                  </a:moveTo>
                  <a:lnTo>
                    <a:pt x="516" y="120"/>
                  </a:lnTo>
                  <a:lnTo>
                    <a:pt x="516" y="0"/>
                  </a:lnTo>
                  <a:lnTo>
                    <a:pt x="4" y="252"/>
                  </a:lnTo>
                  <a:lnTo>
                    <a:pt x="0" y="380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99CCFF">
                    <a:gamma/>
                    <a:shade val="83529"/>
                    <a:invGamma/>
                  </a:srgbClr>
                </a:gs>
              </a:gsLst>
              <a:lin ang="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29766469-8169-DED6-AEE4-F76C8F3B5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104"/>
              <a:ext cx="668" cy="432"/>
            </a:xfrm>
            <a:custGeom>
              <a:avLst/>
              <a:gdLst>
                <a:gd name="T0" fmla="*/ 0 w 668"/>
                <a:gd name="T1" fmla="*/ 248 h 432"/>
                <a:gd name="T2" fmla="*/ 512 w 668"/>
                <a:gd name="T3" fmla="*/ 0 h 432"/>
                <a:gd name="T4" fmla="*/ 668 w 668"/>
                <a:gd name="T5" fmla="*/ 72 h 432"/>
                <a:gd name="T6" fmla="*/ 280 w 668"/>
                <a:gd name="T7" fmla="*/ 272 h 432"/>
                <a:gd name="T8" fmla="*/ 280 w 668"/>
                <a:gd name="T9" fmla="*/ 432 h 432"/>
                <a:gd name="T10" fmla="*/ 0 w 668"/>
                <a:gd name="T11" fmla="*/ 24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8" h="432">
                  <a:moveTo>
                    <a:pt x="0" y="248"/>
                  </a:moveTo>
                  <a:lnTo>
                    <a:pt x="512" y="0"/>
                  </a:lnTo>
                  <a:lnTo>
                    <a:pt x="668" y="72"/>
                  </a:lnTo>
                  <a:lnTo>
                    <a:pt x="280" y="272"/>
                  </a:lnTo>
                  <a:lnTo>
                    <a:pt x="280" y="432"/>
                  </a:lnTo>
                  <a:lnTo>
                    <a:pt x="0" y="248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99CCFF">
                    <a:gamma/>
                    <a:shade val="83529"/>
                    <a:invGamma/>
                  </a:srgbClr>
                </a:gs>
              </a:gsLst>
              <a:lin ang="1890000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8D28C16A-5AE1-2B49-10D3-161A6F27D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" y="1092"/>
              <a:ext cx="712" cy="688"/>
            </a:xfrm>
            <a:custGeom>
              <a:avLst/>
              <a:gdLst>
                <a:gd name="T0" fmla="*/ 0 w 712"/>
                <a:gd name="T1" fmla="*/ 0 h 688"/>
                <a:gd name="T2" fmla="*/ 0 w 712"/>
                <a:gd name="T3" fmla="*/ 280 h 688"/>
                <a:gd name="T4" fmla="*/ 712 w 712"/>
                <a:gd name="T5" fmla="*/ 688 h 688"/>
                <a:gd name="T6" fmla="*/ 712 w 712"/>
                <a:gd name="T7" fmla="*/ 404 h 688"/>
                <a:gd name="T8" fmla="*/ 484 w 712"/>
                <a:gd name="T9" fmla="*/ 276 h 688"/>
                <a:gd name="T10" fmla="*/ 484 w 712"/>
                <a:gd name="T11" fmla="*/ 404 h 688"/>
                <a:gd name="T12" fmla="*/ 220 w 712"/>
                <a:gd name="T13" fmla="*/ 248 h 688"/>
                <a:gd name="T14" fmla="*/ 220 w 712"/>
                <a:gd name="T15" fmla="*/ 124 h 688"/>
                <a:gd name="T16" fmla="*/ 0 w 712"/>
                <a:gd name="T17" fmla="*/ 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2" h="688">
                  <a:moveTo>
                    <a:pt x="0" y="0"/>
                  </a:moveTo>
                  <a:lnTo>
                    <a:pt x="0" y="280"/>
                  </a:lnTo>
                  <a:lnTo>
                    <a:pt x="712" y="688"/>
                  </a:lnTo>
                  <a:lnTo>
                    <a:pt x="712" y="404"/>
                  </a:lnTo>
                  <a:lnTo>
                    <a:pt x="484" y="276"/>
                  </a:lnTo>
                  <a:lnTo>
                    <a:pt x="484" y="404"/>
                  </a:lnTo>
                  <a:lnTo>
                    <a:pt x="220" y="248"/>
                  </a:lnTo>
                  <a:lnTo>
                    <a:pt x="220" y="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2" name="Oval 19">
              <a:extLst>
                <a:ext uri="{FF2B5EF4-FFF2-40B4-BE49-F238E27FC236}">
                  <a16:creationId xmlns:a16="http://schemas.microsoft.com/office/drawing/2014/main" id="{951FDFF3-ECD5-4497-907E-DB3C65BF4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300"/>
              <a:ext cx="144" cy="84"/>
            </a:xfrm>
            <a:prstGeom prst="ellipse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100000">
                  <a:srgbClr val="99CCFF"/>
                </a:gs>
              </a:gsLst>
              <a:lin ang="0" scaled="1"/>
            </a:gra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3" name="Oval 20">
              <a:extLst>
                <a:ext uri="{FF2B5EF4-FFF2-40B4-BE49-F238E27FC236}">
                  <a16:creationId xmlns:a16="http://schemas.microsoft.com/office/drawing/2014/main" id="{390E1DA6-10A8-8179-0D21-97BA84B5D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1200"/>
              <a:ext cx="144" cy="84"/>
            </a:xfrm>
            <a:prstGeom prst="ellipse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100000">
                  <a:srgbClr val="99CCFF"/>
                </a:gs>
              </a:gsLst>
              <a:lin ang="0" scaled="1"/>
            </a:gra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2799FA6C-EBE9-87A8-3313-175B3BBBF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" y="704"/>
              <a:ext cx="1728" cy="808"/>
            </a:xfrm>
            <a:custGeom>
              <a:avLst/>
              <a:gdLst>
                <a:gd name="T0" fmla="*/ 796 w 1728"/>
                <a:gd name="T1" fmla="*/ 0 h 808"/>
                <a:gd name="T2" fmla="*/ 0 w 1728"/>
                <a:gd name="T3" fmla="*/ 392 h 808"/>
                <a:gd name="T4" fmla="*/ 236 w 1728"/>
                <a:gd name="T5" fmla="*/ 528 h 808"/>
                <a:gd name="T6" fmla="*/ 724 w 1728"/>
                <a:gd name="T7" fmla="*/ 284 h 808"/>
                <a:gd name="T8" fmla="*/ 1000 w 1728"/>
                <a:gd name="T9" fmla="*/ 416 h 808"/>
                <a:gd name="T10" fmla="*/ 500 w 1728"/>
                <a:gd name="T11" fmla="*/ 676 h 808"/>
                <a:gd name="T12" fmla="*/ 736 w 1728"/>
                <a:gd name="T13" fmla="*/ 808 h 808"/>
                <a:gd name="T14" fmla="*/ 1728 w 1728"/>
                <a:gd name="T15" fmla="*/ 304 h 808"/>
                <a:gd name="T16" fmla="*/ 796 w 1728"/>
                <a:gd name="T17" fmla="*/ 0 h 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8" h="808">
                  <a:moveTo>
                    <a:pt x="796" y="0"/>
                  </a:moveTo>
                  <a:lnTo>
                    <a:pt x="0" y="392"/>
                  </a:lnTo>
                  <a:lnTo>
                    <a:pt x="236" y="528"/>
                  </a:lnTo>
                  <a:lnTo>
                    <a:pt x="724" y="284"/>
                  </a:lnTo>
                  <a:lnTo>
                    <a:pt x="1000" y="416"/>
                  </a:lnTo>
                  <a:lnTo>
                    <a:pt x="500" y="676"/>
                  </a:lnTo>
                  <a:lnTo>
                    <a:pt x="736" y="808"/>
                  </a:lnTo>
                  <a:lnTo>
                    <a:pt x="1728" y="304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99CC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528017FD-8322-CB48-637E-293545969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638"/>
              <a:ext cx="204" cy="294"/>
            </a:xfrm>
            <a:custGeom>
              <a:avLst/>
              <a:gdLst>
                <a:gd name="T0" fmla="*/ 0 w 204"/>
                <a:gd name="T1" fmla="*/ 102 h 294"/>
                <a:gd name="T2" fmla="*/ 0 w 204"/>
                <a:gd name="T3" fmla="*/ 294 h 294"/>
                <a:gd name="T4" fmla="*/ 204 w 204"/>
                <a:gd name="T5" fmla="*/ 186 h 294"/>
                <a:gd name="T6" fmla="*/ 192 w 204"/>
                <a:gd name="T7" fmla="*/ 0 h 294"/>
                <a:gd name="T8" fmla="*/ 0 w 204"/>
                <a:gd name="T9" fmla="*/ 10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" h="294">
                  <a:moveTo>
                    <a:pt x="0" y="102"/>
                  </a:moveTo>
                  <a:lnTo>
                    <a:pt x="0" y="294"/>
                  </a:lnTo>
                  <a:lnTo>
                    <a:pt x="204" y="186"/>
                  </a:lnTo>
                  <a:lnTo>
                    <a:pt x="192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7171DB9B-AC25-BF8F-8B0A-BC109F7C6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92"/>
              <a:ext cx="176" cy="268"/>
            </a:xfrm>
            <a:custGeom>
              <a:avLst/>
              <a:gdLst>
                <a:gd name="T0" fmla="*/ 0 w 176"/>
                <a:gd name="T1" fmla="*/ 92 h 268"/>
                <a:gd name="T2" fmla="*/ 0 w 176"/>
                <a:gd name="T3" fmla="*/ 268 h 268"/>
                <a:gd name="T4" fmla="*/ 176 w 176"/>
                <a:gd name="T5" fmla="*/ 172 h 268"/>
                <a:gd name="T6" fmla="*/ 176 w 176"/>
                <a:gd name="T7" fmla="*/ 0 h 268"/>
                <a:gd name="T8" fmla="*/ 80 w 176"/>
                <a:gd name="T9" fmla="*/ 52 h 268"/>
                <a:gd name="T10" fmla="*/ 0 w 176"/>
                <a:gd name="T11" fmla="*/ 92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6" h="268">
                  <a:moveTo>
                    <a:pt x="0" y="92"/>
                  </a:moveTo>
                  <a:lnTo>
                    <a:pt x="0" y="268"/>
                  </a:lnTo>
                  <a:lnTo>
                    <a:pt x="176" y="172"/>
                  </a:lnTo>
                  <a:lnTo>
                    <a:pt x="176" y="0"/>
                  </a:lnTo>
                  <a:lnTo>
                    <a:pt x="80" y="52"/>
                  </a:lnTo>
                  <a:lnTo>
                    <a:pt x="0" y="92"/>
                  </a:lnTo>
                  <a:close/>
                </a:path>
              </a:pathLst>
            </a:custGeom>
            <a:gradFill rotWithShape="0">
              <a:gsLst>
                <a:gs pos="0">
                  <a:srgbClr val="97BBDF"/>
                </a:gs>
                <a:gs pos="100000">
                  <a:srgbClr val="97BBDF">
                    <a:gamma/>
                    <a:shade val="78431"/>
                    <a:invGamma/>
                  </a:srgbClr>
                </a:gs>
              </a:gsLst>
              <a:lin ang="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2DD226B9-61A7-4DF5-648E-AD71F4A74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564"/>
              <a:ext cx="756" cy="436"/>
            </a:xfrm>
            <a:custGeom>
              <a:avLst/>
              <a:gdLst>
                <a:gd name="T0" fmla="*/ 0 w 756"/>
                <a:gd name="T1" fmla="*/ 372 h 436"/>
                <a:gd name="T2" fmla="*/ 236 w 756"/>
                <a:gd name="T3" fmla="*/ 242 h 436"/>
                <a:gd name="T4" fmla="*/ 300 w 756"/>
                <a:gd name="T5" fmla="*/ 236 h 436"/>
                <a:gd name="T6" fmla="*/ 362 w 756"/>
                <a:gd name="T7" fmla="*/ 224 h 436"/>
                <a:gd name="T8" fmla="*/ 428 w 756"/>
                <a:gd name="T9" fmla="*/ 206 h 436"/>
                <a:gd name="T10" fmla="*/ 480 w 756"/>
                <a:gd name="T11" fmla="*/ 184 h 436"/>
                <a:gd name="T12" fmla="*/ 520 w 756"/>
                <a:gd name="T13" fmla="*/ 144 h 436"/>
                <a:gd name="T14" fmla="*/ 530 w 756"/>
                <a:gd name="T15" fmla="*/ 98 h 436"/>
                <a:gd name="T16" fmla="*/ 716 w 756"/>
                <a:gd name="T17" fmla="*/ 0 h 436"/>
                <a:gd name="T18" fmla="*/ 736 w 756"/>
                <a:gd name="T19" fmla="*/ 32 h 436"/>
                <a:gd name="T20" fmla="*/ 748 w 756"/>
                <a:gd name="T21" fmla="*/ 60 h 436"/>
                <a:gd name="T22" fmla="*/ 752 w 756"/>
                <a:gd name="T23" fmla="*/ 96 h 436"/>
                <a:gd name="T24" fmla="*/ 756 w 756"/>
                <a:gd name="T25" fmla="*/ 180 h 436"/>
                <a:gd name="T26" fmla="*/ 728 w 756"/>
                <a:gd name="T27" fmla="*/ 248 h 436"/>
                <a:gd name="T28" fmla="*/ 704 w 756"/>
                <a:gd name="T29" fmla="*/ 292 h 436"/>
                <a:gd name="T30" fmla="*/ 668 w 756"/>
                <a:gd name="T31" fmla="*/ 348 h 436"/>
                <a:gd name="T32" fmla="*/ 620 w 756"/>
                <a:gd name="T33" fmla="*/ 364 h 436"/>
                <a:gd name="T34" fmla="*/ 564 w 756"/>
                <a:gd name="T35" fmla="*/ 376 h 436"/>
                <a:gd name="T36" fmla="*/ 496 w 756"/>
                <a:gd name="T37" fmla="*/ 404 h 436"/>
                <a:gd name="T38" fmla="*/ 444 w 756"/>
                <a:gd name="T39" fmla="*/ 412 h 436"/>
                <a:gd name="T40" fmla="*/ 348 w 756"/>
                <a:gd name="T41" fmla="*/ 428 h 436"/>
                <a:gd name="T42" fmla="*/ 200 w 756"/>
                <a:gd name="T43" fmla="*/ 436 h 436"/>
                <a:gd name="T44" fmla="*/ 140 w 756"/>
                <a:gd name="T45" fmla="*/ 420 h 436"/>
                <a:gd name="T46" fmla="*/ 80 w 756"/>
                <a:gd name="T47" fmla="*/ 400 h 436"/>
                <a:gd name="T48" fmla="*/ 0 w 756"/>
                <a:gd name="T49" fmla="*/ 372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56" h="436">
                  <a:moveTo>
                    <a:pt x="0" y="372"/>
                  </a:moveTo>
                  <a:lnTo>
                    <a:pt x="236" y="242"/>
                  </a:lnTo>
                  <a:lnTo>
                    <a:pt x="300" y="236"/>
                  </a:lnTo>
                  <a:lnTo>
                    <a:pt x="362" y="224"/>
                  </a:lnTo>
                  <a:lnTo>
                    <a:pt x="428" y="206"/>
                  </a:lnTo>
                  <a:lnTo>
                    <a:pt x="480" y="184"/>
                  </a:lnTo>
                  <a:lnTo>
                    <a:pt x="520" y="144"/>
                  </a:lnTo>
                  <a:lnTo>
                    <a:pt x="530" y="98"/>
                  </a:lnTo>
                  <a:lnTo>
                    <a:pt x="716" y="0"/>
                  </a:lnTo>
                  <a:lnTo>
                    <a:pt x="736" y="32"/>
                  </a:lnTo>
                  <a:lnTo>
                    <a:pt x="748" y="60"/>
                  </a:lnTo>
                  <a:lnTo>
                    <a:pt x="752" y="96"/>
                  </a:lnTo>
                  <a:lnTo>
                    <a:pt x="756" y="180"/>
                  </a:lnTo>
                  <a:lnTo>
                    <a:pt x="728" y="248"/>
                  </a:lnTo>
                  <a:lnTo>
                    <a:pt x="704" y="292"/>
                  </a:lnTo>
                  <a:lnTo>
                    <a:pt x="668" y="348"/>
                  </a:lnTo>
                  <a:lnTo>
                    <a:pt x="620" y="364"/>
                  </a:lnTo>
                  <a:lnTo>
                    <a:pt x="564" y="376"/>
                  </a:lnTo>
                  <a:lnTo>
                    <a:pt x="496" y="404"/>
                  </a:lnTo>
                  <a:lnTo>
                    <a:pt x="444" y="412"/>
                  </a:lnTo>
                  <a:lnTo>
                    <a:pt x="348" y="428"/>
                  </a:lnTo>
                  <a:lnTo>
                    <a:pt x="200" y="436"/>
                  </a:lnTo>
                  <a:lnTo>
                    <a:pt x="140" y="420"/>
                  </a:lnTo>
                  <a:lnTo>
                    <a:pt x="80" y="400"/>
                  </a:lnTo>
                  <a:lnTo>
                    <a:pt x="0" y="372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99CCFF">
                    <a:gamma/>
                    <a:shade val="63137"/>
                    <a:invGamma/>
                  </a:srgbClr>
                </a:gs>
              </a:gsLst>
              <a:lin ang="1890000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A6A28963-CC60-BD79-E858-B8B6C23E0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600"/>
              <a:ext cx="42" cy="198"/>
            </a:xfrm>
            <a:custGeom>
              <a:avLst/>
              <a:gdLst>
                <a:gd name="T0" fmla="*/ 36 w 42"/>
                <a:gd name="T1" fmla="*/ 0 h 198"/>
                <a:gd name="T2" fmla="*/ 42 w 42"/>
                <a:gd name="T3" fmla="*/ 198 h 198"/>
                <a:gd name="T4" fmla="*/ 6 w 42"/>
                <a:gd name="T5" fmla="*/ 144 h 198"/>
                <a:gd name="T6" fmla="*/ 0 w 42"/>
                <a:gd name="T7" fmla="*/ 96 h 198"/>
                <a:gd name="T8" fmla="*/ 16 w 42"/>
                <a:gd name="T9" fmla="*/ 40 h 198"/>
                <a:gd name="T10" fmla="*/ 36 w 42"/>
                <a:gd name="T11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198">
                  <a:moveTo>
                    <a:pt x="36" y="0"/>
                  </a:moveTo>
                  <a:lnTo>
                    <a:pt x="42" y="198"/>
                  </a:lnTo>
                  <a:lnTo>
                    <a:pt x="6" y="144"/>
                  </a:lnTo>
                  <a:lnTo>
                    <a:pt x="0" y="96"/>
                  </a:lnTo>
                  <a:lnTo>
                    <a:pt x="16" y="4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99CCFF"/>
            </a:solidFill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B316960B-C2B7-37FF-ED5D-5BB3E8BE8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" y="420"/>
              <a:ext cx="428" cy="180"/>
            </a:xfrm>
            <a:custGeom>
              <a:avLst/>
              <a:gdLst>
                <a:gd name="T0" fmla="*/ 428 w 428"/>
                <a:gd name="T1" fmla="*/ 4 h 180"/>
                <a:gd name="T2" fmla="*/ 392 w 428"/>
                <a:gd name="T3" fmla="*/ 124 h 180"/>
                <a:gd name="T4" fmla="*/ 356 w 428"/>
                <a:gd name="T5" fmla="*/ 130 h 180"/>
                <a:gd name="T6" fmla="*/ 248 w 428"/>
                <a:gd name="T7" fmla="*/ 130 h 180"/>
                <a:gd name="T8" fmla="*/ 188 w 428"/>
                <a:gd name="T9" fmla="*/ 142 h 180"/>
                <a:gd name="T10" fmla="*/ 112 w 428"/>
                <a:gd name="T11" fmla="*/ 180 h 180"/>
                <a:gd name="T12" fmla="*/ 52 w 428"/>
                <a:gd name="T13" fmla="*/ 148 h 180"/>
                <a:gd name="T14" fmla="*/ 16 w 428"/>
                <a:gd name="T15" fmla="*/ 124 h 180"/>
                <a:gd name="T16" fmla="*/ 0 w 428"/>
                <a:gd name="T17" fmla="*/ 132 h 180"/>
                <a:gd name="T18" fmla="*/ 28 w 428"/>
                <a:gd name="T19" fmla="*/ 84 h 180"/>
                <a:gd name="T20" fmla="*/ 56 w 428"/>
                <a:gd name="T21" fmla="*/ 64 h 180"/>
                <a:gd name="T22" fmla="*/ 116 w 428"/>
                <a:gd name="T23" fmla="*/ 40 h 180"/>
                <a:gd name="T24" fmla="*/ 212 w 428"/>
                <a:gd name="T25" fmla="*/ 22 h 180"/>
                <a:gd name="T26" fmla="*/ 302 w 428"/>
                <a:gd name="T27" fmla="*/ 10 h 180"/>
                <a:gd name="T28" fmla="*/ 396 w 428"/>
                <a:gd name="T29" fmla="*/ 0 h 180"/>
                <a:gd name="T30" fmla="*/ 428 w 428"/>
                <a:gd name="T31" fmla="*/ 9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8" h="180">
                  <a:moveTo>
                    <a:pt x="428" y="4"/>
                  </a:moveTo>
                  <a:lnTo>
                    <a:pt x="392" y="124"/>
                  </a:lnTo>
                  <a:lnTo>
                    <a:pt x="356" y="130"/>
                  </a:lnTo>
                  <a:lnTo>
                    <a:pt x="248" y="130"/>
                  </a:lnTo>
                  <a:lnTo>
                    <a:pt x="188" y="142"/>
                  </a:lnTo>
                  <a:lnTo>
                    <a:pt x="112" y="180"/>
                  </a:lnTo>
                  <a:lnTo>
                    <a:pt x="52" y="148"/>
                  </a:lnTo>
                  <a:lnTo>
                    <a:pt x="16" y="124"/>
                  </a:lnTo>
                  <a:lnTo>
                    <a:pt x="0" y="132"/>
                  </a:lnTo>
                  <a:lnTo>
                    <a:pt x="28" y="84"/>
                  </a:lnTo>
                  <a:lnTo>
                    <a:pt x="56" y="64"/>
                  </a:lnTo>
                  <a:lnTo>
                    <a:pt x="116" y="40"/>
                  </a:lnTo>
                  <a:lnTo>
                    <a:pt x="212" y="22"/>
                  </a:lnTo>
                  <a:lnTo>
                    <a:pt x="302" y="10"/>
                  </a:lnTo>
                  <a:lnTo>
                    <a:pt x="396" y="0"/>
                  </a:lnTo>
                  <a:lnTo>
                    <a:pt x="428" y="92"/>
                  </a:lnTo>
                </a:path>
              </a:pathLst>
            </a:custGeom>
            <a:solidFill>
              <a:srgbClr val="99CC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861D9E1A-A437-3C62-F0FB-1040828C7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332"/>
              <a:ext cx="576" cy="476"/>
            </a:xfrm>
            <a:custGeom>
              <a:avLst/>
              <a:gdLst>
                <a:gd name="T0" fmla="*/ 280 w 576"/>
                <a:gd name="T1" fmla="*/ 0 h 476"/>
                <a:gd name="T2" fmla="*/ 280 w 576"/>
                <a:gd name="T3" fmla="*/ 180 h 476"/>
                <a:gd name="T4" fmla="*/ 216 w 576"/>
                <a:gd name="T5" fmla="*/ 180 h 476"/>
                <a:gd name="T6" fmla="*/ 176 w 576"/>
                <a:gd name="T7" fmla="*/ 180 h 476"/>
                <a:gd name="T8" fmla="*/ 124 w 576"/>
                <a:gd name="T9" fmla="*/ 188 h 476"/>
                <a:gd name="T10" fmla="*/ 84 w 576"/>
                <a:gd name="T11" fmla="*/ 204 h 476"/>
                <a:gd name="T12" fmla="*/ 60 w 576"/>
                <a:gd name="T13" fmla="*/ 212 h 476"/>
                <a:gd name="T14" fmla="*/ 32 w 576"/>
                <a:gd name="T15" fmla="*/ 224 h 476"/>
                <a:gd name="T16" fmla="*/ 0 w 576"/>
                <a:gd name="T17" fmla="*/ 252 h 476"/>
                <a:gd name="T18" fmla="*/ 32 w 576"/>
                <a:gd name="T19" fmla="*/ 272 h 476"/>
                <a:gd name="T20" fmla="*/ 68 w 576"/>
                <a:gd name="T21" fmla="*/ 284 h 476"/>
                <a:gd name="T22" fmla="*/ 96 w 576"/>
                <a:gd name="T23" fmla="*/ 296 h 476"/>
                <a:gd name="T24" fmla="*/ 152 w 576"/>
                <a:gd name="T25" fmla="*/ 308 h 476"/>
                <a:gd name="T26" fmla="*/ 204 w 576"/>
                <a:gd name="T27" fmla="*/ 312 h 476"/>
                <a:gd name="T28" fmla="*/ 232 w 576"/>
                <a:gd name="T29" fmla="*/ 308 h 476"/>
                <a:gd name="T30" fmla="*/ 256 w 576"/>
                <a:gd name="T31" fmla="*/ 308 h 476"/>
                <a:gd name="T32" fmla="*/ 256 w 576"/>
                <a:gd name="T33" fmla="*/ 476 h 476"/>
                <a:gd name="T34" fmla="*/ 320 w 576"/>
                <a:gd name="T35" fmla="*/ 476 h 476"/>
                <a:gd name="T36" fmla="*/ 356 w 576"/>
                <a:gd name="T37" fmla="*/ 468 h 476"/>
                <a:gd name="T38" fmla="*/ 400 w 576"/>
                <a:gd name="T39" fmla="*/ 460 h 476"/>
                <a:gd name="T40" fmla="*/ 440 w 576"/>
                <a:gd name="T41" fmla="*/ 448 h 476"/>
                <a:gd name="T42" fmla="*/ 480 w 576"/>
                <a:gd name="T43" fmla="*/ 436 h 476"/>
                <a:gd name="T44" fmla="*/ 508 w 576"/>
                <a:gd name="T45" fmla="*/ 420 h 476"/>
                <a:gd name="T46" fmla="*/ 540 w 576"/>
                <a:gd name="T47" fmla="*/ 392 h 476"/>
                <a:gd name="T48" fmla="*/ 568 w 576"/>
                <a:gd name="T49" fmla="*/ 360 h 476"/>
                <a:gd name="T50" fmla="*/ 576 w 576"/>
                <a:gd name="T51" fmla="*/ 328 h 476"/>
                <a:gd name="T52" fmla="*/ 576 w 576"/>
                <a:gd name="T53" fmla="*/ 136 h 476"/>
                <a:gd name="T54" fmla="*/ 552 w 576"/>
                <a:gd name="T55" fmla="*/ 112 h 476"/>
                <a:gd name="T56" fmla="*/ 528 w 576"/>
                <a:gd name="T57" fmla="*/ 88 h 476"/>
                <a:gd name="T58" fmla="*/ 508 w 576"/>
                <a:gd name="T59" fmla="*/ 68 h 476"/>
                <a:gd name="T60" fmla="*/ 480 w 576"/>
                <a:gd name="T61" fmla="*/ 56 h 476"/>
                <a:gd name="T62" fmla="*/ 452 w 576"/>
                <a:gd name="T63" fmla="*/ 36 h 476"/>
                <a:gd name="T64" fmla="*/ 416 w 576"/>
                <a:gd name="T65" fmla="*/ 20 h 476"/>
                <a:gd name="T66" fmla="*/ 360 w 576"/>
                <a:gd name="T67" fmla="*/ 12 h 476"/>
                <a:gd name="T68" fmla="*/ 320 w 576"/>
                <a:gd name="T69" fmla="*/ 4 h 476"/>
                <a:gd name="T70" fmla="*/ 280 w 576"/>
                <a:gd name="T71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76" h="476">
                  <a:moveTo>
                    <a:pt x="280" y="0"/>
                  </a:moveTo>
                  <a:lnTo>
                    <a:pt x="280" y="180"/>
                  </a:lnTo>
                  <a:lnTo>
                    <a:pt x="216" y="180"/>
                  </a:lnTo>
                  <a:lnTo>
                    <a:pt x="176" y="180"/>
                  </a:lnTo>
                  <a:lnTo>
                    <a:pt x="124" y="188"/>
                  </a:lnTo>
                  <a:lnTo>
                    <a:pt x="84" y="204"/>
                  </a:lnTo>
                  <a:lnTo>
                    <a:pt x="60" y="212"/>
                  </a:lnTo>
                  <a:lnTo>
                    <a:pt x="32" y="224"/>
                  </a:lnTo>
                  <a:lnTo>
                    <a:pt x="0" y="252"/>
                  </a:lnTo>
                  <a:lnTo>
                    <a:pt x="32" y="272"/>
                  </a:lnTo>
                  <a:lnTo>
                    <a:pt x="68" y="284"/>
                  </a:lnTo>
                  <a:lnTo>
                    <a:pt x="96" y="296"/>
                  </a:lnTo>
                  <a:lnTo>
                    <a:pt x="152" y="308"/>
                  </a:lnTo>
                  <a:lnTo>
                    <a:pt x="204" y="312"/>
                  </a:lnTo>
                  <a:lnTo>
                    <a:pt x="232" y="308"/>
                  </a:lnTo>
                  <a:lnTo>
                    <a:pt x="256" y="308"/>
                  </a:lnTo>
                  <a:lnTo>
                    <a:pt x="256" y="476"/>
                  </a:lnTo>
                  <a:lnTo>
                    <a:pt x="320" y="476"/>
                  </a:lnTo>
                  <a:lnTo>
                    <a:pt x="356" y="468"/>
                  </a:lnTo>
                  <a:lnTo>
                    <a:pt x="400" y="460"/>
                  </a:lnTo>
                  <a:lnTo>
                    <a:pt x="440" y="448"/>
                  </a:lnTo>
                  <a:lnTo>
                    <a:pt x="480" y="436"/>
                  </a:lnTo>
                  <a:lnTo>
                    <a:pt x="508" y="420"/>
                  </a:lnTo>
                  <a:lnTo>
                    <a:pt x="540" y="392"/>
                  </a:lnTo>
                  <a:lnTo>
                    <a:pt x="568" y="360"/>
                  </a:lnTo>
                  <a:lnTo>
                    <a:pt x="576" y="328"/>
                  </a:lnTo>
                  <a:lnTo>
                    <a:pt x="576" y="136"/>
                  </a:lnTo>
                  <a:lnTo>
                    <a:pt x="552" y="112"/>
                  </a:lnTo>
                  <a:lnTo>
                    <a:pt x="528" y="88"/>
                  </a:lnTo>
                  <a:lnTo>
                    <a:pt x="508" y="68"/>
                  </a:lnTo>
                  <a:lnTo>
                    <a:pt x="480" y="56"/>
                  </a:lnTo>
                  <a:lnTo>
                    <a:pt x="452" y="36"/>
                  </a:lnTo>
                  <a:lnTo>
                    <a:pt x="416" y="20"/>
                  </a:lnTo>
                  <a:lnTo>
                    <a:pt x="360" y="12"/>
                  </a:lnTo>
                  <a:lnTo>
                    <a:pt x="320" y="4"/>
                  </a:lnTo>
                  <a:lnTo>
                    <a:pt x="28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AF3CBDDF-6A8D-FC80-3D04-6FBFBF43F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580"/>
              <a:ext cx="1136" cy="1204"/>
            </a:xfrm>
            <a:custGeom>
              <a:avLst/>
              <a:gdLst>
                <a:gd name="T0" fmla="*/ 68 w 1136"/>
                <a:gd name="T1" fmla="*/ 112 h 1204"/>
                <a:gd name="T2" fmla="*/ 68 w 1136"/>
                <a:gd name="T3" fmla="*/ 272 h 1204"/>
                <a:gd name="T4" fmla="*/ 96 w 1136"/>
                <a:gd name="T5" fmla="*/ 344 h 1204"/>
                <a:gd name="T6" fmla="*/ 128 w 1136"/>
                <a:gd name="T7" fmla="*/ 380 h 1204"/>
                <a:gd name="T8" fmla="*/ 172 w 1136"/>
                <a:gd name="T9" fmla="*/ 412 h 1204"/>
                <a:gd name="T10" fmla="*/ 228 w 1136"/>
                <a:gd name="T11" fmla="*/ 440 h 1204"/>
                <a:gd name="T12" fmla="*/ 292 w 1136"/>
                <a:gd name="T13" fmla="*/ 468 h 1204"/>
                <a:gd name="T14" fmla="*/ 376 w 1136"/>
                <a:gd name="T15" fmla="*/ 488 h 1204"/>
                <a:gd name="T16" fmla="*/ 476 w 1136"/>
                <a:gd name="T17" fmla="*/ 508 h 1204"/>
                <a:gd name="T18" fmla="*/ 592 w 1136"/>
                <a:gd name="T19" fmla="*/ 516 h 1204"/>
                <a:gd name="T20" fmla="*/ 664 w 1136"/>
                <a:gd name="T21" fmla="*/ 512 h 1204"/>
                <a:gd name="T22" fmla="*/ 732 w 1136"/>
                <a:gd name="T23" fmla="*/ 504 h 1204"/>
                <a:gd name="T24" fmla="*/ 844 w 1136"/>
                <a:gd name="T25" fmla="*/ 484 h 1204"/>
                <a:gd name="T26" fmla="*/ 920 w 1136"/>
                <a:gd name="T27" fmla="*/ 460 h 1204"/>
                <a:gd name="T28" fmla="*/ 1000 w 1136"/>
                <a:gd name="T29" fmla="*/ 424 h 1204"/>
                <a:gd name="T30" fmla="*/ 0 w 1136"/>
                <a:gd name="T31" fmla="*/ 920 h 1204"/>
                <a:gd name="T32" fmla="*/ 0 w 1136"/>
                <a:gd name="T33" fmla="*/ 1204 h 1204"/>
                <a:gd name="T34" fmla="*/ 1028 w 1136"/>
                <a:gd name="T35" fmla="*/ 680 h 1204"/>
                <a:gd name="T36" fmla="*/ 1084 w 1136"/>
                <a:gd name="T37" fmla="*/ 632 h 1204"/>
                <a:gd name="T38" fmla="*/ 1108 w 1136"/>
                <a:gd name="T39" fmla="*/ 596 h 1204"/>
                <a:gd name="T40" fmla="*/ 1124 w 1136"/>
                <a:gd name="T41" fmla="*/ 564 h 1204"/>
                <a:gd name="T42" fmla="*/ 1136 w 1136"/>
                <a:gd name="T43" fmla="*/ 532 h 1204"/>
                <a:gd name="T44" fmla="*/ 1136 w 1136"/>
                <a:gd name="T45" fmla="*/ 112 h 1204"/>
                <a:gd name="T46" fmla="*/ 1120 w 1136"/>
                <a:gd name="T47" fmla="*/ 156 h 1204"/>
                <a:gd name="T48" fmla="*/ 1104 w 1136"/>
                <a:gd name="T49" fmla="*/ 192 h 1204"/>
                <a:gd name="T50" fmla="*/ 1072 w 1136"/>
                <a:gd name="T51" fmla="*/ 224 h 1204"/>
                <a:gd name="T52" fmla="*/ 1044 w 1136"/>
                <a:gd name="T53" fmla="*/ 248 h 1204"/>
                <a:gd name="T54" fmla="*/ 1008 w 1136"/>
                <a:gd name="T55" fmla="*/ 276 h 1204"/>
                <a:gd name="T56" fmla="*/ 976 w 1136"/>
                <a:gd name="T57" fmla="*/ 296 h 1204"/>
                <a:gd name="T58" fmla="*/ 944 w 1136"/>
                <a:gd name="T59" fmla="*/ 308 h 1204"/>
                <a:gd name="T60" fmla="*/ 912 w 1136"/>
                <a:gd name="T61" fmla="*/ 324 h 1204"/>
                <a:gd name="T62" fmla="*/ 876 w 1136"/>
                <a:gd name="T63" fmla="*/ 336 h 1204"/>
                <a:gd name="T64" fmla="*/ 832 w 1136"/>
                <a:gd name="T65" fmla="*/ 352 h 1204"/>
                <a:gd name="T66" fmla="*/ 780 w 1136"/>
                <a:gd name="T67" fmla="*/ 364 h 1204"/>
                <a:gd name="T68" fmla="*/ 736 w 1136"/>
                <a:gd name="T69" fmla="*/ 372 h 1204"/>
                <a:gd name="T70" fmla="*/ 680 w 1136"/>
                <a:gd name="T71" fmla="*/ 372 h 1204"/>
                <a:gd name="T72" fmla="*/ 624 w 1136"/>
                <a:gd name="T73" fmla="*/ 376 h 1204"/>
                <a:gd name="T74" fmla="*/ 568 w 1136"/>
                <a:gd name="T75" fmla="*/ 372 h 1204"/>
                <a:gd name="T76" fmla="*/ 504 w 1136"/>
                <a:gd name="T77" fmla="*/ 368 h 1204"/>
                <a:gd name="T78" fmla="*/ 456 w 1136"/>
                <a:gd name="T79" fmla="*/ 360 h 1204"/>
                <a:gd name="T80" fmla="*/ 404 w 1136"/>
                <a:gd name="T81" fmla="*/ 340 h 1204"/>
                <a:gd name="T82" fmla="*/ 404 w 1136"/>
                <a:gd name="T83" fmla="*/ 148 h 1204"/>
                <a:gd name="T84" fmla="*/ 364 w 1136"/>
                <a:gd name="T85" fmla="*/ 140 h 1204"/>
                <a:gd name="T86" fmla="*/ 316 w 1136"/>
                <a:gd name="T87" fmla="*/ 128 h 1204"/>
                <a:gd name="T88" fmla="*/ 268 w 1136"/>
                <a:gd name="T89" fmla="*/ 108 h 1204"/>
                <a:gd name="T90" fmla="*/ 224 w 1136"/>
                <a:gd name="T91" fmla="*/ 88 h 1204"/>
                <a:gd name="T92" fmla="*/ 188 w 1136"/>
                <a:gd name="T93" fmla="*/ 64 h 1204"/>
                <a:gd name="T94" fmla="*/ 144 w 1136"/>
                <a:gd name="T95" fmla="*/ 36 h 1204"/>
                <a:gd name="T96" fmla="*/ 100 w 1136"/>
                <a:gd name="T97" fmla="*/ 0 h 1204"/>
                <a:gd name="T98" fmla="*/ 100 w 1136"/>
                <a:gd name="T99" fmla="*/ 212 h 1204"/>
                <a:gd name="T100" fmla="*/ 76 w 1136"/>
                <a:gd name="T101" fmla="*/ 168 h 1204"/>
                <a:gd name="T102" fmla="*/ 68 w 1136"/>
                <a:gd name="T103" fmla="*/ 112 h 1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6" h="1204">
                  <a:moveTo>
                    <a:pt x="68" y="112"/>
                  </a:moveTo>
                  <a:lnTo>
                    <a:pt x="68" y="272"/>
                  </a:lnTo>
                  <a:lnTo>
                    <a:pt x="96" y="344"/>
                  </a:lnTo>
                  <a:lnTo>
                    <a:pt x="128" y="380"/>
                  </a:lnTo>
                  <a:lnTo>
                    <a:pt x="172" y="412"/>
                  </a:lnTo>
                  <a:lnTo>
                    <a:pt x="228" y="440"/>
                  </a:lnTo>
                  <a:lnTo>
                    <a:pt x="292" y="468"/>
                  </a:lnTo>
                  <a:lnTo>
                    <a:pt x="376" y="488"/>
                  </a:lnTo>
                  <a:lnTo>
                    <a:pt x="476" y="508"/>
                  </a:lnTo>
                  <a:lnTo>
                    <a:pt x="592" y="516"/>
                  </a:lnTo>
                  <a:lnTo>
                    <a:pt x="664" y="512"/>
                  </a:lnTo>
                  <a:lnTo>
                    <a:pt x="732" y="504"/>
                  </a:lnTo>
                  <a:lnTo>
                    <a:pt x="844" y="484"/>
                  </a:lnTo>
                  <a:lnTo>
                    <a:pt x="920" y="460"/>
                  </a:lnTo>
                  <a:lnTo>
                    <a:pt x="1000" y="424"/>
                  </a:lnTo>
                  <a:lnTo>
                    <a:pt x="0" y="920"/>
                  </a:lnTo>
                  <a:lnTo>
                    <a:pt x="0" y="1204"/>
                  </a:lnTo>
                  <a:lnTo>
                    <a:pt x="1028" y="680"/>
                  </a:lnTo>
                  <a:lnTo>
                    <a:pt x="1084" y="632"/>
                  </a:lnTo>
                  <a:lnTo>
                    <a:pt x="1108" y="596"/>
                  </a:lnTo>
                  <a:lnTo>
                    <a:pt x="1124" y="564"/>
                  </a:lnTo>
                  <a:lnTo>
                    <a:pt x="1136" y="532"/>
                  </a:lnTo>
                  <a:lnTo>
                    <a:pt x="1136" y="112"/>
                  </a:lnTo>
                  <a:lnTo>
                    <a:pt x="1120" y="156"/>
                  </a:lnTo>
                  <a:lnTo>
                    <a:pt x="1104" y="192"/>
                  </a:lnTo>
                  <a:lnTo>
                    <a:pt x="1072" y="224"/>
                  </a:lnTo>
                  <a:lnTo>
                    <a:pt x="1044" y="248"/>
                  </a:lnTo>
                  <a:lnTo>
                    <a:pt x="1008" y="276"/>
                  </a:lnTo>
                  <a:lnTo>
                    <a:pt x="976" y="296"/>
                  </a:lnTo>
                  <a:lnTo>
                    <a:pt x="944" y="308"/>
                  </a:lnTo>
                  <a:lnTo>
                    <a:pt x="912" y="324"/>
                  </a:lnTo>
                  <a:lnTo>
                    <a:pt x="876" y="336"/>
                  </a:lnTo>
                  <a:lnTo>
                    <a:pt x="832" y="352"/>
                  </a:lnTo>
                  <a:lnTo>
                    <a:pt x="780" y="364"/>
                  </a:lnTo>
                  <a:lnTo>
                    <a:pt x="736" y="372"/>
                  </a:lnTo>
                  <a:lnTo>
                    <a:pt x="680" y="372"/>
                  </a:lnTo>
                  <a:lnTo>
                    <a:pt x="624" y="376"/>
                  </a:lnTo>
                  <a:lnTo>
                    <a:pt x="568" y="372"/>
                  </a:lnTo>
                  <a:lnTo>
                    <a:pt x="504" y="368"/>
                  </a:lnTo>
                  <a:lnTo>
                    <a:pt x="456" y="360"/>
                  </a:lnTo>
                  <a:lnTo>
                    <a:pt x="404" y="340"/>
                  </a:lnTo>
                  <a:lnTo>
                    <a:pt x="404" y="148"/>
                  </a:lnTo>
                  <a:lnTo>
                    <a:pt x="364" y="140"/>
                  </a:lnTo>
                  <a:lnTo>
                    <a:pt x="316" y="128"/>
                  </a:lnTo>
                  <a:lnTo>
                    <a:pt x="268" y="108"/>
                  </a:lnTo>
                  <a:lnTo>
                    <a:pt x="224" y="88"/>
                  </a:lnTo>
                  <a:lnTo>
                    <a:pt x="188" y="64"/>
                  </a:lnTo>
                  <a:lnTo>
                    <a:pt x="144" y="36"/>
                  </a:lnTo>
                  <a:lnTo>
                    <a:pt x="100" y="0"/>
                  </a:lnTo>
                  <a:lnTo>
                    <a:pt x="100" y="212"/>
                  </a:lnTo>
                  <a:lnTo>
                    <a:pt x="76" y="168"/>
                  </a:lnTo>
                  <a:lnTo>
                    <a:pt x="68" y="112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99CCFF">
                    <a:gamma/>
                    <a:shade val="65882"/>
                    <a:invGamma/>
                  </a:srgbClr>
                </a:gs>
              </a:gsLst>
              <a:lin ang="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B7A5E61E-5CF8-9C52-E01E-39EE9378A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496"/>
              <a:ext cx="484" cy="240"/>
            </a:xfrm>
            <a:custGeom>
              <a:avLst/>
              <a:gdLst>
                <a:gd name="T0" fmla="*/ 160 w 484"/>
                <a:gd name="T1" fmla="*/ 0 h 240"/>
                <a:gd name="T2" fmla="*/ 172 w 484"/>
                <a:gd name="T3" fmla="*/ 40 h 240"/>
                <a:gd name="T4" fmla="*/ 202 w 484"/>
                <a:gd name="T5" fmla="*/ 66 h 240"/>
                <a:gd name="T6" fmla="*/ 244 w 484"/>
                <a:gd name="T7" fmla="*/ 90 h 240"/>
                <a:gd name="T8" fmla="*/ 298 w 484"/>
                <a:gd name="T9" fmla="*/ 114 h 240"/>
                <a:gd name="T10" fmla="*/ 346 w 484"/>
                <a:gd name="T11" fmla="*/ 126 h 240"/>
                <a:gd name="T12" fmla="*/ 406 w 484"/>
                <a:gd name="T13" fmla="*/ 138 h 240"/>
                <a:gd name="T14" fmla="*/ 484 w 484"/>
                <a:gd name="T15" fmla="*/ 138 h 240"/>
                <a:gd name="T16" fmla="*/ 298 w 484"/>
                <a:gd name="T17" fmla="*/ 240 h 240"/>
                <a:gd name="T18" fmla="*/ 256 w 484"/>
                <a:gd name="T19" fmla="*/ 222 h 240"/>
                <a:gd name="T20" fmla="*/ 202 w 484"/>
                <a:gd name="T21" fmla="*/ 210 h 240"/>
                <a:gd name="T22" fmla="*/ 154 w 484"/>
                <a:gd name="T23" fmla="*/ 192 h 240"/>
                <a:gd name="T24" fmla="*/ 106 w 484"/>
                <a:gd name="T25" fmla="*/ 162 h 240"/>
                <a:gd name="T26" fmla="*/ 58 w 484"/>
                <a:gd name="T27" fmla="*/ 138 h 240"/>
                <a:gd name="T28" fmla="*/ 16 w 484"/>
                <a:gd name="T29" fmla="*/ 102 h 240"/>
                <a:gd name="T30" fmla="*/ 0 w 484"/>
                <a:gd name="T31" fmla="*/ 80 h 240"/>
                <a:gd name="T32" fmla="*/ 160 w 484"/>
                <a:gd name="T3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4" h="240">
                  <a:moveTo>
                    <a:pt x="160" y="0"/>
                  </a:moveTo>
                  <a:lnTo>
                    <a:pt x="172" y="40"/>
                  </a:lnTo>
                  <a:lnTo>
                    <a:pt x="202" y="66"/>
                  </a:lnTo>
                  <a:lnTo>
                    <a:pt x="244" y="90"/>
                  </a:lnTo>
                  <a:lnTo>
                    <a:pt x="298" y="114"/>
                  </a:lnTo>
                  <a:lnTo>
                    <a:pt x="346" y="126"/>
                  </a:lnTo>
                  <a:lnTo>
                    <a:pt x="406" y="138"/>
                  </a:lnTo>
                  <a:lnTo>
                    <a:pt x="484" y="138"/>
                  </a:lnTo>
                  <a:lnTo>
                    <a:pt x="298" y="240"/>
                  </a:lnTo>
                  <a:lnTo>
                    <a:pt x="256" y="222"/>
                  </a:lnTo>
                  <a:lnTo>
                    <a:pt x="202" y="210"/>
                  </a:lnTo>
                  <a:lnTo>
                    <a:pt x="154" y="192"/>
                  </a:lnTo>
                  <a:lnTo>
                    <a:pt x="106" y="162"/>
                  </a:lnTo>
                  <a:lnTo>
                    <a:pt x="58" y="138"/>
                  </a:lnTo>
                  <a:lnTo>
                    <a:pt x="16" y="102"/>
                  </a:lnTo>
                  <a:lnTo>
                    <a:pt x="0" y="80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rgbClr val="99CC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F4680BBB-AB5F-D4F4-6C4F-FEA51402B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" y="226"/>
              <a:ext cx="480" cy="258"/>
            </a:xfrm>
            <a:custGeom>
              <a:avLst/>
              <a:gdLst>
                <a:gd name="T0" fmla="*/ 0 w 480"/>
                <a:gd name="T1" fmla="*/ 98 h 258"/>
                <a:gd name="T2" fmla="*/ 60 w 480"/>
                <a:gd name="T3" fmla="*/ 102 h 258"/>
                <a:gd name="T4" fmla="*/ 116 w 480"/>
                <a:gd name="T5" fmla="*/ 122 h 258"/>
                <a:gd name="T6" fmla="*/ 180 w 480"/>
                <a:gd name="T7" fmla="*/ 146 h 258"/>
                <a:gd name="T8" fmla="*/ 236 w 480"/>
                <a:gd name="T9" fmla="*/ 178 h 258"/>
                <a:gd name="T10" fmla="*/ 286 w 480"/>
                <a:gd name="T11" fmla="*/ 216 h 258"/>
                <a:gd name="T12" fmla="*/ 308 w 480"/>
                <a:gd name="T13" fmla="*/ 258 h 258"/>
                <a:gd name="T14" fmla="*/ 480 w 480"/>
                <a:gd name="T15" fmla="*/ 158 h 258"/>
                <a:gd name="T16" fmla="*/ 454 w 480"/>
                <a:gd name="T17" fmla="*/ 120 h 258"/>
                <a:gd name="T18" fmla="*/ 418 w 480"/>
                <a:gd name="T19" fmla="*/ 90 h 258"/>
                <a:gd name="T20" fmla="*/ 382 w 480"/>
                <a:gd name="T21" fmla="*/ 72 h 258"/>
                <a:gd name="T22" fmla="*/ 346 w 480"/>
                <a:gd name="T23" fmla="*/ 48 h 258"/>
                <a:gd name="T24" fmla="*/ 304 w 480"/>
                <a:gd name="T25" fmla="*/ 30 h 258"/>
                <a:gd name="T26" fmla="*/ 252 w 480"/>
                <a:gd name="T27" fmla="*/ 14 h 258"/>
                <a:gd name="T28" fmla="*/ 196 w 480"/>
                <a:gd name="T29" fmla="*/ 0 h 258"/>
                <a:gd name="T30" fmla="*/ 0 w 480"/>
                <a:gd name="T31" fmla="*/ 9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0" h="258">
                  <a:moveTo>
                    <a:pt x="0" y="98"/>
                  </a:moveTo>
                  <a:lnTo>
                    <a:pt x="60" y="102"/>
                  </a:lnTo>
                  <a:lnTo>
                    <a:pt x="116" y="122"/>
                  </a:lnTo>
                  <a:lnTo>
                    <a:pt x="180" y="146"/>
                  </a:lnTo>
                  <a:lnTo>
                    <a:pt x="236" y="178"/>
                  </a:lnTo>
                  <a:lnTo>
                    <a:pt x="286" y="216"/>
                  </a:lnTo>
                  <a:lnTo>
                    <a:pt x="308" y="258"/>
                  </a:lnTo>
                  <a:lnTo>
                    <a:pt x="480" y="158"/>
                  </a:lnTo>
                  <a:lnTo>
                    <a:pt x="454" y="120"/>
                  </a:lnTo>
                  <a:lnTo>
                    <a:pt x="418" y="90"/>
                  </a:lnTo>
                  <a:lnTo>
                    <a:pt x="382" y="72"/>
                  </a:lnTo>
                  <a:lnTo>
                    <a:pt x="346" y="48"/>
                  </a:lnTo>
                  <a:lnTo>
                    <a:pt x="304" y="30"/>
                  </a:lnTo>
                  <a:lnTo>
                    <a:pt x="252" y="14"/>
                  </a:lnTo>
                  <a:lnTo>
                    <a:pt x="196" y="0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99CC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</p:grpSp>
      <p:pic>
        <p:nvPicPr>
          <p:cNvPr id="34" name="Picture 31">
            <a:extLst>
              <a:ext uri="{FF2B5EF4-FFF2-40B4-BE49-F238E27FC236}">
                <a16:creationId xmlns:a16="http://schemas.microsoft.com/office/drawing/2014/main" id="{CB6761B9-E850-E229-A24B-ED5C36D2B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024" y="1901824"/>
            <a:ext cx="2705100" cy="26765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35" name="Group 32">
            <a:extLst>
              <a:ext uri="{FF2B5EF4-FFF2-40B4-BE49-F238E27FC236}">
                <a16:creationId xmlns:a16="http://schemas.microsoft.com/office/drawing/2014/main" id="{9710C11F-F690-088F-C7A5-B403ACB0D3AC}"/>
              </a:ext>
            </a:extLst>
          </p:cNvPr>
          <p:cNvGrpSpPr>
            <a:grpSpLocks/>
          </p:cNvGrpSpPr>
          <p:nvPr/>
        </p:nvGrpSpPr>
        <p:grpSpPr bwMode="auto">
          <a:xfrm>
            <a:off x="4207724" y="1979612"/>
            <a:ext cx="1878012" cy="2514600"/>
            <a:chOff x="3381" y="1270"/>
            <a:chExt cx="1509" cy="2020"/>
          </a:xfrm>
        </p:grpSpPr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059A5A27-C7E3-CD03-8DF1-504237579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6" y="1804"/>
              <a:ext cx="10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E17AC63F-ED9B-04F2-DA88-872A3641D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8" y="1450"/>
              <a:ext cx="1352" cy="1136"/>
            </a:xfrm>
            <a:custGeom>
              <a:avLst/>
              <a:gdLst>
                <a:gd name="T0" fmla="*/ 188 w 1000"/>
                <a:gd name="T1" fmla="*/ 840 h 840"/>
                <a:gd name="T2" fmla="*/ 0 w 1000"/>
                <a:gd name="T3" fmla="*/ 840 h 840"/>
                <a:gd name="T4" fmla="*/ 244 w 1000"/>
                <a:gd name="T5" fmla="*/ 260 h 840"/>
                <a:gd name="T6" fmla="*/ 428 w 1000"/>
                <a:gd name="T7" fmla="*/ 260 h 840"/>
                <a:gd name="T8" fmla="*/ 532 w 1000"/>
                <a:gd name="T9" fmla="*/ 0 h 840"/>
                <a:gd name="T10" fmla="*/ 928 w 1000"/>
                <a:gd name="T11" fmla="*/ 0 h 840"/>
                <a:gd name="T12" fmla="*/ 812 w 1000"/>
                <a:gd name="T13" fmla="*/ 264 h 840"/>
                <a:gd name="T14" fmla="*/ 1000 w 1000"/>
                <a:gd name="T15" fmla="*/ 264 h 840"/>
                <a:gd name="T16" fmla="*/ 764 w 1000"/>
                <a:gd name="T17" fmla="*/ 840 h 840"/>
                <a:gd name="T18" fmla="*/ 576 w 1000"/>
                <a:gd name="T19" fmla="*/ 840 h 840"/>
                <a:gd name="T20" fmla="*/ 616 w 1000"/>
                <a:gd name="T21" fmla="*/ 468 h 840"/>
                <a:gd name="T22" fmla="*/ 464 w 1000"/>
                <a:gd name="T23" fmla="*/ 472 h 840"/>
                <a:gd name="T24" fmla="*/ 188 w 1000"/>
                <a:gd name="T25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0" h="840">
                  <a:moveTo>
                    <a:pt x="188" y="840"/>
                  </a:moveTo>
                  <a:lnTo>
                    <a:pt x="0" y="840"/>
                  </a:lnTo>
                  <a:lnTo>
                    <a:pt x="244" y="260"/>
                  </a:lnTo>
                  <a:lnTo>
                    <a:pt x="428" y="260"/>
                  </a:lnTo>
                  <a:lnTo>
                    <a:pt x="532" y="0"/>
                  </a:lnTo>
                  <a:lnTo>
                    <a:pt x="928" y="0"/>
                  </a:lnTo>
                  <a:lnTo>
                    <a:pt x="812" y="264"/>
                  </a:lnTo>
                  <a:lnTo>
                    <a:pt x="1000" y="264"/>
                  </a:lnTo>
                  <a:lnTo>
                    <a:pt x="764" y="840"/>
                  </a:lnTo>
                  <a:lnTo>
                    <a:pt x="576" y="840"/>
                  </a:lnTo>
                  <a:lnTo>
                    <a:pt x="616" y="468"/>
                  </a:lnTo>
                  <a:lnTo>
                    <a:pt x="464" y="472"/>
                  </a:lnTo>
                  <a:lnTo>
                    <a:pt x="188" y="840"/>
                  </a:lnTo>
                  <a:close/>
                </a:path>
              </a:pathLst>
            </a:custGeom>
            <a:gradFill rotWithShape="0">
              <a:gsLst>
                <a:gs pos="0">
                  <a:srgbClr val="99FFCC">
                    <a:gamma/>
                    <a:shade val="76078"/>
                    <a:invGamma/>
                  </a:srgbClr>
                </a:gs>
                <a:gs pos="100000">
                  <a:srgbClr val="99FFCC"/>
                </a:gs>
              </a:gsLst>
              <a:lin ang="5400000" scaled="1"/>
            </a:gra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FA244C36-41B5-647D-AD16-971BB0215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90"/>
              <a:ext cx="460" cy="1986"/>
            </a:xfrm>
            <a:custGeom>
              <a:avLst/>
              <a:gdLst>
                <a:gd name="T0" fmla="*/ 340 w 340"/>
                <a:gd name="T1" fmla="*/ 0 h 1468"/>
                <a:gd name="T2" fmla="*/ 236 w 340"/>
                <a:gd name="T3" fmla="*/ 104 h 1468"/>
                <a:gd name="T4" fmla="*/ 236 w 340"/>
                <a:gd name="T5" fmla="*/ 380 h 1468"/>
                <a:gd name="T6" fmla="*/ 0 w 340"/>
                <a:gd name="T7" fmla="*/ 952 h 1468"/>
                <a:gd name="T8" fmla="*/ 0 w 340"/>
                <a:gd name="T9" fmla="*/ 1468 h 1468"/>
                <a:gd name="T10" fmla="*/ 340 w 340"/>
                <a:gd name="T11" fmla="*/ 1128 h 1468"/>
                <a:gd name="T12" fmla="*/ 340 w 340"/>
                <a:gd name="T13" fmla="*/ 0 h 1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0" h="1468">
                  <a:moveTo>
                    <a:pt x="340" y="0"/>
                  </a:moveTo>
                  <a:lnTo>
                    <a:pt x="236" y="104"/>
                  </a:lnTo>
                  <a:lnTo>
                    <a:pt x="236" y="380"/>
                  </a:lnTo>
                  <a:lnTo>
                    <a:pt x="0" y="952"/>
                  </a:lnTo>
                  <a:lnTo>
                    <a:pt x="0" y="1468"/>
                  </a:lnTo>
                  <a:lnTo>
                    <a:pt x="340" y="1128"/>
                  </a:lnTo>
                  <a:lnTo>
                    <a:pt x="340" y="0"/>
                  </a:lnTo>
                  <a:close/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49090C27-C9F0-DA8C-1B92-2072F8091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2066"/>
              <a:ext cx="380" cy="1219"/>
            </a:xfrm>
            <a:custGeom>
              <a:avLst/>
              <a:gdLst>
                <a:gd name="T0" fmla="*/ 0 w 281"/>
                <a:gd name="T1" fmla="*/ 381 h 901"/>
                <a:gd name="T2" fmla="*/ 0 w 281"/>
                <a:gd name="T3" fmla="*/ 901 h 901"/>
                <a:gd name="T4" fmla="*/ 280 w 281"/>
                <a:gd name="T5" fmla="*/ 621 h 901"/>
                <a:gd name="T6" fmla="*/ 281 w 281"/>
                <a:gd name="T7" fmla="*/ 0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1" h="901">
                  <a:moveTo>
                    <a:pt x="0" y="381"/>
                  </a:moveTo>
                  <a:lnTo>
                    <a:pt x="0" y="901"/>
                  </a:lnTo>
                  <a:lnTo>
                    <a:pt x="280" y="621"/>
                  </a:lnTo>
                  <a:lnTo>
                    <a:pt x="281" y="0"/>
                  </a:lnTo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E5312FF6-1FAD-FBCC-B33F-C1A16AF3F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8" y="2586"/>
              <a:ext cx="8" cy="69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8322FCDA-9113-1474-1918-BDE275D28B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2903"/>
              <a:ext cx="141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E3BF798D-439B-58D2-F29A-A945EFA5D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290"/>
              <a:ext cx="469" cy="1993"/>
            </a:xfrm>
            <a:custGeom>
              <a:avLst/>
              <a:gdLst>
                <a:gd name="T0" fmla="*/ 347 w 347"/>
                <a:gd name="T1" fmla="*/ 0 h 1473"/>
                <a:gd name="T2" fmla="*/ 243 w 347"/>
                <a:gd name="T3" fmla="*/ 104 h 1473"/>
                <a:gd name="T4" fmla="*/ 243 w 347"/>
                <a:gd name="T5" fmla="*/ 380 h 1473"/>
                <a:gd name="T6" fmla="*/ 0 w 347"/>
                <a:gd name="T7" fmla="*/ 969 h 1473"/>
                <a:gd name="T8" fmla="*/ 0 w 347"/>
                <a:gd name="T9" fmla="*/ 1473 h 1473"/>
                <a:gd name="T10" fmla="*/ 347 w 347"/>
                <a:gd name="T11" fmla="*/ 1128 h 1473"/>
                <a:gd name="T12" fmla="*/ 347 w 347"/>
                <a:gd name="T13" fmla="*/ 0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7" h="1473">
                  <a:moveTo>
                    <a:pt x="347" y="0"/>
                  </a:moveTo>
                  <a:lnTo>
                    <a:pt x="243" y="104"/>
                  </a:lnTo>
                  <a:lnTo>
                    <a:pt x="243" y="380"/>
                  </a:lnTo>
                  <a:lnTo>
                    <a:pt x="0" y="969"/>
                  </a:lnTo>
                  <a:lnTo>
                    <a:pt x="0" y="1473"/>
                  </a:lnTo>
                  <a:lnTo>
                    <a:pt x="347" y="1128"/>
                  </a:lnTo>
                  <a:lnTo>
                    <a:pt x="347" y="0"/>
                  </a:lnTo>
                  <a:close/>
                </a:path>
              </a:pathLst>
            </a:custGeom>
            <a:gradFill rotWithShape="0">
              <a:gsLst>
                <a:gs pos="0">
                  <a:srgbClr val="33CCCC"/>
                </a:gs>
                <a:gs pos="100000">
                  <a:srgbClr val="33CCCC">
                    <a:gamma/>
                    <a:shade val="65882"/>
                    <a:invGamma/>
                  </a:srgbClr>
                </a:gs>
              </a:gsLst>
              <a:lin ang="0" scaled="1"/>
            </a:gradFill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2C1E6B53-D13E-E67D-63A4-565CA3F8C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86"/>
              <a:ext cx="249" cy="704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709E5F8F-F060-1828-1B97-8D9300706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2584"/>
              <a:ext cx="249" cy="703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4FB6B6CD-289D-C9F9-23D6-41F4266D0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1437"/>
              <a:ext cx="249" cy="363"/>
            </a:xfrm>
            <a:prstGeom prst="rect">
              <a:avLst/>
            </a:prstGeom>
            <a:solidFill>
              <a:srgbClr val="CCCC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82B215F2-F310-4DE0-37FC-7EDA878B5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2" y="1431"/>
              <a:ext cx="249" cy="363"/>
            </a:xfrm>
            <a:prstGeom prst="rect">
              <a:avLst/>
            </a:prstGeom>
            <a:solidFill>
              <a:srgbClr val="CCCC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6B42202F-0B9B-2C06-1874-8167188E9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5" y="1270"/>
              <a:ext cx="167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7CFAD597-C466-F31C-3B7A-C0A198696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1290"/>
              <a:ext cx="142" cy="142"/>
            </a:xfrm>
            <a:custGeom>
              <a:avLst/>
              <a:gdLst>
                <a:gd name="T0" fmla="*/ 0 w 105"/>
                <a:gd name="T1" fmla="*/ 105 h 105"/>
                <a:gd name="T2" fmla="*/ 105 w 105"/>
                <a:gd name="T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105">
                  <a:moveTo>
                    <a:pt x="0" y="105"/>
                  </a:moveTo>
                  <a:lnTo>
                    <a:pt x="105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73D1E3E8-B474-D85A-C832-6E4C08F80D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6" y="1279"/>
              <a:ext cx="0" cy="1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AD0C6762-C5FD-5D6E-57FE-514D1C531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289"/>
              <a:ext cx="2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A4C89EAB-8622-CB66-60F3-87021B397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290"/>
              <a:ext cx="2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86F4CDE4-A2C2-205F-0C99-5D63E5EFE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4" y="2059"/>
              <a:ext cx="357" cy="5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F279F187-8EC1-B655-5A9B-000C37AAC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2063"/>
              <a:ext cx="216" cy="855"/>
            </a:xfrm>
            <a:custGeom>
              <a:avLst/>
              <a:gdLst>
                <a:gd name="T0" fmla="*/ 0 w 160"/>
                <a:gd name="T1" fmla="*/ 0 h 623"/>
                <a:gd name="T2" fmla="*/ 0 w 160"/>
                <a:gd name="T3" fmla="*/ 623 h 623"/>
                <a:gd name="T4" fmla="*/ 129 w 160"/>
                <a:gd name="T5" fmla="*/ 623 h 623"/>
                <a:gd name="T6" fmla="*/ 129 w 160"/>
                <a:gd name="T7" fmla="*/ 377 h 623"/>
                <a:gd name="T8" fmla="*/ 160 w 160"/>
                <a:gd name="T9" fmla="*/ 7 h 623"/>
                <a:gd name="T10" fmla="*/ 0 w 160"/>
                <a:gd name="T11" fmla="*/ 0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623">
                  <a:moveTo>
                    <a:pt x="0" y="0"/>
                  </a:moveTo>
                  <a:lnTo>
                    <a:pt x="0" y="623"/>
                  </a:lnTo>
                  <a:lnTo>
                    <a:pt x="129" y="623"/>
                  </a:lnTo>
                  <a:lnTo>
                    <a:pt x="129" y="377"/>
                  </a:lnTo>
                  <a:lnTo>
                    <a:pt x="160" y="7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9DC90F72-BE60-8276-1588-3EBEDB3D7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1298"/>
              <a:ext cx="138" cy="504"/>
            </a:xfrm>
            <a:custGeom>
              <a:avLst/>
              <a:gdLst>
                <a:gd name="T0" fmla="*/ 102 w 102"/>
                <a:gd name="T1" fmla="*/ 0 h 372"/>
                <a:gd name="T2" fmla="*/ 102 w 102"/>
                <a:gd name="T3" fmla="*/ 120 h 372"/>
                <a:gd name="T4" fmla="*/ 0 w 102"/>
                <a:gd name="T5" fmla="*/ 372 h 372"/>
                <a:gd name="T6" fmla="*/ 0 w 102"/>
                <a:gd name="T7" fmla="*/ 102 h 372"/>
                <a:gd name="T8" fmla="*/ 102 w 102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372">
                  <a:moveTo>
                    <a:pt x="102" y="0"/>
                  </a:moveTo>
                  <a:lnTo>
                    <a:pt x="102" y="120"/>
                  </a:lnTo>
                  <a:lnTo>
                    <a:pt x="0" y="372"/>
                  </a:lnTo>
                  <a:lnTo>
                    <a:pt x="0" y="102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33CCCC"/>
                </a:gs>
                <a:gs pos="100000">
                  <a:srgbClr val="33CCCC">
                    <a:gamma/>
                    <a:shade val="55686"/>
                    <a:invGamma/>
                  </a:srgbClr>
                </a:gs>
              </a:gsLst>
              <a:lin ang="0" scaled="1"/>
            </a:gradFill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B3527DC7-A053-967E-2923-8AE3E36D1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3" y="1279"/>
              <a:ext cx="148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+mn-ea"/>
              </a:endParaRPr>
            </a:p>
          </p:txBody>
        </p:sp>
      </p:grpSp>
      <p:sp>
        <p:nvSpPr>
          <p:cNvPr id="56" name="Rectangle 53" descr="紫色网格">
            <a:extLst>
              <a:ext uri="{FF2B5EF4-FFF2-40B4-BE49-F238E27FC236}">
                <a16:creationId xmlns:a16="http://schemas.microsoft.com/office/drawing/2014/main" id="{B5495EE5-5FC4-AC28-1DD4-9A58E61AD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1229" y="944951"/>
            <a:ext cx="3416320" cy="52322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+mn-ea"/>
              </a:rPr>
              <a:t>复杂形体的组合方式</a:t>
            </a:r>
          </a:p>
        </p:txBody>
      </p:sp>
      <p:sp>
        <p:nvSpPr>
          <p:cNvPr id="57" name="Text Box 54">
            <a:extLst>
              <a:ext uri="{FF2B5EF4-FFF2-40B4-BE49-F238E27FC236}">
                <a16:creationId xmlns:a16="http://schemas.microsoft.com/office/drawing/2014/main" id="{074A5CE1-BD54-085E-263D-FD8E6206C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624" y="5508624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66"/>
                </a:solidFill>
                <a:latin typeface="+mn-ea"/>
              </a:rPr>
              <a:t>（叠加体）</a:t>
            </a:r>
          </a:p>
        </p:txBody>
      </p:sp>
      <p:sp>
        <p:nvSpPr>
          <p:cNvPr id="58" name="Text Box 55">
            <a:extLst>
              <a:ext uri="{FF2B5EF4-FFF2-40B4-BE49-F238E27FC236}">
                <a16:creationId xmlns:a16="http://schemas.microsoft.com/office/drawing/2014/main" id="{60C0A06F-BF52-2FC7-2941-FAE69A6B5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61" y="5508624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66"/>
                </a:solidFill>
                <a:latin typeface="+mn-ea"/>
              </a:rPr>
              <a:t>（切割体）</a:t>
            </a:r>
          </a:p>
        </p:txBody>
      </p:sp>
      <p:sp>
        <p:nvSpPr>
          <p:cNvPr id="59" name="Rectangle 56" descr="紫色网格">
            <a:extLst>
              <a:ext uri="{FF2B5EF4-FFF2-40B4-BE49-F238E27FC236}">
                <a16:creationId xmlns:a16="http://schemas.microsoft.com/office/drawing/2014/main" id="{1DE8CE3B-12AA-FFF9-4173-4E25E585F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542" y="4888238"/>
            <a:ext cx="543739" cy="52322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+mn-ea"/>
              </a:rPr>
              <a:t>并</a:t>
            </a:r>
          </a:p>
        </p:txBody>
      </p:sp>
      <p:sp>
        <p:nvSpPr>
          <p:cNvPr id="60" name="Rectangle 57" descr="紫色网格">
            <a:extLst>
              <a:ext uri="{FF2B5EF4-FFF2-40B4-BE49-F238E27FC236}">
                <a16:creationId xmlns:a16="http://schemas.microsoft.com/office/drawing/2014/main" id="{780CCD9D-8D4F-E3BC-2911-78F2C74A3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267" y="4905701"/>
            <a:ext cx="543739" cy="52322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+mn-ea"/>
              </a:rPr>
              <a:t>差</a:t>
            </a:r>
          </a:p>
        </p:txBody>
      </p:sp>
      <p:sp>
        <p:nvSpPr>
          <p:cNvPr id="61" name="Rectangle 58" descr="紫色网格">
            <a:extLst>
              <a:ext uri="{FF2B5EF4-FFF2-40B4-BE49-F238E27FC236}">
                <a16:creationId xmlns:a16="http://schemas.microsoft.com/office/drawing/2014/main" id="{03CC9B7F-7B30-2B8D-78F2-CD7A453F6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418" y="4899351"/>
            <a:ext cx="902811" cy="52322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+mn-ea"/>
              </a:rPr>
              <a:t>复合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7432F15-5809-E9A5-8879-F1FAE47CF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993646" y="1990816"/>
            <a:ext cx="1600976" cy="363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8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 autoUpdateAnimBg="0"/>
      <p:bldP spid="57" grpId="0" build="p" autoUpdateAnimBg="0"/>
      <p:bldP spid="58" grpId="0" build="p" autoUpdateAnimBg="0"/>
      <p:bldP spid="59" grpId="0" animBg="1" autoUpdateAnimBg="0"/>
      <p:bldP spid="60" grpId="0" animBg="1" autoUpdateAnimBg="0"/>
      <p:bldP spid="61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0F04D-5BCA-6319-F098-14CB5A25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F170-6C6E-A744-B29A-168F37171A7F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DB4D4-1616-4A22-7E8A-643F6F10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6A94B-1C92-61B5-86C0-ED024882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34</a:t>
            </a:fld>
            <a:endParaRPr 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14EE72A-BA62-46FF-BFD8-E8C7A3680E07}"/>
              </a:ext>
            </a:extLst>
          </p:cNvPr>
          <p:cNvSpPr txBox="1">
            <a:spLocks/>
          </p:cNvSpPr>
          <p:nvPr/>
        </p:nvSpPr>
        <p:spPr>
          <a:xfrm>
            <a:off x="1298502" y="1096458"/>
            <a:ext cx="5829300" cy="7269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形体间表面过渡关系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CF376A-E3A7-A073-9898-6CB5D14A8B00}"/>
              </a:ext>
            </a:extLst>
          </p:cNvPr>
          <p:cNvSpPr txBox="1">
            <a:spLocks/>
          </p:cNvSpPr>
          <p:nvPr/>
        </p:nvSpPr>
        <p:spPr>
          <a:xfrm>
            <a:off x="1298502" y="2002800"/>
            <a:ext cx="7886700" cy="485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/>
              <a:t>不平齐</a:t>
            </a:r>
            <a:endParaRPr lang="en-US" altLang="zh-CN" b="1"/>
          </a:p>
          <a:p>
            <a:r>
              <a:rPr lang="zh-CN" altLang="en-US" b="1"/>
              <a:t>平齐</a:t>
            </a:r>
            <a:endParaRPr lang="en-US" altLang="zh-CN" b="1"/>
          </a:p>
          <a:p>
            <a:r>
              <a:rPr lang="zh-CN" altLang="en-US" b="1"/>
              <a:t>相切</a:t>
            </a:r>
            <a:endParaRPr lang="en-US" altLang="zh-CN" b="1"/>
          </a:p>
          <a:p>
            <a:r>
              <a:rPr lang="zh-CN" altLang="en-US" b="1"/>
              <a:t>相交</a:t>
            </a:r>
            <a:endParaRPr lang="en-US" b="1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9248909-5EE9-A579-5F61-A91D315F1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083" y="2842819"/>
            <a:ext cx="2787650" cy="229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2ABF155B-628E-07F5-1909-9DF6326B8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244" y="2828195"/>
            <a:ext cx="2312988" cy="231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987B0F56-B0F9-91F6-90BE-88CD262AC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558" y="4431906"/>
            <a:ext cx="441325" cy="5191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FF00"/>
                </a:solidFill>
                <a:latin typeface="+mn-ea"/>
              </a:rPr>
              <a:t>A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93B98106-8DF0-BD04-65D0-6BB6951FA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496" y="3541319"/>
            <a:ext cx="401072" cy="52322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FF00"/>
                </a:solidFill>
                <a:latin typeface="+mn-ea"/>
              </a:rPr>
              <a:t>B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1FE1A950-5D40-EFF5-3293-7BA8D0D62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5694" y="4468082"/>
            <a:ext cx="441325" cy="5191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FF00"/>
                </a:solidFill>
                <a:latin typeface="+mn-ea"/>
              </a:rPr>
              <a:t>A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F7E40A56-0C77-09CD-61E2-555BE2CD8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182" y="3566382"/>
            <a:ext cx="401072" cy="52322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FF00"/>
                </a:solidFill>
                <a:latin typeface="+mn-ea"/>
              </a:rPr>
              <a:t>B</a:t>
            </a:r>
          </a:p>
        </p:txBody>
      </p:sp>
      <p:sp>
        <p:nvSpPr>
          <p:cNvPr id="13" name="Text Box 8" descr="紫色网格">
            <a:extLst>
              <a:ext uri="{FF2B5EF4-FFF2-40B4-BE49-F238E27FC236}">
                <a16:creationId xmlns:a16="http://schemas.microsoft.com/office/drawing/2014/main" id="{87FF24E8-1948-A529-5B5C-A2BFE2BD8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9833" y="2159867"/>
            <a:ext cx="3086100" cy="461665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+mn-ea"/>
                <a:sym typeface="Symbol" charset="2"/>
              </a:rPr>
              <a:t>平面</a:t>
            </a:r>
            <a:r>
              <a:rPr lang="en-US" altLang="zh-CN" sz="2400" b="1">
                <a:solidFill>
                  <a:schemeClr val="bg1"/>
                </a:solidFill>
                <a:latin typeface="+mn-ea"/>
                <a:sym typeface="Symbol" charset="2"/>
              </a:rPr>
              <a:t>A</a:t>
            </a:r>
            <a:r>
              <a:rPr lang="zh-CN" altLang="en-US" sz="2400" b="1">
                <a:solidFill>
                  <a:schemeClr val="bg1"/>
                </a:solidFill>
                <a:latin typeface="+mn-ea"/>
                <a:sym typeface="Symbol" charset="2"/>
              </a:rPr>
              <a:t>与圆柱面</a:t>
            </a:r>
            <a:r>
              <a:rPr lang="en-US" altLang="zh-CN" sz="2400" b="1">
                <a:solidFill>
                  <a:schemeClr val="bg1"/>
                </a:solidFill>
                <a:latin typeface="+mn-ea"/>
                <a:sym typeface="Symbol" charset="2"/>
              </a:rPr>
              <a:t>B</a:t>
            </a:r>
            <a:r>
              <a:rPr lang="zh-CN" altLang="en-US" sz="2400" b="1">
                <a:solidFill>
                  <a:schemeClr val="bg1"/>
                </a:solidFill>
                <a:latin typeface="+mn-ea"/>
                <a:sym typeface="Symbol" charset="2"/>
              </a:rPr>
              <a:t>相切</a:t>
            </a:r>
            <a:endParaRPr lang="zh-CN" altLang="en-US" sz="24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Text Box 9" descr="紫色网格">
            <a:extLst>
              <a:ext uri="{FF2B5EF4-FFF2-40B4-BE49-F238E27FC236}">
                <a16:creationId xmlns:a16="http://schemas.microsoft.com/office/drawing/2014/main" id="{831933DE-6D7D-705A-DF19-DEBE06FCD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7211" y="2159867"/>
            <a:ext cx="3039615" cy="461665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+mn-ea"/>
                <a:sym typeface="Symbol" charset="2"/>
              </a:rPr>
              <a:t>平面</a:t>
            </a:r>
            <a:r>
              <a:rPr lang="en-US" altLang="zh-CN" sz="2400" b="1">
                <a:solidFill>
                  <a:schemeClr val="bg1"/>
                </a:solidFill>
                <a:latin typeface="+mn-ea"/>
                <a:sym typeface="Symbol" charset="2"/>
              </a:rPr>
              <a:t>A</a:t>
            </a:r>
            <a:r>
              <a:rPr lang="zh-CN" altLang="en-US" sz="2400" b="1">
                <a:solidFill>
                  <a:schemeClr val="bg1"/>
                </a:solidFill>
                <a:latin typeface="+mn-ea"/>
                <a:sym typeface="Symbol" charset="2"/>
              </a:rPr>
              <a:t>与圆柱面</a:t>
            </a:r>
            <a:r>
              <a:rPr lang="en-US" altLang="zh-CN" sz="2400" b="1">
                <a:solidFill>
                  <a:schemeClr val="bg1"/>
                </a:solidFill>
                <a:latin typeface="+mn-ea"/>
                <a:sym typeface="Symbol" charset="2"/>
              </a:rPr>
              <a:t>B</a:t>
            </a:r>
            <a:r>
              <a:rPr lang="zh-CN" altLang="en-US" sz="2400" b="1">
                <a:solidFill>
                  <a:schemeClr val="bg1"/>
                </a:solidFill>
                <a:latin typeface="+mn-ea"/>
                <a:sym typeface="Symbol" charset="2"/>
              </a:rPr>
              <a:t>相交</a:t>
            </a:r>
          </a:p>
        </p:txBody>
      </p:sp>
      <p:sp>
        <p:nvSpPr>
          <p:cNvPr id="15" name="Text Box 10" descr="紫色网格">
            <a:extLst>
              <a:ext uri="{FF2B5EF4-FFF2-40B4-BE49-F238E27FC236}">
                <a16:creationId xmlns:a16="http://schemas.microsoft.com/office/drawing/2014/main" id="{5177BAFE-7D40-29B3-E062-3C6931D7F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0742" y="5587924"/>
            <a:ext cx="1801812" cy="461665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+mn-ea"/>
              </a:rPr>
              <a:t>相切处无线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FCE870D8-7AB8-07B1-6D36-2BE0BCD19D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27169" y="4641120"/>
            <a:ext cx="360363" cy="99060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17" name="Text Box 12" descr="紫色网格">
            <a:extLst>
              <a:ext uri="{FF2B5EF4-FFF2-40B4-BE49-F238E27FC236}">
                <a16:creationId xmlns:a16="http://schemas.microsoft.com/office/drawing/2014/main" id="{B3555759-6A83-C4AF-BBF8-9DD02507D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862" y="5595525"/>
            <a:ext cx="1768475" cy="461665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+mn-ea"/>
              </a:rPr>
              <a:t>相交处有线</a:t>
            </a:r>
          </a:p>
        </p:txBody>
      </p:sp>
      <p:sp>
        <p:nvSpPr>
          <p:cNvPr id="18" name="Line 13">
            <a:extLst>
              <a:ext uri="{FF2B5EF4-FFF2-40B4-BE49-F238E27FC236}">
                <a16:creationId xmlns:a16="http://schemas.microsoft.com/office/drawing/2014/main" id="{3581CA94-0C10-E294-A219-EFDAF2AEDF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9433" y="4357294"/>
            <a:ext cx="411163" cy="124460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014C90E-117A-B843-2EA4-A2BDF8B10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864652" y="2020412"/>
            <a:ext cx="1967949" cy="334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8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7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25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750"/>
                            </p:stCondLst>
                            <p:childTnLst>
                              <p:par>
                                <p:cTn id="7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  <p:bldP spid="11" grpId="0" autoUpdateAnimBg="0"/>
      <p:bldP spid="12" grpId="0" autoUpdateAnimBg="0"/>
      <p:bldP spid="13" grpId="0" animBg="1" autoUpdateAnimBg="0"/>
      <p:bldP spid="14" grpId="0" animBg="1" autoUpdateAnimBg="0"/>
      <p:bldP spid="15" grpId="0" animBg="1" autoUpdateAnimBg="0"/>
      <p:bldP spid="16" grpId="0" animBg="1"/>
      <p:bldP spid="17" grpId="0" animBg="1" autoUpdateAnimBg="0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5EDDA07A-965E-E0DD-B914-962C14D29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451" y="3186648"/>
            <a:ext cx="2238842" cy="219388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00E35-80D9-7B79-94C4-A5F8A0049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3132-E29A-4343-9E70-E8FD5B4827FE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0DB58-A130-1FB3-07B4-DF791EF5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5EDDF-22B0-C6B2-774C-CA52FFDF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35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12615B7-6614-CDE7-637F-56796C2D7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729" y="514982"/>
            <a:ext cx="4152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charset="2"/>
              </a:rPr>
              <a:t>形体之间的表面过渡关系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B274276-C6D4-9417-5A5F-326B9913F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630" y="1116676"/>
            <a:ext cx="14414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⒈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平齐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28B5AD9-9E96-AD5B-5056-96F24E16D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94" y="1109713"/>
            <a:ext cx="48526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两个基本体的表面互相平齐。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3A43E11B-3E0D-F34F-EDE9-054C3AF042CD}"/>
              </a:ext>
            </a:extLst>
          </p:cNvPr>
          <p:cNvGrpSpPr>
            <a:grpSpLocks/>
          </p:cNvGrpSpPr>
          <p:nvPr/>
        </p:nvGrpSpPr>
        <p:grpSpPr bwMode="auto">
          <a:xfrm>
            <a:off x="7416504" y="1425224"/>
            <a:ext cx="1844675" cy="1587500"/>
            <a:chOff x="426" y="1969"/>
            <a:chExt cx="2079" cy="1789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D93EE41-8998-5A89-1F89-9373315FA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" y="2306"/>
              <a:ext cx="1930" cy="1110"/>
            </a:xfrm>
            <a:custGeom>
              <a:avLst/>
              <a:gdLst>
                <a:gd name="T0" fmla="*/ 0 w 2253"/>
                <a:gd name="T1" fmla="*/ 957 h 1296"/>
                <a:gd name="T2" fmla="*/ 401 w 2253"/>
                <a:gd name="T3" fmla="*/ 704 h 1296"/>
                <a:gd name="T4" fmla="*/ 711 w 2253"/>
                <a:gd name="T5" fmla="*/ 897 h 1296"/>
                <a:gd name="T6" fmla="*/ 1602 w 2253"/>
                <a:gd name="T7" fmla="*/ 394 h 1296"/>
                <a:gd name="T8" fmla="*/ 1602 w 2253"/>
                <a:gd name="T9" fmla="*/ 14 h 1296"/>
                <a:gd name="T10" fmla="*/ 1666 w 2253"/>
                <a:gd name="T11" fmla="*/ 0 h 1296"/>
                <a:gd name="T12" fmla="*/ 2253 w 2253"/>
                <a:gd name="T13" fmla="*/ 343 h 1296"/>
                <a:gd name="T14" fmla="*/ 606 w 2253"/>
                <a:gd name="T15" fmla="*/ 1296 h 1296"/>
                <a:gd name="T16" fmla="*/ 0 w 2253"/>
                <a:gd name="T17" fmla="*/ 957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3" h="1296">
                  <a:moveTo>
                    <a:pt x="0" y="957"/>
                  </a:moveTo>
                  <a:lnTo>
                    <a:pt x="401" y="704"/>
                  </a:lnTo>
                  <a:lnTo>
                    <a:pt x="711" y="897"/>
                  </a:lnTo>
                  <a:lnTo>
                    <a:pt x="1602" y="394"/>
                  </a:lnTo>
                  <a:lnTo>
                    <a:pt x="1602" y="14"/>
                  </a:lnTo>
                  <a:lnTo>
                    <a:pt x="1666" y="0"/>
                  </a:lnTo>
                  <a:lnTo>
                    <a:pt x="2253" y="343"/>
                  </a:lnTo>
                  <a:lnTo>
                    <a:pt x="606" y="1296"/>
                  </a:lnTo>
                  <a:lnTo>
                    <a:pt x="0" y="957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46275"/>
                    <a:invGamma/>
                  </a:srgbClr>
                </a:gs>
                <a:gs pos="100000">
                  <a:srgbClr val="339933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9B84B68-45AD-4F99-54AC-C8AE5878D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2415"/>
              <a:ext cx="223" cy="142"/>
            </a:xfrm>
            <a:custGeom>
              <a:avLst/>
              <a:gdLst>
                <a:gd name="T0" fmla="*/ 0 w 805"/>
                <a:gd name="T1" fmla="*/ 256 h 513"/>
                <a:gd name="T2" fmla="*/ 7 w 805"/>
                <a:gd name="T3" fmla="*/ 304 h 513"/>
                <a:gd name="T4" fmla="*/ 29 w 805"/>
                <a:gd name="T5" fmla="*/ 352 h 513"/>
                <a:gd name="T6" fmla="*/ 64 w 805"/>
                <a:gd name="T7" fmla="*/ 395 h 513"/>
                <a:gd name="T8" fmla="*/ 111 w 805"/>
                <a:gd name="T9" fmla="*/ 433 h 513"/>
                <a:gd name="T10" fmla="*/ 169 w 805"/>
                <a:gd name="T11" fmla="*/ 465 h 513"/>
                <a:gd name="T12" fmla="*/ 236 w 805"/>
                <a:gd name="T13" fmla="*/ 490 h 513"/>
                <a:gd name="T14" fmla="*/ 309 w 805"/>
                <a:gd name="T15" fmla="*/ 505 h 513"/>
                <a:gd name="T16" fmla="*/ 385 w 805"/>
                <a:gd name="T17" fmla="*/ 513 h 513"/>
                <a:gd name="T18" fmla="*/ 461 w 805"/>
                <a:gd name="T19" fmla="*/ 510 h 513"/>
                <a:gd name="T20" fmla="*/ 536 w 805"/>
                <a:gd name="T21" fmla="*/ 498 h 513"/>
                <a:gd name="T22" fmla="*/ 605 w 805"/>
                <a:gd name="T23" fmla="*/ 479 h 513"/>
                <a:gd name="T24" fmla="*/ 668 w 805"/>
                <a:gd name="T25" fmla="*/ 450 h 513"/>
                <a:gd name="T26" fmla="*/ 722 w 805"/>
                <a:gd name="T27" fmla="*/ 415 h 513"/>
                <a:gd name="T28" fmla="*/ 763 w 805"/>
                <a:gd name="T29" fmla="*/ 373 h 513"/>
                <a:gd name="T30" fmla="*/ 791 w 805"/>
                <a:gd name="T31" fmla="*/ 329 h 513"/>
                <a:gd name="T32" fmla="*/ 805 w 805"/>
                <a:gd name="T33" fmla="*/ 280 h 513"/>
                <a:gd name="T34" fmla="*/ 805 w 805"/>
                <a:gd name="T35" fmla="*/ 232 h 513"/>
                <a:gd name="T36" fmla="*/ 791 w 805"/>
                <a:gd name="T37" fmla="*/ 184 h 513"/>
                <a:gd name="T38" fmla="*/ 763 w 805"/>
                <a:gd name="T39" fmla="*/ 138 h 513"/>
                <a:gd name="T40" fmla="*/ 722 w 805"/>
                <a:gd name="T41" fmla="*/ 97 h 513"/>
                <a:gd name="T42" fmla="*/ 668 w 805"/>
                <a:gd name="T43" fmla="*/ 62 h 513"/>
                <a:gd name="T44" fmla="*/ 605 w 805"/>
                <a:gd name="T45" fmla="*/ 34 h 513"/>
                <a:gd name="T46" fmla="*/ 536 w 805"/>
                <a:gd name="T47" fmla="*/ 14 h 513"/>
                <a:gd name="T48" fmla="*/ 461 w 805"/>
                <a:gd name="T49" fmla="*/ 3 h 513"/>
                <a:gd name="T50" fmla="*/ 385 w 805"/>
                <a:gd name="T51" fmla="*/ 0 h 513"/>
                <a:gd name="T52" fmla="*/ 309 w 805"/>
                <a:gd name="T53" fmla="*/ 6 h 513"/>
                <a:gd name="T54" fmla="*/ 236 w 805"/>
                <a:gd name="T55" fmla="*/ 23 h 513"/>
                <a:gd name="T56" fmla="*/ 169 w 805"/>
                <a:gd name="T57" fmla="*/ 47 h 513"/>
                <a:gd name="T58" fmla="*/ 111 w 805"/>
                <a:gd name="T59" fmla="*/ 79 h 513"/>
                <a:gd name="T60" fmla="*/ 64 w 805"/>
                <a:gd name="T61" fmla="*/ 118 h 513"/>
                <a:gd name="T62" fmla="*/ 29 w 805"/>
                <a:gd name="T63" fmla="*/ 161 h 513"/>
                <a:gd name="T64" fmla="*/ 7 w 805"/>
                <a:gd name="T65" fmla="*/ 207 h 513"/>
                <a:gd name="T66" fmla="*/ 0 w 805"/>
                <a:gd name="T67" fmla="*/ 256 h 513"/>
                <a:gd name="T68" fmla="*/ 1 w 805"/>
                <a:gd name="T69" fmla="*/ 256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05" h="513">
                  <a:moveTo>
                    <a:pt x="0" y="256"/>
                  </a:moveTo>
                  <a:lnTo>
                    <a:pt x="7" y="304"/>
                  </a:lnTo>
                  <a:lnTo>
                    <a:pt x="29" y="352"/>
                  </a:lnTo>
                  <a:lnTo>
                    <a:pt x="64" y="395"/>
                  </a:lnTo>
                  <a:lnTo>
                    <a:pt x="111" y="433"/>
                  </a:lnTo>
                  <a:lnTo>
                    <a:pt x="169" y="465"/>
                  </a:lnTo>
                  <a:lnTo>
                    <a:pt x="236" y="490"/>
                  </a:lnTo>
                  <a:lnTo>
                    <a:pt x="309" y="505"/>
                  </a:lnTo>
                  <a:lnTo>
                    <a:pt x="385" y="513"/>
                  </a:lnTo>
                  <a:lnTo>
                    <a:pt x="461" y="510"/>
                  </a:lnTo>
                  <a:lnTo>
                    <a:pt x="536" y="498"/>
                  </a:lnTo>
                  <a:lnTo>
                    <a:pt x="605" y="479"/>
                  </a:lnTo>
                  <a:lnTo>
                    <a:pt x="668" y="450"/>
                  </a:lnTo>
                  <a:lnTo>
                    <a:pt x="722" y="415"/>
                  </a:lnTo>
                  <a:lnTo>
                    <a:pt x="763" y="373"/>
                  </a:lnTo>
                  <a:lnTo>
                    <a:pt x="791" y="329"/>
                  </a:lnTo>
                  <a:lnTo>
                    <a:pt x="805" y="280"/>
                  </a:lnTo>
                  <a:lnTo>
                    <a:pt x="805" y="232"/>
                  </a:lnTo>
                  <a:lnTo>
                    <a:pt x="791" y="184"/>
                  </a:lnTo>
                  <a:lnTo>
                    <a:pt x="763" y="138"/>
                  </a:lnTo>
                  <a:lnTo>
                    <a:pt x="722" y="97"/>
                  </a:lnTo>
                  <a:lnTo>
                    <a:pt x="668" y="62"/>
                  </a:lnTo>
                  <a:lnTo>
                    <a:pt x="605" y="34"/>
                  </a:lnTo>
                  <a:lnTo>
                    <a:pt x="536" y="14"/>
                  </a:lnTo>
                  <a:lnTo>
                    <a:pt x="461" y="3"/>
                  </a:lnTo>
                  <a:lnTo>
                    <a:pt x="385" y="0"/>
                  </a:lnTo>
                  <a:lnTo>
                    <a:pt x="309" y="6"/>
                  </a:lnTo>
                  <a:lnTo>
                    <a:pt x="236" y="23"/>
                  </a:lnTo>
                  <a:lnTo>
                    <a:pt x="169" y="47"/>
                  </a:lnTo>
                  <a:lnTo>
                    <a:pt x="111" y="79"/>
                  </a:lnTo>
                  <a:lnTo>
                    <a:pt x="64" y="118"/>
                  </a:lnTo>
                  <a:lnTo>
                    <a:pt x="29" y="161"/>
                  </a:lnTo>
                  <a:lnTo>
                    <a:pt x="7" y="207"/>
                  </a:lnTo>
                  <a:lnTo>
                    <a:pt x="0" y="256"/>
                  </a:lnTo>
                  <a:lnTo>
                    <a:pt x="1" y="256"/>
                  </a:lnTo>
                </a:path>
              </a:pathLst>
            </a:custGeom>
            <a:gradFill rotWithShape="0">
              <a:gsLst>
                <a:gs pos="0">
                  <a:srgbClr val="FFFF00">
                    <a:gamma/>
                    <a:shade val="46275"/>
                    <a:invGamma/>
                  </a:srgbClr>
                </a:gs>
                <a:gs pos="50000">
                  <a:srgbClr val="FFFF00"/>
                </a:gs>
                <a:gs pos="100000">
                  <a:srgbClr val="FFFF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588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81B9F80C-8AAE-EAC8-1B80-3BB5F4C65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275"/>
              <a:ext cx="48" cy="56"/>
            </a:xfrm>
            <a:custGeom>
              <a:avLst/>
              <a:gdLst>
                <a:gd name="T0" fmla="*/ 0 w 87"/>
                <a:gd name="T1" fmla="*/ 0 h 101"/>
                <a:gd name="T2" fmla="*/ 87 w 87"/>
                <a:gd name="T3" fmla="*/ 58 h 101"/>
                <a:gd name="T4" fmla="*/ 15 w 87"/>
                <a:gd name="T5" fmla="*/ 101 h 101"/>
                <a:gd name="T6" fmla="*/ 0 w 87"/>
                <a:gd name="T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101">
                  <a:moveTo>
                    <a:pt x="0" y="0"/>
                  </a:moveTo>
                  <a:lnTo>
                    <a:pt x="87" y="58"/>
                  </a:lnTo>
                  <a:lnTo>
                    <a:pt x="15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56AF8E09-91E6-7BC7-9DAB-DE37AA0B9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2228"/>
              <a:ext cx="782" cy="877"/>
            </a:xfrm>
            <a:custGeom>
              <a:avLst/>
              <a:gdLst>
                <a:gd name="T0" fmla="*/ 1414 w 1414"/>
                <a:gd name="T1" fmla="*/ 0 h 1587"/>
                <a:gd name="T2" fmla="*/ 0 w 1414"/>
                <a:gd name="T3" fmla="*/ 774 h 1587"/>
                <a:gd name="T4" fmla="*/ 6 w 1414"/>
                <a:gd name="T5" fmla="*/ 1587 h 1587"/>
                <a:gd name="T6" fmla="*/ 1414 w 1414"/>
                <a:gd name="T7" fmla="*/ 774 h 1587"/>
                <a:gd name="T8" fmla="*/ 1414 w 1414"/>
                <a:gd name="T9" fmla="*/ 0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4" h="1587">
                  <a:moveTo>
                    <a:pt x="1414" y="0"/>
                  </a:moveTo>
                  <a:lnTo>
                    <a:pt x="0" y="774"/>
                  </a:lnTo>
                  <a:lnTo>
                    <a:pt x="6" y="1587"/>
                  </a:lnTo>
                  <a:lnTo>
                    <a:pt x="1414" y="774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9BEE39DA-039A-B7F6-230E-E4ED6ED4B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2059"/>
              <a:ext cx="718" cy="674"/>
            </a:xfrm>
            <a:custGeom>
              <a:avLst/>
              <a:gdLst>
                <a:gd name="T0" fmla="*/ 482 w 1298"/>
                <a:gd name="T1" fmla="*/ 0 h 1220"/>
                <a:gd name="T2" fmla="*/ 1298 w 1298"/>
                <a:gd name="T3" fmla="*/ 480 h 1220"/>
                <a:gd name="T4" fmla="*/ 1286 w 1298"/>
                <a:gd name="T5" fmla="*/ 588 h 1220"/>
                <a:gd name="T6" fmla="*/ 1262 w 1298"/>
                <a:gd name="T7" fmla="*/ 696 h 1220"/>
                <a:gd name="T8" fmla="*/ 1214 w 1298"/>
                <a:gd name="T9" fmla="*/ 816 h 1220"/>
                <a:gd name="T10" fmla="*/ 1166 w 1298"/>
                <a:gd name="T11" fmla="*/ 900 h 1220"/>
                <a:gd name="T12" fmla="*/ 1108 w 1298"/>
                <a:gd name="T13" fmla="*/ 990 h 1220"/>
                <a:gd name="T14" fmla="*/ 1022 w 1298"/>
                <a:gd name="T15" fmla="*/ 1092 h 1220"/>
                <a:gd name="T16" fmla="*/ 922 w 1298"/>
                <a:gd name="T17" fmla="*/ 1162 h 1220"/>
                <a:gd name="T18" fmla="*/ 826 w 1298"/>
                <a:gd name="T19" fmla="*/ 1214 h 1220"/>
                <a:gd name="T20" fmla="*/ 717 w 1298"/>
                <a:gd name="T21" fmla="*/ 1220 h 1220"/>
                <a:gd name="T22" fmla="*/ 628 w 1298"/>
                <a:gd name="T23" fmla="*/ 1188 h 1220"/>
                <a:gd name="T24" fmla="*/ 554 w 1298"/>
                <a:gd name="T25" fmla="*/ 1140 h 1220"/>
                <a:gd name="T26" fmla="*/ 482 w 1298"/>
                <a:gd name="T27" fmla="*/ 1044 h 1220"/>
                <a:gd name="T28" fmla="*/ 468 w 1298"/>
                <a:gd name="T29" fmla="*/ 938 h 1220"/>
                <a:gd name="T30" fmla="*/ 314 w 1298"/>
                <a:gd name="T31" fmla="*/ 932 h 1220"/>
                <a:gd name="T32" fmla="*/ 0 w 1298"/>
                <a:gd name="T33" fmla="*/ 695 h 1220"/>
                <a:gd name="T34" fmla="*/ 110 w 1298"/>
                <a:gd name="T35" fmla="*/ 660 h 1220"/>
                <a:gd name="T36" fmla="*/ 205 w 1298"/>
                <a:gd name="T37" fmla="*/ 612 h 1220"/>
                <a:gd name="T38" fmla="*/ 282 w 1298"/>
                <a:gd name="T39" fmla="*/ 535 h 1220"/>
                <a:gd name="T40" fmla="*/ 340 w 1298"/>
                <a:gd name="T41" fmla="*/ 452 h 1220"/>
                <a:gd name="T42" fmla="*/ 391 w 1298"/>
                <a:gd name="T43" fmla="*/ 382 h 1220"/>
                <a:gd name="T44" fmla="*/ 434 w 1298"/>
                <a:gd name="T45" fmla="*/ 264 h 1220"/>
                <a:gd name="T46" fmla="*/ 470 w 1298"/>
                <a:gd name="T47" fmla="*/ 132 h 1220"/>
                <a:gd name="T48" fmla="*/ 482 w 1298"/>
                <a:gd name="T49" fmla="*/ 0 h 1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98" h="1220">
                  <a:moveTo>
                    <a:pt x="482" y="0"/>
                  </a:moveTo>
                  <a:lnTo>
                    <a:pt x="1298" y="480"/>
                  </a:lnTo>
                  <a:lnTo>
                    <a:pt x="1286" y="588"/>
                  </a:lnTo>
                  <a:lnTo>
                    <a:pt x="1262" y="696"/>
                  </a:lnTo>
                  <a:lnTo>
                    <a:pt x="1214" y="816"/>
                  </a:lnTo>
                  <a:lnTo>
                    <a:pt x="1166" y="900"/>
                  </a:lnTo>
                  <a:lnTo>
                    <a:pt x="1108" y="990"/>
                  </a:lnTo>
                  <a:lnTo>
                    <a:pt x="1022" y="1092"/>
                  </a:lnTo>
                  <a:lnTo>
                    <a:pt x="922" y="1162"/>
                  </a:lnTo>
                  <a:lnTo>
                    <a:pt x="826" y="1214"/>
                  </a:lnTo>
                  <a:lnTo>
                    <a:pt x="717" y="1220"/>
                  </a:lnTo>
                  <a:lnTo>
                    <a:pt x="628" y="1188"/>
                  </a:lnTo>
                  <a:lnTo>
                    <a:pt x="554" y="1140"/>
                  </a:lnTo>
                  <a:lnTo>
                    <a:pt x="482" y="1044"/>
                  </a:lnTo>
                  <a:lnTo>
                    <a:pt x="468" y="938"/>
                  </a:lnTo>
                  <a:lnTo>
                    <a:pt x="314" y="932"/>
                  </a:lnTo>
                  <a:lnTo>
                    <a:pt x="0" y="695"/>
                  </a:lnTo>
                  <a:lnTo>
                    <a:pt x="110" y="660"/>
                  </a:lnTo>
                  <a:lnTo>
                    <a:pt x="205" y="612"/>
                  </a:lnTo>
                  <a:lnTo>
                    <a:pt x="282" y="535"/>
                  </a:lnTo>
                  <a:lnTo>
                    <a:pt x="340" y="452"/>
                  </a:lnTo>
                  <a:lnTo>
                    <a:pt x="391" y="382"/>
                  </a:lnTo>
                  <a:lnTo>
                    <a:pt x="434" y="264"/>
                  </a:lnTo>
                  <a:lnTo>
                    <a:pt x="470" y="132"/>
                  </a:lnTo>
                  <a:lnTo>
                    <a:pt x="482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100000">
                  <a:srgbClr val="FFCC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23AF2D9-5615-C5D4-0191-E2A7F04F5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969"/>
              <a:ext cx="609" cy="354"/>
            </a:xfrm>
            <a:custGeom>
              <a:avLst/>
              <a:gdLst>
                <a:gd name="T0" fmla="*/ 0 w 609"/>
                <a:gd name="T1" fmla="*/ 92 h 354"/>
                <a:gd name="T2" fmla="*/ 166 w 609"/>
                <a:gd name="T3" fmla="*/ 0 h 354"/>
                <a:gd name="T4" fmla="*/ 609 w 609"/>
                <a:gd name="T5" fmla="*/ 261 h 354"/>
                <a:gd name="T6" fmla="*/ 453 w 609"/>
                <a:gd name="T7" fmla="*/ 354 h 354"/>
                <a:gd name="T8" fmla="*/ 0 w 609"/>
                <a:gd name="T9" fmla="*/ 92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9" h="354">
                  <a:moveTo>
                    <a:pt x="0" y="92"/>
                  </a:moveTo>
                  <a:lnTo>
                    <a:pt x="166" y="0"/>
                  </a:lnTo>
                  <a:lnTo>
                    <a:pt x="609" y="261"/>
                  </a:lnTo>
                  <a:lnTo>
                    <a:pt x="453" y="354"/>
                  </a:lnTo>
                  <a:lnTo>
                    <a:pt x="0" y="92"/>
                  </a:lnTo>
                  <a:close/>
                </a:path>
              </a:pathLst>
            </a:custGeom>
            <a:gradFill rotWithShape="0">
              <a:gsLst>
                <a:gs pos="0">
                  <a:srgbClr val="FF9900">
                    <a:gamma/>
                    <a:shade val="86275"/>
                    <a:invGamma/>
                  </a:srgbClr>
                </a:gs>
                <a:gs pos="100000">
                  <a:srgbClr val="FF99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0D3AFBD7-A07C-16F8-B7DB-F05EC9BAC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" y="2410"/>
              <a:ext cx="492" cy="724"/>
            </a:xfrm>
            <a:custGeom>
              <a:avLst/>
              <a:gdLst>
                <a:gd name="T0" fmla="*/ 888 w 888"/>
                <a:gd name="T1" fmla="*/ 156 h 1308"/>
                <a:gd name="T2" fmla="*/ 288 w 888"/>
                <a:gd name="T3" fmla="*/ 1308 h 1308"/>
                <a:gd name="T4" fmla="*/ 0 w 888"/>
                <a:gd name="T5" fmla="*/ 1128 h 1308"/>
                <a:gd name="T6" fmla="*/ 588 w 888"/>
                <a:gd name="T7" fmla="*/ 0 h 1308"/>
                <a:gd name="T8" fmla="*/ 888 w 888"/>
                <a:gd name="T9" fmla="*/ 156 h 1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8" h="1308">
                  <a:moveTo>
                    <a:pt x="888" y="156"/>
                  </a:moveTo>
                  <a:lnTo>
                    <a:pt x="288" y="1308"/>
                  </a:lnTo>
                  <a:lnTo>
                    <a:pt x="0" y="1128"/>
                  </a:lnTo>
                  <a:lnTo>
                    <a:pt x="588" y="0"/>
                  </a:lnTo>
                  <a:lnTo>
                    <a:pt x="888" y="156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D050134-0BA5-DAB0-4B59-2BAB79BCA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3059"/>
              <a:ext cx="223" cy="141"/>
            </a:xfrm>
            <a:custGeom>
              <a:avLst/>
              <a:gdLst>
                <a:gd name="T0" fmla="*/ 0 w 805"/>
                <a:gd name="T1" fmla="*/ 256 h 513"/>
                <a:gd name="T2" fmla="*/ 7 w 805"/>
                <a:gd name="T3" fmla="*/ 304 h 513"/>
                <a:gd name="T4" fmla="*/ 29 w 805"/>
                <a:gd name="T5" fmla="*/ 352 h 513"/>
                <a:gd name="T6" fmla="*/ 64 w 805"/>
                <a:gd name="T7" fmla="*/ 395 h 513"/>
                <a:gd name="T8" fmla="*/ 111 w 805"/>
                <a:gd name="T9" fmla="*/ 433 h 513"/>
                <a:gd name="T10" fmla="*/ 169 w 805"/>
                <a:gd name="T11" fmla="*/ 465 h 513"/>
                <a:gd name="T12" fmla="*/ 236 w 805"/>
                <a:gd name="T13" fmla="*/ 490 h 513"/>
                <a:gd name="T14" fmla="*/ 309 w 805"/>
                <a:gd name="T15" fmla="*/ 505 h 513"/>
                <a:gd name="T16" fmla="*/ 385 w 805"/>
                <a:gd name="T17" fmla="*/ 513 h 513"/>
                <a:gd name="T18" fmla="*/ 461 w 805"/>
                <a:gd name="T19" fmla="*/ 510 h 513"/>
                <a:gd name="T20" fmla="*/ 536 w 805"/>
                <a:gd name="T21" fmla="*/ 498 h 513"/>
                <a:gd name="T22" fmla="*/ 605 w 805"/>
                <a:gd name="T23" fmla="*/ 479 h 513"/>
                <a:gd name="T24" fmla="*/ 668 w 805"/>
                <a:gd name="T25" fmla="*/ 450 h 513"/>
                <a:gd name="T26" fmla="*/ 722 w 805"/>
                <a:gd name="T27" fmla="*/ 415 h 513"/>
                <a:gd name="T28" fmla="*/ 763 w 805"/>
                <a:gd name="T29" fmla="*/ 373 h 513"/>
                <a:gd name="T30" fmla="*/ 791 w 805"/>
                <a:gd name="T31" fmla="*/ 329 h 513"/>
                <a:gd name="T32" fmla="*/ 805 w 805"/>
                <a:gd name="T33" fmla="*/ 280 h 513"/>
                <a:gd name="T34" fmla="*/ 805 w 805"/>
                <a:gd name="T35" fmla="*/ 232 h 513"/>
                <a:gd name="T36" fmla="*/ 791 w 805"/>
                <a:gd name="T37" fmla="*/ 184 h 513"/>
                <a:gd name="T38" fmla="*/ 763 w 805"/>
                <a:gd name="T39" fmla="*/ 138 h 513"/>
                <a:gd name="T40" fmla="*/ 722 w 805"/>
                <a:gd name="T41" fmla="*/ 97 h 513"/>
                <a:gd name="T42" fmla="*/ 668 w 805"/>
                <a:gd name="T43" fmla="*/ 62 h 513"/>
                <a:gd name="T44" fmla="*/ 605 w 805"/>
                <a:gd name="T45" fmla="*/ 34 h 513"/>
                <a:gd name="T46" fmla="*/ 536 w 805"/>
                <a:gd name="T47" fmla="*/ 14 h 513"/>
                <a:gd name="T48" fmla="*/ 461 w 805"/>
                <a:gd name="T49" fmla="*/ 3 h 513"/>
                <a:gd name="T50" fmla="*/ 385 w 805"/>
                <a:gd name="T51" fmla="*/ 0 h 513"/>
                <a:gd name="T52" fmla="*/ 309 w 805"/>
                <a:gd name="T53" fmla="*/ 6 h 513"/>
                <a:gd name="T54" fmla="*/ 236 w 805"/>
                <a:gd name="T55" fmla="*/ 23 h 513"/>
                <a:gd name="T56" fmla="*/ 169 w 805"/>
                <a:gd name="T57" fmla="*/ 47 h 513"/>
                <a:gd name="T58" fmla="*/ 111 w 805"/>
                <a:gd name="T59" fmla="*/ 79 h 513"/>
                <a:gd name="T60" fmla="*/ 64 w 805"/>
                <a:gd name="T61" fmla="*/ 118 h 513"/>
                <a:gd name="T62" fmla="*/ 29 w 805"/>
                <a:gd name="T63" fmla="*/ 161 h 513"/>
                <a:gd name="T64" fmla="*/ 7 w 805"/>
                <a:gd name="T65" fmla="*/ 207 h 513"/>
                <a:gd name="T66" fmla="*/ 0 w 805"/>
                <a:gd name="T67" fmla="*/ 256 h 513"/>
                <a:gd name="T68" fmla="*/ 1 w 805"/>
                <a:gd name="T69" fmla="*/ 256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05" h="513">
                  <a:moveTo>
                    <a:pt x="0" y="256"/>
                  </a:moveTo>
                  <a:lnTo>
                    <a:pt x="7" y="304"/>
                  </a:lnTo>
                  <a:lnTo>
                    <a:pt x="29" y="352"/>
                  </a:lnTo>
                  <a:lnTo>
                    <a:pt x="64" y="395"/>
                  </a:lnTo>
                  <a:lnTo>
                    <a:pt x="111" y="433"/>
                  </a:lnTo>
                  <a:lnTo>
                    <a:pt x="169" y="465"/>
                  </a:lnTo>
                  <a:lnTo>
                    <a:pt x="236" y="490"/>
                  </a:lnTo>
                  <a:lnTo>
                    <a:pt x="309" y="505"/>
                  </a:lnTo>
                  <a:lnTo>
                    <a:pt x="385" y="513"/>
                  </a:lnTo>
                  <a:lnTo>
                    <a:pt x="461" y="510"/>
                  </a:lnTo>
                  <a:lnTo>
                    <a:pt x="536" y="498"/>
                  </a:lnTo>
                  <a:lnTo>
                    <a:pt x="605" y="479"/>
                  </a:lnTo>
                  <a:lnTo>
                    <a:pt x="668" y="450"/>
                  </a:lnTo>
                  <a:lnTo>
                    <a:pt x="722" y="415"/>
                  </a:lnTo>
                  <a:lnTo>
                    <a:pt x="763" y="373"/>
                  </a:lnTo>
                  <a:lnTo>
                    <a:pt x="791" y="329"/>
                  </a:lnTo>
                  <a:lnTo>
                    <a:pt x="805" y="280"/>
                  </a:lnTo>
                  <a:lnTo>
                    <a:pt x="805" y="232"/>
                  </a:lnTo>
                  <a:lnTo>
                    <a:pt x="791" y="184"/>
                  </a:lnTo>
                  <a:lnTo>
                    <a:pt x="763" y="138"/>
                  </a:lnTo>
                  <a:lnTo>
                    <a:pt x="722" y="97"/>
                  </a:lnTo>
                  <a:lnTo>
                    <a:pt x="668" y="62"/>
                  </a:lnTo>
                  <a:lnTo>
                    <a:pt x="605" y="34"/>
                  </a:lnTo>
                  <a:lnTo>
                    <a:pt x="536" y="14"/>
                  </a:lnTo>
                  <a:lnTo>
                    <a:pt x="461" y="3"/>
                  </a:lnTo>
                  <a:lnTo>
                    <a:pt x="385" y="0"/>
                  </a:lnTo>
                  <a:lnTo>
                    <a:pt x="309" y="6"/>
                  </a:lnTo>
                  <a:lnTo>
                    <a:pt x="236" y="23"/>
                  </a:lnTo>
                  <a:lnTo>
                    <a:pt x="169" y="47"/>
                  </a:lnTo>
                  <a:lnTo>
                    <a:pt x="111" y="79"/>
                  </a:lnTo>
                  <a:lnTo>
                    <a:pt x="64" y="118"/>
                  </a:lnTo>
                  <a:lnTo>
                    <a:pt x="29" y="161"/>
                  </a:lnTo>
                  <a:lnTo>
                    <a:pt x="7" y="207"/>
                  </a:lnTo>
                  <a:lnTo>
                    <a:pt x="0" y="256"/>
                  </a:lnTo>
                  <a:lnTo>
                    <a:pt x="1" y="256"/>
                  </a:lnTo>
                </a:path>
              </a:pathLst>
            </a:custGeom>
            <a:gradFill rotWithShape="0">
              <a:gsLst>
                <a:gs pos="0">
                  <a:srgbClr val="FFFF00">
                    <a:gamma/>
                    <a:shade val="46275"/>
                    <a:invGamma/>
                  </a:srgbClr>
                </a:gs>
                <a:gs pos="50000">
                  <a:srgbClr val="FFFF00"/>
                </a:gs>
                <a:gs pos="100000">
                  <a:srgbClr val="FFFF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588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9BA94790-1AFE-8826-5642-6A7ADCB5E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" y="2493"/>
              <a:ext cx="287" cy="612"/>
            </a:xfrm>
            <a:custGeom>
              <a:avLst/>
              <a:gdLst>
                <a:gd name="T0" fmla="*/ 0 w 518"/>
                <a:gd name="T1" fmla="*/ 0 h 1107"/>
                <a:gd name="T2" fmla="*/ 518 w 518"/>
                <a:gd name="T3" fmla="*/ 326 h 1107"/>
                <a:gd name="T4" fmla="*/ 518 w 518"/>
                <a:gd name="T5" fmla="*/ 1107 h 1107"/>
                <a:gd name="T6" fmla="*/ 0 w 518"/>
                <a:gd name="T7" fmla="*/ 813 h 1107"/>
                <a:gd name="T8" fmla="*/ 0 w 518"/>
                <a:gd name="T9" fmla="*/ 0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1107">
                  <a:moveTo>
                    <a:pt x="0" y="0"/>
                  </a:moveTo>
                  <a:lnTo>
                    <a:pt x="518" y="326"/>
                  </a:lnTo>
                  <a:lnTo>
                    <a:pt x="518" y="1107"/>
                  </a:lnTo>
                  <a:lnTo>
                    <a:pt x="0" y="81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66">
                    <a:gamma/>
                    <a:shade val="46275"/>
                    <a:invGamma/>
                  </a:srgbClr>
                </a:gs>
                <a:gs pos="100000">
                  <a:srgbClr val="FF0066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2525B81D-FDD4-33E3-EBFD-0B397235B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2323"/>
              <a:ext cx="603" cy="354"/>
            </a:xfrm>
            <a:custGeom>
              <a:avLst/>
              <a:gdLst>
                <a:gd name="T0" fmla="*/ 0 w 1088"/>
                <a:gd name="T1" fmla="*/ 166 h 640"/>
                <a:gd name="T2" fmla="*/ 288 w 1088"/>
                <a:gd name="T3" fmla="*/ 0 h 640"/>
                <a:gd name="T4" fmla="*/ 1088 w 1088"/>
                <a:gd name="T5" fmla="*/ 467 h 640"/>
                <a:gd name="T6" fmla="*/ 806 w 1088"/>
                <a:gd name="T7" fmla="*/ 640 h 640"/>
                <a:gd name="T8" fmla="*/ 0 w 1088"/>
                <a:gd name="T9" fmla="*/ 166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8" h="640">
                  <a:moveTo>
                    <a:pt x="0" y="166"/>
                  </a:moveTo>
                  <a:lnTo>
                    <a:pt x="288" y="0"/>
                  </a:lnTo>
                  <a:lnTo>
                    <a:pt x="1088" y="467"/>
                  </a:lnTo>
                  <a:lnTo>
                    <a:pt x="806" y="640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6BB9D138-950E-4713-11A7-DE278AF7D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" y="2496"/>
              <a:ext cx="332" cy="625"/>
            </a:xfrm>
            <a:custGeom>
              <a:avLst/>
              <a:gdLst>
                <a:gd name="T0" fmla="*/ 387 w 387"/>
                <a:gd name="T1" fmla="*/ 0 h 729"/>
                <a:gd name="T2" fmla="*/ 387 w 387"/>
                <a:gd name="T3" fmla="*/ 524 h 729"/>
                <a:gd name="T4" fmla="*/ 0 w 387"/>
                <a:gd name="T5" fmla="*/ 729 h 729"/>
                <a:gd name="T6" fmla="*/ 387 w 387"/>
                <a:gd name="T7" fmla="*/ 0 h 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7" h="729">
                  <a:moveTo>
                    <a:pt x="387" y="0"/>
                  </a:moveTo>
                  <a:lnTo>
                    <a:pt x="387" y="524"/>
                  </a:lnTo>
                  <a:lnTo>
                    <a:pt x="0" y="729"/>
                  </a:lnTo>
                  <a:lnTo>
                    <a:pt x="387" y="0"/>
                  </a:lnTo>
                  <a:close/>
                </a:path>
              </a:pathLst>
            </a:custGeom>
            <a:gradFill rotWithShape="0">
              <a:gsLst>
                <a:gs pos="0">
                  <a:srgbClr val="CC66FF"/>
                </a:gs>
                <a:gs pos="100000">
                  <a:srgbClr val="CC66FF">
                    <a:gamma/>
                    <a:shade val="56863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2E65F8A0-2824-E970-0467-CE97DD3CC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034"/>
              <a:ext cx="675" cy="720"/>
            </a:xfrm>
            <a:custGeom>
              <a:avLst/>
              <a:gdLst>
                <a:gd name="T0" fmla="*/ 0 w 1221"/>
                <a:gd name="T1" fmla="*/ 0 h 1302"/>
                <a:gd name="T2" fmla="*/ 1221 w 1221"/>
                <a:gd name="T3" fmla="*/ 691 h 1302"/>
                <a:gd name="T4" fmla="*/ 1221 w 1221"/>
                <a:gd name="T5" fmla="*/ 1302 h 1302"/>
                <a:gd name="T6" fmla="*/ 945 w 1221"/>
                <a:gd name="T7" fmla="*/ 1156 h 1302"/>
                <a:gd name="T8" fmla="*/ 945 w 1221"/>
                <a:gd name="T9" fmla="*/ 836 h 1302"/>
                <a:gd name="T10" fmla="*/ 0 w 1221"/>
                <a:gd name="T11" fmla="*/ 298 h 1302"/>
                <a:gd name="T12" fmla="*/ 0 w 1221"/>
                <a:gd name="T13" fmla="*/ 0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1" h="1302">
                  <a:moveTo>
                    <a:pt x="0" y="0"/>
                  </a:moveTo>
                  <a:lnTo>
                    <a:pt x="1221" y="691"/>
                  </a:lnTo>
                  <a:lnTo>
                    <a:pt x="1221" y="1302"/>
                  </a:lnTo>
                  <a:lnTo>
                    <a:pt x="945" y="1156"/>
                  </a:lnTo>
                  <a:lnTo>
                    <a:pt x="945" y="836"/>
                  </a:lnTo>
                  <a:lnTo>
                    <a:pt x="0" y="29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CC33">
                    <a:gamma/>
                    <a:shade val="46275"/>
                    <a:invGamma/>
                  </a:srgbClr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79C133F0-D4A0-B53C-E081-6C24D4024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" y="2595"/>
              <a:ext cx="1403" cy="1163"/>
            </a:xfrm>
            <a:custGeom>
              <a:avLst/>
              <a:gdLst>
                <a:gd name="T0" fmla="*/ 0 w 2538"/>
                <a:gd name="T1" fmla="*/ 1455 h 2102"/>
                <a:gd name="T2" fmla="*/ 2538 w 2538"/>
                <a:gd name="T3" fmla="*/ 0 h 2102"/>
                <a:gd name="T4" fmla="*/ 2538 w 2538"/>
                <a:gd name="T5" fmla="*/ 633 h 2102"/>
                <a:gd name="T6" fmla="*/ 0 w 2538"/>
                <a:gd name="T7" fmla="*/ 2102 h 2102"/>
                <a:gd name="T8" fmla="*/ 0 w 2538"/>
                <a:gd name="T9" fmla="*/ 1455 h 2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8" h="2102">
                  <a:moveTo>
                    <a:pt x="0" y="1455"/>
                  </a:moveTo>
                  <a:lnTo>
                    <a:pt x="2538" y="0"/>
                  </a:lnTo>
                  <a:lnTo>
                    <a:pt x="2538" y="633"/>
                  </a:lnTo>
                  <a:lnTo>
                    <a:pt x="0" y="2102"/>
                  </a:lnTo>
                  <a:lnTo>
                    <a:pt x="0" y="1455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339933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Text Box 20">
            <a:extLst>
              <a:ext uri="{FF2B5EF4-FFF2-40B4-BE49-F238E27FC236}">
                <a16:creationId xmlns:a16="http://schemas.microsoft.com/office/drawing/2014/main" id="{5E4797E3-C394-85AB-1703-36B77DD1C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003" y="2526811"/>
            <a:ext cx="43140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3.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表面光滑过渡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——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相切</a:t>
            </a:r>
          </a:p>
        </p:txBody>
      </p:sp>
      <p:sp>
        <p:nvSpPr>
          <p:cNvPr id="24" name="AutoShape 22">
            <a:extLst>
              <a:ext uri="{FF2B5EF4-FFF2-40B4-BE49-F238E27FC236}">
                <a16:creationId xmlns:a16="http://schemas.microsoft.com/office/drawing/2014/main" id="{83B561AD-CAD1-332C-2267-D63F224D3BD0}"/>
              </a:ext>
            </a:extLst>
          </p:cNvPr>
          <p:cNvSpPr>
            <a:spLocks noChangeArrowheads="1"/>
          </p:cNvSpPr>
          <p:nvPr/>
        </p:nvSpPr>
        <p:spPr bwMode="auto">
          <a:xfrm rot="1643977">
            <a:off x="7030277" y="3683960"/>
            <a:ext cx="685800" cy="166687"/>
          </a:xfrm>
          <a:prstGeom prst="notchedRightArrow">
            <a:avLst>
              <a:gd name="adj1" fmla="val 50000"/>
              <a:gd name="adj2" fmla="val 102857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AutoShape 23">
            <a:extLst>
              <a:ext uri="{FF2B5EF4-FFF2-40B4-BE49-F238E27FC236}">
                <a16:creationId xmlns:a16="http://schemas.microsoft.com/office/drawing/2014/main" id="{FD5B182A-F318-FD2B-FBC6-0A137BA65E47}"/>
              </a:ext>
            </a:extLst>
          </p:cNvPr>
          <p:cNvSpPr>
            <a:spLocks noChangeArrowheads="1"/>
          </p:cNvSpPr>
          <p:nvPr/>
        </p:nvSpPr>
        <p:spPr bwMode="auto">
          <a:xfrm rot="1444797">
            <a:off x="9206964" y="4432534"/>
            <a:ext cx="561975" cy="122238"/>
          </a:xfrm>
          <a:prstGeom prst="leftArrow">
            <a:avLst>
              <a:gd name="adj1" fmla="val 50000"/>
              <a:gd name="adj2" fmla="val 114935"/>
            </a:avLst>
          </a:prstGeom>
          <a:solidFill>
            <a:schemeClr val="accent1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Freeform 24">
            <a:extLst>
              <a:ext uri="{FF2B5EF4-FFF2-40B4-BE49-F238E27FC236}">
                <a16:creationId xmlns:a16="http://schemas.microsoft.com/office/drawing/2014/main" id="{5B3ECDD7-784D-FB79-A11C-74A3EA116327}"/>
              </a:ext>
            </a:extLst>
          </p:cNvPr>
          <p:cNvSpPr>
            <a:spLocks/>
          </p:cNvSpPr>
          <p:nvPr/>
        </p:nvSpPr>
        <p:spPr bwMode="auto">
          <a:xfrm>
            <a:off x="4849517" y="3919981"/>
            <a:ext cx="1433512" cy="1587"/>
          </a:xfrm>
          <a:custGeom>
            <a:avLst/>
            <a:gdLst>
              <a:gd name="T0" fmla="*/ 0 w 903"/>
              <a:gd name="T1" fmla="*/ 0 h 1"/>
              <a:gd name="T2" fmla="*/ 903 w 90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3" h="1">
                <a:moveTo>
                  <a:pt x="0" y="0"/>
                </a:moveTo>
                <a:lnTo>
                  <a:pt x="903" y="0"/>
                </a:lnTo>
              </a:path>
            </a:pathLst>
          </a:custGeom>
          <a:noFill/>
          <a:ln w="3810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Freeform 25">
            <a:extLst>
              <a:ext uri="{FF2B5EF4-FFF2-40B4-BE49-F238E27FC236}">
                <a16:creationId xmlns:a16="http://schemas.microsoft.com/office/drawing/2014/main" id="{A53B46E3-9849-A22D-0AAF-A09E7130A557}"/>
              </a:ext>
            </a:extLst>
          </p:cNvPr>
          <p:cNvSpPr>
            <a:spLocks/>
          </p:cNvSpPr>
          <p:nvPr/>
        </p:nvSpPr>
        <p:spPr bwMode="auto">
          <a:xfrm>
            <a:off x="4844754" y="3900931"/>
            <a:ext cx="1482725" cy="6350"/>
          </a:xfrm>
          <a:custGeom>
            <a:avLst/>
            <a:gdLst>
              <a:gd name="T0" fmla="*/ 0 w 934"/>
              <a:gd name="T1" fmla="*/ 4 h 4"/>
              <a:gd name="T2" fmla="*/ 934 w 934"/>
              <a:gd name="T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34" h="4">
                <a:moveTo>
                  <a:pt x="0" y="4"/>
                </a:moveTo>
                <a:lnTo>
                  <a:pt x="934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4A21F719-1C98-7D3F-A499-91D2FB0A5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7517" y="3461193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6CE35115-5ADA-66E9-E94F-ABCF65ECA5E6}"/>
              </a:ext>
            </a:extLst>
          </p:cNvPr>
          <p:cNvSpPr>
            <a:spLocks/>
          </p:cNvSpPr>
          <p:nvPr/>
        </p:nvSpPr>
        <p:spPr bwMode="auto">
          <a:xfrm>
            <a:off x="3487442" y="5558281"/>
            <a:ext cx="168275" cy="714375"/>
          </a:xfrm>
          <a:custGeom>
            <a:avLst/>
            <a:gdLst>
              <a:gd name="T0" fmla="*/ 0 w 106"/>
              <a:gd name="T1" fmla="*/ 450 h 450"/>
              <a:gd name="T2" fmla="*/ 106 w 106"/>
              <a:gd name="T3" fmla="*/ 0 h 45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450">
                <a:moveTo>
                  <a:pt x="0" y="450"/>
                </a:moveTo>
                <a:lnTo>
                  <a:pt x="106" y="0"/>
                </a:lnTo>
              </a:path>
            </a:pathLst>
          </a:custGeom>
          <a:noFill/>
          <a:ln w="9525">
            <a:solidFill>
              <a:srgbClr val="9900FF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28">
            <a:extLst>
              <a:ext uri="{FF2B5EF4-FFF2-40B4-BE49-F238E27FC236}">
                <a16:creationId xmlns:a16="http://schemas.microsoft.com/office/drawing/2014/main" id="{01D23A1E-4615-AC43-17AD-54C2E8007FD8}"/>
              </a:ext>
            </a:extLst>
          </p:cNvPr>
          <p:cNvSpPr>
            <a:spLocks/>
          </p:cNvSpPr>
          <p:nvPr/>
        </p:nvSpPr>
        <p:spPr bwMode="auto">
          <a:xfrm>
            <a:off x="3468392" y="3797743"/>
            <a:ext cx="4762" cy="2490788"/>
          </a:xfrm>
          <a:custGeom>
            <a:avLst/>
            <a:gdLst>
              <a:gd name="T0" fmla="*/ 3 w 3"/>
              <a:gd name="T1" fmla="*/ 1569 h 1569"/>
              <a:gd name="T2" fmla="*/ 0 w 3"/>
              <a:gd name="T3" fmla="*/ 0 h 15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1569">
                <a:moveTo>
                  <a:pt x="3" y="15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900FF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" name="Group 29">
            <a:extLst>
              <a:ext uri="{FF2B5EF4-FFF2-40B4-BE49-F238E27FC236}">
                <a16:creationId xmlns:a16="http://schemas.microsoft.com/office/drawing/2014/main" id="{6B7FC11F-347B-BD41-84B6-30BC518121D8}"/>
              </a:ext>
            </a:extLst>
          </p:cNvPr>
          <p:cNvGrpSpPr>
            <a:grpSpLocks/>
          </p:cNvGrpSpPr>
          <p:nvPr/>
        </p:nvGrpSpPr>
        <p:grpSpPr bwMode="auto">
          <a:xfrm>
            <a:off x="1826917" y="3180206"/>
            <a:ext cx="1663700" cy="944562"/>
            <a:chOff x="816" y="1791"/>
            <a:chExt cx="1048" cy="595"/>
          </a:xfrm>
        </p:grpSpPr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875D17FF-290B-67EF-672D-9C40A5C56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2016"/>
              <a:ext cx="664" cy="370"/>
            </a:xfrm>
            <a:custGeom>
              <a:avLst/>
              <a:gdLst>
                <a:gd name="T0" fmla="*/ 0 w 664"/>
                <a:gd name="T1" fmla="*/ 0 h 370"/>
                <a:gd name="T2" fmla="*/ 664 w 664"/>
                <a:gd name="T3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4" h="370">
                  <a:moveTo>
                    <a:pt x="0" y="0"/>
                  </a:moveTo>
                  <a:lnTo>
                    <a:pt x="664" y="3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B6C90B00-A8B2-C8E5-AE1E-FFA45CF883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791"/>
              <a:ext cx="43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无线</a:t>
              </a:r>
            </a:p>
          </p:txBody>
        </p:sp>
      </p:grpSp>
      <p:sp>
        <p:nvSpPr>
          <p:cNvPr id="34" name="Freeform 32">
            <a:extLst>
              <a:ext uri="{FF2B5EF4-FFF2-40B4-BE49-F238E27FC236}">
                <a16:creationId xmlns:a16="http://schemas.microsoft.com/office/drawing/2014/main" id="{56CFE139-3AD4-CD22-C60A-0FFB0799090F}"/>
              </a:ext>
            </a:extLst>
          </p:cNvPr>
          <p:cNvSpPr>
            <a:spLocks/>
          </p:cNvSpPr>
          <p:nvPr/>
        </p:nvSpPr>
        <p:spPr bwMode="auto">
          <a:xfrm>
            <a:off x="2817517" y="3910456"/>
            <a:ext cx="650875" cy="1587"/>
          </a:xfrm>
          <a:custGeom>
            <a:avLst/>
            <a:gdLst>
              <a:gd name="T0" fmla="*/ 0 w 410"/>
              <a:gd name="T1" fmla="*/ 0 h 1"/>
              <a:gd name="T2" fmla="*/ 410 w 41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10" h="1">
                <a:moveTo>
                  <a:pt x="0" y="0"/>
                </a:moveTo>
                <a:lnTo>
                  <a:pt x="410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Freeform 33">
            <a:extLst>
              <a:ext uri="{FF2B5EF4-FFF2-40B4-BE49-F238E27FC236}">
                <a16:creationId xmlns:a16="http://schemas.microsoft.com/office/drawing/2014/main" id="{38CDB8A4-83BA-C851-5714-A96A78F02C9A}"/>
              </a:ext>
            </a:extLst>
          </p:cNvPr>
          <p:cNvSpPr>
            <a:spLocks/>
          </p:cNvSpPr>
          <p:nvPr/>
        </p:nvSpPr>
        <p:spPr bwMode="auto">
          <a:xfrm>
            <a:off x="3468392" y="3910456"/>
            <a:ext cx="1587" cy="434975"/>
          </a:xfrm>
          <a:custGeom>
            <a:avLst/>
            <a:gdLst>
              <a:gd name="T0" fmla="*/ 0 w 1"/>
              <a:gd name="T1" fmla="*/ 274 h 274"/>
              <a:gd name="T2" fmla="*/ 0 w 1"/>
              <a:gd name="T3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74">
                <a:moveTo>
                  <a:pt x="0" y="274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" name="Group 34">
            <a:extLst>
              <a:ext uri="{FF2B5EF4-FFF2-40B4-BE49-F238E27FC236}">
                <a16:creationId xmlns:a16="http://schemas.microsoft.com/office/drawing/2014/main" id="{40B9E5D2-47E6-188A-5C03-F2EF47C281CB}"/>
              </a:ext>
            </a:extLst>
          </p:cNvPr>
          <p:cNvGrpSpPr>
            <a:grpSpLocks/>
          </p:cNvGrpSpPr>
          <p:nvPr/>
        </p:nvGrpSpPr>
        <p:grpSpPr bwMode="auto">
          <a:xfrm>
            <a:off x="4851104" y="3910456"/>
            <a:ext cx="1455738" cy="452437"/>
            <a:chOff x="2288" y="2075"/>
            <a:chExt cx="918" cy="293"/>
          </a:xfrm>
        </p:grpSpPr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AFAC95B8-AD90-6CDC-D51F-3E8492D4C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8" y="2075"/>
              <a:ext cx="1" cy="293"/>
            </a:xfrm>
            <a:custGeom>
              <a:avLst/>
              <a:gdLst>
                <a:gd name="T0" fmla="*/ 0 w 1"/>
                <a:gd name="T1" fmla="*/ 293 h 293"/>
                <a:gd name="T2" fmla="*/ 0 w 1"/>
                <a:gd name="T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93">
                  <a:moveTo>
                    <a:pt x="0" y="29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B1C2D798-22C0-40E8-7202-2B860ECF6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086"/>
              <a:ext cx="1" cy="282"/>
            </a:xfrm>
            <a:custGeom>
              <a:avLst/>
              <a:gdLst>
                <a:gd name="T0" fmla="*/ 0 w 1"/>
                <a:gd name="T1" fmla="*/ 282 h 282"/>
                <a:gd name="T2" fmla="*/ 0 w 1"/>
                <a:gd name="T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82">
                  <a:moveTo>
                    <a:pt x="0" y="282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" name="Group 37">
            <a:extLst>
              <a:ext uri="{FF2B5EF4-FFF2-40B4-BE49-F238E27FC236}">
                <a16:creationId xmlns:a16="http://schemas.microsoft.com/office/drawing/2014/main" id="{09771423-5B9B-1385-0E1F-232A4F060C9B}"/>
              </a:ext>
            </a:extLst>
          </p:cNvPr>
          <p:cNvGrpSpPr>
            <a:grpSpLocks/>
          </p:cNvGrpSpPr>
          <p:nvPr/>
        </p:nvGrpSpPr>
        <p:grpSpPr bwMode="auto">
          <a:xfrm>
            <a:off x="4874917" y="4170808"/>
            <a:ext cx="1447800" cy="1404938"/>
            <a:chOff x="2304" y="2688"/>
            <a:chExt cx="912" cy="885"/>
          </a:xfrm>
        </p:grpSpPr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0EDC3A0A-EA87-E2F0-9705-EC5671E67F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4" y="2688"/>
              <a:ext cx="4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F10D2BB3-F116-8328-5D11-46B0C5F65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688"/>
              <a:ext cx="336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" name="Text Box 40">
              <a:extLst>
                <a:ext uri="{FF2B5EF4-FFF2-40B4-BE49-F238E27FC236}">
                  <a16:creationId xmlns:a16="http://schemas.microsoft.com/office/drawing/2014/main" id="{3DCD0774-0426-F652-6D9C-8C5B5D9DC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3340"/>
              <a:ext cx="4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无线</a:t>
              </a:r>
            </a:p>
          </p:txBody>
        </p:sp>
      </p:grpSp>
      <p:sp>
        <p:nvSpPr>
          <p:cNvPr id="43" name="Freeform 41">
            <a:extLst>
              <a:ext uri="{FF2B5EF4-FFF2-40B4-BE49-F238E27FC236}">
                <a16:creationId xmlns:a16="http://schemas.microsoft.com/office/drawing/2014/main" id="{F6B1D50A-1F57-594E-B8CF-BED36149C878}"/>
              </a:ext>
            </a:extLst>
          </p:cNvPr>
          <p:cNvSpPr>
            <a:spLocks/>
          </p:cNvSpPr>
          <p:nvPr/>
        </p:nvSpPr>
        <p:spPr bwMode="auto">
          <a:xfrm>
            <a:off x="3473154" y="4794693"/>
            <a:ext cx="1588" cy="1477963"/>
          </a:xfrm>
          <a:custGeom>
            <a:avLst/>
            <a:gdLst>
              <a:gd name="T0" fmla="*/ 0 w 1"/>
              <a:gd name="T1" fmla="*/ 0 h 931"/>
              <a:gd name="T2" fmla="*/ 1 w 1"/>
              <a:gd name="T3" fmla="*/ 931 h 93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931">
                <a:moveTo>
                  <a:pt x="0" y="0"/>
                </a:moveTo>
                <a:lnTo>
                  <a:pt x="1" y="931"/>
                </a:lnTo>
              </a:path>
            </a:pathLst>
          </a:custGeom>
          <a:noFill/>
          <a:ln w="3810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42">
            <a:extLst>
              <a:ext uri="{FF2B5EF4-FFF2-40B4-BE49-F238E27FC236}">
                <a16:creationId xmlns:a16="http://schemas.microsoft.com/office/drawing/2014/main" id="{F68767FE-1B24-C125-E6F1-81BADC354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8392" y="3900931"/>
            <a:ext cx="1482725" cy="0"/>
          </a:xfrm>
          <a:prstGeom prst="line">
            <a:avLst/>
          </a:prstGeom>
          <a:noFill/>
          <a:ln w="12700">
            <a:solidFill>
              <a:srgbClr val="99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Line 43">
            <a:extLst>
              <a:ext uri="{FF2B5EF4-FFF2-40B4-BE49-F238E27FC236}">
                <a16:creationId xmlns:a16="http://schemas.microsoft.com/office/drawing/2014/main" id="{801EF996-6E9C-DDB3-0ACE-315F914D9C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1954" y="3912036"/>
            <a:ext cx="0" cy="449262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Freeform 44">
            <a:extLst>
              <a:ext uri="{FF2B5EF4-FFF2-40B4-BE49-F238E27FC236}">
                <a16:creationId xmlns:a16="http://schemas.microsoft.com/office/drawing/2014/main" id="{97147770-438E-A588-BF3A-D109F4A58A6D}"/>
              </a:ext>
            </a:extLst>
          </p:cNvPr>
          <p:cNvSpPr>
            <a:spLocks/>
          </p:cNvSpPr>
          <p:nvPr/>
        </p:nvSpPr>
        <p:spPr bwMode="auto">
          <a:xfrm>
            <a:off x="5830592" y="3902512"/>
            <a:ext cx="1587" cy="461963"/>
          </a:xfrm>
          <a:custGeom>
            <a:avLst/>
            <a:gdLst>
              <a:gd name="T0" fmla="*/ 0 w 1"/>
              <a:gd name="T1" fmla="*/ 0 h 296"/>
              <a:gd name="T2" fmla="*/ 0 w 1"/>
              <a:gd name="T3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" name="Group 45">
            <a:extLst>
              <a:ext uri="{FF2B5EF4-FFF2-40B4-BE49-F238E27FC236}">
                <a16:creationId xmlns:a16="http://schemas.microsoft.com/office/drawing/2014/main" id="{BD31EF6E-44CA-7C6F-C3D5-B0D0F9B6A4D7}"/>
              </a:ext>
            </a:extLst>
          </p:cNvPr>
          <p:cNvGrpSpPr>
            <a:grpSpLocks/>
          </p:cNvGrpSpPr>
          <p:nvPr/>
        </p:nvGrpSpPr>
        <p:grpSpPr bwMode="auto">
          <a:xfrm>
            <a:off x="1396704" y="3310381"/>
            <a:ext cx="5002213" cy="3181350"/>
            <a:chOff x="344" y="1881"/>
            <a:chExt cx="3151" cy="2004"/>
          </a:xfrm>
        </p:grpSpPr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C4D0A5F7-1DA5-4827-7DB9-695A2616BC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" y="2255"/>
              <a:ext cx="77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0C575D60-AE3F-DDCC-C99B-989D0228A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1992"/>
              <a:ext cx="1047" cy="2"/>
            </a:xfrm>
            <a:custGeom>
              <a:avLst/>
              <a:gdLst>
                <a:gd name="T0" fmla="*/ 0 w 1047"/>
                <a:gd name="T1" fmla="*/ 2 h 2"/>
                <a:gd name="T2" fmla="*/ 1047 w 1047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7" h="2">
                  <a:moveTo>
                    <a:pt x="0" y="2"/>
                  </a:moveTo>
                  <a:lnTo>
                    <a:pt x="1047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21AD2F13-1066-8275-D1AF-BB1FEAE81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2544"/>
              <a:ext cx="1045" cy="1"/>
            </a:xfrm>
            <a:custGeom>
              <a:avLst/>
              <a:gdLst>
                <a:gd name="T0" fmla="*/ 0 w 1045"/>
                <a:gd name="T1" fmla="*/ 0 h 1"/>
                <a:gd name="T2" fmla="*/ 1045 w 104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5" h="1">
                  <a:moveTo>
                    <a:pt x="0" y="0"/>
                  </a:moveTo>
                  <a:lnTo>
                    <a:pt x="1045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5EA04ADE-6436-5D91-C234-CD0DA7FD4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7" y="1895"/>
              <a:ext cx="0" cy="7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50">
              <a:extLst>
                <a:ext uri="{FF2B5EF4-FFF2-40B4-BE49-F238E27FC236}">
                  <a16:creationId xmlns:a16="http://schemas.microsoft.com/office/drawing/2014/main" id="{474E0C84-78E1-509C-CA59-BABFBD0C7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991"/>
              <a:ext cx="3" cy="567"/>
            </a:xfrm>
            <a:custGeom>
              <a:avLst/>
              <a:gdLst>
                <a:gd name="T0" fmla="*/ 0 w 3"/>
                <a:gd name="T1" fmla="*/ 0 h 567"/>
                <a:gd name="T2" fmla="*/ 3 w 3"/>
                <a:gd name="T3" fmla="*/ 567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567">
                  <a:moveTo>
                    <a:pt x="0" y="0"/>
                  </a:moveTo>
                  <a:lnTo>
                    <a:pt x="3" y="567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51">
              <a:extLst>
                <a:ext uri="{FF2B5EF4-FFF2-40B4-BE49-F238E27FC236}">
                  <a16:creationId xmlns:a16="http://schemas.microsoft.com/office/drawing/2014/main" id="{2A20779E-B86B-D2B2-EF03-833945E22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1994"/>
              <a:ext cx="1" cy="563"/>
            </a:xfrm>
            <a:custGeom>
              <a:avLst/>
              <a:gdLst>
                <a:gd name="T0" fmla="*/ 0 w 1"/>
                <a:gd name="T1" fmla="*/ 0 h 563"/>
                <a:gd name="T2" fmla="*/ 1 w 1"/>
                <a:gd name="T3" fmla="*/ 563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63">
                  <a:moveTo>
                    <a:pt x="0" y="0"/>
                  </a:moveTo>
                  <a:lnTo>
                    <a:pt x="1" y="563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E4C5DCF0-D181-EDE4-D277-16D20A165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1" y="1991"/>
              <a:ext cx="0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5" name="Group 53">
              <a:extLst>
                <a:ext uri="{FF2B5EF4-FFF2-40B4-BE49-F238E27FC236}">
                  <a16:creationId xmlns:a16="http://schemas.microsoft.com/office/drawing/2014/main" id="{C40340E6-0A08-2C64-80C1-998D4FA2F1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" y="3008"/>
              <a:ext cx="720" cy="585"/>
              <a:chOff x="240" y="2832"/>
              <a:chExt cx="720" cy="585"/>
            </a:xfrm>
          </p:grpSpPr>
          <p:sp>
            <p:nvSpPr>
              <p:cNvPr id="76" name="Oval 54">
                <a:extLst>
                  <a:ext uri="{FF2B5EF4-FFF2-40B4-BE49-F238E27FC236}">
                    <a16:creationId xmlns:a16="http://schemas.microsoft.com/office/drawing/2014/main" id="{6F4D5D51-FAC8-D6B8-B538-DFF8417DF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2832"/>
                <a:ext cx="562" cy="53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Rectangle 55">
                <a:extLst>
                  <a:ext uri="{FF2B5EF4-FFF2-40B4-BE49-F238E27FC236}">
                    <a16:creationId xmlns:a16="http://schemas.microsoft.com/office/drawing/2014/main" id="{BE83970F-65B7-12CC-EE4C-9CBE827EB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2832"/>
                <a:ext cx="479" cy="58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E6600C99-1F2C-BA05-01D1-897C54322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2586"/>
              <a:ext cx="1" cy="1299"/>
            </a:xfrm>
            <a:custGeom>
              <a:avLst/>
              <a:gdLst>
                <a:gd name="T0" fmla="*/ 0 w 1"/>
                <a:gd name="T1" fmla="*/ 0 h 1299"/>
                <a:gd name="T2" fmla="*/ 0 w 1"/>
                <a:gd name="T3" fmla="*/ 1299 h 1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99">
                  <a:moveTo>
                    <a:pt x="0" y="0"/>
                  </a:moveTo>
                  <a:lnTo>
                    <a:pt x="0" y="129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57">
              <a:extLst>
                <a:ext uri="{FF2B5EF4-FFF2-40B4-BE49-F238E27FC236}">
                  <a16:creationId xmlns:a16="http://schemas.microsoft.com/office/drawing/2014/main" id="{329AEA7C-5FBB-DD8F-E1CF-3DCC4B99D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801"/>
              <a:ext cx="1069" cy="9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6CCFA5D4-74F2-81C5-65DC-77C14486E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2819"/>
              <a:ext cx="945" cy="200"/>
            </a:xfrm>
            <a:custGeom>
              <a:avLst/>
              <a:gdLst>
                <a:gd name="T0" fmla="*/ 0 w 945"/>
                <a:gd name="T1" fmla="*/ 203 h 203"/>
                <a:gd name="T2" fmla="*/ 945 w 945"/>
                <a:gd name="T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45" h="203">
                  <a:moveTo>
                    <a:pt x="0" y="203"/>
                  </a:moveTo>
                  <a:lnTo>
                    <a:pt x="94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1F75C7F2-A70A-4182-4633-EEE5FD3F4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" y="3550"/>
              <a:ext cx="965" cy="203"/>
            </a:xfrm>
            <a:custGeom>
              <a:avLst/>
              <a:gdLst>
                <a:gd name="T0" fmla="*/ 0 w 867"/>
                <a:gd name="T1" fmla="*/ 0 h 184"/>
                <a:gd name="T2" fmla="*/ 867 w 867"/>
                <a:gd name="T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67" h="184">
                  <a:moveTo>
                    <a:pt x="0" y="0"/>
                  </a:moveTo>
                  <a:lnTo>
                    <a:pt x="867" y="1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0CBC567F-B72F-C240-C7B3-4E422DFEC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" y="3278"/>
              <a:ext cx="2090" cy="14"/>
            </a:xfrm>
            <a:custGeom>
              <a:avLst/>
              <a:gdLst>
                <a:gd name="T0" fmla="*/ 0 w 2090"/>
                <a:gd name="T1" fmla="*/ 0 h 14"/>
                <a:gd name="T2" fmla="*/ 2090 w 2090"/>
                <a:gd name="T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90" h="14">
                  <a:moveTo>
                    <a:pt x="0" y="0"/>
                  </a:moveTo>
                  <a:lnTo>
                    <a:pt x="2090" y="1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4F334750-7305-B7A3-FF6B-90DDFC159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" y="2934"/>
              <a:ext cx="2" cy="684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1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21">
                  <a:moveTo>
                    <a:pt x="0" y="0"/>
                  </a:moveTo>
                  <a:lnTo>
                    <a:pt x="0" y="62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Oval 62">
              <a:extLst>
                <a:ext uri="{FF2B5EF4-FFF2-40B4-BE49-F238E27FC236}">
                  <a16:creationId xmlns:a16="http://schemas.microsoft.com/office/drawing/2014/main" id="{05C6E39E-2F5E-7C99-78FE-62A2BE81C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3116"/>
              <a:ext cx="319" cy="31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63">
              <a:extLst>
                <a:ext uri="{FF2B5EF4-FFF2-40B4-BE49-F238E27FC236}">
                  <a16:creationId xmlns:a16="http://schemas.microsoft.com/office/drawing/2014/main" id="{B40D452E-6AF2-3617-008E-40F543416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920"/>
              <a:ext cx="768" cy="7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7200EAE1-3875-9677-C4C6-8FE1E68A3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2533"/>
              <a:ext cx="1854" cy="1"/>
            </a:xfrm>
            <a:custGeom>
              <a:avLst/>
              <a:gdLst>
                <a:gd name="T0" fmla="*/ 0 w 1854"/>
                <a:gd name="T1" fmla="*/ 0 h 1"/>
                <a:gd name="T2" fmla="*/ 1854 w 185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4" h="1">
                  <a:moveTo>
                    <a:pt x="0" y="0"/>
                  </a:moveTo>
                  <a:lnTo>
                    <a:pt x="18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Freeform 65">
              <a:extLst>
                <a:ext uri="{FF2B5EF4-FFF2-40B4-BE49-F238E27FC236}">
                  <a16:creationId xmlns:a16="http://schemas.microsoft.com/office/drawing/2014/main" id="{A29F49DE-D493-14DE-0A99-04CB46B36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1972"/>
              <a:ext cx="1065" cy="4"/>
            </a:xfrm>
            <a:custGeom>
              <a:avLst/>
              <a:gdLst>
                <a:gd name="T0" fmla="*/ 0 w 1065"/>
                <a:gd name="T1" fmla="*/ 4 h 4"/>
                <a:gd name="T2" fmla="*/ 1065 w 1065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5" h="4">
                  <a:moveTo>
                    <a:pt x="0" y="4"/>
                  </a:moveTo>
                  <a:lnTo>
                    <a:pt x="1065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Freeform 66">
              <a:extLst>
                <a:ext uri="{FF2B5EF4-FFF2-40B4-BE49-F238E27FC236}">
                  <a16:creationId xmlns:a16="http://schemas.microsoft.com/office/drawing/2014/main" id="{AED2D687-4993-FBEB-47C9-F5260C666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881"/>
              <a:ext cx="1" cy="719"/>
            </a:xfrm>
            <a:custGeom>
              <a:avLst/>
              <a:gdLst>
                <a:gd name="T0" fmla="*/ 0 w 1"/>
                <a:gd name="T1" fmla="*/ 719 h 719"/>
                <a:gd name="T2" fmla="*/ 0 w 1"/>
                <a:gd name="T3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19">
                  <a:moveTo>
                    <a:pt x="0" y="719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54387E3B-4422-1CF8-BFE7-5123B8F36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2145"/>
              <a:ext cx="1" cy="483"/>
            </a:xfrm>
            <a:custGeom>
              <a:avLst/>
              <a:gdLst>
                <a:gd name="T0" fmla="*/ 0 w 1"/>
                <a:gd name="T1" fmla="*/ 491 h 491"/>
                <a:gd name="T2" fmla="*/ 0 w 1"/>
                <a:gd name="T3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91">
                  <a:moveTo>
                    <a:pt x="0" y="491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Freeform 68">
              <a:extLst>
                <a:ext uri="{FF2B5EF4-FFF2-40B4-BE49-F238E27FC236}">
                  <a16:creationId xmlns:a16="http://schemas.microsoft.com/office/drawing/2014/main" id="{A846E27A-68FF-2F8A-ADD7-C7CD7DC78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2251"/>
              <a:ext cx="1" cy="296"/>
            </a:xfrm>
            <a:custGeom>
              <a:avLst/>
              <a:gdLst>
                <a:gd name="T0" fmla="*/ 0 w 1"/>
                <a:gd name="T1" fmla="*/ 296 h 296"/>
                <a:gd name="T2" fmla="*/ 0 w 1"/>
                <a:gd name="T3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96">
                  <a:moveTo>
                    <a:pt x="0" y="296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Line 69">
              <a:extLst>
                <a:ext uri="{FF2B5EF4-FFF2-40B4-BE49-F238E27FC236}">
                  <a16:creationId xmlns:a16="http://schemas.microsoft.com/office/drawing/2014/main" id="{6F38BC36-2D46-CC10-B46E-07102F8D5B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5" y="1976"/>
              <a:ext cx="0" cy="5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B359BC91-F65A-ED92-FCDC-CF841ADE1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1965"/>
              <a:ext cx="1" cy="306"/>
            </a:xfrm>
            <a:custGeom>
              <a:avLst/>
              <a:gdLst>
                <a:gd name="T0" fmla="*/ 0 w 1"/>
                <a:gd name="T1" fmla="*/ 0 h 306"/>
                <a:gd name="T2" fmla="*/ 0 w 1"/>
                <a:gd name="T3" fmla="*/ 30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6">
                  <a:moveTo>
                    <a:pt x="0" y="0"/>
                  </a:moveTo>
                  <a:lnTo>
                    <a:pt x="0" y="30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Line 71">
              <a:extLst>
                <a:ext uri="{FF2B5EF4-FFF2-40B4-BE49-F238E27FC236}">
                  <a16:creationId xmlns:a16="http://schemas.microsoft.com/office/drawing/2014/main" id="{7AF20624-F366-A472-118D-A10B74703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1" y="1976"/>
              <a:ext cx="0" cy="5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219980A2-410E-E251-2936-3108A9AB2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976"/>
              <a:ext cx="0" cy="5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C89406EB-3C36-9292-211F-61874EFA58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" y="2259"/>
              <a:ext cx="0" cy="2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Freeform 74">
              <a:extLst>
                <a:ext uri="{FF2B5EF4-FFF2-40B4-BE49-F238E27FC236}">
                  <a16:creationId xmlns:a16="http://schemas.microsoft.com/office/drawing/2014/main" id="{59F6D027-BDDF-E9B1-C05D-887480CAB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2256"/>
              <a:ext cx="1" cy="291"/>
            </a:xfrm>
            <a:custGeom>
              <a:avLst/>
              <a:gdLst>
                <a:gd name="T0" fmla="*/ 0 w 1"/>
                <a:gd name="T1" fmla="*/ 0 h 296"/>
                <a:gd name="T2" fmla="*/ 0 w 1"/>
                <a:gd name="T3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96">
                  <a:moveTo>
                    <a:pt x="0" y="0"/>
                  </a:moveTo>
                  <a:lnTo>
                    <a:pt x="0" y="29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75">
              <a:extLst>
                <a:ext uri="{FF2B5EF4-FFF2-40B4-BE49-F238E27FC236}">
                  <a16:creationId xmlns:a16="http://schemas.microsoft.com/office/drawing/2014/main" id="{77A39632-2BAA-D28B-587D-A8E65520E5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" y="1991"/>
              <a:ext cx="0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8" name="Freeform 76">
            <a:extLst>
              <a:ext uri="{FF2B5EF4-FFF2-40B4-BE49-F238E27FC236}">
                <a16:creationId xmlns:a16="http://schemas.microsoft.com/office/drawing/2014/main" id="{1BE884DC-89CB-0A75-F04A-945858B4B1E1}"/>
              </a:ext>
            </a:extLst>
          </p:cNvPr>
          <p:cNvSpPr>
            <a:spLocks/>
          </p:cNvSpPr>
          <p:nvPr/>
        </p:nvSpPr>
        <p:spPr bwMode="auto">
          <a:xfrm>
            <a:off x="1599904" y="3910456"/>
            <a:ext cx="1235075" cy="1587"/>
          </a:xfrm>
          <a:custGeom>
            <a:avLst/>
            <a:gdLst>
              <a:gd name="T0" fmla="*/ 0 w 778"/>
              <a:gd name="T1" fmla="*/ 0 h 1"/>
              <a:gd name="T2" fmla="*/ 778 w 778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8" h="1">
                <a:moveTo>
                  <a:pt x="0" y="0"/>
                </a:moveTo>
                <a:lnTo>
                  <a:pt x="778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77">
            <a:extLst>
              <a:ext uri="{FF2B5EF4-FFF2-40B4-BE49-F238E27FC236}">
                <a16:creationId xmlns:a16="http://schemas.microsoft.com/office/drawing/2014/main" id="{68FEE62D-94FF-5338-CAAD-FBFDC2AD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317" y="5714799"/>
            <a:ext cx="3262432" cy="461665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zh-CN" altLang="en-US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注意：相切处不画线！</a:t>
            </a:r>
          </a:p>
        </p:txBody>
      </p:sp>
      <p:sp>
        <p:nvSpPr>
          <p:cNvPr id="80" name="Text Box 78">
            <a:extLst>
              <a:ext uri="{FF2B5EF4-FFF2-40B4-BE49-F238E27FC236}">
                <a16:creationId xmlns:a16="http://schemas.microsoft.com/office/drawing/2014/main" id="{67B47B79-4144-386E-B8C4-1EE1505AD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2979" y="6158356"/>
            <a:ext cx="2857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800" b="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81" name="Text Box 3">
            <a:extLst>
              <a:ext uri="{FF2B5EF4-FFF2-40B4-BE49-F238E27FC236}">
                <a16:creationId xmlns:a16="http://schemas.microsoft.com/office/drawing/2014/main" id="{86571292-E911-3AF0-2457-418232C28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003" y="1819079"/>
            <a:ext cx="1800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不平齐</a:t>
            </a:r>
          </a:p>
        </p:txBody>
      </p:sp>
      <p:sp>
        <p:nvSpPr>
          <p:cNvPr id="82" name="Text Box 4">
            <a:extLst>
              <a:ext uri="{FF2B5EF4-FFF2-40B4-BE49-F238E27FC236}">
                <a16:creationId xmlns:a16="http://schemas.microsoft.com/office/drawing/2014/main" id="{D2D178E9-E85D-2FF8-FE20-F59EB86B9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3807" y="1819109"/>
            <a:ext cx="44935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两个基本体的表面不平齐。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242B3359-8FB2-149D-AEA1-14D9A8F91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053588" y="1671273"/>
            <a:ext cx="1264568" cy="3774830"/>
          </a:xfrm>
          <a:prstGeom prst="rect">
            <a:avLst/>
          </a:prstGeom>
        </p:spPr>
      </p:pic>
      <p:sp>
        <p:nvSpPr>
          <p:cNvPr id="85" name="Smiley Face 84">
            <a:extLst>
              <a:ext uri="{FF2B5EF4-FFF2-40B4-BE49-F238E27FC236}">
                <a16:creationId xmlns:a16="http://schemas.microsoft.com/office/drawing/2014/main" id="{66D30416-4330-8AA6-D609-432EAFE18390}"/>
              </a:ext>
            </a:extLst>
          </p:cNvPr>
          <p:cNvSpPr/>
          <p:nvPr/>
        </p:nvSpPr>
        <p:spPr>
          <a:xfrm>
            <a:off x="11420795" y="5964709"/>
            <a:ext cx="253677" cy="253677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0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22" grpId="0" autoUpdateAnimBg="0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4" grpId="0" animBg="1"/>
      <p:bldP spid="35" grpId="0" animBg="1"/>
      <p:bldP spid="43" grpId="0" animBg="1"/>
      <p:bldP spid="44" grpId="0" animBg="1"/>
      <p:bldP spid="45" grpId="0" animBg="1"/>
      <p:bldP spid="46" grpId="0" animBg="1"/>
      <p:bldP spid="78" grpId="0" animBg="1"/>
      <p:bldP spid="79" grpId="0" animBg="1" autoUpdateAnimBg="0"/>
      <p:bldP spid="80" grpId="0" autoUpdateAnimBg="0"/>
      <p:bldP spid="81" grpId="0" autoUpdateAnimBg="0"/>
      <p:bldP spid="82" grpId="0" autoUpdateAnimBg="0"/>
      <p:bldP spid="8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13F1A-5429-12F0-B264-3BA2D87F7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976-9AD0-9247-A125-9C840C761C14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B42B7-81A9-D7FC-5150-E1A3142B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74A32-7721-F30E-1BA2-458414D8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36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09BCE7E-8A64-FA32-11EF-537DB9980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412" y="981016"/>
            <a:ext cx="14414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4.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相交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FAF584CB-2783-C23C-0ED3-B6FD32636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4852" y="5584185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表面产生相贯线！</a:t>
            </a: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82EDDCF6-0257-719E-1BBA-E4B28BE036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662" y="2426882"/>
            <a:ext cx="547687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97AB918E-0D19-9DD2-45DD-1B238B42DCF5}"/>
              </a:ext>
            </a:extLst>
          </p:cNvPr>
          <p:cNvGrpSpPr>
            <a:grpSpLocks/>
          </p:cNvGrpSpPr>
          <p:nvPr/>
        </p:nvGrpSpPr>
        <p:grpSpPr bwMode="auto">
          <a:xfrm>
            <a:off x="1416412" y="1815695"/>
            <a:ext cx="3663101" cy="3259137"/>
            <a:chOff x="307" y="631"/>
            <a:chExt cx="2376" cy="2053"/>
          </a:xfrm>
        </p:grpSpPr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ACA142D8-4365-C607-F27D-0D8B4C69C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" y="1258"/>
              <a:ext cx="11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69596E65-7811-ACF9-8A37-024DDE62D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" y="2158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71447F6D-B6C3-080A-8CC4-9D3E9F85A4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5" y="1016"/>
              <a:ext cx="34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0FAD17B9-641B-2E0A-B1AB-C3EAE2693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9" y="1264"/>
              <a:ext cx="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E46F5FD-FB91-1BAD-DE33-4BE7FCE5F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631"/>
              <a:ext cx="3" cy="1062"/>
            </a:xfrm>
            <a:custGeom>
              <a:avLst/>
              <a:gdLst>
                <a:gd name="T0" fmla="*/ 0 w 6"/>
                <a:gd name="T1" fmla="*/ 0 h 1771"/>
                <a:gd name="T2" fmla="*/ 6 w 6"/>
                <a:gd name="T3" fmla="*/ 1771 h 1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1771">
                  <a:moveTo>
                    <a:pt x="0" y="0"/>
                  </a:moveTo>
                  <a:lnTo>
                    <a:pt x="6" y="177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593114C1-CEA5-4680-F934-58CA5CADC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890"/>
              <a:ext cx="806" cy="71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8E1006AE-42AF-82AB-5678-E25889851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" y="1811"/>
              <a:ext cx="1035" cy="71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36D15A4B-884E-ECDE-72CF-FB760B8C7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" y="1926"/>
              <a:ext cx="575" cy="489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2D5411D7-6404-1B61-662B-806B91818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" y="718"/>
              <a:ext cx="517" cy="3"/>
            </a:xfrm>
            <a:custGeom>
              <a:avLst/>
              <a:gdLst>
                <a:gd name="T0" fmla="*/ 0 w 863"/>
                <a:gd name="T1" fmla="*/ 0 h 5"/>
                <a:gd name="T2" fmla="*/ 863 w 863"/>
                <a:gd name="T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63" h="5">
                  <a:moveTo>
                    <a:pt x="0" y="0"/>
                  </a:moveTo>
                  <a:lnTo>
                    <a:pt x="863" y="5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0CA2F40C-7AAF-5852-BD2C-068CA8B66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" y="717"/>
              <a:ext cx="1" cy="249"/>
            </a:xfrm>
            <a:custGeom>
              <a:avLst/>
              <a:gdLst>
                <a:gd name="T0" fmla="*/ 0 w 1"/>
                <a:gd name="T1" fmla="*/ 0 h 415"/>
                <a:gd name="T2" fmla="*/ 1 w 1"/>
                <a:gd name="T3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15">
                  <a:moveTo>
                    <a:pt x="0" y="0"/>
                  </a:moveTo>
                  <a:lnTo>
                    <a:pt x="1" y="415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01F6CB47-A9E9-E3FB-2C21-2752414CB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721"/>
              <a:ext cx="1" cy="254"/>
            </a:xfrm>
            <a:custGeom>
              <a:avLst/>
              <a:gdLst>
                <a:gd name="T0" fmla="*/ 0 w 1"/>
                <a:gd name="T1" fmla="*/ 0 h 423"/>
                <a:gd name="T2" fmla="*/ 0 w 1"/>
                <a:gd name="T3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23">
                  <a:moveTo>
                    <a:pt x="0" y="0"/>
                  </a:moveTo>
                  <a:lnTo>
                    <a:pt x="0" y="423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2472E1CE-3D27-D178-2E65-64AA05709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" y="977"/>
              <a:ext cx="5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C68EE475-449A-FCEB-C252-9DA7974181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" y="1926"/>
              <a:ext cx="10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13A62754-C8E0-EA37-88A8-32F8EE8062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" y="2415"/>
              <a:ext cx="10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0">
              <a:extLst>
                <a:ext uri="{FF2B5EF4-FFF2-40B4-BE49-F238E27FC236}">
                  <a16:creationId xmlns:a16="http://schemas.microsoft.com/office/drawing/2014/main" id="{A8961049-330F-AEBD-2B09-E8E730018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" y="1005"/>
              <a:ext cx="518" cy="489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599DCA6A-DA7F-E0FE-1BCA-5C30A3291B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" y="1494"/>
              <a:ext cx="1035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A585C9A9-66C7-3A00-18CF-A32A75BC5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" y="2012"/>
              <a:ext cx="346" cy="288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19940471-7EE5-AE45-32EB-BCA21A378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717"/>
              <a:ext cx="3" cy="342"/>
            </a:xfrm>
            <a:custGeom>
              <a:avLst/>
              <a:gdLst>
                <a:gd name="T0" fmla="*/ 0 w 6"/>
                <a:gd name="T1" fmla="*/ 0 h 570"/>
                <a:gd name="T2" fmla="*/ 6 w 6"/>
                <a:gd name="T3" fmla="*/ 5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570">
                  <a:moveTo>
                    <a:pt x="0" y="0"/>
                  </a:moveTo>
                  <a:lnTo>
                    <a:pt x="6" y="57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C34B6515-0ED7-B7F3-1535-6BCA0EC98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5" y="717"/>
              <a:ext cx="3" cy="342"/>
            </a:xfrm>
            <a:custGeom>
              <a:avLst/>
              <a:gdLst>
                <a:gd name="T0" fmla="*/ 0 w 6"/>
                <a:gd name="T1" fmla="*/ 0 h 570"/>
                <a:gd name="T2" fmla="*/ 6 w 6"/>
                <a:gd name="T3" fmla="*/ 5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570">
                  <a:moveTo>
                    <a:pt x="0" y="0"/>
                  </a:moveTo>
                  <a:lnTo>
                    <a:pt x="6" y="57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F24FB3AB-FCFE-7485-214E-8E63FAB35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1051"/>
              <a:ext cx="331" cy="0"/>
            </a:xfrm>
            <a:custGeom>
              <a:avLst/>
              <a:gdLst>
                <a:gd name="T0" fmla="*/ 0 w 551"/>
                <a:gd name="T1" fmla="*/ 0 h 1"/>
                <a:gd name="T2" fmla="*/ 551 w 55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1" h="1">
                  <a:moveTo>
                    <a:pt x="0" y="0"/>
                  </a:moveTo>
                  <a:lnTo>
                    <a:pt x="551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82467CF4-2424-6F9A-5277-E49178B48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" y="1897"/>
              <a:ext cx="0" cy="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DE48A1C8-FCE8-7ACD-38BD-468503C41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" y="659"/>
              <a:ext cx="0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E14DB7D9-02D0-5A95-A99E-5554D393D0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" y="717"/>
              <a:ext cx="0" cy="3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E649798B-E46A-D228-1F79-419DB386FD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8" y="717"/>
              <a:ext cx="0" cy="33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4A19C596-9A2C-3EA9-ADD3-068E7C57DC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" y="717"/>
              <a:ext cx="576" cy="264"/>
              <a:chOff x="1440" y="519"/>
              <a:chExt cx="961" cy="441"/>
            </a:xfrm>
          </p:grpSpPr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FF56188B-EBDF-C2B0-497F-8FAA8086F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520"/>
                <a:ext cx="1" cy="426"/>
              </a:xfrm>
              <a:custGeom>
                <a:avLst/>
                <a:gdLst>
                  <a:gd name="T0" fmla="*/ 0 w 1"/>
                  <a:gd name="T1" fmla="*/ 0 h 426"/>
                  <a:gd name="T2" fmla="*/ 0 w 1"/>
                  <a:gd name="T3" fmla="*/ 42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26">
                    <a:moveTo>
                      <a:pt x="0" y="0"/>
                    </a:moveTo>
                    <a:lnTo>
                      <a:pt x="0" y="426"/>
                    </a:lnTo>
                  </a:path>
                </a:pathLst>
              </a:custGeom>
              <a:noFill/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32">
                <a:extLst>
                  <a:ext uri="{FF2B5EF4-FFF2-40B4-BE49-F238E27FC236}">
                    <a16:creationId xmlns:a16="http://schemas.microsoft.com/office/drawing/2014/main" id="{47E3CB46-7D6F-9E62-559E-84B8EFC55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520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Freeform 33">
                <a:extLst>
                  <a:ext uri="{FF2B5EF4-FFF2-40B4-BE49-F238E27FC236}">
                    <a16:creationId xmlns:a16="http://schemas.microsoft.com/office/drawing/2014/main" id="{68636069-7346-2626-529D-A2B9990A2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519"/>
                <a:ext cx="1" cy="441"/>
              </a:xfrm>
              <a:custGeom>
                <a:avLst/>
                <a:gdLst>
                  <a:gd name="T0" fmla="*/ 0 w 1"/>
                  <a:gd name="T1" fmla="*/ 0 h 441"/>
                  <a:gd name="T2" fmla="*/ 0 w 1"/>
                  <a:gd name="T3" fmla="*/ 441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41">
                    <a:moveTo>
                      <a:pt x="0" y="0"/>
                    </a:moveTo>
                    <a:lnTo>
                      <a:pt x="0" y="441"/>
                    </a:lnTo>
                  </a:path>
                </a:pathLst>
              </a:custGeom>
              <a:noFill/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16DEAB90-5578-4AEA-89C9-B5E5D3EF0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1" y="1699"/>
              <a:ext cx="982" cy="985"/>
              <a:chOff x="3791" y="2355"/>
              <a:chExt cx="1311" cy="1317"/>
            </a:xfrm>
          </p:grpSpPr>
          <p:grpSp>
            <p:nvGrpSpPr>
              <p:cNvPr id="41" name="Group 35">
                <a:extLst>
                  <a:ext uri="{FF2B5EF4-FFF2-40B4-BE49-F238E27FC236}">
                    <a16:creationId xmlns:a16="http://schemas.microsoft.com/office/drawing/2014/main" id="{13D5BA3D-442D-9CD5-C3B6-0FEC96C2A5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1" y="2355"/>
                <a:ext cx="1311" cy="1317"/>
                <a:chOff x="1417" y="1403"/>
                <a:chExt cx="1311" cy="1317"/>
              </a:xfrm>
            </p:grpSpPr>
            <p:sp>
              <p:nvSpPr>
                <p:cNvPr id="44" name="Freeform 36">
                  <a:extLst>
                    <a:ext uri="{FF2B5EF4-FFF2-40B4-BE49-F238E27FC236}">
                      <a16:creationId xmlns:a16="http://schemas.microsoft.com/office/drawing/2014/main" id="{EC4FCB27-3122-E3FC-2671-2085FE0291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6" y="1533"/>
                  <a:ext cx="1252" cy="1138"/>
                </a:xfrm>
                <a:custGeom>
                  <a:avLst/>
                  <a:gdLst>
                    <a:gd name="T0" fmla="*/ 0 w 2880"/>
                    <a:gd name="T1" fmla="*/ 1032 h 2616"/>
                    <a:gd name="T2" fmla="*/ 552 w 2880"/>
                    <a:gd name="T3" fmla="*/ 708 h 2616"/>
                    <a:gd name="T4" fmla="*/ 624 w 2880"/>
                    <a:gd name="T5" fmla="*/ 672 h 2616"/>
                    <a:gd name="T6" fmla="*/ 684 w 2880"/>
                    <a:gd name="T7" fmla="*/ 708 h 2616"/>
                    <a:gd name="T8" fmla="*/ 804 w 2880"/>
                    <a:gd name="T9" fmla="*/ 756 h 2616"/>
                    <a:gd name="T10" fmla="*/ 876 w 2880"/>
                    <a:gd name="T11" fmla="*/ 792 h 2616"/>
                    <a:gd name="T12" fmla="*/ 924 w 2880"/>
                    <a:gd name="T13" fmla="*/ 852 h 2616"/>
                    <a:gd name="T14" fmla="*/ 984 w 2880"/>
                    <a:gd name="T15" fmla="*/ 900 h 2616"/>
                    <a:gd name="T16" fmla="*/ 1068 w 2880"/>
                    <a:gd name="T17" fmla="*/ 960 h 2616"/>
                    <a:gd name="T18" fmla="*/ 1128 w 2880"/>
                    <a:gd name="T19" fmla="*/ 996 h 2616"/>
                    <a:gd name="T20" fmla="*/ 1176 w 2880"/>
                    <a:gd name="T21" fmla="*/ 1116 h 2616"/>
                    <a:gd name="T22" fmla="*/ 2196 w 2880"/>
                    <a:gd name="T23" fmla="*/ 528 h 2616"/>
                    <a:gd name="T24" fmla="*/ 2196 w 2880"/>
                    <a:gd name="T25" fmla="*/ 84 h 2616"/>
                    <a:gd name="T26" fmla="*/ 2112 w 2880"/>
                    <a:gd name="T27" fmla="*/ 0 h 2616"/>
                    <a:gd name="T28" fmla="*/ 2232 w 2880"/>
                    <a:gd name="T29" fmla="*/ 48 h 2616"/>
                    <a:gd name="T30" fmla="*/ 2364 w 2880"/>
                    <a:gd name="T31" fmla="*/ 132 h 2616"/>
                    <a:gd name="T32" fmla="*/ 2484 w 2880"/>
                    <a:gd name="T33" fmla="*/ 228 h 2616"/>
                    <a:gd name="T34" fmla="*/ 2568 w 2880"/>
                    <a:gd name="T35" fmla="*/ 312 h 2616"/>
                    <a:gd name="T36" fmla="*/ 2652 w 2880"/>
                    <a:gd name="T37" fmla="*/ 420 h 2616"/>
                    <a:gd name="T38" fmla="*/ 2736 w 2880"/>
                    <a:gd name="T39" fmla="*/ 540 h 2616"/>
                    <a:gd name="T40" fmla="*/ 2796 w 2880"/>
                    <a:gd name="T41" fmla="*/ 696 h 2616"/>
                    <a:gd name="T42" fmla="*/ 2844 w 2880"/>
                    <a:gd name="T43" fmla="*/ 852 h 2616"/>
                    <a:gd name="T44" fmla="*/ 2880 w 2880"/>
                    <a:gd name="T45" fmla="*/ 1044 h 2616"/>
                    <a:gd name="T46" fmla="*/ 2868 w 2880"/>
                    <a:gd name="T47" fmla="*/ 1236 h 2616"/>
                    <a:gd name="T48" fmla="*/ 2808 w 2880"/>
                    <a:gd name="T49" fmla="*/ 1428 h 2616"/>
                    <a:gd name="T50" fmla="*/ 2724 w 2880"/>
                    <a:gd name="T51" fmla="*/ 1536 h 2616"/>
                    <a:gd name="T52" fmla="*/ 2604 w 2880"/>
                    <a:gd name="T53" fmla="*/ 1620 h 2616"/>
                    <a:gd name="T54" fmla="*/ 900 w 2880"/>
                    <a:gd name="T55" fmla="*/ 2616 h 2616"/>
                    <a:gd name="T56" fmla="*/ 888 w 2880"/>
                    <a:gd name="T57" fmla="*/ 2436 h 2616"/>
                    <a:gd name="T58" fmla="*/ 1092 w 2880"/>
                    <a:gd name="T59" fmla="*/ 2292 h 2616"/>
                    <a:gd name="T60" fmla="*/ 1116 w 2880"/>
                    <a:gd name="T61" fmla="*/ 2148 h 2616"/>
                    <a:gd name="T62" fmla="*/ 1092 w 2880"/>
                    <a:gd name="T63" fmla="*/ 1980 h 2616"/>
                    <a:gd name="T64" fmla="*/ 1032 w 2880"/>
                    <a:gd name="T65" fmla="*/ 1812 h 2616"/>
                    <a:gd name="T66" fmla="*/ 960 w 2880"/>
                    <a:gd name="T67" fmla="*/ 1644 h 2616"/>
                    <a:gd name="T68" fmla="*/ 876 w 2880"/>
                    <a:gd name="T69" fmla="*/ 1464 h 2616"/>
                    <a:gd name="T70" fmla="*/ 792 w 2880"/>
                    <a:gd name="T71" fmla="*/ 1356 h 2616"/>
                    <a:gd name="T72" fmla="*/ 684 w 2880"/>
                    <a:gd name="T73" fmla="*/ 1260 h 2616"/>
                    <a:gd name="T74" fmla="*/ 528 w 2880"/>
                    <a:gd name="T75" fmla="*/ 1152 h 2616"/>
                    <a:gd name="T76" fmla="*/ 360 w 2880"/>
                    <a:gd name="T77" fmla="*/ 1044 h 2616"/>
                    <a:gd name="T78" fmla="*/ 240 w 2880"/>
                    <a:gd name="T79" fmla="*/ 996 h 2616"/>
                    <a:gd name="T80" fmla="*/ 120 w 2880"/>
                    <a:gd name="T81" fmla="*/ 1008 h 2616"/>
                    <a:gd name="T82" fmla="*/ 0 w 2880"/>
                    <a:gd name="T83" fmla="*/ 1032 h 26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2880" h="2616">
                      <a:moveTo>
                        <a:pt x="0" y="1032"/>
                      </a:moveTo>
                      <a:lnTo>
                        <a:pt x="552" y="708"/>
                      </a:lnTo>
                      <a:lnTo>
                        <a:pt x="624" y="672"/>
                      </a:lnTo>
                      <a:lnTo>
                        <a:pt x="684" y="708"/>
                      </a:lnTo>
                      <a:lnTo>
                        <a:pt x="804" y="756"/>
                      </a:lnTo>
                      <a:lnTo>
                        <a:pt x="876" y="792"/>
                      </a:lnTo>
                      <a:lnTo>
                        <a:pt x="924" y="852"/>
                      </a:lnTo>
                      <a:lnTo>
                        <a:pt x="984" y="900"/>
                      </a:lnTo>
                      <a:lnTo>
                        <a:pt x="1068" y="960"/>
                      </a:lnTo>
                      <a:lnTo>
                        <a:pt x="1128" y="996"/>
                      </a:lnTo>
                      <a:lnTo>
                        <a:pt x="1176" y="1116"/>
                      </a:lnTo>
                      <a:lnTo>
                        <a:pt x="2196" y="528"/>
                      </a:lnTo>
                      <a:lnTo>
                        <a:pt x="2196" y="84"/>
                      </a:lnTo>
                      <a:lnTo>
                        <a:pt x="2112" y="0"/>
                      </a:lnTo>
                      <a:lnTo>
                        <a:pt x="2232" y="48"/>
                      </a:lnTo>
                      <a:lnTo>
                        <a:pt x="2364" y="132"/>
                      </a:lnTo>
                      <a:lnTo>
                        <a:pt x="2484" y="228"/>
                      </a:lnTo>
                      <a:lnTo>
                        <a:pt x="2568" y="312"/>
                      </a:lnTo>
                      <a:lnTo>
                        <a:pt x="2652" y="420"/>
                      </a:lnTo>
                      <a:lnTo>
                        <a:pt x="2736" y="540"/>
                      </a:lnTo>
                      <a:lnTo>
                        <a:pt x="2796" y="696"/>
                      </a:lnTo>
                      <a:lnTo>
                        <a:pt x="2844" y="852"/>
                      </a:lnTo>
                      <a:lnTo>
                        <a:pt x="2880" y="1044"/>
                      </a:lnTo>
                      <a:lnTo>
                        <a:pt x="2868" y="1236"/>
                      </a:lnTo>
                      <a:lnTo>
                        <a:pt x="2808" y="1428"/>
                      </a:lnTo>
                      <a:lnTo>
                        <a:pt x="2724" y="1536"/>
                      </a:lnTo>
                      <a:lnTo>
                        <a:pt x="2604" y="1620"/>
                      </a:lnTo>
                      <a:lnTo>
                        <a:pt x="900" y="2616"/>
                      </a:lnTo>
                      <a:lnTo>
                        <a:pt x="888" y="2436"/>
                      </a:lnTo>
                      <a:lnTo>
                        <a:pt x="1092" y="2292"/>
                      </a:lnTo>
                      <a:lnTo>
                        <a:pt x="1116" y="2148"/>
                      </a:lnTo>
                      <a:lnTo>
                        <a:pt x="1092" y="1980"/>
                      </a:lnTo>
                      <a:lnTo>
                        <a:pt x="1032" y="1812"/>
                      </a:lnTo>
                      <a:lnTo>
                        <a:pt x="960" y="1644"/>
                      </a:lnTo>
                      <a:lnTo>
                        <a:pt x="876" y="1464"/>
                      </a:lnTo>
                      <a:lnTo>
                        <a:pt x="792" y="1356"/>
                      </a:lnTo>
                      <a:lnTo>
                        <a:pt x="684" y="1260"/>
                      </a:lnTo>
                      <a:lnTo>
                        <a:pt x="528" y="1152"/>
                      </a:lnTo>
                      <a:lnTo>
                        <a:pt x="360" y="1044"/>
                      </a:lnTo>
                      <a:lnTo>
                        <a:pt x="240" y="996"/>
                      </a:lnTo>
                      <a:lnTo>
                        <a:pt x="120" y="1008"/>
                      </a:lnTo>
                      <a:lnTo>
                        <a:pt x="0" y="103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0000">
                        <a:gamma/>
                        <a:shade val="46275"/>
                        <a:invGamma/>
                      </a:srgbClr>
                    </a:gs>
                    <a:gs pos="50000">
                      <a:srgbClr val="FF0000"/>
                    </a:gs>
                    <a:gs pos="100000">
                      <a:srgbClr val="FF0000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Oval 37">
                  <a:extLst>
                    <a:ext uri="{FF2B5EF4-FFF2-40B4-BE49-F238E27FC236}">
                      <a16:creationId xmlns:a16="http://schemas.microsoft.com/office/drawing/2014/main" id="{F968A3D8-159B-F657-7D05-850696F69C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823920">
                  <a:off x="1417" y="1932"/>
                  <a:ext cx="503" cy="788"/>
                </a:xfrm>
                <a:prstGeom prst="ellipse">
                  <a:avLst/>
                </a:prstGeom>
                <a:solidFill>
                  <a:srgbClr val="FF66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FF9933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38">
                  <a:extLst>
                    <a:ext uri="{FF2B5EF4-FFF2-40B4-BE49-F238E27FC236}">
                      <a16:creationId xmlns:a16="http://schemas.microsoft.com/office/drawing/2014/main" id="{D6962240-DCF6-5B42-CAFD-4FBE0ED426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1654"/>
                  <a:ext cx="276" cy="370"/>
                </a:xfrm>
                <a:custGeom>
                  <a:avLst/>
                  <a:gdLst>
                    <a:gd name="T0" fmla="*/ 0 w 636"/>
                    <a:gd name="T1" fmla="*/ 0 h 852"/>
                    <a:gd name="T2" fmla="*/ 636 w 636"/>
                    <a:gd name="T3" fmla="*/ 372 h 852"/>
                    <a:gd name="T4" fmla="*/ 636 w 636"/>
                    <a:gd name="T5" fmla="*/ 852 h 852"/>
                    <a:gd name="T6" fmla="*/ 528 w 636"/>
                    <a:gd name="T7" fmla="*/ 732 h 852"/>
                    <a:gd name="T8" fmla="*/ 444 w 636"/>
                    <a:gd name="T9" fmla="*/ 660 h 852"/>
                    <a:gd name="T10" fmla="*/ 360 w 636"/>
                    <a:gd name="T11" fmla="*/ 600 h 852"/>
                    <a:gd name="T12" fmla="*/ 276 w 636"/>
                    <a:gd name="T13" fmla="*/ 540 h 852"/>
                    <a:gd name="T14" fmla="*/ 180 w 636"/>
                    <a:gd name="T15" fmla="*/ 504 h 852"/>
                    <a:gd name="T16" fmla="*/ 84 w 636"/>
                    <a:gd name="T17" fmla="*/ 480 h 852"/>
                    <a:gd name="T18" fmla="*/ 0 w 636"/>
                    <a:gd name="T19" fmla="*/ 480 h 852"/>
                    <a:gd name="T20" fmla="*/ 0 w 636"/>
                    <a:gd name="T21" fmla="*/ 0 h 8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36" h="852">
                      <a:moveTo>
                        <a:pt x="0" y="0"/>
                      </a:moveTo>
                      <a:lnTo>
                        <a:pt x="636" y="372"/>
                      </a:lnTo>
                      <a:lnTo>
                        <a:pt x="636" y="852"/>
                      </a:lnTo>
                      <a:lnTo>
                        <a:pt x="528" y="732"/>
                      </a:lnTo>
                      <a:lnTo>
                        <a:pt x="444" y="660"/>
                      </a:lnTo>
                      <a:lnTo>
                        <a:pt x="360" y="600"/>
                      </a:lnTo>
                      <a:lnTo>
                        <a:pt x="276" y="540"/>
                      </a:lnTo>
                      <a:lnTo>
                        <a:pt x="180" y="504"/>
                      </a:lnTo>
                      <a:lnTo>
                        <a:pt x="84" y="480"/>
                      </a:lnTo>
                      <a:lnTo>
                        <a:pt x="0" y="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39933">
                        <a:gamma/>
                        <a:shade val="46275"/>
                        <a:invGamma/>
                      </a:srgbClr>
                    </a:gs>
                    <a:gs pos="100000">
                      <a:srgbClr val="3399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39">
                  <a:extLst>
                    <a:ext uri="{FF2B5EF4-FFF2-40B4-BE49-F238E27FC236}">
                      <a16:creationId xmlns:a16="http://schemas.microsoft.com/office/drawing/2014/main" id="{88CC97F2-7162-4C4F-4012-E08388609A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7" y="1549"/>
                  <a:ext cx="454" cy="480"/>
                </a:xfrm>
                <a:custGeom>
                  <a:avLst/>
                  <a:gdLst>
                    <a:gd name="T0" fmla="*/ 0 w 1044"/>
                    <a:gd name="T1" fmla="*/ 552 h 1104"/>
                    <a:gd name="T2" fmla="*/ 24 w 1044"/>
                    <a:gd name="T3" fmla="*/ 672 h 1104"/>
                    <a:gd name="T4" fmla="*/ 24 w 1044"/>
                    <a:gd name="T5" fmla="*/ 1104 h 1104"/>
                    <a:gd name="T6" fmla="*/ 1044 w 1044"/>
                    <a:gd name="T7" fmla="*/ 528 h 1104"/>
                    <a:gd name="T8" fmla="*/ 1044 w 1044"/>
                    <a:gd name="T9" fmla="*/ 0 h 1104"/>
                    <a:gd name="T10" fmla="*/ 0 w 1044"/>
                    <a:gd name="T11" fmla="*/ 552 h 1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44" h="1104">
                      <a:moveTo>
                        <a:pt x="0" y="552"/>
                      </a:moveTo>
                      <a:cubicBezTo>
                        <a:pt x="0" y="576"/>
                        <a:pt x="24" y="648"/>
                        <a:pt x="24" y="672"/>
                      </a:cubicBezTo>
                      <a:lnTo>
                        <a:pt x="24" y="1104"/>
                      </a:lnTo>
                      <a:lnTo>
                        <a:pt x="1044" y="528"/>
                      </a:lnTo>
                      <a:lnTo>
                        <a:pt x="1044" y="0"/>
                      </a:lnTo>
                      <a:lnTo>
                        <a:pt x="0" y="552"/>
                      </a:lnTo>
                      <a:close/>
                    </a:path>
                  </a:pathLst>
                </a:custGeom>
                <a:solidFill>
                  <a:srgbClr val="3399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40">
                  <a:extLst>
                    <a:ext uri="{FF2B5EF4-FFF2-40B4-BE49-F238E27FC236}">
                      <a16:creationId xmlns:a16="http://schemas.microsoft.com/office/drawing/2014/main" id="{C6BA6051-8AC4-405D-A4F9-182C841A80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1403"/>
                  <a:ext cx="709" cy="407"/>
                </a:xfrm>
                <a:custGeom>
                  <a:avLst/>
                  <a:gdLst>
                    <a:gd name="T0" fmla="*/ 0 w 1632"/>
                    <a:gd name="T1" fmla="*/ 576 h 936"/>
                    <a:gd name="T2" fmla="*/ 612 w 1632"/>
                    <a:gd name="T3" fmla="*/ 936 h 936"/>
                    <a:gd name="T4" fmla="*/ 1632 w 1632"/>
                    <a:gd name="T5" fmla="*/ 348 h 936"/>
                    <a:gd name="T6" fmla="*/ 1020 w 1632"/>
                    <a:gd name="T7" fmla="*/ 0 h 936"/>
                    <a:gd name="T8" fmla="*/ 0 w 1632"/>
                    <a:gd name="T9" fmla="*/ 576 h 9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2" h="936">
                      <a:moveTo>
                        <a:pt x="0" y="576"/>
                      </a:moveTo>
                      <a:lnTo>
                        <a:pt x="612" y="936"/>
                      </a:lnTo>
                      <a:lnTo>
                        <a:pt x="1632" y="348"/>
                      </a:lnTo>
                      <a:lnTo>
                        <a:pt x="1020" y="0"/>
                      </a:lnTo>
                      <a:lnTo>
                        <a:pt x="0" y="576"/>
                      </a:lnTo>
                      <a:close/>
                    </a:path>
                  </a:pathLst>
                </a:custGeom>
                <a:solidFill>
                  <a:srgbClr val="00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84D109B0-F406-64D1-A54D-E9BFC9454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2444"/>
                <a:ext cx="377" cy="218"/>
              </a:xfrm>
              <a:custGeom>
                <a:avLst/>
                <a:gdLst>
                  <a:gd name="T0" fmla="*/ 0 w 377"/>
                  <a:gd name="T1" fmla="*/ 148 h 218"/>
                  <a:gd name="T2" fmla="*/ 256 w 377"/>
                  <a:gd name="T3" fmla="*/ 0 h 218"/>
                  <a:gd name="T4" fmla="*/ 377 w 377"/>
                  <a:gd name="T5" fmla="*/ 70 h 218"/>
                  <a:gd name="T6" fmla="*/ 120 w 377"/>
                  <a:gd name="T7" fmla="*/ 218 h 218"/>
                  <a:gd name="T8" fmla="*/ 0 w 377"/>
                  <a:gd name="T9" fmla="*/ 14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7" h="218">
                    <a:moveTo>
                      <a:pt x="0" y="148"/>
                    </a:moveTo>
                    <a:lnTo>
                      <a:pt x="256" y="0"/>
                    </a:lnTo>
                    <a:lnTo>
                      <a:pt x="377" y="70"/>
                    </a:lnTo>
                    <a:lnTo>
                      <a:pt x="120" y="218"/>
                    </a:lnTo>
                    <a:lnTo>
                      <a:pt x="0" y="1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FF00">
                      <a:gamma/>
                      <a:shade val="46275"/>
                      <a:invGamma/>
                    </a:srgbClr>
                  </a:gs>
                  <a:gs pos="50000">
                    <a:srgbClr val="00FF00"/>
                  </a:gs>
                  <a:gs pos="100000">
                    <a:srgbClr val="00FF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D733E07-28EC-C69C-C689-5C69D1483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034132">
                <a:off x="3900" y="3045"/>
                <a:ext cx="270" cy="466"/>
              </a:xfrm>
              <a:prstGeom prst="ellipse">
                <a:avLst/>
              </a:prstGeom>
              <a:gradFill rotWithShape="0">
                <a:gsLst>
                  <a:gs pos="0">
                    <a:srgbClr val="FFCC00">
                      <a:gamma/>
                      <a:shade val="46275"/>
                      <a:invGamma/>
                    </a:srgbClr>
                  </a:gs>
                  <a:gs pos="50000">
                    <a:srgbClr val="FFCC00"/>
                  </a:gs>
                  <a:gs pos="100000">
                    <a:srgbClr val="FFCC00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" name="Line 43">
              <a:extLst>
                <a:ext uri="{FF2B5EF4-FFF2-40B4-BE49-F238E27FC236}">
                  <a16:creationId xmlns:a16="http://schemas.microsoft.com/office/drawing/2014/main" id="{E0DC5C6D-F9E3-163F-673A-4910E964C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" y="1015"/>
              <a:ext cx="3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44">
              <a:extLst>
                <a:ext uri="{FF2B5EF4-FFF2-40B4-BE49-F238E27FC236}">
                  <a16:creationId xmlns:a16="http://schemas.microsoft.com/office/drawing/2014/main" id="{6477B2AB-4093-FBCA-6037-24D87E017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" y="890"/>
              <a:ext cx="0" cy="7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45">
              <a:extLst>
                <a:ext uri="{FF2B5EF4-FFF2-40B4-BE49-F238E27FC236}">
                  <a16:creationId xmlns:a16="http://schemas.microsoft.com/office/drawing/2014/main" id="{15537EA5-1D8D-EEFB-1A98-89090E86E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" y="1615"/>
              <a:ext cx="10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46">
              <a:extLst>
                <a:ext uri="{FF2B5EF4-FFF2-40B4-BE49-F238E27FC236}">
                  <a16:creationId xmlns:a16="http://schemas.microsoft.com/office/drawing/2014/main" id="{4DF4F358-2DAE-3A38-EA94-84A2EB1E4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2" y="890"/>
              <a:ext cx="0" cy="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47">
              <a:extLst>
                <a:ext uri="{FF2B5EF4-FFF2-40B4-BE49-F238E27FC236}">
                  <a16:creationId xmlns:a16="http://schemas.microsoft.com/office/drawing/2014/main" id="{01590EC8-2EA9-BEF1-4D72-95F8259D1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2" y="890"/>
              <a:ext cx="2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48">
              <a:extLst>
                <a:ext uri="{FF2B5EF4-FFF2-40B4-BE49-F238E27FC236}">
                  <a16:creationId xmlns:a16="http://schemas.microsoft.com/office/drawing/2014/main" id="{D903AB20-F3EC-8284-C0BF-82027E781F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" y="890"/>
              <a:ext cx="2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Group 49">
            <a:extLst>
              <a:ext uri="{FF2B5EF4-FFF2-40B4-BE49-F238E27FC236}">
                <a16:creationId xmlns:a16="http://schemas.microsoft.com/office/drawing/2014/main" id="{40BDFC19-5DF5-1378-300B-E87902770EDA}"/>
              </a:ext>
            </a:extLst>
          </p:cNvPr>
          <p:cNvGrpSpPr>
            <a:grpSpLocks/>
          </p:cNvGrpSpPr>
          <p:nvPr/>
        </p:nvGrpSpPr>
        <p:grpSpPr bwMode="auto">
          <a:xfrm>
            <a:off x="5561374" y="1776007"/>
            <a:ext cx="3424555" cy="3227388"/>
            <a:chOff x="2918" y="606"/>
            <a:chExt cx="2260" cy="2033"/>
          </a:xfrm>
        </p:grpSpPr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FDF8790C-2231-592E-6195-808D269C9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1" y="1212"/>
              <a:ext cx="10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D2663E5A-8608-B7C1-6928-EE3B217C6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7" y="1212"/>
              <a:ext cx="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52">
              <a:extLst>
                <a:ext uri="{FF2B5EF4-FFF2-40B4-BE49-F238E27FC236}">
                  <a16:creationId xmlns:a16="http://schemas.microsoft.com/office/drawing/2014/main" id="{6BA2CD0B-916D-6A43-345D-ED943DD3A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9" y="1827"/>
              <a:ext cx="618" cy="55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993993C0-E89B-064D-5994-F568DBFC1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711"/>
              <a:ext cx="608" cy="1"/>
            </a:xfrm>
            <a:custGeom>
              <a:avLst/>
              <a:gdLst>
                <a:gd name="T0" fmla="*/ 0 w 979"/>
                <a:gd name="T1" fmla="*/ 1 h 1"/>
                <a:gd name="T2" fmla="*/ 979 w 979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9" h="1">
                  <a:moveTo>
                    <a:pt x="0" y="1"/>
                  </a:moveTo>
                  <a:lnTo>
                    <a:pt x="97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7EA14493-AA86-474A-0300-BBA6F9248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851"/>
              <a:ext cx="1" cy="741"/>
            </a:xfrm>
            <a:custGeom>
              <a:avLst/>
              <a:gdLst>
                <a:gd name="T0" fmla="*/ 0 w 1"/>
                <a:gd name="T1" fmla="*/ 0 h 1193"/>
                <a:gd name="T2" fmla="*/ 0 w 1"/>
                <a:gd name="T3" fmla="*/ 1193 h 1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93">
                  <a:moveTo>
                    <a:pt x="0" y="0"/>
                  </a:moveTo>
                  <a:lnTo>
                    <a:pt x="0" y="119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92466C9F-EA48-B448-1577-3B8E83253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1582"/>
              <a:ext cx="958" cy="2"/>
            </a:xfrm>
            <a:custGeom>
              <a:avLst/>
              <a:gdLst>
                <a:gd name="T0" fmla="*/ 0 w 1540"/>
                <a:gd name="T1" fmla="*/ 0 h 2"/>
                <a:gd name="T2" fmla="*/ 1540 w 1540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40" h="2">
                  <a:moveTo>
                    <a:pt x="0" y="0"/>
                  </a:moveTo>
                  <a:lnTo>
                    <a:pt x="154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64FBEF8B-C315-DA6F-D785-DCE475959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847"/>
              <a:ext cx="1" cy="745"/>
            </a:xfrm>
            <a:custGeom>
              <a:avLst/>
              <a:gdLst>
                <a:gd name="T0" fmla="*/ 0 w 1"/>
                <a:gd name="T1" fmla="*/ 1198 h 1198"/>
                <a:gd name="T2" fmla="*/ 0 w 1"/>
                <a:gd name="T3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98">
                  <a:moveTo>
                    <a:pt x="0" y="119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89C07BBF-1E4F-2A23-DDD7-531E2A9EE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852"/>
              <a:ext cx="176" cy="0"/>
            </a:xfrm>
            <a:custGeom>
              <a:avLst/>
              <a:gdLst>
                <a:gd name="T0" fmla="*/ 0 w 283"/>
                <a:gd name="T1" fmla="*/ 0 h 1"/>
                <a:gd name="T2" fmla="*/ 283 w 28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" h="1">
                  <a:moveTo>
                    <a:pt x="0" y="0"/>
                  </a:moveTo>
                  <a:lnTo>
                    <a:pt x="28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FE531D5D-72E2-CF8B-4E58-A1BA18097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709"/>
              <a:ext cx="0" cy="140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58E16E32-0100-A797-DD09-08FAD02AE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708"/>
              <a:ext cx="603" cy="3"/>
            </a:xfrm>
            <a:custGeom>
              <a:avLst/>
              <a:gdLst>
                <a:gd name="T0" fmla="*/ 0 w 970"/>
                <a:gd name="T1" fmla="*/ 0 h 6"/>
                <a:gd name="T2" fmla="*/ 970 w 970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0" h="6">
                  <a:moveTo>
                    <a:pt x="0" y="0"/>
                  </a:moveTo>
                  <a:lnTo>
                    <a:pt x="970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EE66AA61-705A-B9A8-5DB1-7F399AF5F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7" y="633"/>
              <a:ext cx="0" cy="10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CCE5E4B2-584A-30D2-6C94-51AF3BB1CD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8" y="2101"/>
              <a:ext cx="1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Rectangle 62">
              <a:extLst>
                <a:ext uri="{FF2B5EF4-FFF2-40B4-BE49-F238E27FC236}">
                  <a16:creationId xmlns:a16="http://schemas.microsoft.com/office/drawing/2014/main" id="{EE9B16AD-1413-A2FF-F922-86472AEBE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" y="1731"/>
              <a:ext cx="950" cy="74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D3F55457-1B35-016E-473C-B33B26E80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" y="1743"/>
              <a:ext cx="0" cy="7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52DEE4F9-FF83-3CCB-173B-E87C08820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708"/>
              <a:ext cx="1" cy="147"/>
            </a:xfrm>
            <a:custGeom>
              <a:avLst/>
              <a:gdLst>
                <a:gd name="T0" fmla="*/ 0 w 1"/>
                <a:gd name="T1" fmla="*/ 269 h 269"/>
                <a:gd name="T2" fmla="*/ 0 w 1"/>
                <a:gd name="T3" fmla="*/ 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69">
                  <a:moveTo>
                    <a:pt x="0" y="269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0D979528-5105-23E4-0C1F-6A30DD8BF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8" y="712"/>
              <a:ext cx="6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F20B41BC-6DDB-72A7-157A-EA1CB8152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8" y="712"/>
              <a:ext cx="0" cy="2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A7750C0C-0B6A-AD66-57EF-20D62ED1E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" y="712"/>
              <a:ext cx="0" cy="2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31A649C8-C447-B665-E9E2-9B4429F3F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845"/>
              <a:ext cx="613" cy="124"/>
            </a:xfrm>
            <a:custGeom>
              <a:avLst/>
              <a:gdLst>
                <a:gd name="T0" fmla="*/ 0 w 985"/>
                <a:gd name="T1" fmla="*/ 0 h 200"/>
                <a:gd name="T2" fmla="*/ 127 w 985"/>
                <a:gd name="T3" fmla="*/ 89 h 200"/>
                <a:gd name="T4" fmla="*/ 214 w 985"/>
                <a:gd name="T5" fmla="*/ 133 h 200"/>
                <a:gd name="T6" fmla="*/ 287 w 985"/>
                <a:gd name="T7" fmla="*/ 169 h 200"/>
                <a:gd name="T8" fmla="*/ 374 w 985"/>
                <a:gd name="T9" fmla="*/ 191 h 200"/>
                <a:gd name="T10" fmla="*/ 500 w 985"/>
                <a:gd name="T11" fmla="*/ 200 h 200"/>
                <a:gd name="T12" fmla="*/ 607 w 985"/>
                <a:gd name="T13" fmla="*/ 191 h 200"/>
                <a:gd name="T14" fmla="*/ 738 w 985"/>
                <a:gd name="T15" fmla="*/ 162 h 200"/>
                <a:gd name="T16" fmla="*/ 832 w 985"/>
                <a:gd name="T17" fmla="*/ 118 h 200"/>
                <a:gd name="T18" fmla="*/ 912 w 985"/>
                <a:gd name="T19" fmla="*/ 68 h 200"/>
                <a:gd name="T20" fmla="*/ 985 w 985"/>
                <a:gd name="T21" fmla="*/ 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85" h="200">
                  <a:moveTo>
                    <a:pt x="0" y="0"/>
                  </a:moveTo>
                  <a:cubicBezTo>
                    <a:pt x="21" y="13"/>
                    <a:pt x="91" y="67"/>
                    <a:pt x="127" y="89"/>
                  </a:cubicBezTo>
                  <a:cubicBezTo>
                    <a:pt x="163" y="111"/>
                    <a:pt x="187" y="120"/>
                    <a:pt x="214" y="133"/>
                  </a:cubicBezTo>
                  <a:cubicBezTo>
                    <a:pt x="241" y="146"/>
                    <a:pt x="260" y="159"/>
                    <a:pt x="287" y="169"/>
                  </a:cubicBezTo>
                  <a:cubicBezTo>
                    <a:pt x="314" y="179"/>
                    <a:pt x="339" y="186"/>
                    <a:pt x="374" y="191"/>
                  </a:cubicBezTo>
                  <a:cubicBezTo>
                    <a:pt x="409" y="196"/>
                    <a:pt x="461" y="200"/>
                    <a:pt x="500" y="200"/>
                  </a:cubicBezTo>
                  <a:cubicBezTo>
                    <a:pt x="539" y="200"/>
                    <a:pt x="567" y="197"/>
                    <a:pt x="607" y="191"/>
                  </a:cubicBezTo>
                  <a:cubicBezTo>
                    <a:pt x="647" y="185"/>
                    <a:pt x="700" y="174"/>
                    <a:pt x="738" y="162"/>
                  </a:cubicBezTo>
                  <a:cubicBezTo>
                    <a:pt x="776" y="150"/>
                    <a:pt x="803" y="134"/>
                    <a:pt x="832" y="118"/>
                  </a:cubicBezTo>
                  <a:cubicBezTo>
                    <a:pt x="861" y="102"/>
                    <a:pt x="887" y="87"/>
                    <a:pt x="912" y="68"/>
                  </a:cubicBezTo>
                  <a:cubicBezTo>
                    <a:pt x="937" y="49"/>
                    <a:pt x="970" y="16"/>
                    <a:pt x="985" y="2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" name="Group 69">
              <a:extLst>
                <a:ext uri="{FF2B5EF4-FFF2-40B4-BE49-F238E27FC236}">
                  <a16:creationId xmlns:a16="http://schemas.microsoft.com/office/drawing/2014/main" id="{236F4487-8324-44E1-1BFD-CFD3049AF4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1" y="1725"/>
              <a:ext cx="957" cy="914"/>
              <a:chOff x="4290" y="664"/>
              <a:chExt cx="1242" cy="1185"/>
            </a:xfrm>
          </p:grpSpPr>
          <p:sp>
            <p:nvSpPr>
              <p:cNvPr id="77" name="Freeform 70">
                <a:extLst>
                  <a:ext uri="{FF2B5EF4-FFF2-40B4-BE49-F238E27FC236}">
                    <a16:creationId xmlns:a16="http://schemas.microsoft.com/office/drawing/2014/main" id="{09A3F748-316F-0E21-367E-944B684E5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701"/>
                <a:ext cx="1190" cy="1107"/>
              </a:xfrm>
              <a:custGeom>
                <a:avLst/>
                <a:gdLst>
                  <a:gd name="T0" fmla="*/ 0 w 1334"/>
                  <a:gd name="T1" fmla="*/ 478 h 1240"/>
                  <a:gd name="T2" fmla="*/ 300 w 1334"/>
                  <a:gd name="T3" fmla="*/ 305 h 1240"/>
                  <a:gd name="T4" fmla="*/ 374 w 1334"/>
                  <a:gd name="T5" fmla="*/ 341 h 1240"/>
                  <a:gd name="T6" fmla="*/ 437 w 1334"/>
                  <a:gd name="T7" fmla="*/ 371 h 1240"/>
                  <a:gd name="T8" fmla="*/ 466 w 1334"/>
                  <a:gd name="T9" fmla="*/ 408 h 1240"/>
                  <a:gd name="T10" fmla="*/ 509 w 1334"/>
                  <a:gd name="T11" fmla="*/ 478 h 1240"/>
                  <a:gd name="T12" fmla="*/ 620 w 1334"/>
                  <a:gd name="T13" fmla="*/ 536 h 1240"/>
                  <a:gd name="T14" fmla="*/ 741 w 1334"/>
                  <a:gd name="T15" fmla="*/ 557 h 1240"/>
                  <a:gd name="T16" fmla="*/ 846 w 1334"/>
                  <a:gd name="T17" fmla="*/ 546 h 1240"/>
                  <a:gd name="T18" fmla="*/ 872 w 1334"/>
                  <a:gd name="T19" fmla="*/ 489 h 1240"/>
                  <a:gd name="T20" fmla="*/ 898 w 1334"/>
                  <a:gd name="T21" fmla="*/ 399 h 1240"/>
                  <a:gd name="T22" fmla="*/ 909 w 1334"/>
                  <a:gd name="T23" fmla="*/ 315 h 1240"/>
                  <a:gd name="T24" fmla="*/ 919 w 1334"/>
                  <a:gd name="T25" fmla="*/ 226 h 1240"/>
                  <a:gd name="T26" fmla="*/ 893 w 1334"/>
                  <a:gd name="T27" fmla="*/ 126 h 1240"/>
                  <a:gd name="T28" fmla="*/ 861 w 1334"/>
                  <a:gd name="T29" fmla="*/ 63 h 1240"/>
                  <a:gd name="T30" fmla="*/ 804 w 1334"/>
                  <a:gd name="T31" fmla="*/ 16 h 1240"/>
                  <a:gd name="T32" fmla="*/ 840 w 1334"/>
                  <a:gd name="T33" fmla="*/ 0 h 1240"/>
                  <a:gd name="T34" fmla="*/ 898 w 1334"/>
                  <a:gd name="T35" fmla="*/ 0 h 1240"/>
                  <a:gd name="T36" fmla="*/ 956 w 1334"/>
                  <a:gd name="T37" fmla="*/ 11 h 1240"/>
                  <a:gd name="T38" fmla="*/ 1014 w 1334"/>
                  <a:gd name="T39" fmla="*/ 26 h 1240"/>
                  <a:gd name="T40" fmla="*/ 1071 w 1334"/>
                  <a:gd name="T41" fmla="*/ 63 h 1240"/>
                  <a:gd name="T42" fmla="*/ 1124 w 1334"/>
                  <a:gd name="T43" fmla="*/ 95 h 1240"/>
                  <a:gd name="T44" fmla="*/ 1166 w 1334"/>
                  <a:gd name="T45" fmla="*/ 131 h 1240"/>
                  <a:gd name="T46" fmla="*/ 1208 w 1334"/>
                  <a:gd name="T47" fmla="*/ 184 h 1240"/>
                  <a:gd name="T48" fmla="*/ 1239 w 1334"/>
                  <a:gd name="T49" fmla="*/ 231 h 1240"/>
                  <a:gd name="T50" fmla="*/ 1276 w 1334"/>
                  <a:gd name="T51" fmla="*/ 299 h 1240"/>
                  <a:gd name="T52" fmla="*/ 1297 w 1334"/>
                  <a:gd name="T53" fmla="*/ 342 h 1240"/>
                  <a:gd name="T54" fmla="*/ 1323 w 1334"/>
                  <a:gd name="T55" fmla="*/ 420 h 1240"/>
                  <a:gd name="T56" fmla="*/ 1334 w 1334"/>
                  <a:gd name="T57" fmla="*/ 494 h 1240"/>
                  <a:gd name="T58" fmla="*/ 1334 w 1334"/>
                  <a:gd name="T59" fmla="*/ 562 h 1240"/>
                  <a:gd name="T60" fmla="*/ 1318 w 1334"/>
                  <a:gd name="T61" fmla="*/ 636 h 1240"/>
                  <a:gd name="T62" fmla="*/ 1297 w 1334"/>
                  <a:gd name="T63" fmla="*/ 699 h 1240"/>
                  <a:gd name="T64" fmla="*/ 1266 w 1334"/>
                  <a:gd name="T65" fmla="*/ 736 h 1240"/>
                  <a:gd name="T66" fmla="*/ 919 w 1334"/>
                  <a:gd name="T67" fmla="*/ 946 h 1240"/>
                  <a:gd name="T68" fmla="*/ 410 w 1334"/>
                  <a:gd name="T69" fmla="*/ 1240 h 1240"/>
                  <a:gd name="T70" fmla="*/ 462 w 1334"/>
                  <a:gd name="T71" fmla="*/ 1161 h 1240"/>
                  <a:gd name="T72" fmla="*/ 509 w 1334"/>
                  <a:gd name="T73" fmla="*/ 1082 h 1240"/>
                  <a:gd name="T74" fmla="*/ 520 w 1334"/>
                  <a:gd name="T75" fmla="*/ 962 h 1240"/>
                  <a:gd name="T76" fmla="*/ 488 w 1334"/>
                  <a:gd name="T77" fmla="*/ 851 h 1240"/>
                  <a:gd name="T78" fmla="*/ 441 w 1334"/>
                  <a:gd name="T79" fmla="*/ 741 h 1240"/>
                  <a:gd name="T80" fmla="*/ 404 w 1334"/>
                  <a:gd name="T81" fmla="*/ 678 h 1240"/>
                  <a:gd name="T82" fmla="*/ 341 w 1334"/>
                  <a:gd name="T83" fmla="*/ 615 h 1240"/>
                  <a:gd name="T84" fmla="*/ 268 w 1334"/>
                  <a:gd name="T85" fmla="*/ 546 h 1240"/>
                  <a:gd name="T86" fmla="*/ 152 w 1334"/>
                  <a:gd name="T87" fmla="*/ 489 h 1240"/>
                  <a:gd name="T88" fmla="*/ 74 w 1334"/>
                  <a:gd name="T89" fmla="*/ 473 h 1240"/>
                  <a:gd name="T90" fmla="*/ 0 w 1334"/>
                  <a:gd name="T91" fmla="*/ 478 h 1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34" h="1240">
                    <a:moveTo>
                      <a:pt x="0" y="478"/>
                    </a:moveTo>
                    <a:lnTo>
                      <a:pt x="300" y="305"/>
                    </a:lnTo>
                    <a:lnTo>
                      <a:pt x="374" y="341"/>
                    </a:lnTo>
                    <a:lnTo>
                      <a:pt x="437" y="371"/>
                    </a:lnTo>
                    <a:lnTo>
                      <a:pt x="466" y="408"/>
                    </a:lnTo>
                    <a:lnTo>
                      <a:pt x="509" y="478"/>
                    </a:lnTo>
                    <a:lnTo>
                      <a:pt x="620" y="536"/>
                    </a:lnTo>
                    <a:lnTo>
                      <a:pt x="741" y="557"/>
                    </a:lnTo>
                    <a:lnTo>
                      <a:pt x="846" y="546"/>
                    </a:lnTo>
                    <a:lnTo>
                      <a:pt x="872" y="489"/>
                    </a:lnTo>
                    <a:lnTo>
                      <a:pt x="898" y="399"/>
                    </a:lnTo>
                    <a:lnTo>
                      <a:pt x="909" y="315"/>
                    </a:lnTo>
                    <a:lnTo>
                      <a:pt x="919" y="226"/>
                    </a:lnTo>
                    <a:lnTo>
                      <a:pt x="893" y="126"/>
                    </a:lnTo>
                    <a:lnTo>
                      <a:pt x="861" y="63"/>
                    </a:lnTo>
                    <a:lnTo>
                      <a:pt x="804" y="16"/>
                    </a:lnTo>
                    <a:lnTo>
                      <a:pt x="840" y="0"/>
                    </a:lnTo>
                    <a:lnTo>
                      <a:pt x="898" y="0"/>
                    </a:lnTo>
                    <a:lnTo>
                      <a:pt x="956" y="11"/>
                    </a:lnTo>
                    <a:lnTo>
                      <a:pt x="1014" y="26"/>
                    </a:lnTo>
                    <a:lnTo>
                      <a:pt x="1071" y="63"/>
                    </a:lnTo>
                    <a:lnTo>
                      <a:pt x="1124" y="95"/>
                    </a:lnTo>
                    <a:lnTo>
                      <a:pt x="1166" y="131"/>
                    </a:lnTo>
                    <a:lnTo>
                      <a:pt x="1208" y="184"/>
                    </a:lnTo>
                    <a:lnTo>
                      <a:pt x="1239" y="231"/>
                    </a:lnTo>
                    <a:lnTo>
                      <a:pt x="1276" y="299"/>
                    </a:lnTo>
                    <a:lnTo>
                      <a:pt x="1297" y="342"/>
                    </a:lnTo>
                    <a:lnTo>
                      <a:pt x="1323" y="420"/>
                    </a:lnTo>
                    <a:lnTo>
                      <a:pt x="1334" y="494"/>
                    </a:lnTo>
                    <a:lnTo>
                      <a:pt x="1334" y="562"/>
                    </a:lnTo>
                    <a:lnTo>
                      <a:pt x="1318" y="636"/>
                    </a:lnTo>
                    <a:lnTo>
                      <a:pt x="1297" y="699"/>
                    </a:lnTo>
                    <a:lnTo>
                      <a:pt x="1266" y="736"/>
                    </a:lnTo>
                    <a:lnTo>
                      <a:pt x="919" y="946"/>
                    </a:lnTo>
                    <a:lnTo>
                      <a:pt x="410" y="1240"/>
                    </a:lnTo>
                    <a:lnTo>
                      <a:pt x="462" y="1161"/>
                    </a:lnTo>
                    <a:lnTo>
                      <a:pt x="509" y="1082"/>
                    </a:lnTo>
                    <a:lnTo>
                      <a:pt x="520" y="962"/>
                    </a:lnTo>
                    <a:lnTo>
                      <a:pt x="488" y="851"/>
                    </a:lnTo>
                    <a:lnTo>
                      <a:pt x="441" y="741"/>
                    </a:lnTo>
                    <a:lnTo>
                      <a:pt x="404" y="678"/>
                    </a:lnTo>
                    <a:lnTo>
                      <a:pt x="341" y="615"/>
                    </a:lnTo>
                    <a:lnTo>
                      <a:pt x="268" y="546"/>
                    </a:lnTo>
                    <a:lnTo>
                      <a:pt x="152" y="489"/>
                    </a:lnTo>
                    <a:lnTo>
                      <a:pt x="74" y="473"/>
                    </a:lnTo>
                    <a:lnTo>
                      <a:pt x="0" y="47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66">
                      <a:gamma/>
                      <a:shade val="43137"/>
                      <a:invGamma/>
                    </a:srgbClr>
                  </a:gs>
                  <a:gs pos="50000">
                    <a:srgbClr val="339966"/>
                  </a:gs>
                  <a:gs pos="100000">
                    <a:srgbClr val="339966">
                      <a:gamma/>
                      <a:shade val="43137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Oval 71">
                <a:extLst>
                  <a:ext uri="{FF2B5EF4-FFF2-40B4-BE49-F238E27FC236}">
                    <a16:creationId xmlns:a16="http://schemas.microsoft.com/office/drawing/2014/main" id="{86850C66-B5DC-90F3-ECB3-F5F470371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801384">
                <a:off x="4290" y="1079"/>
                <a:ext cx="487" cy="77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Freeform 72">
                <a:extLst>
                  <a:ext uri="{FF2B5EF4-FFF2-40B4-BE49-F238E27FC236}">
                    <a16:creationId xmlns:a16="http://schemas.microsoft.com/office/drawing/2014/main" id="{8363546F-E312-7C6E-7240-B548FB127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3" y="814"/>
                <a:ext cx="553" cy="418"/>
              </a:xfrm>
              <a:custGeom>
                <a:avLst/>
                <a:gdLst>
                  <a:gd name="T0" fmla="*/ 0 w 1416"/>
                  <a:gd name="T1" fmla="*/ 36 h 1068"/>
                  <a:gd name="T2" fmla="*/ 0 w 1416"/>
                  <a:gd name="T3" fmla="*/ 408 h 1068"/>
                  <a:gd name="T4" fmla="*/ 168 w 1416"/>
                  <a:gd name="T5" fmla="*/ 552 h 1068"/>
                  <a:gd name="T6" fmla="*/ 300 w 1416"/>
                  <a:gd name="T7" fmla="*/ 684 h 1068"/>
                  <a:gd name="T8" fmla="*/ 420 w 1416"/>
                  <a:gd name="T9" fmla="*/ 792 h 1068"/>
                  <a:gd name="T10" fmla="*/ 552 w 1416"/>
                  <a:gd name="T11" fmla="*/ 900 h 1068"/>
                  <a:gd name="T12" fmla="*/ 672 w 1416"/>
                  <a:gd name="T13" fmla="*/ 984 h 1068"/>
                  <a:gd name="T14" fmla="*/ 804 w 1416"/>
                  <a:gd name="T15" fmla="*/ 1044 h 1068"/>
                  <a:gd name="T16" fmla="*/ 924 w 1416"/>
                  <a:gd name="T17" fmla="*/ 1068 h 1068"/>
                  <a:gd name="T18" fmla="*/ 1044 w 1416"/>
                  <a:gd name="T19" fmla="*/ 1056 h 1068"/>
                  <a:gd name="T20" fmla="*/ 1128 w 1416"/>
                  <a:gd name="T21" fmla="*/ 1032 h 1068"/>
                  <a:gd name="T22" fmla="*/ 1248 w 1416"/>
                  <a:gd name="T23" fmla="*/ 972 h 1068"/>
                  <a:gd name="T24" fmla="*/ 1332 w 1416"/>
                  <a:gd name="T25" fmla="*/ 852 h 1068"/>
                  <a:gd name="T26" fmla="*/ 1380 w 1416"/>
                  <a:gd name="T27" fmla="*/ 744 h 1068"/>
                  <a:gd name="T28" fmla="*/ 1404 w 1416"/>
                  <a:gd name="T29" fmla="*/ 576 h 1068"/>
                  <a:gd name="T30" fmla="*/ 1416 w 1416"/>
                  <a:gd name="T31" fmla="*/ 492 h 1068"/>
                  <a:gd name="T32" fmla="*/ 1416 w 1416"/>
                  <a:gd name="T33" fmla="*/ 0 h 1068"/>
                  <a:gd name="T34" fmla="*/ 1332 w 1416"/>
                  <a:gd name="T35" fmla="*/ 168 h 1068"/>
                  <a:gd name="T36" fmla="*/ 1272 w 1416"/>
                  <a:gd name="T37" fmla="*/ 276 h 1068"/>
                  <a:gd name="T38" fmla="*/ 1164 w 1416"/>
                  <a:gd name="T39" fmla="*/ 348 h 1068"/>
                  <a:gd name="T40" fmla="*/ 1032 w 1416"/>
                  <a:gd name="T41" fmla="*/ 396 h 1068"/>
                  <a:gd name="T42" fmla="*/ 936 w 1416"/>
                  <a:gd name="T43" fmla="*/ 408 h 1068"/>
                  <a:gd name="T44" fmla="*/ 768 w 1416"/>
                  <a:gd name="T45" fmla="*/ 444 h 1068"/>
                  <a:gd name="T46" fmla="*/ 660 w 1416"/>
                  <a:gd name="T47" fmla="*/ 456 h 1068"/>
                  <a:gd name="T48" fmla="*/ 468 w 1416"/>
                  <a:gd name="T49" fmla="*/ 432 h 1068"/>
                  <a:gd name="T50" fmla="*/ 372 w 1416"/>
                  <a:gd name="T51" fmla="*/ 372 h 1068"/>
                  <a:gd name="T52" fmla="*/ 240 w 1416"/>
                  <a:gd name="T53" fmla="*/ 336 h 1068"/>
                  <a:gd name="T54" fmla="*/ 132 w 1416"/>
                  <a:gd name="T55" fmla="*/ 240 h 1068"/>
                  <a:gd name="T56" fmla="*/ 72 w 1416"/>
                  <a:gd name="T57" fmla="*/ 180 h 1068"/>
                  <a:gd name="T58" fmla="*/ 0 w 1416"/>
                  <a:gd name="T59" fmla="*/ 36 h 10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16" h="1068">
                    <a:moveTo>
                      <a:pt x="0" y="36"/>
                    </a:moveTo>
                    <a:lnTo>
                      <a:pt x="0" y="408"/>
                    </a:lnTo>
                    <a:lnTo>
                      <a:pt x="168" y="552"/>
                    </a:lnTo>
                    <a:lnTo>
                      <a:pt x="300" y="684"/>
                    </a:lnTo>
                    <a:lnTo>
                      <a:pt x="420" y="792"/>
                    </a:lnTo>
                    <a:lnTo>
                      <a:pt x="552" y="900"/>
                    </a:lnTo>
                    <a:lnTo>
                      <a:pt x="672" y="984"/>
                    </a:lnTo>
                    <a:lnTo>
                      <a:pt x="804" y="1044"/>
                    </a:lnTo>
                    <a:lnTo>
                      <a:pt x="924" y="1068"/>
                    </a:lnTo>
                    <a:lnTo>
                      <a:pt x="1044" y="1056"/>
                    </a:lnTo>
                    <a:lnTo>
                      <a:pt x="1128" y="1032"/>
                    </a:lnTo>
                    <a:lnTo>
                      <a:pt x="1248" y="972"/>
                    </a:lnTo>
                    <a:lnTo>
                      <a:pt x="1332" y="852"/>
                    </a:lnTo>
                    <a:lnTo>
                      <a:pt x="1380" y="744"/>
                    </a:lnTo>
                    <a:lnTo>
                      <a:pt x="1404" y="576"/>
                    </a:lnTo>
                    <a:lnTo>
                      <a:pt x="1416" y="492"/>
                    </a:lnTo>
                    <a:lnTo>
                      <a:pt x="1416" y="0"/>
                    </a:lnTo>
                    <a:lnTo>
                      <a:pt x="1332" y="168"/>
                    </a:lnTo>
                    <a:lnTo>
                      <a:pt x="1272" y="276"/>
                    </a:lnTo>
                    <a:lnTo>
                      <a:pt x="1164" y="348"/>
                    </a:lnTo>
                    <a:lnTo>
                      <a:pt x="1032" y="396"/>
                    </a:lnTo>
                    <a:lnTo>
                      <a:pt x="936" y="408"/>
                    </a:lnTo>
                    <a:lnTo>
                      <a:pt x="768" y="444"/>
                    </a:lnTo>
                    <a:lnTo>
                      <a:pt x="660" y="456"/>
                    </a:lnTo>
                    <a:lnTo>
                      <a:pt x="468" y="432"/>
                    </a:lnTo>
                    <a:lnTo>
                      <a:pt x="372" y="372"/>
                    </a:lnTo>
                    <a:lnTo>
                      <a:pt x="240" y="336"/>
                    </a:lnTo>
                    <a:lnTo>
                      <a:pt x="132" y="240"/>
                    </a:lnTo>
                    <a:lnTo>
                      <a:pt x="72" y="180"/>
                    </a:lnTo>
                    <a:lnTo>
                      <a:pt x="0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6600">
                      <a:gamma/>
                      <a:shade val="60784"/>
                      <a:invGamma/>
                    </a:srgbClr>
                  </a:gs>
                  <a:gs pos="50000">
                    <a:srgbClr val="FF6600"/>
                  </a:gs>
                  <a:gs pos="100000">
                    <a:srgbClr val="FF6600">
                      <a:gamma/>
                      <a:shade val="60784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Oval 73">
                <a:extLst>
                  <a:ext uri="{FF2B5EF4-FFF2-40B4-BE49-F238E27FC236}">
                    <a16:creationId xmlns:a16="http://schemas.microsoft.com/office/drawing/2014/main" id="{472042CC-213F-2AF4-D005-466C7ED12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8" y="664"/>
                <a:ext cx="544" cy="346"/>
              </a:xfrm>
              <a:prstGeom prst="ellipse">
                <a:avLst/>
              </a:prstGeom>
              <a:solidFill>
                <a:srgbClr val="FF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74">
              <a:extLst>
                <a:ext uri="{FF2B5EF4-FFF2-40B4-BE49-F238E27FC236}">
                  <a16:creationId xmlns:a16="http://schemas.microsoft.com/office/drawing/2014/main" id="{39B9B267-2E6E-D2E4-40D9-5C8670827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3" y="708"/>
              <a:ext cx="0" cy="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75">
              <a:extLst>
                <a:ext uri="{FF2B5EF4-FFF2-40B4-BE49-F238E27FC236}">
                  <a16:creationId xmlns:a16="http://schemas.microsoft.com/office/drawing/2014/main" id="{C95D0154-0F95-8BD4-25C2-D5C18B66AA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6" y="845"/>
              <a:ext cx="1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76">
              <a:extLst>
                <a:ext uri="{FF2B5EF4-FFF2-40B4-BE49-F238E27FC236}">
                  <a16:creationId xmlns:a16="http://schemas.microsoft.com/office/drawing/2014/main" id="{6631140F-1300-5FB5-F7C8-38A005EA2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606"/>
              <a:ext cx="0" cy="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77">
              <a:extLst>
                <a:ext uri="{FF2B5EF4-FFF2-40B4-BE49-F238E27FC236}">
                  <a16:creationId xmlns:a16="http://schemas.microsoft.com/office/drawing/2014/main" id="{6C0AB1FE-DB3A-4B7B-29A7-D4DB01FBE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845"/>
              <a:ext cx="778" cy="72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248AAB4F-9AE3-A77C-F30B-E321C3416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695" y="2038738"/>
            <a:ext cx="1179243" cy="357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8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341723" y="1629045"/>
            <a:ext cx="78428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复杂形体（组合体）：</a:t>
            </a:r>
            <a:endParaRPr lang="en-US" altLang="zh-CN" sz="2400">
              <a:solidFill>
                <a:schemeClr val="accent5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一个或多个基本体进行多次布尔运算后生成的形体。</a:t>
            </a:r>
          </a:p>
        </p:txBody>
      </p:sp>
      <p:sp>
        <p:nvSpPr>
          <p:cNvPr id="38916" name="AutoShape 4"/>
          <p:cNvSpPr>
            <a:spLocks noChangeArrowheads="1"/>
          </p:cNvSpPr>
          <p:nvPr/>
        </p:nvSpPr>
        <p:spPr bwMode="auto">
          <a:xfrm>
            <a:off x="2850217" y="3054631"/>
            <a:ext cx="1323975" cy="635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3072375" y="3235755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画图</a:t>
            </a: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4396350" y="3266533"/>
            <a:ext cx="41857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66"/>
                </a:solidFill>
                <a:latin typeface="+mn-ea"/>
              </a:rPr>
              <a:t>由已知形体画出其投影的过程</a:t>
            </a: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2845455" y="4376960"/>
            <a:ext cx="1323975" cy="635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3031752" y="4446304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看图</a:t>
            </a: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4396349" y="4339309"/>
            <a:ext cx="49029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000066"/>
                </a:solidFill>
                <a:latin typeface="+mn-ea"/>
              </a:rPr>
              <a:t>根据形体的投影，经过分析，搞清其组成、形状和结构的过程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A24519-ED1B-4005-97A9-209FB233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5.5.2 </a:t>
            </a:r>
            <a:r>
              <a:rPr lang="zh-CN" altLang="en-US"/>
              <a:t>复杂形体的画图方法</a:t>
            </a:r>
            <a:r>
              <a:rPr lang="zh-CN" altLang="en-US" sz="2000"/>
              <a:t>（</a:t>
            </a:r>
            <a:r>
              <a:rPr lang="en-US" altLang="zh-CN" sz="2000"/>
              <a:t>P142</a:t>
            </a:r>
            <a:r>
              <a:rPr lang="zh-CN" altLang="en-US" sz="2000"/>
              <a:t>） 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C94BD-988B-4958-BFA3-A407C4670C86}"/>
              </a:ext>
            </a:extLst>
          </p:cNvPr>
          <p:cNvSpPr/>
          <p:nvPr/>
        </p:nvSpPr>
        <p:spPr>
          <a:xfrm>
            <a:off x="2741260" y="2964866"/>
            <a:ext cx="6668713" cy="1051197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7C086E-F9E5-4DFC-9221-0A180911BD4C}"/>
              </a:ext>
            </a:extLst>
          </p:cNvPr>
          <p:cNvSpPr/>
          <p:nvPr/>
        </p:nvSpPr>
        <p:spPr>
          <a:xfrm>
            <a:off x="2761644" y="4199423"/>
            <a:ext cx="6668713" cy="115424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5C3DB8-1C99-C65D-A9FB-A0991BE22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766006" y="2321598"/>
            <a:ext cx="1897800" cy="338892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08DA7-BC14-BF92-67FF-157330A3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F54BD-C7F9-854A-80B0-C60C871DF68A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FF584-214B-7EBF-C191-430C9450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B8B2E-D0B8-64C5-95DB-97276B05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2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1475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25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/>
      <p:bldP spid="38916" grpId="0" animBg="1"/>
      <p:bldP spid="38917" grpId="0" build="p" autoUpdateAnimBg="0" advAuto="0"/>
      <p:bldP spid="38918" grpId="0" autoUpdateAnimBg="0"/>
      <p:bldP spid="38919" grpId="0" animBg="1"/>
      <p:bldP spid="38920" grpId="0" build="p" autoUpdateAnimBg="0" advAuto="0"/>
      <p:bldP spid="38921" grpId="0" autoUpdateAnimBg="0"/>
      <p:bldP spid="6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/>
          <p:cNvSpPr txBox="1">
            <a:spLocks noChangeArrowheads="1"/>
          </p:cNvSpPr>
          <p:nvPr/>
        </p:nvSpPr>
        <p:spPr bwMode="auto">
          <a:xfrm>
            <a:off x="1198881" y="360146"/>
            <a:ext cx="4469416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画组合体过程中的分析方法</a:t>
            </a:r>
          </a:p>
        </p:txBody>
      </p:sp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1722398" y="1784117"/>
            <a:ext cx="72074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假想把组合体分解为若干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简单的基本体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，弄清它们的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形状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，确定它们的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组合方式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相对位置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，分析它们的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表面过渡关系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投影特性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，以便进行画图。</a:t>
            </a: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1722398" y="3885195"/>
            <a:ext cx="720744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对于用切割方式形成的组合体，常常利用“视图上的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一个封闭线框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一般情况下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代表一个面的投影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”的投影特性，对体的主要表面的投影进行分析、检查，可以快速、正确地画出图形。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1198880" y="3258494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二、面形分析法</a:t>
            </a:r>
          </a:p>
        </p:txBody>
      </p:sp>
      <p:sp>
        <p:nvSpPr>
          <p:cNvPr id="183302" name="Text Box 6"/>
          <p:cNvSpPr txBox="1">
            <a:spLocks noChangeArrowheads="1"/>
          </p:cNvSpPr>
          <p:nvPr/>
        </p:nvSpPr>
        <p:spPr bwMode="auto">
          <a:xfrm>
            <a:off x="1190943" y="1142823"/>
            <a:ext cx="3796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一、形体分析法</a:t>
            </a:r>
            <a:r>
              <a:rPr lang="en-US" altLang="zh-CN" sz="28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(P142)</a:t>
            </a:r>
            <a:endParaRPr lang="zh-CN" altLang="en-US" sz="2800" b="1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3303" name="Text Box 7"/>
          <p:cNvSpPr txBox="1">
            <a:spLocks noChangeArrowheads="1"/>
          </p:cNvSpPr>
          <p:nvPr/>
        </p:nvSpPr>
        <p:spPr bwMode="auto">
          <a:xfrm>
            <a:off x="2554601" y="5691072"/>
            <a:ext cx="4515980" cy="461665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zh-CN" altLang="en-US" sz="24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形体分析为主，面形分析为辅。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5B3561-84AE-F73B-D1F0-138D85C70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100" y="1690812"/>
            <a:ext cx="1270838" cy="376544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0CEA5-D9B9-9DF7-EB1B-2ABACF314BF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DF2FA8F-D8B7-8E4E-B9AD-D173464E9476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98EC1-7F45-C454-2629-A6FC49702E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7C9E4-ED80-3401-6B42-72F6DB50BB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0543"/>
            <a:fld id="{81D60167-4931-47E6-BA6A-407CBD079E47}" type="slidenum">
              <a:rPr lang="en-US" spc="-4" smtClean="0"/>
              <a:pPr marL="120543"/>
              <a:t>38</a:t>
            </a:fld>
            <a:endParaRPr lang="en-US" spc="-4"/>
          </a:p>
        </p:txBody>
      </p:sp>
    </p:spTree>
    <p:extLst>
      <p:ext uri="{BB962C8B-B14F-4D97-AF65-F5344CB8AC3E}">
        <p14:creationId xmlns:p14="http://schemas.microsoft.com/office/powerpoint/2010/main" val="102014206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83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83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autoUpdateAnimBg="0"/>
      <p:bldP spid="183300" grpId="0" autoUpdateAnimBg="0"/>
      <p:bldP spid="183301" grpId="0" build="p" autoUpdateAnimBg="0"/>
      <p:bldP spid="183302" grpId="0" build="p" autoUpdateAnimBg="0"/>
      <p:bldP spid="183303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191EC-4387-E75E-A775-2E186E9A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90507-EA90-F748-8103-E2B83571B3A7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C15E1-411C-8CFD-19F1-B9DC2B7A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A8485-4983-F77B-28AB-72171CBE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39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F9A1A91-0162-555A-8169-94D432D0C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9114"/>
            <a:ext cx="59298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例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15.7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：画轴承座的三视图（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P142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）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EDB1AF56-633F-2145-D00F-03500CCFC95F}"/>
              </a:ext>
            </a:extLst>
          </p:cNvPr>
          <p:cNvGrpSpPr>
            <a:grpSpLocks/>
          </p:cNvGrpSpPr>
          <p:nvPr/>
        </p:nvGrpSpPr>
        <p:grpSpPr bwMode="auto">
          <a:xfrm>
            <a:off x="4709170" y="1099252"/>
            <a:ext cx="1276350" cy="1168400"/>
            <a:chOff x="415" y="384"/>
            <a:chExt cx="1491" cy="1364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52DCFB1A-31F3-E9F3-6FF7-784D585B0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" y="384"/>
              <a:ext cx="1385" cy="1347"/>
            </a:xfrm>
            <a:custGeom>
              <a:avLst/>
              <a:gdLst>
                <a:gd name="T0" fmla="*/ 1385 w 1385"/>
                <a:gd name="T1" fmla="*/ 504 h 1347"/>
                <a:gd name="T2" fmla="*/ 513 w 1385"/>
                <a:gd name="T3" fmla="*/ 0 h 1347"/>
                <a:gd name="T4" fmla="*/ 421 w 1385"/>
                <a:gd name="T5" fmla="*/ 9 h 1347"/>
                <a:gd name="T6" fmla="*/ 349 w 1385"/>
                <a:gd name="T7" fmla="*/ 31 h 1347"/>
                <a:gd name="T8" fmla="*/ 261 w 1385"/>
                <a:gd name="T9" fmla="*/ 74 h 1347"/>
                <a:gd name="T10" fmla="*/ 197 w 1385"/>
                <a:gd name="T11" fmla="*/ 132 h 1347"/>
                <a:gd name="T12" fmla="*/ 125 w 1385"/>
                <a:gd name="T13" fmla="*/ 216 h 1347"/>
                <a:gd name="T14" fmla="*/ 65 w 1385"/>
                <a:gd name="T15" fmla="*/ 324 h 1347"/>
                <a:gd name="T16" fmla="*/ 29 w 1385"/>
                <a:gd name="T17" fmla="*/ 432 h 1347"/>
                <a:gd name="T18" fmla="*/ 0 w 1385"/>
                <a:gd name="T19" fmla="*/ 554 h 1347"/>
                <a:gd name="T20" fmla="*/ 5 w 1385"/>
                <a:gd name="T21" fmla="*/ 708 h 1347"/>
                <a:gd name="T22" fmla="*/ 41 w 1385"/>
                <a:gd name="T23" fmla="*/ 840 h 1347"/>
                <a:gd name="T24" fmla="*/ 125 w 1385"/>
                <a:gd name="T25" fmla="*/ 912 h 1347"/>
                <a:gd name="T26" fmla="*/ 901 w 1385"/>
                <a:gd name="T27" fmla="*/ 1347 h 1347"/>
                <a:gd name="T28" fmla="*/ 1385 w 1385"/>
                <a:gd name="T29" fmla="*/ 504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85" h="1347">
                  <a:moveTo>
                    <a:pt x="1385" y="504"/>
                  </a:moveTo>
                  <a:lnTo>
                    <a:pt x="513" y="0"/>
                  </a:lnTo>
                  <a:lnTo>
                    <a:pt x="421" y="9"/>
                  </a:lnTo>
                  <a:lnTo>
                    <a:pt x="349" y="31"/>
                  </a:lnTo>
                  <a:lnTo>
                    <a:pt x="261" y="74"/>
                  </a:lnTo>
                  <a:lnTo>
                    <a:pt x="197" y="132"/>
                  </a:lnTo>
                  <a:lnTo>
                    <a:pt x="125" y="216"/>
                  </a:lnTo>
                  <a:lnTo>
                    <a:pt x="65" y="324"/>
                  </a:lnTo>
                  <a:lnTo>
                    <a:pt x="29" y="432"/>
                  </a:lnTo>
                  <a:lnTo>
                    <a:pt x="0" y="554"/>
                  </a:lnTo>
                  <a:lnTo>
                    <a:pt x="5" y="708"/>
                  </a:lnTo>
                  <a:lnTo>
                    <a:pt x="41" y="840"/>
                  </a:lnTo>
                  <a:lnTo>
                    <a:pt x="125" y="912"/>
                  </a:lnTo>
                  <a:lnTo>
                    <a:pt x="901" y="1347"/>
                  </a:lnTo>
                  <a:lnTo>
                    <a:pt x="1385" y="504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46275"/>
                    <a:invGamma/>
                  </a:srgbClr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583D82A-F547-B553-108C-C15C32DE7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" y="857"/>
              <a:ext cx="718" cy="891"/>
            </a:xfrm>
            <a:custGeom>
              <a:avLst/>
              <a:gdLst>
                <a:gd name="T0" fmla="*/ 350 w 2152"/>
                <a:gd name="T1" fmla="*/ 2591 h 2673"/>
                <a:gd name="T2" fmla="*/ 514 w 2152"/>
                <a:gd name="T3" fmla="*/ 2656 h 2673"/>
                <a:gd name="T4" fmla="*/ 698 w 2152"/>
                <a:gd name="T5" fmla="*/ 2673 h 2673"/>
                <a:gd name="T6" fmla="*/ 895 w 2152"/>
                <a:gd name="T7" fmla="*/ 2641 h 2673"/>
                <a:gd name="T8" fmla="*/ 1099 w 2152"/>
                <a:gd name="T9" fmla="*/ 2562 h 2673"/>
                <a:gd name="T10" fmla="*/ 1303 w 2152"/>
                <a:gd name="T11" fmla="*/ 2439 h 2673"/>
                <a:gd name="T12" fmla="*/ 1498 w 2152"/>
                <a:gd name="T13" fmla="*/ 2275 h 2673"/>
                <a:gd name="T14" fmla="*/ 1678 w 2152"/>
                <a:gd name="T15" fmla="*/ 2078 h 2673"/>
                <a:gd name="T16" fmla="*/ 1835 w 2152"/>
                <a:gd name="T17" fmla="*/ 1854 h 2673"/>
                <a:gd name="T18" fmla="*/ 1966 w 2152"/>
                <a:gd name="T19" fmla="*/ 1612 h 2673"/>
                <a:gd name="T20" fmla="*/ 2064 w 2152"/>
                <a:gd name="T21" fmla="*/ 1359 h 2673"/>
                <a:gd name="T22" fmla="*/ 2127 w 2152"/>
                <a:gd name="T23" fmla="*/ 1105 h 2673"/>
                <a:gd name="T24" fmla="*/ 2152 w 2152"/>
                <a:gd name="T25" fmla="*/ 860 h 2673"/>
                <a:gd name="T26" fmla="*/ 2137 w 2152"/>
                <a:gd name="T27" fmla="*/ 631 h 2673"/>
                <a:gd name="T28" fmla="*/ 2084 w 2152"/>
                <a:gd name="T29" fmla="*/ 428 h 2673"/>
                <a:gd name="T30" fmla="*/ 1996 w 2152"/>
                <a:gd name="T31" fmla="*/ 259 h 2673"/>
                <a:gd name="T32" fmla="*/ 1872 w 2152"/>
                <a:gd name="T33" fmla="*/ 128 h 2673"/>
                <a:gd name="T34" fmla="*/ 1722 w 2152"/>
                <a:gd name="T35" fmla="*/ 41 h 2673"/>
                <a:gd name="T36" fmla="*/ 1547 w 2152"/>
                <a:gd name="T37" fmla="*/ 0 h 2673"/>
                <a:gd name="T38" fmla="*/ 1355 w 2152"/>
                <a:gd name="T39" fmla="*/ 8 h 2673"/>
                <a:gd name="T40" fmla="*/ 1152 w 2152"/>
                <a:gd name="T41" fmla="*/ 63 h 2673"/>
                <a:gd name="T42" fmla="*/ 948 w 2152"/>
                <a:gd name="T43" fmla="*/ 164 h 2673"/>
                <a:gd name="T44" fmla="*/ 748 w 2152"/>
                <a:gd name="T45" fmla="*/ 308 h 2673"/>
                <a:gd name="T46" fmla="*/ 559 w 2152"/>
                <a:gd name="T47" fmla="*/ 489 h 2673"/>
                <a:gd name="T48" fmla="*/ 390 w 2152"/>
                <a:gd name="T49" fmla="*/ 701 h 2673"/>
                <a:gd name="T50" fmla="*/ 245 w 2152"/>
                <a:gd name="T51" fmla="*/ 935 h 2673"/>
                <a:gd name="T52" fmla="*/ 130 w 2152"/>
                <a:gd name="T53" fmla="*/ 1184 h 2673"/>
                <a:gd name="T54" fmla="*/ 49 w 2152"/>
                <a:gd name="T55" fmla="*/ 1438 h 2673"/>
                <a:gd name="T56" fmla="*/ 6 w 2152"/>
                <a:gd name="T57" fmla="*/ 1690 h 2673"/>
                <a:gd name="T58" fmla="*/ 0 w 2152"/>
                <a:gd name="T59" fmla="*/ 1927 h 2673"/>
                <a:gd name="T60" fmla="*/ 35 w 2152"/>
                <a:gd name="T61" fmla="*/ 2144 h 2673"/>
                <a:gd name="T62" fmla="*/ 106 w 2152"/>
                <a:gd name="T63" fmla="*/ 2330 h 2673"/>
                <a:gd name="T64" fmla="*/ 212 w 2152"/>
                <a:gd name="T65" fmla="*/ 2481 h 2673"/>
                <a:gd name="T66" fmla="*/ 350 w 2152"/>
                <a:gd name="T67" fmla="*/ 2591 h 2673"/>
                <a:gd name="T68" fmla="*/ 351 w 2152"/>
                <a:gd name="T69" fmla="*/ 2591 h 2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2" h="2673">
                  <a:moveTo>
                    <a:pt x="350" y="2591"/>
                  </a:moveTo>
                  <a:lnTo>
                    <a:pt x="514" y="2656"/>
                  </a:lnTo>
                  <a:lnTo>
                    <a:pt x="698" y="2673"/>
                  </a:lnTo>
                  <a:lnTo>
                    <a:pt x="895" y="2641"/>
                  </a:lnTo>
                  <a:lnTo>
                    <a:pt x="1099" y="2562"/>
                  </a:lnTo>
                  <a:lnTo>
                    <a:pt x="1303" y="2439"/>
                  </a:lnTo>
                  <a:lnTo>
                    <a:pt x="1498" y="2275"/>
                  </a:lnTo>
                  <a:lnTo>
                    <a:pt x="1678" y="2078"/>
                  </a:lnTo>
                  <a:lnTo>
                    <a:pt x="1835" y="1854"/>
                  </a:lnTo>
                  <a:lnTo>
                    <a:pt x="1966" y="1612"/>
                  </a:lnTo>
                  <a:lnTo>
                    <a:pt x="2064" y="1359"/>
                  </a:lnTo>
                  <a:lnTo>
                    <a:pt x="2127" y="1105"/>
                  </a:lnTo>
                  <a:lnTo>
                    <a:pt x="2152" y="860"/>
                  </a:lnTo>
                  <a:lnTo>
                    <a:pt x="2137" y="631"/>
                  </a:lnTo>
                  <a:lnTo>
                    <a:pt x="2084" y="428"/>
                  </a:lnTo>
                  <a:lnTo>
                    <a:pt x="1996" y="259"/>
                  </a:lnTo>
                  <a:lnTo>
                    <a:pt x="1872" y="128"/>
                  </a:lnTo>
                  <a:lnTo>
                    <a:pt x="1722" y="41"/>
                  </a:lnTo>
                  <a:lnTo>
                    <a:pt x="1547" y="0"/>
                  </a:lnTo>
                  <a:lnTo>
                    <a:pt x="1355" y="8"/>
                  </a:lnTo>
                  <a:lnTo>
                    <a:pt x="1152" y="63"/>
                  </a:lnTo>
                  <a:lnTo>
                    <a:pt x="948" y="164"/>
                  </a:lnTo>
                  <a:lnTo>
                    <a:pt x="748" y="308"/>
                  </a:lnTo>
                  <a:lnTo>
                    <a:pt x="559" y="489"/>
                  </a:lnTo>
                  <a:lnTo>
                    <a:pt x="390" y="701"/>
                  </a:lnTo>
                  <a:lnTo>
                    <a:pt x="245" y="935"/>
                  </a:lnTo>
                  <a:lnTo>
                    <a:pt x="130" y="1184"/>
                  </a:lnTo>
                  <a:lnTo>
                    <a:pt x="49" y="1438"/>
                  </a:lnTo>
                  <a:lnTo>
                    <a:pt x="6" y="1690"/>
                  </a:lnTo>
                  <a:lnTo>
                    <a:pt x="0" y="1927"/>
                  </a:lnTo>
                  <a:lnTo>
                    <a:pt x="35" y="2144"/>
                  </a:lnTo>
                  <a:lnTo>
                    <a:pt x="106" y="2330"/>
                  </a:lnTo>
                  <a:lnTo>
                    <a:pt x="212" y="2481"/>
                  </a:lnTo>
                  <a:lnTo>
                    <a:pt x="350" y="2591"/>
                  </a:lnTo>
                  <a:lnTo>
                    <a:pt x="351" y="2591"/>
                  </a:lnTo>
                </a:path>
              </a:pathLst>
            </a:custGeom>
            <a:solidFill>
              <a:srgbClr val="FF66FF"/>
            </a:solidFill>
            <a:ln w="0">
              <a:solidFill>
                <a:srgbClr val="FF66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60793FC-8514-67FF-A655-5DB3F0C88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079"/>
              <a:ext cx="359" cy="445"/>
            </a:xfrm>
            <a:custGeom>
              <a:avLst/>
              <a:gdLst>
                <a:gd name="T0" fmla="*/ 901 w 1075"/>
                <a:gd name="T1" fmla="*/ 39 h 1335"/>
                <a:gd name="T2" fmla="*/ 819 w 1075"/>
                <a:gd name="T3" fmla="*/ 8 h 1335"/>
                <a:gd name="T4" fmla="*/ 726 w 1075"/>
                <a:gd name="T5" fmla="*/ 0 h 1335"/>
                <a:gd name="T6" fmla="*/ 627 w 1075"/>
                <a:gd name="T7" fmla="*/ 16 h 1335"/>
                <a:gd name="T8" fmla="*/ 525 w 1075"/>
                <a:gd name="T9" fmla="*/ 54 h 1335"/>
                <a:gd name="T10" fmla="*/ 425 w 1075"/>
                <a:gd name="T11" fmla="*/ 116 h 1335"/>
                <a:gd name="T12" fmla="*/ 327 w 1075"/>
                <a:gd name="T13" fmla="*/ 198 h 1335"/>
                <a:gd name="T14" fmla="*/ 237 w 1075"/>
                <a:gd name="T15" fmla="*/ 296 h 1335"/>
                <a:gd name="T16" fmla="*/ 157 w 1075"/>
                <a:gd name="T17" fmla="*/ 409 h 1335"/>
                <a:gd name="T18" fmla="*/ 92 w 1075"/>
                <a:gd name="T19" fmla="*/ 529 h 1335"/>
                <a:gd name="T20" fmla="*/ 43 w 1075"/>
                <a:gd name="T21" fmla="*/ 656 h 1335"/>
                <a:gd name="T22" fmla="*/ 12 w 1075"/>
                <a:gd name="T23" fmla="*/ 783 h 1335"/>
                <a:gd name="T24" fmla="*/ 0 w 1075"/>
                <a:gd name="T25" fmla="*/ 905 h 1335"/>
                <a:gd name="T26" fmla="*/ 8 w 1075"/>
                <a:gd name="T27" fmla="*/ 1020 h 1335"/>
                <a:gd name="T28" fmla="*/ 33 w 1075"/>
                <a:gd name="T29" fmla="*/ 1121 h 1335"/>
                <a:gd name="T30" fmla="*/ 78 w 1075"/>
                <a:gd name="T31" fmla="*/ 1205 h 1335"/>
                <a:gd name="T32" fmla="*/ 139 w 1075"/>
                <a:gd name="T33" fmla="*/ 1272 h 1335"/>
                <a:gd name="T34" fmla="*/ 215 w 1075"/>
                <a:gd name="T35" fmla="*/ 1315 h 1335"/>
                <a:gd name="T36" fmla="*/ 303 w 1075"/>
                <a:gd name="T37" fmla="*/ 1335 h 1335"/>
                <a:gd name="T38" fmla="*/ 398 w 1075"/>
                <a:gd name="T39" fmla="*/ 1331 h 1335"/>
                <a:gd name="T40" fmla="*/ 499 w 1075"/>
                <a:gd name="T41" fmla="*/ 1303 h 1335"/>
                <a:gd name="T42" fmla="*/ 602 w 1075"/>
                <a:gd name="T43" fmla="*/ 1253 h 1335"/>
                <a:gd name="T44" fmla="*/ 701 w 1075"/>
                <a:gd name="T45" fmla="*/ 1182 h 1335"/>
                <a:gd name="T46" fmla="*/ 795 w 1075"/>
                <a:gd name="T47" fmla="*/ 1090 h 1335"/>
                <a:gd name="T48" fmla="*/ 880 w 1075"/>
                <a:gd name="T49" fmla="*/ 984 h 1335"/>
                <a:gd name="T50" fmla="*/ 953 w 1075"/>
                <a:gd name="T51" fmla="*/ 868 h 1335"/>
                <a:gd name="T52" fmla="*/ 1010 w 1075"/>
                <a:gd name="T53" fmla="*/ 743 h 1335"/>
                <a:gd name="T54" fmla="*/ 1051 w 1075"/>
                <a:gd name="T55" fmla="*/ 616 h 1335"/>
                <a:gd name="T56" fmla="*/ 1073 w 1075"/>
                <a:gd name="T57" fmla="*/ 491 h 1335"/>
                <a:gd name="T58" fmla="*/ 1075 w 1075"/>
                <a:gd name="T59" fmla="*/ 372 h 1335"/>
                <a:gd name="T60" fmla="*/ 1059 w 1075"/>
                <a:gd name="T61" fmla="*/ 263 h 1335"/>
                <a:gd name="T62" fmla="*/ 1023 w 1075"/>
                <a:gd name="T63" fmla="*/ 170 h 1335"/>
                <a:gd name="T64" fmla="*/ 970 w 1075"/>
                <a:gd name="T65" fmla="*/ 95 h 1335"/>
                <a:gd name="T66" fmla="*/ 901 w 1075"/>
                <a:gd name="T67" fmla="*/ 39 h 1335"/>
                <a:gd name="T68" fmla="*/ 903 w 1075"/>
                <a:gd name="T69" fmla="*/ 39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5" h="1335">
                  <a:moveTo>
                    <a:pt x="901" y="39"/>
                  </a:moveTo>
                  <a:lnTo>
                    <a:pt x="819" y="8"/>
                  </a:lnTo>
                  <a:lnTo>
                    <a:pt x="726" y="0"/>
                  </a:lnTo>
                  <a:lnTo>
                    <a:pt x="627" y="16"/>
                  </a:lnTo>
                  <a:lnTo>
                    <a:pt x="525" y="54"/>
                  </a:lnTo>
                  <a:lnTo>
                    <a:pt x="425" y="116"/>
                  </a:lnTo>
                  <a:lnTo>
                    <a:pt x="327" y="198"/>
                  </a:lnTo>
                  <a:lnTo>
                    <a:pt x="237" y="296"/>
                  </a:lnTo>
                  <a:lnTo>
                    <a:pt x="157" y="409"/>
                  </a:lnTo>
                  <a:lnTo>
                    <a:pt x="92" y="529"/>
                  </a:lnTo>
                  <a:lnTo>
                    <a:pt x="43" y="656"/>
                  </a:lnTo>
                  <a:lnTo>
                    <a:pt x="12" y="783"/>
                  </a:lnTo>
                  <a:lnTo>
                    <a:pt x="0" y="905"/>
                  </a:lnTo>
                  <a:lnTo>
                    <a:pt x="8" y="1020"/>
                  </a:lnTo>
                  <a:lnTo>
                    <a:pt x="33" y="1121"/>
                  </a:lnTo>
                  <a:lnTo>
                    <a:pt x="78" y="1205"/>
                  </a:lnTo>
                  <a:lnTo>
                    <a:pt x="139" y="1272"/>
                  </a:lnTo>
                  <a:lnTo>
                    <a:pt x="215" y="1315"/>
                  </a:lnTo>
                  <a:lnTo>
                    <a:pt x="303" y="1335"/>
                  </a:lnTo>
                  <a:lnTo>
                    <a:pt x="398" y="1331"/>
                  </a:lnTo>
                  <a:lnTo>
                    <a:pt x="499" y="1303"/>
                  </a:lnTo>
                  <a:lnTo>
                    <a:pt x="602" y="1253"/>
                  </a:lnTo>
                  <a:lnTo>
                    <a:pt x="701" y="1182"/>
                  </a:lnTo>
                  <a:lnTo>
                    <a:pt x="795" y="1090"/>
                  </a:lnTo>
                  <a:lnTo>
                    <a:pt x="880" y="984"/>
                  </a:lnTo>
                  <a:lnTo>
                    <a:pt x="953" y="868"/>
                  </a:lnTo>
                  <a:lnTo>
                    <a:pt x="1010" y="743"/>
                  </a:lnTo>
                  <a:lnTo>
                    <a:pt x="1051" y="616"/>
                  </a:lnTo>
                  <a:lnTo>
                    <a:pt x="1073" y="491"/>
                  </a:lnTo>
                  <a:lnTo>
                    <a:pt x="1075" y="372"/>
                  </a:lnTo>
                  <a:lnTo>
                    <a:pt x="1059" y="263"/>
                  </a:lnTo>
                  <a:lnTo>
                    <a:pt x="1023" y="170"/>
                  </a:lnTo>
                  <a:lnTo>
                    <a:pt x="970" y="95"/>
                  </a:lnTo>
                  <a:lnTo>
                    <a:pt x="901" y="39"/>
                  </a:lnTo>
                  <a:lnTo>
                    <a:pt x="903" y="39"/>
                  </a:lnTo>
                </a:path>
              </a:pathLst>
            </a:custGeom>
            <a:gradFill rotWithShape="0">
              <a:gsLst>
                <a:gs pos="0">
                  <a:srgbClr val="FF9966">
                    <a:gamma/>
                    <a:shade val="41176"/>
                    <a:invGamma/>
                  </a:srgbClr>
                </a:gs>
                <a:gs pos="50000">
                  <a:srgbClr val="FF9966"/>
                </a:gs>
                <a:gs pos="100000">
                  <a:srgbClr val="FF9966">
                    <a:gamma/>
                    <a:shade val="41176"/>
                    <a:invGamma/>
                  </a:srgb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633F0352-2436-5016-9737-DA79090B0BB3}"/>
              </a:ext>
            </a:extLst>
          </p:cNvPr>
          <p:cNvGrpSpPr>
            <a:grpSpLocks/>
          </p:cNvGrpSpPr>
          <p:nvPr/>
        </p:nvGrpSpPr>
        <p:grpSpPr bwMode="auto">
          <a:xfrm>
            <a:off x="6268095" y="1564389"/>
            <a:ext cx="1503362" cy="1704975"/>
            <a:chOff x="2036" y="429"/>
            <a:chExt cx="1753" cy="1993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42E7E51E-82E0-822A-7715-83CFF8630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429"/>
              <a:ext cx="807" cy="960"/>
            </a:xfrm>
            <a:custGeom>
              <a:avLst/>
              <a:gdLst>
                <a:gd name="T0" fmla="*/ 50 w 807"/>
                <a:gd name="T1" fmla="*/ 698 h 960"/>
                <a:gd name="T2" fmla="*/ 0 w 807"/>
                <a:gd name="T3" fmla="*/ 589 h 960"/>
                <a:gd name="T4" fmla="*/ 58 w 807"/>
                <a:gd name="T5" fmla="*/ 866 h 960"/>
                <a:gd name="T6" fmla="*/ 450 w 807"/>
                <a:gd name="T7" fmla="*/ 960 h 960"/>
                <a:gd name="T8" fmla="*/ 690 w 807"/>
                <a:gd name="T9" fmla="*/ 691 h 960"/>
                <a:gd name="T10" fmla="*/ 807 w 807"/>
                <a:gd name="T11" fmla="*/ 378 h 960"/>
                <a:gd name="T12" fmla="*/ 770 w 807"/>
                <a:gd name="T13" fmla="*/ 269 h 960"/>
                <a:gd name="T14" fmla="*/ 727 w 807"/>
                <a:gd name="T15" fmla="*/ 117 h 960"/>
                <a:gd name="T16" fmla="*/ 516 w 807"/>
                <a:gd name="T17" fmla="*/ 0 h 960"/>
                <a:gd name="T18" fmla="*/ 523 w 807"/>
                <a:gd name="T19" fmla="*/ 44 h 960"/>
                <a:gd name="T20" fmla="*/ 538 w 807"/>
                <a:gd name="T21" fmla="*/ 124 h 960"/>
                <a:gd name="T22" fmla="*/ 538 w 807"/>
                <a:gd name="T23" fmla="*/ 204 h 960"/>
                <a:gd name="T24" fmla="*/ 523 w 807"/>
                <a:gd name="T25" fmla="*/ 269 h 960"/>
                <a:gd name="T26" fmla="*/ 501 w 807"/>
                <a:gd name="T27" fmla="*/ 349 h 960"/>
                <a:gd name="T28" fmla="*/ 472 w 807"/>
                <a:gd name="T29" fmla="*/ 407 h 960"/>
                <a:gd name="T30" fmla="*/ 436 w 807"/>
                <a:gd name="T31" fmla="*/ 495 h 960"/>
                <a:gd name="T32" fmla="*/ 385 w 807"/>
                <a:gd name="T33" fmla="*/ 553 h 960"/>
                <a:gd name="T34" fmla="*/ 341 w 807"/>
                <a:gd name="T35" fmla="*/ 604 h 960"/>
                <a:gd name="T36" fmla="*/ 283 w 807"/>
                <a:gd name="T37" fmla="*/ 662 h 960"/>
                <a:gd name="T38" fmla="*/ 225 w 807"/>
                <a:gd name="T39" fmla="*/ 706 h 960"/>
                <a:gd name="T40" fmla="*/ 167 w 807"/>
                <a:gd name="T41" fmla="*/ 728 h 960"/>
                <a:gd name="T42" fmla="*/ 108 w 807"/>
                <a:gd name="T43" fmla="*/ 727 h 960"/>
                <a:gd name="T44" fmla="*/ 50 w 807"/>
                <a:gd name="T45" fmla="*/ 698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7" h="960">
                  <a:moveTo>
                    <a:pt x="50" y="698"/>
                  </a:moveTo>
                  <a:lnTo>
                    <a:pt x="0" y="589"/>
                  </a:lnTo>
                  <a:lnTo>
                    <a:pt x="58" y="866"/>
                  </a:lnTo>
                  <a:lnTo>
                    <a:pt x="450" y="960"/>
                  </a:lnTo>
                  <a:lnTo>
                    <a:pt x="690" y="691"/>
                  </a:lnTo>
                  <a:lnTo>
                    <a:pt x="807" y="378"/>
                  </a:lnTo>
                  <a:lnTo>
                    <a:pt x="770" y="269"/>
                  </a:lnTo>
                  <a:lnTo>
                    <a:pt x="727" y="117"/>
                  </a:lnTo>
                  <a:lnTo>
                    <a:pt x="516" y="0"/>
                  </a:lnTo>
                  <a:lnTo>
                    <a:pt x="523" y="44"/>
                  </a:lnTo>
                  <a:lnTo>
                    <a:pt x="538" y="124"/>
                  </a:lnTo>
                  <a:lnTo>
                    <a:pt x="538" y="204"/>
                  </a:lnTo>
                  <a:lnTo>
                    <a:pt x="523" y="269"/>
                  </a:lnTo>
                  <a:lnTo>
                    <a:pt x="501" y="349"/>
                  </a:lnTo>
                  <a:lnTo>
                    <a:pt x="472" y="407"/>
                  </a:lnTo>
                  <a:lnTo>
                    <a:pt x="436" y="495"/>
                  </a:lnTo>
                  <a:lnTo>
                    <a:pt x="385" y="553"/>
                  </a:lnTo>
                  <a:lnTo>
                    <a:pt x="341" y="604"/>
                  </a:lnTo>
                  <a:lnTo>
                    <a:pt x="283" y="662"/>
                  </a:lnTo>
                  <a:lnTo>
                    <a:pt x="225" y="706"/>
                  </a:lnTo>
                  <a:lnTo>
                    <a:pt x="167" y="728"/>
                  </a:lnTo>
                  <a:lnTo>
                    <a:pt x="108" y="727"/>
                  </a:lnTo>
                  <a:lnTo>
                    <a:pt x="50" y="698"/>
                  </a:lnTo>
                  <a:close/>
                </a:path>
              </a:pathLst>
            </a:custGeom>
            <a:gradFill rotWithShape="0">
              <a:gsLst>
                <a:gs pos="0">
                  <a:srgbClr val="CC99FF">
                    <a:gamma/>
                    <a:shade val="46275"/>
                    <a:invGamma/>
                  </a:srgbClr>
                </a:gs>
                <a:gs pos="100000">
                  <a:srgbClr val="CC99FF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29E4C81-9929-5214-D358-3FE29BABF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742"/>
              <a:ext cx="684" cy="1680"/>
            </a:xfrm>
            <a:custGeom>
              <a:avLst/>
              <a:gdLst>
                <a:gd name="T0" fmla="*/ 466 w 684"/>
                <a:gd name="T1" fmla="*/ 0 h 1680"/>
                <a:gd name="T2" fmla="*/ 684 w 684"/>
                <a:gd name="T3" fmla="*/ 116 h 1680"/>
                <a:gd name="T4" fmla="*/ 219 w 684"/>
                <a:gd name="T5" fmla="*/ 1680 h 1680"/>
                <a:gd name="T6" fmla="*/ 0 w 684"/>
                <a:gd name="T7" fmla="*/ 1556 h 1680"/>
                <a:gd name="T8" fmla="*/ 466 w 684"/>
                <a:gd name="T9" fmla="*/ 0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1680">
                  <a:moveTo>
                    <a:pt x="466" y="0"/>
                  </a:moveTo>
                  <a:lnTo>
                    <a:pt x="684" y="116"/>
                  </a:lnTo>
                  <a:lnTo>
                    <a:pt x="219" y="1680"/>
                  </a:lnTo>
                  <a:lnTo>
                    <a:pt x="0" y="155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7576BBC8-9F7B-DC1C-431A-CD606C556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546"/>
              <a:ext cx="1549" cy="1876"/>
            </a:xfrm>
            <a:custGeom>
              <a:avLst/>
              <a:gdLst>
                <a:gd name="T0" fmla="*/ 473 w 1549"/>
                <a:gd name="T1" fmla="*/ 312 h 1876"/>
                <a:gd name="T2" fmla="*/ 465 w 1549"/>
                <a:gd name="T3" fmla="*/ 400 h 1876"/>
                <a:gd name="T4" fmla="*/ 451 w 1549"/>
                <a:gd name="T5" fmla="*/ 480 h 1876"/>
                <a:gd name="T6" fmla="*/ 458 w 1549"/>
                <a:gd name="T7" fmla="*/ 560 h 1876"/>
                <a:gd name="T8" fmla="*/ 473 w 1549"/>
                <a:gd name="T9" fmla="*/ 625 h 1876"/>
                <a:gd name="T10" fmla="*/ 524 w 1549"/>
                <a:gd name="T11" fmla="*/ 698 h 1876"/>
                <a:gd name="T12" fmla="*/ 567 w 1549"/>
                <a:gd name="T13" fmla="*/ 734 h 1876"/>
                <a:gd name="T14" fmla="*/ 633 w 1549"/>
                <a:gd name="T15" fmla="*/ 756 h 1876"/>
                <a:gd name="T16" fmla="*/ 735 w 1549"/>
                <a:gd name="T17" fmla="*/ 741 h 1876"/>
                <a:gd name="T18" fmla="*/ 815 w 1549"/>
                <a:gd name="T19" fmla="*/ 720 h 1876"/>
                <a:gd name="T20" fmla="*/ 880 w 1549"/>
                <a:gd name="T21" fmla="*/ 669 h 1876"/>
                <a:gd name="T22" fmla="*/ 953 w 1549"/>
                <a:gd name="T23" fmla="*/ 611 h 1876"/>
                <a:gd name="T24" fmla="*/ 1004 w 1549"/>
                <a:gd name="T25" fmla="*/ 552 h 1876"/>
                <a:gd name="T26" fmla="*/ 1047 w 1549"/>
                <a:gd name="T27" fmla="*/ 494 h 1876"/>
                <a:gd name="T28" fmla="*/ 1113 w 1549"/>
                <a:gd name="T29" fmla="*/ 371 h 1876"/>
                <a:gd name="T30" fmla="*/ 1142 w 1549"/>
                <a:gd name="T31" fmla="*/ 276 h 1876"/>
                <a:gd name="T32" fmla="*/ 1156 w 1549"/>
                <a:gd name="T33" fmla="*/ 189 h 1876"/>
                <a:gd name="T34" fmla="*/ 1164 w 1549"/>
                <a:gd name="T35" fmla="*/ 116 h 1876"/>
                <a:gd name="T36" fmla="*/ 1156 w 1549"/>
                <a:gd name="T37" fmla="*/ 65 h 1876"/>
                <a:gd name="T38" fmla="*/ 1142 w 1549"/>
                <a:gd name="T39" fmla="*/ 0 h 1876"/>
                <a:gd name="T40" fmla="*/ 1549 w 1549"/>
                <a:gd name="T41" fmla="*/ 981 h 1876"/>
                <a:gd name="T42" fmla="*/ 0 w 1549"/>
                <a:gd name="T43" fmla="*/ 1876 h 1876"/>
                <a:gd name="T44" fmla="*/ 473 w 1549"/>
                <a:gd name="T45" fmla="*/ 312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49" h="1876">
                  <a:moveTo>
                    <a:pt x="473" y="312"/>
                  </a:moveTo>
                  <a:lnTo>
                    <a:pt x="465" y="400"/>
                  </a:lnTo>
                  <a:lnTo>
                    <a:pt x="451" y="480"/>
                  </a:lnTo>
                  <a:lnTo>
                    <a:pt x="458" y="560"/>
                  </a:lnTo>
                  <a:lnTo>
                    <a:pt x="473" y="625"/>
                  </a:lnTo>
                  <a:lnTo>
                    <a:pt x="524" y="698"/>
                  </a:lnTo>
                  <a:lnTo>
                    <a:pt x="567" y="734"/>
                  </a:lnTo>
                  <a:lnTo>
                    <a:pt x="633" y="756"/>
                  </a:lnTo>
                  <a:lnTo>
                    <a:pt x="735" y="741"/>
                  </a:lnTo>
                  <a:lnTo>
                    <a:pt x="815" y="720"/>
                  </a:lnTo>
                  <a:lnTo>
                    <a:pt x="880" y="669"/>
                  </a:lnTo>
                  <a:lnTo>
                    <a:pt x="953" y="611"/>
                  </a:lnTo>
                  <a:lnTo>
                    <a:pt x="1004" y="552"/>
                  </a:lnTo>
                  <a:lnTo>
                    <a:pt x="1047" y="494"/>
                  </a:lnTo>
                  <a:lnTo>
                    <a:pt x="1113" y="371"/>
                  </a:lnTo>
                  <a:lnTo>
                    <a:pt x="1142" y="276"/>
                  </a:lnTo>
                  <a:lnTo>
                    <a:pt x="1156" y="189"/>
                  </a:lnTo>
                  <a:lnTo>
                    <a:pt x="1164" y="116"/>
                  </a:lnTo>
                  <a:lnTo>
                    <a:pt x="1156" y="65"/>
                  </a:lnTo>
                  <a:lnTo>
                    <a:pt x="1142" y="0"/>
                  </a:lnTo>
                  <a:lnTo>
                    <a:pt x="1549" y="981"/>
                  </a:lnTo>
                  <a:lnTo>
                    <a:pt x="0" y="1876"/>
                  </a:lnTo>
                  <a:lnTo>
                    <a:pt x="473" y="312"/>
                  </a:lnTo>
                  <a:close/>
                </a:path>
              </a:pathLst>
            </a:custGeom>
            <a:solidFill>
              <a:srgbClr val="99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11">
            <a:extLst>
              <a:ext uri="{FF2B5EF4-FFF2-40B4-BE49-F238E27FC236}">
                <a16:creationId xmlns:a16="http://schemas.microsoft.com/office/drawing/2014/main" id="{D7F44F76-EAC4-606D-ED21-F875B6C76F4D}"/>
              </a:ext>
            </a:extLst>
          </p:cNvPr>
          <p:cNvGrpSpPr>
            <a:grpSpLocks/>
          </p:cNvGrpSpPr>
          <p:nvPr/>
        </p:nvGrpSpPr>
        <p:grpSpPr bwMode="auto">
          <a:xfrm>
            <a:off x="5356870" y="2507364"/>
            <a:ext cx="800100" cy="1096963"/>
            <a:chOff x="3850" y="220"/>
            <a:chExt cx="936" cy="1284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4D884592-EB47-E778-CA79-012D8187B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389"/>
              <a:ext cx="230" cy="311"/>
            </a:xfrm>
            <a:custGeom>
              <a:avLst/>
              <a:gdLst>
                <a:gd name="T0" fmla="*/ 5 w 230"/>
                <a:gd name="T1" fmla="*/ 105 h 311"/>
                <a:gd name="T2" fmla="*/ 0 w 230"/>
                <a:gd name="T3" fmla="*/ 311 h 311"/>
                <a:gd name="T4" fmla="*/ 230 w 230"/>
                <a:gd name="T5" fmla="*/ 182 h 311"/>
                <a:gd name="T6" fmla="*/ 230 w 230"/>
                <a:gd name="T7" fmla="*/ 0 h 311"/>
                <a:gd name="T8" fmla="*/ 173 w 230"/>
                <a:gd name="T9" fmla="*/ 33 h 311"/>
                <a:gd name="T10" fmla="*/ 82 w 230"/>
                <a:gd name="T11" fmla="*/ 86 h 311"/>
                <a:gd name="T12" fmla="*/ 5 w 230"/>
                <a:gd name="T13" fmla="*/ 105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0" h="311">
                  <a:moveTo>
                    <a:pt x="5" y="105"/>
                  </a:moveTo>
                  <a:lnTo>
                    <a:pt x="0" y="311"/>
                  </a:lnTo>
                  <a:lnTo>
                    <a:pt x="230" y="182"/>
                  </a:lnTo>
                  <a:lnTo>
                    <a:pt x="230" y="0"/>
                  </a:lnTo>
                  <a:lnTo>
                    <a:pt x="173" y="33"/>
                  </a:lnTo>
                  <a:lnTo>
                    <a:pt x="82" y="86"/>
                  </a:lnTo>
                  <a:lnTo>
                    <a:pt x="5" y="105"/>
                  </a:lnTo>
                  <a:close/>
                </a:path>
              </a:pathLst>
            </a:custGeom>
            <a:gradFill rotWithShape="0">
              <a:gsLst>
                <a:gs pos="0">
                  <a:srgbClr val="FF9999"/>
                </a:gs>
                <a:gs pos="100000">
                  <a:srgbClr val="FF9999">
                    <a:gamma/>
                    <a:shade val="80392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80461DC4-EEC6-454D-C7A0-8C20C4FDF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566"/>
              <a:ext cx="672" cy="938"/>
            </a:xfrm>
            <a:custGeom>
              <a:avLst/>
              <a:gdLst>
                <a:gd name="T0" fmla="*/ 0 w 672"/>
                <a:gd name="T1" fmla="*/ 138 h 938"/>
                <a:gd name="T2" fmla="*/ 443 w 672"/>
                <a:gd name="T3" fmla="*/ 938 h 938"/>
                <a:gd name="T4" fmla="*/ 672 w 672"/>
                <a:gd name="T5" fmla="*/ 797 h 938"/>
                <a:gd name="T6" fmla="*/ 244 w 672"/>
                <a:gd name="T7" fmla="*/ 0 h 938"/>
                <a:gd name="T8" fmla="*/ 0 w 672"/>
                <a:gd name="T9" fmla="*/ 13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2" h="938">
                  <a:moveTo>
                    <a:pt x="0" y="138"/>
                  </a:moveTo>
                  <a:lnTo>
                    <a:pt x="443" y="938"/>
                  </a:lnTo>
                  <a:lnTo>
                    <a:pt x="672" y="797"/>
                  </a:lnTo>
                  <a:lnTo>
                    <a:pt x="244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66E914BF-B3AB-4D63-08FD-F85447229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325"/>
              <a:ext cx="713" cy="1173"/>
            </a:xfrm>
            <a:custGeom>
              <a:avLst/>
              <a:gdLst>
                <a:gd name="T0" fmla="*/ 0 w 713"/>
                <a:gd name="T1" fmla="*/ 0 h 1173"/>
                <a:gd name="T2" fmla="*/ 0 w 713"/>
                <a:gd name="T3" fmla="*/ 771 h 1173"/>
                <a:gd name="T4" fmla="*/ 713 w 713"/>
                <a:gd name="T5" fmla="*/ 1173 h 1173"/>
                <a:gd name="T6" fmla="*/ 284 w 713"/>
                <a:gd name="T7" fmla="*/ 379 h 1173"/>
                <a:gd name="T8" fmla="*/ 286 w 713"/>
                <a:gd name="T9" fmla="*/ 169 h 1173"/>
                <a:gd name="T10" fmla="*/ 0 w 713"/>
                <a:gd name="T11" fmla="*/ 0 h 1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3" h="1173">
                  <a:moveTo>
                    <a:pt x="0" y="0"/>
                  </a:moveTo>
                  <a:lnTo>
                    <a:pt x="0" y="771"/>
                  </a:lnTo>
                  <a:lnTo>
                    <a:pt x="713" y="1173"/>
                  </a:lnTo>
                  <a:lnTo>
                    <a:pt x="284" y="379"/>
                  </a:lnTo>
                  <a:lnTo>
                    <a:pt x="286" y="16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76471"/>
                    <a:invGamma/>
                  </a:srgbClr>
                </a:gs>
                <a:gs pos="100000">
                  <a:srgbClr val="FF9999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025A910B-8509-5AE1-6817-F5C6D4FC1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220"/>
              <a:ext cx="508" cy="274"/>
            </a:xfrm>
            <a:custGeom>
              <a:avLst/>
              <a:gdLst>
                <a:gd name="T0" fmla="*/ 283 w 508"/>
                <a:gd name="T1" fmla="*/ 274 h 274"/>
                <a:gd name="T2" fmla="*/ 340 w 508"/>
                <a:gd name="T3" fmla="*/ 265 h 274"/>
                <a:gd name="T4" fmla="*/ 398 w 508"/>
                <a:gd name="T5" fmla="*/ 246 h 274"/>
                <a:gd name="T6" fmla="*/ 436 w 508"/>
                <a:gd name="T7" fmla="*/ 222 h 274"/>
                <a:gd name="T8" fmla="*/ 475 w 508"/>
                <a:gd name="T9" fmla="*/ 192 h 274"/>
                <a:gd name="T10" fmla="*/ 508 w 508"/>
                <a:gd name="T11" fmla="*/ 164 h 274"/>
                <a:gd name="T12" fmla="*/ 225 w 508"/>
                <a:gd name="T13" fmla="*/ 0 h 274"/>
                <a:gd name="T14" fmla="*/ 201 w 508"/>
                <a:gd name="T15" fmla="*/ 29 h 274"/>
                <a:gd name="T16" fmla="*/ 172 w 508"/>
                <a:gd name="T17" fmla="*/ 54 h 274"/>
                <a:gd name="T18" fmla="*/ 134 w 508"/>
                <a:gd name="T19" fmla="*/ 78 h 274"/>
                <a:gd name="T20" fmla="*/ 86 w 508"/>
                <a:gd name="T21" fmla="*/ 97 h 274"/>
                <a:gd name="T22" fmla="*/ 43 w 508"/>
                <a:gd name="T23" fmla="*/ 106 h 274"/>
                <a:gd name="T24" fmla="*/ 0 w 508"/>
                <a:gd name="T25" fmla="*/ 111 h 274"/>
                <a:gd name="T26" fmla="*/ 283 w 508"/>
                <a:gd name="T27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8" h="274">
                  <a:moveTo>
                    <a:pt x="283" y="274"/>
                  </a:moveTo>
                  <a:lnTo>
                    <a:pt x="340" y="265"/>
                  </a:lnTo>
                  <a:lnTo>
                    <a:pt x="398" y="246"/>
                  </a:lnTo>
                  <a:lnTo>
                    <a:pt x="436" y="222"/>
                  </a:lnTo>
                  <a:lnTo>
                    <a:pt x="475" y="192"/>
                  </a:lnTo>
                  <a:lnTo>
                    <a:pt x="508" y="164"/>
                  </a:lnTo>
                  <a:lnTo>
                    <a:pt x="225" y="0"/>
                  </a:lnTo>
                  <a:lnTo>
                    <a:pt x="201" y="29"/>
                  </a:lnTo>
                  <a:lnTo>
                    <a:pt x="172" y="54"/>
                  </a:lnTo>
                  <a:lnTo>
                    <a:pt x="134" y="78"/>
                  </a:lnTo>
                  <a:lnTo>
                    <a:pt x="86" y="97"/>
                  </a:lnTo>
                  <a:lnTo>
                    <a:pt x="43" y="106"/>
                  </a:lnTo>
                  <a:lnTo>
                    <a:pt x="0" y="111"/>
                  </a:lnTo>
                  <a:lnTo>
                    <a:pt x="283" y="274"/>
                  </a:lnTo>
                  <a:close/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15234537-4EDA-20E2-8C3D-581194378754}"/>
              </a:ext>
            </a:extLst>
          </p:cNvPr>
          <p:cNvGrpSpPr>
            <a:grpSpLocks/>
          </p:cNvGrpSpPr>
          <p:nvPr/>
        </p:nvGrpSpPr>
        <p:grpSpPr bwMode="auto">
          <a:xfrm>
            <a:off x="6512570" y="2813752"/>
            <a:ext cx="2590800" cy="1716087"/>
            <a:chOff x="3380" y="1971"/>
            <a:chExt cx="1896" cy="1257"/>
          </a:xfrm>
        </p:grpSpPr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23BF84D9-2883-24F4-6AE2-86E01B4D7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0" y="2565"/>
              <a:ext cx="44" cy="48"/>
            </a:xfrm>
            <a:custGeom>
              <a:avLst/>
              <a:gdLst>
                <a:gd name="T0" fmla="*/ 64 w 70"/>
                <a:gd name="T1" fmla="*/ 77 h 77"/>
                <a:gd name="T2" fmla="*/ 0 w 70"/>
                <a:gd name="T3" fmla="*/ 39 h 77"/>
                <a:gd name="T4" fmla="*/ 70 w 70"/>
                <a:gd name="T5" fmla="*/ 0 h 77"/>
                <a:gd name="T6" fmla="*/ 64 w 70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" h="77">
                  <a:moveTo>
                    <a:pt x="64" y="77"/>
                  </a:moveTo>
                  <a:lnTo>
                    <a:pt x="0" y="39"/>
                  </a:lnTo>
                  <a:lnTo>
                    <a:pt x="70" y="0"/>
                  </a:lnTo>
                  <a:lnTo>
                    <a:pt x="64" y="77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D57FE723-54BC-5299-1B25-1DE150B4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285"/>
              <a:ext cx="1896" cy="943"/>
            </a:xfrm>
            <a:custGeom>
              <a:avLst/>
              <a:gdLst>
                <a:gd name="T0" fmla="*/ 0 w 3025"/>
                <a:gd name="T1" fmla="*/ 807 h 1505"/>
                <a:gd name="T2" fmla="*/ 0 w 3025"/>
                <a:gd name="T3" fmla="*/ 1047 h 1505"/>
                <a:gd name="T4" fmla="*/ 669 w 3025"/>
                <a:gd name="T5" fmla="*/ 1425 h 1505"/>
                <a:gd name="T6" fmla="*/ 735 w 3025"/>
                <a:gd name="T7" fmla="*/ 1469 h 1505"/>
                <a:gd name="T8" fmla="*/ 807 w 3025"/>
                <a:gd name="T9" fmla="*/ 1491 h 1505"/>
                <a:gd name="T10" fmla="*/ 880 w 3025"/>
                <a:gd name="T11" fmla="*/ 1505 h 1505"/>
                <a:gd name="T12" fmla="*/ 960 w 3025"/>
                <a:gd name="T13" fmla="*/ 1498 h 1505"/>
                <a:gd name="T14" fmla="*/ 1033 w 3025"/>
                <a:gd name="T15" fmla="*/ 1491 h 1505"/>
                <a:gd name="T16" fmla="*/ 1113 w 3025"/>
                <a:gd name="T17" fmla="*/ 1454 h 1505"/>
                <a:gd name="T18" fmla="*/ 1651 w 3025"/>
                <a:gd name="T19" fmla="*/ 1142 h 1505"/>
                <a:gd name="T20" fmla="*/ 1651 w 3025"/>
                <a:gd name="T21" fmla="*/ 1084 h 1505"/>
                <a:gd name="T22" fmla="*/ 2727 w 3025"/>
                <a:gd name="T23" fmla="*/ 455 h 1505"/>
                <a:gd name="T24" fmla="*/ 2727 w 3025"/>
                <a:gd name="T25" fmla="*/ 523 h 1505"/>
                <a:gd name="T26" fmla="*/ 2945 w 3025"/>
                <a:gd name="T27" fmla="*/ 400 h 1505"/>
                <a:gd name="T28" fmla="*/ 2996 w 3025"/>
                <a:gd name="T29" fmla="*/ 349 h 1505"/>
                <a:gd name="T30" fmla="*/ 3018 w 3025"/>
                <a:gd name="T31" fmla="*/ 305 h 1505"/>
                <a:gd name="T32" fmla="*/ 3025 w 3025"/>
                <a:gd name="T33" fmla="*/ 254 h 1505"/>
                <a:gd name="T34" fmla="*/ 3025 w 3025"/>
                <a:gd name="T35" fmla="*/ 0 h 1505"/>
                <a:gd name="T36" fmla="*/ 1876 w 3025"/>
                <a:gd name="T37" fmla="*/ 676 h 1505"/>
                <a:gd name="T38" fmla="*/ 0 w 3025"/>
                <a:gd name="T39" fmla="*/ 807 h 1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025" h="1505">
                  <a:moveTo>
                    <a:pt x="0" y="807"/>
                  </a:moveTo>
                  <a:lnTo>
                    <a:pt x="0" y="1047"/>
                  </a:lnTo>
                  <a:lnTo>
                    <a:pt x="669" y="1425"/>
                  </a:lnTo>
                  <a:lnTo>
                    <a:pt x="735" y="1469"/>
                  </a:lnTo>
                  <a:lnTo>
                    <a:pt x="807" y="1491"/>
                  </a:lnTo>
                  <a:lnTo>
                    <a:pt x="880" y="1505"/>
                  </a:lnTo>
                  <a:lnTo>
                    <a:pt x="960" y="1498"/>
                  </a:lnTo>
                  <a:lnTo>
                    <a:pt x="1033" y="1491"/>
                  </a:lnTo>
                  <a:lnTo>
                    <a:pt x="1113" y="1454"/>
                  </a:lnTo>
                  <a:lnTo>
                    <a:pt x="1651" y="1142"/>
                  </a:lnTo>
                  <a:lnTo>
                    <a:pt x="1651" y="1084"/>
                  </a:lnTo>
                  <a:lnTo>
                    <a:pt x="2727" y="455"/>
                  </a:lnTo>
                  <a:lnTo>
                    <a:pt x="2727" y="523"/>
                  </a:lnTo>
                  <a:lnTo>
                    <a:pt x="2945" y="400"/>
                  </a:lnTo>
                  <a:lnTo>
                    <a:pt x="2996" y="349"/>
                  </a:lnTo>
                  <a:lnTo>
                    <a:pt x="3018" y="305"/>
                  </a:lnTo>
                  <a:lnTo>
                    <a:pt x="3025" y="254"/>
                  </a:lnTo>
                  <a:lnTo>
                    <a:pt x="3025" y="0"/>
                  </a:lnTo>
                  <a:lnTo>
                    <a:pt x="1876" y="676"/>
                  </a:lnTo>
                  <a:lnTo>
                    <a:pt x="0" y="807"/>
                  </a:lnTo>
                  <a:close/>
                </a:path>
              </a:pathLst>
            </a:custGeom>
            <a:gradFill rotWithShape="0">
              <a:gsLst>
                <a:gs pos="0">
                  <a:srgbClr val="00CC99">
                    <a:gamma/>
                    <a:shade val="43137"/>
                    <a:invGamma/>
                  </a:srgbClr>
                </a:gs>
                <a:gs pos="50000">
                  <a:srgbClr val="00CC99"/>
                </a:gs>
                <a:gs pos="100000">
                  <a:srgbClr val="00CC99">
                    <a:gamma/>
                    <a:shade val="43137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0BA7ADAB-8360-350B-04EA-49D42308A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1971"/>
              <a:ext cx="1896" cy="1116"/>
            </a:xfrm>
            <a:custGeom>
              <a:avLst/>
              <a:gdLst>
                <a:gd name="T0" fmla="*/ 0 w 3025"/>
                <a:gd name="T1" fmla="*/ 1316 h 1782"/>
                <a:gd name="T2" fmla="*/ 706 w 3025"/>
                <a:gd name="T3" fmla="*/ 1724 h 1782"/>
                <a:gd name="T4" fmla="*/ 764 w 3025"/>
                <a:gd name="T5" fmla="*/ 1746 h 1782"/>
                <a:gd name="T6" fmla="*/ 836 w 3025"/>
                <a:gd name="T7" fmla="*/ 1767 h 1782"/>
                <a:gd name="T8" fmla="*/ 909 w 3025"/>
                <a:gd name="T9" fmla="*/ 1782 h 1782"/>
                <a:gd name="T10" fmla="*/ 975 w 3025"/>
                <a:gd name="T11" fmla="*/ 1775 h 1782"/>
                <a:gd name="T12" fmla="*/ 1069 w 3025"/>
                <a:gd name="T13" fmla="*/ 1746 h 1782"/>
                <a:gd name="T14" fmla="*/ 1156 w 3025"/>
                <a:gd name="T15" fmla="*/ 1702 h 1782"/>
                <a:gd name="T16" fmla="*/ 2931 w 3025"/>
                <a:gd name="T17" fmla="*/ 676 h 1782"/>
                <a:gd name="T18" fmla="*/ 2974 w 3025"/>
                <a:gd name="T19" fmla="*/ 640 h 1782"/>
                <a:gd name="T20" fmla="*/ 3011 w 3025"/>
                <a:gd name="T21" fmla="*/ 596 h 1782"/>
                <a:gd name="T22" fmla="*/ 3025 w 3025"/>
                <a:gd name="T23" fmla="*/ 545 h 1782"/>
                <a:gd name="T24" fmla="*/ 3018 w 3025"/>
                <a:gd name="T25" fmla="*/ 487 h 1782"/>
                <a:gd name="T26" fmla="*/ 2982 w 3025"/>
                <a:gd name="T27" fmla="*/ 422 h 1782"/>
                <a:gd name="T28" fmla="*/ 2262 w 3025"/>
                <a:gd name="T29" fmla="*/ 0 h 1782"/>
                <a:gd name="T30" fmla="*/ 0 w 3025"/>
                <a:gd name="T31" fmla="*/ 1316 h 1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25" h="1782">
                  <a:moveTo>
                    <a:pt x="0" y="1316"/>
                  </a:moveTo>
                  <a:lnTo>
                    <a:pt x="706" y="1724"/>
                  </a:lnTo>
                  <a:lnTo>
                    <a:pt x="764" y="1746"/>
                  </a:lnTo>
                  <a:lnTo>
                    <a:pt x="836" y="1767"/>
                  </a:lnTo>
                  <a:lnTo>
                    <a:pt x="909" y="1782"/>
                  </a:lnTo>
                  <a:lnTo>
                    <a:pt x="975" y="1775"/>
                  </a:lnTo>
                  <a:lnTo>
                    <a:pt x="1069" y="1746"/>
                  </a:lnTo>
                  <a:lnTo>
                    <a:pt x="1156" y="1702"/>
                  </a:lnTo>
                  <a:lnTo>
                    <a:pt x="2931" y="676"/>
                  </a:lnTo>
                  <a:lnTo>
                    <a:pt x="2974" y="640"/>
                  </a:lnTo>
                  <a:lnTo>
                    <a:pt x="3011" y="596"/>
                  </a:lnTo>
                  <a:lnTo>
                    <a:pt x="3025" y="545"/>
                  </a:lnTo>
                  <a:lnTo>
                    <a:pt x="3018" y="487"/>
                  </a:lnTo>
                  <a:lnTo>
                    <a:pt x="2982" y="422"/>
                  </a:lnTo>
                  <a:lnTo>
                    <a:pt x="2262" y="0"/>
                  </a:lnTo>
                  <a:lnTo>
                    <a:pt x="0" y="1316"/>
                  </a:lnTo>
                  <a:close/>
                </a:path>
              </a:pathLst>
            </a:custGeom>
            <a:gradFill rotWithShape="0">
              <a:gsLst>
                <a:gs pos="0">
                  <a:srgbClr val="00CC99">
                    <a:gamma/>
                    <a:shade val="54902"/>
                    <a:invGamma/>
                  </a:srgbClr>
                </a:gs>
                <a:gs pos="100000">
                  <a:srgbClr val="00CC99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67C43BAC-B3ED-637F-4610-A2ED716FB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4" y="2855"/>
              <a:ext cx="227" cy="143"/>
            </a:xfrm>
            <a:custGeom>
              <a:avLst/>
              <a:gdLst>
                <a:gd name="T0" fmla="*/ 0 w 1086"/>
                <a:gd name="T1" fmla="*/ 344 h 688"/>
                <a:gd name="T2" fmla="*/ 11 w 1086"/>
                <a:gd name="T3" fmla="*/ 409 h 688"/>
                <a:gd name="T4" fmla="*/ 40 w 1086"/>
                <a:gd name="T5" fmla="*/ 473 h 688"/>
                <a:gd name="T6" fmla="*/ 86 w 1086"/>
                <a:gd name="T7" fmla="*/ 531 h 688"/>
                <a:gd name="T8" fmla="*/ 151 w 1086"/>
                <a:gd name="T9" fmla="*/ 582 h 688"/>
                <a:gd name="T10" fmla="*/ 229 w 1086"/>
                <a:gd name="T11" fmla="*/ 625 h 688"/>
                <a:gd name="T12" fmla="*/ 318 w 1086"/>
                <a:gd name="T13" fmla="*/ 658 h 688"/>
                <a:gd name="T14" fmla="*/ 416 w 1086"/>
                <a:gd name="T15" fmla="*/ 679 h 688"/>
                <a:gd name="T16" fmla="*/ 518 w 1086"/>
                <a:gd name="T17" fmla="*/ 688 h 688"/>
                <a:gd name="T18" fmla="*/ 621 w 1086"/>
                <a:gd name="T19" fmla="*/ 686 h 688"/>
                <a:gd name="T20" fmla="*/ 722 w 1086"/>
                <a:gd name="T21" fmla="*/ 670 h 688"/>
                <a:gd name="T22" fmla="*/ 816 w 1086"/>
                <a:gd name="T23" fmla="*/ 643 h 688"/>
                <a:gd name="T24" fmla="*/ 901 w 1086"/>
                <a:gd name="T25" fmla="*/ 605 h 688"/>
                <a:gd name="T26" fmla="*/ 972 w 1086"/>
                <a:gd name="T27" fmla="*/ 557 h 688"/>
                <a:gd name="T28" fmla="*/ 1028 w 1086"/>
                <a:gd name="T29" fmla="*/ 503 h 688"/>
                <a:gd name="T30" fmla="*/ 1066 w 1086"/>
                <a:gd name="T31" fmla="*/ 442 h 688"/>
                <a:gd name="T32" fmla="*/ 1086 w 1086"/>
                <a:gd name="T33" fmla="*/ 377 h 688"/>
                <a:gd name="T34" fmla="*/ 1086 w 1086"/>
                <a:gd name="T35" fmla="*/ 311 h 688"/>
                <a:gd name="T36" fmla="*/ 1066 w 1086"/>
                <a:gd name="T37" fmla="*/ 248 h 688"/>
                <a:gd name="T38" fmla="*/ 1028 w 1086"/>
                <a:gd name="T39" fmla="*/ 187 h 688"/>
                <a:gd name="T40" fmla="*/ 972 w 1086"/>
                <a:gd name="T41" fmla="*/ 131 h 688"/>
                <a:gd name="T42" fmla="*/ 901 w 1086"/>
                <a:gd name="T43" fmla="*/ 84 h 688"/>
                <a:gd name="T44" fmla="*/ 816 w 1086"/>
                <a:gd name="T45" fmla="*/ 45 h 688"/>
                <a:gd name="T46" fmla="*/ 722 w 1086"/>
                <a:gd name="T47" fmla="*/ 19 h 688"/>
                <a:gd name="T48" fmla="*/ 621 w 1086"/>
                <a:gd name="T49" fmla="*/ 3 h 688"/>
                <a:gd name="T50" fmla="*/ 518 w 1086"/>
                <a:gd name="T51" fmla="*/ 0 h 688"/>
                <a:gd name="T52" fmla="*/ 416 w 1086"/>
                <a:gd name="T53" fmla="*/ 9 h 688"/>
                <a:gd name="T54" fmla="*/ 318 w 1086"/>
                <a:gd name="T55" fmla="*/ 31 h 688"/>
                <a:gd name="T56" fmla="*/ 229 w 1086"/>
                <a:gd name="T57" fmla="*/ 64 h 688"/>
                <a:gd name="T58" fmla="*/ 151 w 1086"/>
                <a:gd name="T59" fmla="*/ 106 h 688"/>
                <a:gd name="T60" fmla="*/ 86 w 1086"/>
                <a:gd name="T61" fmla="*/ 158 h 688"/>
                <a:gd name="T62" fmla="*/ 40 w 1086"/>
                <a:gd name="T63" fmla="*/ 216 h 688"/>
                <a:gd name="T64" fmla="*/ 11 w 1086"/>
                <a:gd name="T65" fmla="*/ 279 h 688"/>
                <a:gd name="T66" fmla="*/ 0 w 1086"/>
                <a:gd name="T67" fmla="*/ 344 h 688"/>
                <a:gd name="T68" fmla="*/ 2 w 1086"/>
                <a:gd name="T69" fmla="*/ 344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86" h="688">
                  <a:moveTo>
                    <a:pt x="0" y="344"/>
                  </a:moveTo>
                  <a:lnTo>
                    <a:pt x="11" y="409"/>
                  </a:lnTo>
                  <a:lnTo>
                    <a:pt x="40" y="473"/>
                  </a:lnTo>
                  <a:lnTo>
                    <a:pt x="86" y="531"/>
                  </a:lnTo>
                  <a:lnTo>
                    <a:pt x="151" y="582"/>
                  </a:lnTo>
                  <a:lnTo>
                    <a:pt x="229" y="625"/>
                  </a:lnTo>
                  <a:lnTo>
                    <a:pt x="318" y="658"/>
                  </a:lnTo>
                  <a:lnTo>
                    <a:pt x="416" y="679"/>
                  </a:lnTo>
                  <a:lnTo>
                    <a:pt x="518" y="688"/>
                  </a:lnTo>
                  <a:lnTo>
                    <a:pt x="621" y="686"/>
                  </a:lnTo>
                  <a:lnTo>
                    <a:pt x="722" y="670"/>
                  </a:lnTo>
                  <a:lnTo>
                    <a:pt x="816" y="643"/>
                  </a:lnTo>
                  <a:lnTo>
                    <a:pt x="901" y="605"/>
                  </a:lnTo>
                  <a:lnTo>
                    <a:pt x="972" y="557"/>
                  </a:lnTo>
                  <a:lnTo>
                    <a:pt x="1028" y="503"/>
                  </a:lnTo>
                  <a:lnTo>
                    <a:pt x="1066" y="442"/>
                  </a:lnTo>
                  <a:lnTo>
                    <a:pt x="1086" y="377"/>
                  </a:lnTo>
                  <a:lnTo>
                    <a:pt x="1086" y="311"/>
                  </a:lnTo>
                  <a:lnTo>
                    <a:pt x="1066" y="248"/>
                  </a:lnTo>
                  <a:lnTo>
                    <a:pt x="1028" y="187"/>
                  </a:lnTo>
                  <a:lnTo>
                    <a:pt x="972" y="131"/>
                  </a:lnTo>
                  <a:lnTo>
                    <a:pt x="901" y="84"/>
                  </a:lnTo>
                  <a:lnTo>
                    <a:pt x="816" y="45"/>
                  </a:lnTo>
                  <a:lnTo>
                    <a:pt x="722" y="19"/>
                  </a:lnTo>
                  <a:lnTo>
                    <a:pt x="621" y="3"/>
                  </a:lnTo>
                  <a:lnTo>
                    <a:pt x="518" y="0"/>
                  </a:lnTo>
                  <a:lnTo>
                    <a:pt x="416" y="9"/>
                  </a:lnTo>
                  <a:lnTo>
                    <a:pt x="318" y="31"/>
                  </a:lnTo>
                  <a:lnTo>
                    <a:pt x="229" y="64"/>
                  </a:lnTo>
                  <a:lnTo>
                    <a:pt x="151" y="106"/>
                  </a:lnTo>
                  <a:lnTo>
                    <a:pt x="86" y="158"/>
                  </a:lnTo>
                  <a:lnTo>
                    <a:pt x="40" y="216"/>
                  </a:lnTo>
                  <a:lnTo>
                    <a:pt x="11" y="279"/>
                  </a:lnTo>
                  <a:lnTo>
                    <a:pt x="0" y="344"/>
                  </a:lnTo>
                  <a:lnTo>
                    <a:pt x="2" y="344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2631FBA3-B6CC-9651-1BBB-C18FFA876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2232"/>
              <a:ext cx="227" cy="144"/>
            </a:xfrm>
            <a:custGeom>
              <a:avLst/>
              <a:gdLst>
                <a:gd name="T0" fmla="*/ 0 w 1086"/>
                <a:gd name="T1" fmla="*/ 344 h 688"/>
                <a:gd name="T2" fmla="*/ 11 w 1086"/>
                <a:gd name="T3" fmla="*/ 409 h 688"/>
                <a:gd name="T4" fmla="*/ 40 w 1086"/>
                <a:gd name="T5" fmla="*/ 473 h 688"/>
                <a:gd name="T6" fmla="*/ 86 w 1086"/>
                <a:gd name="T7" fmla="*/ 531 h 688"/>
                <a:gd name="T8" fmla="*/ 151 w 1086"/>
                <a:gd name="T9" fmla="*/ 582 h 688"/>
                <a:gd name="T10" fmla="*/ 229 w 1086"/>
                <a:gd name="T11" fmla="*/ 625 h 688"/>
                <a:gd name="T12" fmla="*/ 318 w 1086"/>
                <a:gd name="T13" fmla="*/ 658 h 688"/>
                <a:gd name="T14" fmla="*/ 416 w 1086"/>
                <a:gd name="T15" fmla="*/ 679 h 688"/>
                <a:gd name="T16" fmla="*/ 518 w 1086"/>
                <a:gd name="T17" fmla="*/ 688 h 688"/>
                <a:gd name="T18" fmla="*/ 621 w 1086"/>
                <a:gd name="T19" fmla="*/ 686 h 688"/>
                <a:gd name="T20" fmla="*/ 722 w 1086"/>
                <a:gd name="T21" fmla="*/ 670 h 688"/>
                <a:gd name="T22" fmla="*/ 816 w 1086"/>
                <a:gd name="T23" fmla="*/ 643 h 688"/>
                <a:gd name="T24" fmla="*/ 901 w 1086"/>
                <a:gd name="T25" fmla="*/ 605 h 688"/>
                <a:gd name="T26" fmla="*/ 972 w 1086"/>
                <a:gd name="T27" fmla="*/ 557 h 688"/>
                <a:gd name="T28" fmla="*/ 1028 w 1086"/>
                <a:gd name="T29" fmla="*/ 503 h 688"/>
                <a:gd name="T30" fmla="*/ 1066 w 1086"/>
                <a:gd name="T31" fmla="*/ 442 h 688"/>
                <a:gd name="T32" fmla="*/ 1086 w 1086"/>
                <a:gd name="T33" fmla="*/ 377 h 688"/>
                <a:gd name="T34" fmla="*/ 1086 w 1086"/>
                <a:gd name="T35" fmla="*/ 311 h 688"/>
                <a:gd name="T36" fmla="*/ 1066 w 1086"/>
                <a:gd name="T37" fmla="*/ 248 h 688"/>
                <a:gd name="T38" fmla="*/ 1028 w 1086"/>
                <a:gd name="T39" fmla="*/ 187 h 688"/>
                <a:gd name="T40" fmla="*/ 972 w 1086"/>
                <a:gd name="T41" fmla="*/ 131 h 688"/>
                <a:gd name="T42" fmla="*/ 901 w 1086"/>
                <a:gd name="T43" fmla="*/ 84 h 688"/>
                <a:gd name="T44" fmla="*/ 816 w 1086"/>
                <a:gd name="T45" fmla="*/ 45 h 688"/>
                <a:gd name="T46" fmla="*/ 722 w 1086"/>
                <a:gd name="T47" fmla="*/ 19 h 688"/>
                <a:gd name="T48" fmla="*/ 621 w 1086"/>
                <a:gd name="T49" fmla="*/ 3 h 688"/>
                <a:gd name="T50" fmla="*/ 518 w 1086"/>
                <a:gd name="T51" fmla="*/ 0 h 688"/>
                <a:gd name="T52" fmla="*/ 416 w 1086"/>
                <a:gd name="T53" fmla="*/ 9 h 688"/>
                <a:gd name="T54" fmla="*/ 318 w 1086"/>
                <a:gd name="T55" fmla="*/ 31 h 688"/>
                <a:gd name="T56" fmla="*/ 229 w 1086"/>
                <a:gd name="T57" fmla="*/ 64 h 688"/>
                <a:gd name="T58" fmla="*/ 151 w 1086"/>
                <a:gd name="T59" fmla="*/ 106 h 688"/>
                <a:gd name="T60" fmla="*/ 86 w 1086"/>
                <a:gd name="T61" fmla="*/ 158 h 688"/>
                <a:gd name="T62" fmla="*/ 40 w 1086"/>
                <a:gd name="T63" fmla="*/ 216 h 688"/>
                <a:gd name="T64" fmla="*/ 11 w 1086"/>
                <a:gd name="T65" fmla="*/ 279 h 688"/>
                <a:gd name="T66" fmla="*/ 0 w 1086"/>
                <a:gd name="T67" fmla="*/ 344 h 688"/>
                <a:gd name="T68" fmla="*/ 2 w 1086"/>
                <a:gd name="T69" fmla="*/ 344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86" h="688">
                  <a:moveTo>
                    <a:pt x="0" y="344"/>
                  </a:moveTo>
                  <a:lnTo>
                    <a:pt x="11" y="409"/>
                  </a:lnTo>
                  <a:lnTo>
                    <a:pt x="40" y="473"/>
                  </a:lnTo>
                  <a:lnTo>
                    <a:pt x="86" y="531"/>
                  </a:lnTo>
                  <a:lnTo>
                    <a:pt x="151" y="582"/>
                  </a:lnTo>
                  <a:lnTo>
                    <a:pt x="229" y="625"/>
                  </a:lnTo>
                  <a:lnTo>
                    <a:pt x="318" y="658"/>
                  </a:lnTo>
                  <a:lnTo>
                    <a:pt x="416" y="679"/>
                  </a:lnTo>
                  <a:lnTo>
                    <a:pt x="518" y="688"/>
                  </a:lnTo>
                  <a:lnTo>
                    <a:pt x="621" y="686"/>
                  </a:lnTo>
                  <a:lnTo>
                    <a:pt x="722" y="670"/>
                  </a:lnTo>
                  <a:lnTo>
                    <a:pt x="816" y="643"/>
                  </a:lnTo>
                  <a:lnTo>
                    <a:pt x="901" y="605"/>
                  </a:lnTo>
                  <a:lnTo>
                    <a:pt x="972" y="557"/>
                  </a:lnTo>
                  <a:lnTo>
                    <a:pt x="1028" y="503"/>
                  </a:lnTo>
                  <a:lnTo>
                    <a:pt x="1066" y="442"/>
                  </a:lnTo>
                  <a:lnTo>
                    <a:pt x="1086" y="377"/>
                  </a:lnTo>
                  <a:lnTo>
                    <a:pt x="1086" y="311"/>
                  </a:lnTo>
                  <a:lnTo>
                    <a:pt x="1066" y="248"/>
                  </a:lnTo>
                  <a:lnTo>
                    <a:pt x="1028" y="187"/>
                  </a:lnTo>
                  <a:lnTo>
                    <a:pt x="972" y="131"/>
                  </a:lnTo>
                  <a:lnTo>
                    <a:pt x="901" y="84"/>
                  </a:lnTo>
                  <a:lnTo>
                    <a:pt x="816" y="45"/>
                  </a:lnTo>
                  <a:lnTo>
                    <a:pt x="722" y="19"/>
                  </a:lnTo>
                  <a:lnTo>
                    <a:pt x="621" y="3"/>
                  </a:lnTo>
                  <a:lnTo>
                    <a:pt x="518" y="0"/>
                  </a:lnTo>
                  <a:lnTo>
                    <a:pt x="416" y="9"/>
                  </a:lnTo>
                  <a:lnTo>
                    <a:pt x="318" y="31"/>
                  </a:lnTo>
                  <a:lnTo>
                    <a:pt x="229" y="64"/>
                  </a:lnTo>
                  <a:lnTo>
                    <a:pt x="151" y="106"/>
                  </a:lnTo>
                  <a:lnTo>
                    <a:pt x="86" y="158"/>
                  </a:lnTo>
                  <a:lnTo>
                    <a:pt x="40" y="216"/>
                  </a:lnTo>
                  <a:lnTo>
                    <a:pt x="11" y="279"/>
                  </a:lnTo>
                  <a:lnTo>
                    <a:pt x="0" y="344"/>
                  </a:lnTo>
                  <a:lnTo>
                    <a:pt x="2" y="344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2">
            <a:extLst>
              <a:ext uri="{FF2B5EF4-FFF2-40B4-BE49-F238E27FC236}">
                <a16:creationId xmlns:a16="http://schemas.microsoft.com/office/drawing/2014/main" id="{A247E832-5894-493A-1089-59DE758D16FC}"/>
              </a:ext>
            </a:extLst>
          </p:cNvPr>
          <p:cNvGrpSpPr>
            <a:grpSpLocks/>
          </p:cNvGrpSpPr>
          <p:nvPr/>
        </p:nvGrpSpPr>
        <p:grpSpPr bwMode="auto">
          <a:xfrm>
            <a:off x="1292870" y="1196089"/>
            <a:ext cx="2678112" cy="2693988"/>
            <a:chOff x="2906" y="1848"/>
            <a:chExt cx="1975" cy="1987"/>
          </a:xfrm>
        </p:grpSpPr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00B7C8F3-7B78-8B01-F522-CEAE38407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3152"/>
              <a:ext cx="47" cy="45"/>
            </a:xfrm>
            <a:custGeom>
              <a:avLst/>
              <a:gdLst>
                <a:gd name="T0" fmla="*/ 67 w 81"/>
                <a:gd name="T1" fmla="*/ 77 h 77"/>
                <a:gd name="T2" fmla="*/ 0 w 81"/>
                <a:gd name="T3" fmla="*/ 38 h 77"/>
                <a:gd name="T4" fmla="*/ 81 w 81"/>
                <a:gd name="T5" fmla="*/ 0 h 77"/>
                <a:gd name="T6" fmla="*/ 67 w 81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77">
                  <a:moveTo>
                    <a:pt x="67" y="77"/>
                  </a:moveTo>
                  <a:lnTo>
                    <a:pt x="0" y="38"/>
                  </a:lnTo>
                  <a:lnTo>
                    <a:pt x="81" y="0"/>
                  </a:lnTo>
                  <a:lnTo>
                    <a:pt x="67" y="77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3B109366-183C-D5BE-F4EE-5A764C30B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888"/>
              <a:ext cx="1970" cy="947"/>
            </a:xfrm>
            <a:custGeom>
              <a:avLst/>
              <a:gdLst>
                <a:gd name="T0" fmla="*/ 0 w 2209"/>
                <a:gd name="T1" fmla="*/ 560 h 1062"/>
                <a:gd name="T2" fmla="*/ 0 w 2209"/>
                <a:gd name="T3" fmla="*/ 743 h 1062"/>
                <a:gd name="T4" fmla="*/ 450 w 2209"/>
                <a:gd name="T5" fmla="*/ 1002 h 1062"/>
                <a:gd name="T6" fmla="*/ 490 w 2209"/>
                <a:gd name="T7" fmla="*/ 1021 h 1062"/>
                <a:gd name="T8" fmla="*/ 528 w 2209"/>
                <a:gd name="T9" fmla="*/ 1040 h 1062"/>
                <a:gd name="T10" fmla="*/ 571 w 2209"/>
                <a:gd name="T11" fmla="*/ 1049 h 1062"/>
                <a:gd name="T12" fmla="*/ 635 w 2209"/>
                <a:gd name="T13" fmla="*/ 1062 h 1062"/>
                <a:gd name="T14" fmla="*/ 711 w 2209"/>
                <a:gd name="T15" fmla="*/ 1062 h 1062"/>
                <a:gd name="T16" fmla="*/ 769 w 2209"/>
                <a:gd name="T17" fmla="*/ 1049 h 1062"/>
                <a:gd name="T18" fmla="*/ 826 w 2209"/>
                <a:gd name="T19" fmla="*/ 1021 h 1062"/>
                <a:gd name="T20" fmla="*/ 1204 w 2209"/>
                <a:gd name="T21" fmla="*/ 809 h 1062"/>
                <a:gd name="T22" fmla="*/ 1204 w 2209"/>
                <a:gd name="T23" fmla="*/ 766 h 1062"/>
                <a:gd name="T24" fmla="*/ 1994 w 2209"/>
                <a:gd name="T25" fmla="*/ 301 h 1062"/>
                <a:gd name="T26" fmla="*/ 1995 w 2209"/>
                <a:gd name="T27" fmla="*/ 347 h 1062"/>
                <a:gd name="T28" fmla="*/ 2004 w 2209"/>
                <a:gd name="T29" fmla="*/ 345 h 1062"/>
                <a:gd name="T30" fmla="*/ 2183 w 2209"/>
                <a:gd name="T31" fmla="*/ 237 h 1062"/>
                <a:gd name="T32" fmla="*/ 2206 w 2209"/>
                <a:gd name="T33" fmla="*/ 212 h 1062"/>
                <a:gd name="T34" fmla="*/ 2209 w 2209"/>
                <a:gd name="T35" fmla="*/ 179 h 1062"/>
                <a:gd name="T36" fmla="*/ 2209 w 2209"/>
                <a:gd name="T37" fmla="*/ 0 h 1062"/>
                <a:gd name="T38" fmla="*/ 759 w 2209"/>
                <a:gd name="T39" fmla="*/ 853 h 1062"/>
                <a:gd name="T40" fmla="*/ 514 w 2209"/>
                <a:gd name="T41" fmla="*/ 829 h 1062"/>
                <a:gd name="T42" fmla="*/ 0 w 2209"/>
                <a:gd name="T43" fmla="*/ 560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09" h="1062">
                  <a:moveTo>
                    <a:pt x="0" y="560"/>
                  </a:moveTo>
                  <a:lnTo>
                    <a:pt x="0" y="743"/>
                  </a:lnTo>
                  <a:lnTo>
                    <a:pt x="450" y="1002"/>
                  </a:lnTo>
                  <a:lnTo>
                    <a:pt x="490" y="1021"/>
                  </a:lnTo>
                  <a:lnTo>
                    <a:pt x="528" y="1040"/>
                  </a:lnTo>
                  <a:lnTo>
                    <a:pt x="571" y="1049"/>
                  </a:lnTo>
                  <a:lnTo>
                    <a:pt x="635" y="1062"/>
                  </a:lnTo>
                  <a:lnTo>
                    <a:pt x="711" y="1062"/>
                  </a:lnTo>
                  <a:lnTo>
                    <a:pt x="769" y="1049"/>
                  </a:lnTo>
                  <a:lnTo>
                    <a:pt x="826" y="1021"/>
                  </a:lnTo>
                  <a:lnTo>
                    <a:pt x="1204" y="809"/>
                  </a:lnTo>
                  <a:lnTo>
                    <a:pt x="1204" y="766"/>
                  </a:lnTo>
                  <a:lnTo>
                    <a:pt x="1994" y="301"/>
                  </a:lnTo>
                  <a:lnTo>
                    <a:pt x="1995" y="347"/>
                  </a:lnTo>
                  <a:lnTo>
                    <a:pt x="2004" y="345"/>
                  </a:lnTo>
                  <a:lnTo>
                    <a:pt x="2183" y="237"/>
                  </a:lnTo>
                  <a:lnTo>
                    <a:pt x="2206" y="212"/>
                  </a:lnTo>
                  <a:lnTo>
                    <a:pt x="2209" y="179"/>
                  </a:lnTo>
                  <a:lnTo>
                    <a:pt x="2209" y="0"/>
                  </a:lnTo>
                  <a:lnTo>
                    <a:pt x="759" y="853"/>
                  </a:lnTo>
                  <a:lnTo>
                    <a:pt x="514" y="829"/>
                  </a:lnTo>
                  <a:lnTo>
                    <a:pt x="0" y="56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70588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70588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88755B27-2577-8754-2DA0-E45F3C176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2535"/>
              <a:ext cx="788" cy="728"/>
            </a:xfrm>
            <a:custGeom>
              <a:avLst/>
              <a:gdLst>
                <a:gd name="T0" fmla="*/ 379 w 1338"/>
                <a:gd name="T1" fmla="*/ 1237 h 1237"/>
                <a:gd name="T2" fmla="*/ 0 w 1338"/>
                <a:gd name="T3" fmla="*/ 551 h 1237"/>
                <a:gd name="T4" fmla="*/ 320 w 1338"/>
                <a:gd name="T5" fmla="*/ 371 h 1237"/>
                <a:gd name="T6" fmla="*/ 233 w 1338"/>
                <a:gd name="T7" fmla="*/ 167 h 1237"/>
                <a:gd name="T8" fmla="*/ 517 w 1338"/>
                <a:gd name="T9" fmla="*/ 0 h 1237"/>
                <a:gd name="T10" fmla="*/ 1236 w 1338"/>
                <a:gd name="T11" fmla="*/ 407 h 1237"/>
                <a:gd name="T12" fmla="*/ 1302 w 1338"/>
                <a:gd name="T13" fmla="*/ 473 h 1237"/>
                <a:gd name="T14" fmla="*/ 1338 w 1338"/>
                <a:gd name="T15" fmla="*/ 531 h 1237"/>
                <a:gd name="T16" fmla="*/ 1338 w 1338"/>
                <a:gd name="T17" fmla="*/ 611 h 1237"/>
                <a:gd name="T18" fmla="*/ 1324 w 1338"/>
                <a:gd name="T19" fmla="*/ 662 h 1237"/>
                <a:gd name="T20" fmla="*/ 1295 w 1338"/>
                <a:gd name="T21" fmla="*/ 706 h 1237"/>
                <a:gd name="T22" fmla="*/ 1260 w 1338"/>
                <a:gd name="T23" fmla="*/ 743 h 1237"/>
                <a:gd name="T24" fmla="*/ 379 w 1338"/>
                <a:gd name="T25" fmla="*/ 1237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8" h="1237">
                  <a:moveTo>
                    <a:pt x="379" y="1237"/>
                  </a:moveTo>
                  <a:lnTo>
                    <a:pt x="0" y="551"/>
                  </a:lnTo>
                  <a:lnTo>
                    <a:pt x="320" y="371"/>
                  </a:lnTo>
                  <a:lnTo>
                    <a:pt x="233" y="167"/>
                  </a:lnTo>
                  <a:lnTo>
                    <a:pt x="517" y="0"/>
                  </a:lnTo>
                  <a:lnTo>
                    <a:pt x="1236" y="407"/>
                  </a:lnTo>
                  <a:lnTo>
                    <a:pt x="1302" y="473"/>
                  </a:lnTo>
                  <a:lnTo>
                    <a:pt x="1338" y="531"/>
                  </a:lnTo>
                  <a:lnTo>
                    <a:pt x="1338" y="611"/>
                  </a:lnTo>
                  <a:lnTo>
                    <a:pt x="1324" y="662"/>
                  </a:lnTo>
                  <a:lnTo>
                    <a:pt x="1295" y="706"/>
                  </a:lnTo>
                  <a:lnTo>
                    <a:pt x="1260" y="743"/>
                  </a:lnTo>
                  <a:lnTo>
                    <a:pt x="379" y="123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50980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9D51FF43-9692-62AB-687F-5D957B641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3087"/>
              <a:ext cx="1282" cy="604"/>
            </a:xfrm>
            <a:custGeom>
              <a:avLst/>
              <a:gdLst>
                <a:gd name="T0" fmla="*/ 269 w 1438"/>
                <a:gd name="T1" fmla="*/ 192 h 678"/>
                <a:gd name="T2" fmla="*/ 423 w 1438"/>
                <a:gd name="T3" fmla="*/ 264 h 678"/>
                <a:gd name="T4" fmla="*/ 903 w 1438"/>
                <a:gd name="T5" fmla="*/ 0 h 678"/>
                <a:gd name="T6" fmla="*/ 1438 w 1438"/>
                <a:gd name="T7" fmla="*/ 280 h 678"/>
                <a:gd name="T8" fmla="*/ 860 w 1438"/>
                <a:gd name="T9" fmla="*/ 615 h 678"/>
                <a:gd name="T10" fmla="*/ 812 w 1438"/>
                <a:gd name="T11" fmla="*/ 640 h 678"/>
                <a:gd name="T12" fmla="*/ 778 w 1438"/>
                <a:gd name="T13" fmla="*/ 654 h 678"/>
                <a:gd name="T14" fmla="*/ 716 w 1438"/>
                <a:gd name="T15" fmla="*/ 668 h 678"/>
                <a:gd name="T16" fmla="*/ 668 w 1438"/>
                <a:gd name="T17" fmla="*/ 678 h 678"/>
                <a:gd name="T18" fmla="*/ 610 w 1438"/>
                <a:gd name="T19" fmla="*/ 668 h 678"/>
                <a:gd name="T20" fmla="*/ 533 w 1438"/>
                <a:gd name="T21" fmla="*/ 644 h 678"/>
                <a:gd name="T22" fmla="*/ 490 w 1438"/>
                <a:gd name="T23" fmla="*/ 621 h 678"/>
                <a:gd name="T24" fmla="*/ 0 w 1438"/>
                <a:gd name="T25" fmla="*/ 342 h 678"/>
                <a:gd name="T26" fmla="*/ 269 w 1438"/>
                <a:gd name="T27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8" h="678">
                  <a:moveTo>
                    <a:pt x="269" y="192"/>
                  </a:moveTo>
                  <a:lnTo>
                    <a:pt x="423" y="264"/>
                  </a:lnTo>
                  <a:lnTo>
                    <a:pt x="903" y="0"/>
                  </a:lnTo>
                  <a:lnTo>
                    <a:pt x="1438" y="280"/>
                  </a:lnTo>
                  <a:lnTo>
                    <a:pt x="860" y="615"/>
                  </a:lnTo>
                  <a:lnTo>
                    <a:pt x="812" y="640"/>
                  </a:lnTo>
                  <a:lnTo>
                    <a:pt x="778" y="654"/>
                  </a:lnTo>
                  <a:lnTo>
                    <a:pt x="716" y="668"/>
                  </a:lnTo>
                  <a:lnTo>
                    <a:pt x="668" y="678"/>
                  </a:lnTo>
                  <a:lnTo>
                    <a:pt x="610" y="668"/>
                  </a:lnTo>
                  <a:lnTo>
                    <a:pt x="533" y="644"/>
                  </a:lnTo>
                  <a:lnTo>
                    <a:pt x="490" y="621"/>
                  </a:lnTo>
                  <a:lnTo>
                    <a:pt x="0" y="342"/>
                  </a:lnTo>
                  <a:lnTo>
                    <a:pt x="269" y="192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470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CCFB6D0D-60C5-9FC0-39E0-25170650C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689"/>
              <a:ext cx="177" cy="169"/>
            </a:xfrm>
            <a:custGeom>
              <a:avLst/>
              <a:gdLst>
                <a:gd name="T0" fmla="*/ 32 w 302"/>
                <a:gd name="T1" fmla="*/ 39 h 288"/>
                <a:gd name="T2" fmla="*/ 0 w 302"/>
                <a:gd name="T3" fmla="*/ 288 h 288"/>
                <a:gd name="T4" fmla="*/ 302 w 302"/>
                <a:gd name="T5" fmla="*/ 102 h 288"/>
                <a:gd name="T6" fmla="*/ 295 w 302"/>
                <a:gd name="T7" fmla="*/ 0 h 288"/>
                <a:gd name="T8" fmla="*/ 32 w 302"/>
                <a:gd name="T9" fmla="*/ 3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" h="288">
                  <a:moveTo>
                    <a:pt x="32" y="39"/>
                  </a:moveTo>
                  <a:lnTo>
                    <a:pt x="0" y="288"/>
                  </a:lnTo>
                  <a:lnTo>
                    <a:pt x="302" y="102"/>
                  </a:lnTo>
                  <a:lnTo>
                    <a:pt x="295" y="0"/>
                  </a:lnTo>
                  <a:lnTo>
                    <a:pt x="32" y="39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25490"/>
                    <a:invGamma/>
                  </a:srgbClr>
                </a:gs>
                <a:gs pos="100000">
                  <a:srgbClr val="FF9999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FD65DB96-C9E3-1C9E-AD18-1FF5541F3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619"/>
              <a:ext cx="482" cy="742"/>
            </a:xfrm>
            <a:custGeom>
              <a:avLst/>
              <a:gdLst>
                <a:gd name="T0" fmla="*/ 1 w 817"/>
                <a:gd name="T1" fmla="*/ 0 h 1260"/>
                <a:gd name="T2" fmla="*/ 304 w 817"/>
                <a:gd name="T3" fmla="*/ 170 h 1260"/>
                <a:gd name="T4" fmla="*/ 304 w 817"/>
                <a:gd name="T5" fmla="*/ 356 h 1260"/>
                <a:gd name="T6" fmla="*/ 817 w 817"/>
                <a:gd name="T7" fmla="*/ 1260 h 1260"/>
                <a:gd name="T8" fmla="*/ 0 w 817"/>
                <a:gd name="T9" fmla="*/ 797 h 1260"/>
                <a:gd name="T10" fmla="*/ 1 w 817"/>
                <a:gd name="T11" fmla="*/ 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1260">
                  <a:moveTo>
                    <a:pt x="1" y="0"/>
                  </a:moveTo>
                  <a:lnTo>
                    <a:pt x="304" y="170"/>
                  </a:lnTo>
                  <a:lnTo>
                    <a:pt x="304" y="356"/>
                  </a:lnTo>
                  <a:lnTo>
                    <a:pt x="817" y="1260"/>
                  </a:lnTo>
                  <a:lnTo>
                    <a:pt x="0" y="797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50980"/>
                    <a:invGamma/>
                  </a:srgbClr>
                </a:gs>
                <a:gs pos="100000">
                  <a:srgbClr val="FF9999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E6ED1255-96F3-6AFA-C2DF-E21C48AD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521"/>
              <a:ext cx="279" cy="343"/>
            </a:xfrm>
            <a:custGeom>
              <a:avLst/>
              <a:gdLst>
                <a:gd name="T0" fmla="*/ 158 w 279"/>
                <a:gd name="T1" fmla="*/ 0 h 343"/>
                <a:gd name="T2" fmla="*/ 279 w 279"/>
                <a:gd name="T3" fmla="*/ 227 h 343"/>
                <a:gd name="T4" fmla="*/ 69 w 279"/>
                <a:gd name="T5" fmla="*/ 343 h 343"/>
                <a:gd name="T6" fmla="*/ 9 w 279"/>
                <a:gd name="T7" fmla="*/ 227 h 343"/>
                <a:gd name="T8" fmla="*/ 0 w 279"/>
                <a:gd name="T9" fmla="*/ 141 h 343"/>
                <a:gd name="T10" fmla="*/ 158 w 279"/>
                <a:gd name="T11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9" h="343">
                  <a:moveTo>
                    <a:pt x="158" y="0"/>
                  </a:moveTo>
                  <a:lnTo>
                    <a:pt x="279" y="227"/>
                  </a:lnTo>
                  <a:lnTo>
                    <a:pt x="69" y="343"/>
                  </a:lnTo>
                  <a:lnTo>
                    <a:pt x="9" y="227"/>
                  </a:lnTo>
                  <a:lnTo>
                    <a:pt x="0" y="141"/>
                  </a:lnTo>
                  <a:lnTo>
                    <a:pt x="15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99FF">
                    <a:gamma/>
                    <a:shade val="46275"/>
                    <a:invGamma/>
                  </a:srgbClr>
                </a:gs>
                <a:gs pos="100000">
                  <a:srgbClr val="9999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07ADBF2A-9625-0A14-CE58-7A60FC77C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1848"/>
              <a:ext cx="898" cy="867"/>
            </a:xfrm>
            <a:custGeom>
              <a:avLst/>
              <a:gdLst>
                <a:gd name="T0" fmla="*/ 1524 w 1524"/>
                <a:gd name="T1" fmla="*/ 516 h 1472"/>
                <a:gd name="T2" fmla="*/ 612 w 1524"/>
                <a:gd name="T3" fmla="*/ 0 h 1472"/>
                <a:gd name="T4" fmla="*/ 468 w 1524"/>
                <a:gd name="T5" fmla="*/ 12 h 1472"/>
                <a:gd name="T6" fmla="*/ 312 w 1524"/>
                <a:gd name="T7" fmla="*/ 72 h 1472"/>
                <a:gd name="T8" fmla="*/ 216 w 1524"/>
                <a:gd name="T9" fmla="*/ 144 h 1472"/>
                <a:gd name="T10" fmla="*/ 108 w 1524"/>
                <a:gd name="T11" fmla="*/ 264 h 1472"/>
                <a:gd name="T12" fmla="*/ 36 w 1524"/>
                <a:gd name="T13" fmla="*/ 408 h 1472"/>
                <a:gd name="T14" fmla="*/ 0 w 1524"/>
                <a:gd name="T15" fmla="*/ 540 h 1472"/>
                <a:gd name="T16" fmla="*/ 0 w 1524"/>
                <a:gd name="T17" fmla="*/ 720 h 1472"/>
                <a:gd name="T18" fmla="*/ 36 w 1524"/>
                <a:gd name="T19" fmla="*/ 864 h 1472"/>
                <a:gd name="T20" fmla="*/ 108 w 1524"/>
                <a:gd name="T21" fmla="*/ 948 h 1472"/>
                <a:gd name="T22" fmla="*/ 1022 w 1524"/>
                <a:gd name="T23" fmla="*/ 1472 h 1472"/>
                <a:gd name="T24" fmla="*/ 1524 w 1524"/>
                <a:gd name="T25" fmla="*/ 516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4" h="1472">
                  <a:moveTo>
                    <a:pt x="1524" y="516"/>
                  </a:moveTo>
                  <a:lnTo>
                    <a:pt x="612" y="0"/>
                  </a:lnTo>
                  <a:lnTo>
                    <a:pt x="468" y="12"/>
                  </a:lnTo>
                  <a:lnTo>
                    <a:pt x="312" y="72"/>
                  </a:lnTo>
                  <a:lnTo>
                    <a:pt x="216" y="144"/>
                  </a:lnTo>
                  <a:lnTo>
                    <a:pt x="108" y="264"/>
                  </a:lnTo>
                  <a:lnTo>
                    <a:pt x="36" y="408"/>
                  </a:lnTo>
                  <a:lnTo>
                    <a:pt x="0" y="540"/>
                  </a:lnTo>
                  <a:lnTo>
                    <a:pt x="0" y="720"/>
                  </a:lnTo>
                  <a:lnTo>
                    <a:pt x="36" y="864"/>
                  </a:lnTo>
                  <a:lnTo>
                    <a:pt x="108" y="948"/>
                  </a:lnTo>
                  <a:lnTo>
                    <a:pt x="1022" y="1472"/>
                  </a:lnTo>
                  <a:lnTo>
                    <a:pt x="1524" y="516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46275"/>
                    <a:invGamma/>
                  </a:srgbClr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5D76BA48-79BB-1910-14C0-3E86532C5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144"/>
              <a:ext cx="468" cy="582"/>
            </a:xfrm>
            <a:custGeom>
              <a:avLst/>
              <a:gdLst>
                <a:gd name="T0" fmla="*/ 775 w 4771"/>
                <a:gd name="T1" fmla="*/ 5751 h 5932"/>
                <a:gd name="T2" fmla="*/ 1138 w 4771"/>
                <a:gd name="T3" fmla="*/ 5894 h 5932"/>
                <a:gd name="T4" fmla="*/ 1546 w 4771"/>
                <a:gd name="T5" fmla="*/ 5932 h 5932"/>
                <a:gd name="T6" fmla="*/ 1986 w 4771"/>
                <a:gd name="T7" fmla="*/ 5861 h 5932"/>
                <a:gd name="T8" fmla="*/ 2438 w 4771"/>
                <a:gd name="T9" fmla="*/ 5685 h 5932"/>
                <a:gd name="T10" fmla="*/ 2889 w 4771"/>
                <a:gd name="T11" fmla="*/ 5412 h 5932"/>
                <a:gd name="T12" fmla="*/ 3322 w 4771"/>
                <a:gd name="T13" fmla="*/ 5050 h 5932"/>
                <a:gd name="T14" fmla="*/ 3721 w 4771"/>
                <a:gd name="T15" fmla="*/ 4613 h 5932"/>
                <a:gd name="T16" fmla="*/ 4071 w 4771"/>
                <a:gd name="T17" fmla="*/ 4116 h 5932"/>
                <a:gd name="T18" fmla="*/ 4361 w 4771"/>
                <a:gd name="T19" fmla="*/ 3576 h 5932"/>
                <a:gd name="T20" fmla="*/ 4579 w 4771"/>
                <a:gd name="T21" fmla="*/ 3015 h 5932"/>
                <a:gd name="T22" fmla="*/ 4717 w 4771"/>
                <a:gd name="T23" fmla="*/ 2453 h 5932"/>
                <a:gd name="T24" fmla="*/ 4771 w 4771"/>
                <a:gd name="T25" fmla="*/ 1909 h 5932"/>
                <a:gd name="T26" fmla="*/ 4740 w 4771"/>
                <a:gd name="T27" fmla="*/ 1402 h 5932"/>
                <a:gd name="T28" fmla="*/ 4623 w 4771"/>
                <a:gd name="T29" fmla="*/ 952 h 5932"/>
                <a:gd name="T30" fmla="*/ 4425 w 4771"/>
                <a:gd name="T31" fmla="*/ 575 h 5932"/>
                <a:gd name="T32" fmla="*/ 4153 w 4771"/>
                <a:gd name="T33" fmla="*/ 285 h 5932"/>
                <a:gd name="T34" fmla="*/ 3817 w 4771"/>
                <a:gd name="T35" fmla="*/ 90 h 5932"/>
                <a:gd name="T36" fmla="*/ 3429 w 4771"/>
                <a:gd name="T37" fmla="*/ 0 h 5932"/>
                <a:gd name="T38" fmla="*/ 3004 w 4771"/>
                <a:gd name="T39" fmla="*/ 17 h 5932"/>
                <a:gd name="T40" fmla="*/ 2556 w 4771"/>
                <a:gd name="T41" fmla="*/ 140 h 5932"/>
                <a:gd name="T42" fmla="*/ 2102 w 4771"/>
                <a:gd name="T43" fmla="*/ 366 h 5932"/>
                <a:gd name="T44" fmla="*/ 1658 w 4771"/>
                <a:gd name="T45" fmla="*/ 685 h 5932"/>
                <a:gd name="T46" fmla="*/ 1241 w 4771"/>
                <a:gd name="T47" fmla="*/ 1086 h 5932"/>
                <a:gd name="T48" fmla="*/ 864 w 4771"/>
                <a:gd name="T49" fmla="*/ 1556 h 5932"/>
                <a:gd name="T50" fmla="*/ 542 w 4771"/>
                <a:gd name="T51" fmla="*/ 2076 h 5932"/>
                <a:gd name="T52" fmla="*/ 287 w 4771"/>
                <a:gd name="T53" fmla="*/ 2629 h 5932"/>
                <a:gd name="T54" fmla="*/ 108 w 4771"/>
                <a:gd name="T55" fmla="*/ 3193 h 5932"/>
                <a:gd name="T56" fmla="*/ 12 w 4771"/>
                <a:gd name="T57" fmla="*/ 3749 h 5932"/>
                <a:gd name="T58" fmla="*/ 0 w 4771"/>
                <a:gd name="T59" fmla="*/ 4277 h 5932"/>
                <a:gd name="T60" fmla="*/ 75 w 4771"/>
                <a:gd name="T61" fmla="*/ 4757 h 5932"/>
                <a:gd name="T62" fmla="*/ 233 w 4771"/>
                <a:gd name="T63" fmla="*/ 5173 h 5932"/>
                <a:gd name="T64" fmla="*/ 470 w 4771"/>
                <a:gd name="T65" fmla="*/ 5509 h 5932"/>
                <a:gd name="T66" fmla="*/ 775 w 4771"/>
                <a:gd name="T67" fmla="*/ 5751 h 5932"/>
                <a:gd name="T68" fmla="*/ 777 w 4771"/>
                <a:gd name="T69" fmla="*/ 5751 h 5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1" h="5932">
                  <a:moveTo>
                    <a:pt x="775" y="5751"/>
                  </a:moveTo>
                  <a:lnTo>
                    <a:pt x="1138" y="5894"/>
                  </a:lnTo>
                  <a:lnTo>
                    <a:pt x="1546" y="5932"/>
                  </a:lnTo>
                  <a:lnTo>
                    <a:pt x="1986" y="5861"/>
                  </a:lnTo>
                  <a:lnTo>
                    <a:pt x="2438" y="5685"/>
                  </a:lnTo>
                  <a:lnTo>
                    <a:pt x="2889" y="5412"/>
                  </a:lnTo>
                  <a:lnTo>
                    <a:pt x="3322" y="5050"/>
                  </a:lnTo>
                  <a:lnTo>
                    <a:pt x="3721" y="4613"/>
                  </a:lnTo>
                  <a:lnTo>
                    <a:pt x="4071" y="4116"/>
                  </a:lnTo>
                  <a:lnTo>
                    <a:pt x="4361" y="3576"/>
                  </a:lnTo>
                  <a:lnTo>
                    <a:pt x="4579" y="3015"/>
                  </a:lnTo>
                  <a:lnTo>
                    <a:pt x="4717" y="2453"/>
                  </a:lnTo>
                  <a:lnTo>
                    <a:pt x="4771" y="1909"/>
                  </a:lnTo>
                  <a:lnTo>
                    <a:pt x="4740" y="1402"/>
                  </a:lnTo>
                  <a:lnTo>
                    <a:pt x="4623" y="952"/>
                  </a:lnTo>
                  <a:lnTo>
                    <a:pt x="4425" y="575"/>
                  </a:lnTo>
                  <a:lnTo>
                    <a:pt x="4153" y="285"/>
                  </a:lnTo>
                  <a:lnTo>
                    <a:pt x="3817" y="90"/>
                  </a:lnTo>
                  <a:lnTo>
                    <a:pt x="3429" y="0"/>
                  </a:lnTo>
                  <a:lnTo>
                    <a:pt x="3004" y="17"/>
                  </a:lnTo>
                  <a:lnTo>
                    <a:pt x="2556" y="140"/>
                  </a:lnTo>
                  <a:lnTo>
                    <a:pt x="2102" y="366"/>
                  </a:lnTo>
                  <a:lnTo>
                    <a:pt x="1658" y="685"/>
                  </a:lnTo>
                  <a:lnTo>
                    <a:pt x="1241" y="1086"/>
                  </a:lnTo>
                  <a:lnTo>
                    <a:pt x="864" y="1556"/>
                  </a:lnTo>
                  <a:lnTo>
                    <a:pt x="542" y="2076"/>
                  </a:lnTo>
                  <a:lnTo>
                    <a:pt x="287" y="2629"/>
                  </a:lnTo>
                  <a:lnTo>
                    <a:pt x="108" y="3193"/>
                  </a:lnTo>
                  <a:lnTo>
                    <a:pt x="12" y="3749"/>
                  </a:lnTo>
                  <a:lnTo>
                    <a:pt x="0" y="4277"/>
                  </a:lnTo>
                  <a:lnTo>
                    <a:pt x="75" y="4757"/>
                  </a:lnTo>
                  <a:lnTo>
                    <a:pt x="233" y="5173"/>
                  </a:lnTo>
                  <a:lnTo>
                    <a:pt x="470" y="5509"/>
                  </a:lnTo>
                  <a:lnTo>
                    <a:pt x="775" y="5751"/>
                  </a:lnTo>
                  <a:lnTo>
                    <a:pt x="777" y="5751"/>
                  </a:lnTo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AD1106E4-B9FC-8CEA-0CE6-250BBE65F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289"/>
              <a:ext cx="234" cy="291"/>
            </a:xfrm>
            <a:custGeom>
              <a:avLst/>
              <a:gdLst>
                <a:gd name="T0" fmla="*/ 1999 w 2386"/>
                <a:gd name="T1" fmla="*/ 91 h 2966"/>
                <a:gd name="T2" fmla="*/ 1817 w 2386"/>
                <a:gd name="T3" fmla="*/ 19 h 2966"/>
                <a:gd name="T4" fmla="*/ 1613 w 2386"/>
                <a:gd name="T5" fmla="*/ 0 h 2966"/>
                <a:gd name="T6" fmla="*/ 1394 w 2386"/>
                <a:gd name="T7" fmla="*/ 36 h 2966"/>
                <a:gd name="T8" fmla="*/ 1167 w 2386"/>
                <a:gd name="T9" fmla="*/ 124 h 2966"/>
                <a:gd name="T10" fmla="*/ 942 w 2386"/>
                <a:gd name="T11" fmla="*/ 261 h 2966"/>
                <a:gd name="T12" fmla="*/ 725 w 2386"/>
                <a:gd name="T13" fmla="*/ 441 h 2966"/>
                <a:gd name="T14" fmla="*/ 526 w 2386"/>
                <a:gd name="T15" fmla="*/ 660 h 2966"/>
                <a:gd name="T16" fmla="*/ 351 w 2386"/>
                <a:gd name="T17" fmla="*/ 909 h 2966"/>
                <a:gd name="T18" fmla="*/ 206 w 2386"/>
                <a:gd name="T19" fmla="*/ 1179 h 2966"/>
                <a:gd name="T20" fmla="*/ 97 w 2386"/>
                <a:gd name="T21" fmla="*/ 1459 h 2966"/>
                <a:gd name="T22" fmla="*/ 27 w 2386"/>
                <a:gd name="T23" fmla="*/ 1740 h 2966"/>
                <a:gd name="T24" fmla="*/ 0 w 2386"/>
                <a:gd name="T25" fmla="*/ 2012 h 2966"/>
                <a:gd name="T26" fmla="*/ 16 w 2386"/>
                <a:gd name="T27" fmla="*/ 2265 h 2966"/>
                <a:gd name="T28" fmla="*/ 75 w 2386"/>
                <a:gd name="T29" fmla="*/ 2490 h 2966"/>
                <a:gd name="T30" fmla="*/ 174 w 2386"/>
                <a:gd name="T31" fmla="*/ 2679 h 2966"/>
                <a:gd name="T32" fmla="*/ 310 w 2386"/>
                <a:gd name="T33" fmla="*/ 2825 h 2966"/>
                <a:gd name="T34" fmla="*/ 477 w 2386"/>
                <a:gd name="T35" fmla="*/ 2922 h 2966"/>
                <a:gd name="T36" fmla="*/ 672 w 2386"/>
                <a:gd name="T37" fmla="*/ 2966 h 2966"/>
                <a:gd name="T38" fmla="*/ 884 w 2386"/>
                <a:gd name="T39" fmla="*/ 2958 h 2966"/>
                <a:gd name="T40" fmla="*/ 1108 w 2386"/>
                <a:gd name="T41" fmla="*/ 2897 h 2966"/>
                <a:gd name="T42" fmla="*/ 1335 w 2386"/>
                <a:gd name="T43" fmla="*/ 2784 h 2966"/>
                <a:gd name="T44" fmla="*/ 1557 w 2386"/>
                <a:gd name="T45" fmla="*/ 2625 h 2966"/>
                <a:gd name="T46" fmla="*/ 1766 w 2386"/>
                <a:gd name="T47" fmla="*/ 2423 h 2966"/>
                <a:gd name="T48" fmla="*/ 1954 w 2386"/>
                <a:gd name="T49" fmla="*/ 2189 h 2966"/>
                <a:gd name="T50" fmla="*/ 2115 w 2386"/>
                <a:gd name="T51" fmla="*/ 1928 h 2966"/>
                <a:gd name="T52" fmla="*/ 2243 w 2386"/>
                <a:gd name="T53" fmla="*/ 1653 h 2966"/>
                <a:gd name="T54" fmla="*/ 2332 w 2386"/>
                <a:gd name="T55" fmla="*/ 1370 h 2966"/>
                <a:gd name="T56" fmla="*/ 2380 w 2386"/>
                <a:gd name="T57" fmla="*/ 1092 h 2966"/>
                <a:gd name="T58" fmla="*/ 2386 w 2386"/>
                <a:gd name="T59" fmla="*/ 828 h 2966"/>
                <a:gd name="T60" fmla="*/ 2349 w 2386"/>
                <a:gd name="T61" fmla="*/ 588 h 2966"/>
                <a:gd name="T62" fmla="*/ 2270 w 2386"/>
                <a:gd name="T63" fmla="*/ 380 h 2966"/>
                <a:gd name="T64" fmla="*/ 2152 w 2386"/>
                <a:gd name="T65" fmla="*/ 213 h 2966"/>
                <a:gd name="T66" fmla="*/ 1999 w 2386"/>
                <a:gd name="T67" fmla="*/ 91 h 2966"/>
                <a:gd name="T68" fmla="*/ 2000 w 2386"/>
                <a:gd name="T69" fmla="*/ 91 h 2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86" h="2966">
                  <a:moveTo>
                    <a:pt x="1999" y="91"/>
                  </a:moveTo>
                  <a:lnTo>
                    <a:pt x="1817" y="19"/>
                  </a:lnTo>
                  <a:lnTo>
                    <a:pt x="1613" y="0"/>
                  </a:lnTo>
                  <a:lnTo>
                    <a:pt x="1394" y="36"/>
                  </a:lnTo>
                  <a:lnTo>
                    <a:pt x="1167" y="124"/>
                  </a:lnTo>
                  <a:lnTo>
                    <a:pt x="942" y="261"/>
                  </a:lnTo>
                  <a:lnTo>
                    <a:pt x="725" y="441"/>
                  </a:lnTo>
                  <a:lnTo>
                    <a:pt x="526" y="660"/>
                  </a:lnTo>
                  <a:lnTo>
                    <a:pt x="351" y="909"/>
                  </a:lnTo>
                  <a:lnTo>
                    <a:pt x="206" y="1179"/>
                  </a:lnTo>
                  <a:lnTo>
                    <a:pt x="97" y="1459"/>
                  </a:lnTo>
                  <a:lnTo>
                    <a:pt x="27" y="1740"/>
                  </a:lnTo>
                  <a:lnTo>
                    <a:pt x="0" y="2012"/>
                  </a:lnTo>
                  <a:lnTo>
                    <a:pt x="16" y="2265"/>
                  </a:lnTo>
                  <a:lnTo>
                    <a:pt x="75" y="2490"/>
                  </a:lnTo>
                  <a:lnTo>
                    <a:pt x="174" y="2679"/>
                  </a:lnTo>
                  <a:lnTo>
                    <a:pt x="310" y="2825"/>
                  </a:lnTo>
                  <a:lnTo>
                    <a:pt x="477" y="2922"/>
                  </a:lnTo>
                  <a:lnTo>
                    <a:pt x="672" y="2966"/>
                  </a:lnTo>
                  <a:lnTo>
                    <a:pt x="884" y="2958"/>
                  </a:lnTo>
                  <a:lnTo>
                    <a:pt x="1108" y="2897"/>
                  </a:lnTo>
                  <a:lnTo>
                    <a:pt x="1335" y="2784"/>
                  </a:lnTo>
                  <a:lnTo>
                    <a:pt x="1557" y="2625"/>
                  </a:lnTo>
                  <a:lnTo>
                    <a:pt x="1766" y="2423"/>
                  </a:lnTo>
                  <a:lnTo>
                    <a:pt x="1954" y="2189"/>
                  </a:lnTo>
                  <a:lnTo>
                    <a:pt x="2115" y="1928"/>
                  </a:lnTo>
                  <a:lnTo>
                    <a:pt x="2243" y="1653"/>
                  </a:lnTo>
                  <a:lnTo>
                    <a:pt x="2332" y="1370"/>
                  </a:lnTo>
                  <a:lnTo>
                    <a:pt x="2380" y="1092"/>
                  </a:lnTo>
                  <a:lnTo>
                    <a:pt x="2386" y="828"/>
                  </a:lnTo>
                  <a:lnTo>
                    <a:pt x="2349" y="588"/>
                  </a:lnTo>
                  <a:lnTo>
                    <a:pt x="2270" y="380"/>
                  </a:lnTo>
                  <a:lnTo>
                    <a:pt x="2152" y="213"/>
                  </a:lnTo>
                  <a:lnTo>
                    <a:pt x="1999" y="91"/>
                  </a:lnTo>
                  <a:lnTo>
                    <a:pt x="2000" y="91"/>
                  </a:lnTo>
                </a:path>
              </a:pathLst>
            </a:custGeom>
            <a:gradFill rotWithShape="0">
              <a:gsLst>
                <a:gs pos="0">
                  <a:srgbClr val="FF9966">
                    <a:gamma/>
                    <a:shade val="46275"/>
                    <a:invGamma/>
                  </a:srgbClr>
                </a:gs>
                <a:gs pos="50000">
                  <a:srgbClr val="FF9966"/>
                </a:gs>
                <a:gs pos="100000">
                  <a:srgbClr val="FF9966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9966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84879E44-065B-120B-AE6F-8F69F4B55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3454"/>
              <a:ext cx="236" cy="150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035AC27A-EA36-0603-EE3E-1B1C97F9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03"/>
              <a:ext cx="236" cy="151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BBB8D9F9-94E4-6014-525D-E6A8AFEE8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2232"/>
              <a:ext cx="442" cy="1104"/>
            </a:xfrm>
            <a:custGeom>
              <a:avLst/>
              <a:gdLst>
                <a:gd name="T0" fmla="*/ 287 w 442"/>
                <a:gd name="T1" fmla="*/ 0 h 1104"/>
                <a:gd name="T2" fmla="*/ 0 w 442"/>
                <a:gd name="T3" fmla="*/ 1030 h 1104"/>
                <a:gd name="T4" fmla="*/ 148 w 442"/>
                <a:gd name="T5" fmla="*/ 1104 h 1104"/>
                <a:gd name="T6" fmla="*/ 442 w 442"/>
                <a:gd name="T7" fmla="*/ 80 h 1104"/>
                <a:gd name="T8" fmla="*/ 287 w 442"/>
                <a:gd name="T9" fmla="*/ 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2" h="1104">
                  <a:moveTo>
                    <a:pt x="287" y="0"/>
                  </a:moveTo>
                  <a:lnTo>
                    <a:pt x="0" y="1030"/>
                  </a:lnTo>
                  <a:lnTo>
                    <a:pt x="148" y="1104"/>
                  </a:lnTo>
                  <a:lnTo>
                    <a:pt x="442" y="8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159314B8-FBF0-307E-4EA1-80B281766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307"/>
              <a:ext cx="437" cy="1033"/>
            </a:xfrm>
            <a:custGeom>
              <a:avLst/>
              <a:gdLst>
                <a:gd name="T0" fmla="*/ 0 w 742"/>
                <a:gd name="T1" fmla="*/ 1752 h 1752"/>
                <a:gd name="T2" fmla="*/ 742 w 742"/>
                <a:gd name="T3" fmla="*/ 1345 h 1752"/>
                <a:gd name="T4" fmla="*/ 742 w 742"/>
                <a:gd name="T5" fmla="*/ 538 h 1752"/>
                <a:gd name="T6" fmla="*/ 636 w 742"/>
                <a:gd name="T7" fmla="*/ 468 h 1752"/>
                <a:gd name="T8" fmla="*/ 544 w 742"/>
                <a:gd name="T9" fmla="*/ 378 h 1752"/>
                <a:gd name="T10" fmla="*/ 508 w 742"/>
                <a:gd name="T11" fmla="*/ 269 h 1752"/>
                <a:gd name="T12" fmla="*/ 500 w 742"/>
                <a:gd name="T13" fmla="*/ 138 h 1752"/>
                <a:gd name="T14" fmla="*/ 515 w 742"/>
                <a:gd name="T15" fmla="*/ 0 h 1752"/>
                <a:gd name="T16" fmla="*/ 0 w 742"/>
                <a:gd name="T17" fmla="*/ 1752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2" h="1752">
                  <a:moveTo>
                    <a:pt x="0" y="1752"/>
                  </a:moveTo>
                  <a:lnTo>
                    <a:pt x="742" y="1345"/>
                  </a:lnTo>
                  <a:lnTo>
                    <a:pt x="742" y="538"/>
                  </a:lnTo>
                  <a:lnTo>
                    <a:pt x="636" y="468"/>
                  </a:lnTo>
                  <a:lnTo>
                    <a:pt x="544" y="378"/>
                  </a:lnTo>
                  <a:lnTo>
                    <a:pt x="508" y="269"/>
                  </a:lnTo>
                  <a:lnTo>
                    <a:pt x="500" y="138"/>
                  </a:lnTo>
                  <a:lnTo>
                    <a:pt x="515" y="0"/>
                  </a:lnTo>
                  <a:lnTo>
                    <a:pt x="0" y="1752"/>
                  </a:lnTo>
                  <a:close/>
                </a:path>
              </a:pathLst>
            </a:custGeom>
            <a:gradFill rotWithShape="0">
              <a:gsLst>
                <a:gs pos="0">
                  <a:srgbClr val="9933FF"/>
                </a:gs>
                <a:gs pos="100000">
                  <a:srgbClr val="9933FF">
                    <a:gamma/>
                    <a:shade val="64706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E9E3EB31-A42B-44D7-089F-E8DED1177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744"/>
              <a:ext cx="439" cy="609"/>
            </a:xfrm>
            <a:custGeom>
              <a:avLst/>
              <a:gdLst>
                <a:gd name="T0" fmla="*/ 0 w 746"/>
                <a:gd name="T1" fmla="*/ 158 h 1032"/>
                <a:gd name="T2" fmla="*/ 491 w 746"/>
                <a:gd name="T3" fmla="*/ 1032 h 1032"/>
                <a:gd name="T4" fmla="*/ 746 w 746"/>
                <a:gd name="T5" fmla="*/ 880 h 1032"/>
                <a:gd name="T6" fmla="*/ 266 w 746"/>
                <a:gd name="T7" fmla="*/ 0 h 1032"/>
                <a:gd name="T8" fmla="*/ 0 w 746"/>
                <a:gd name="T9" fmla="*/ 15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1032">
                  <a:moveTo>
                    <a:pt x="0" y="158"/>
                  </a:moveTo>
                  <a:lnTo>
                    <a:pt x="491" y="1032"/>
                  </a:lnTo>
                  <a:lnTo>
                    <a:pt x="746" y="880"/>
                  </a:lnTo>
                  <a:lnTo>
                    <a:pt x="266" y="0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" name="Text Box 38">
            <a:extLst>
              <a:ext uri="{FF2B5EF4-FFF2-40B4-BE49-F238E27FC236}">
                <a16:creationId xmlns:a16="http://schemas.microsoft.com/office/drawing/2014/main" id="{01884705-F90F-34F3-C665-8E274FA05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152" y="4139160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⒈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分解形体</a:t>
            </a:r>
          </a:p>
        </p:txBody>
      </p:sp>
      <p:sp>
        <p:nvSpPr>
          <p:cNvPr id="42" name="AutoShape 39">
            <a:extLst>
              <a:ext uri="{FF2B5EF4-FFF2-40B4-BE49-F238E27FC236}">
                <a16:creationId xmlns:a16="http://schemas.microsoft.com/office/drawing/2014/main" id="{3D629243-FF95-246D-0E2E-210FA1C10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657" y="987015"/>
            <a:ext cx="683835" cy="408623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rgbClr val="FFCC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套筒</a:t>
            </a:r>
          </a:p>
        </p:txBody>
      </p:sp>
      <p:sp>
        <p:nvSpPr>
          <p:cNvPr id="43" name="AutoShape 40">
            <a:extLst>
              <a:ext uri="{FF2B5EF4-FFF2-40B4-BE49-F238E27FC236}">
                <a16:creationId xmlns:a16="http://schemas.microsoft.com/office/drawing/2014/main" id="{C7E4E80A-9E19-0069-A52D-C90512E34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482" y="4161539"/>
            <a:ext cx="1066800" cy="619125"/>
          </a:xfrm>
          <a:prstGeom prst="wedgeEllipseCallout">
            <a:avLst>
              <a:gd name="adj1" fmla="val -56995"/>
              <a:gd name="adj2" fmla="val -43847"/>
            </a:avLst>
          </a:prstGeom>
          <a:solidFill>
            <a:srgbClr val="00FF99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charset="0"/>
              </a:rPr>
              <a:t>底板</a:t>
            </a:r>
          </a:p>
        </p:txBody>
      </p:sp>
      <p:sp>
        <p:nvSpPr>
          <p:cNvPr id="44" name="AutoShape 41">
            <a:extLst>
              <a:ext uri="{FF2B5EF4-FFF2-40B4-BE49-F238E27FC236}">
                <a16:creationId xmlns:a16="http://schemas.microsoft.com/office/drawing/2014/main" id="{3332B19A-357D-5278-D23E-851201025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020" y="872120"/>
            <a:ext cx="1335256" cy="562213"/>
          </a:xfrm>
          <a:prstGeom prst="cloudCallout">
            <a:avLst>
              <a:gd name="adj1" fmla="val -29981"/>
              <a:gd name="adj2" fmla="val 128468"/>
            </a:avLst>
          </a:prstGeom>
          <a:solidFill>
            <a:srgbClr val="CC99FF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支撑板</a:t>
            </a:r>
          </a:p>
        </p:txBody>
      </p:sp>
      <p:sp>
        <p:nvSpPr>
          <p:cNvPr id="45" name="AutoShape 42">
            <a:extLst>
              <a:ext uri="{FF2B5EF4-FFF2-40B4-BE49-F238E27FC236}">
                <a16:creationId xmlns:a16="http://schemas.microsoft.com/office/drawing/2014/main" id="{46BC717F-0A9E-0DE9-F61F-DCB857912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945" y="3718110"/>
            <a:ext cx="646331" cy="369332"/>
          </a:xfrm>
          <a:prstGeom prst="wedgeRectCallout">
            <a:avLst>
              <a:gd name="adj1" fmla="val 65296"/>
              <a:gd name="adj2" fmla="val -96259"/>
            </a:avLst>
          </a:prstGeom>
          <a:solidFill>
            <a:srgbClr val="FFCCCC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肋板</a:t>
            </a:r>
          </a:p>
        </p:txBody>
      </p:sp>
      <p:sp>
        <p:nvSpPr>
          <p:cNvPr id="46" name="Text Box 43">
            <a:extLst>
              <a:ext uri="{FF2B5EF4-FFF2-40B4-BE49-F238E27FC236}">
                <a16:creationId xmlns:a16="http://schemas.microsoft.com/office/drawing/2014/main" id="{25020AC7-F3F1-138E-A9C9-DE74A2386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152" y="4631285"/>
            <a:ext cx="61863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⒉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分析各部分间的相对位置及表面过渡关系</a:t>
            </a:r>
          </a:p>
        </p:txBody>
      </p:sp>
      <p:sp>
        <p:nvSpPr>
          <p:cNvPr id="47" name="Text Box 44">
            <a:extLst>
              <a:ext uri="{FF2B5EF4-FFF2-40B4-BE49-F238E27FC236}">
                <a16:creationId xmlns:a16="http://schemas.microsoft.com/office/drawing/2014/main" id="{7FB92705-9285-3744-C529-A679B4F4E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152" y="5126585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⒊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选择主视图</a:t>
            </a:r>
          </a:p>
        </p:txBody>
      </p:sp>
      <p:sp>
        <p:nvSpPr>
          <p:cNvPr id="48" name="Text Box 45">
            <a:extLst>
              <a:ext uri="{FF2B5EF4-FFF2-40B4-BE49-F238E27FC236}">
                <a16:creationId xmlns:a16="http://schemas.microsoft.com/office/drawing/2014/main" id="{EE330997-D6DD-34E2-A2E6-C407E2481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152" y="5584940"/>
            <a:ext cx="91143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原则：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  <a:p>
            <a:pPr algn="l"/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    较多地表达出物体的形状特征及各部分间的相对位置关系。</a:t>
            </a:r>
          </a:p>
        </p:txBody>
      </p:sp>
      <p:sp>
        <p:nvSpPr>
          <p:cNvPr id="49" name="AutoShape 46">
            <a:extLst>
              <a:ext uri="{FF2B5EF4-FFF2-40B4-BE49-F238E27FC236}">
                <a16:creationId xmlns:a16="http://schemas.microsoft.com/office/drawing/2014/main" id="{B0FEFDB5-511F-5B9D-0149-60ECF6E090E3}"/>
              </a:ext>
            </a:extLst>
          </p:cNvPr>
          <p:cNvSpPr>
            <a:spLocks noChangeArrowheads="1"/>
          </p:cNvSpPr>
          <p:nvPr/>
        </p:nvSpPr>
        <p:spPr bwMode="auto">
          <a:xfrm rot="13886575">
            <a:off x="3139926" y="3597183"/>
            <a:ext cx="708025" cy="354013"/>
          </a:xfrm>
          <a:prstGeom prst="notchedRightArrow">
            <a:avLst>
              <a:gd name="adj1" fmla="val 34194"/>
              <a:gd name="adj2" fmla="val 89065"/>
            </a:avLst>
          </a:prstGeom>
          <a:solidFill>
            <a:schemeClr val="accent2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CACFE8E-C52C-64D0-9B56-DA0045BA5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957" y="3690226"/>
            <a:ext cx="1516221" cy="245541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1" name="3D Model 50">
                <a:extLst>
                  <a:ext uri="{FF2B5EF4-FFF2-40B4-BE49-F238E27FC236}">
                    <a16:creationId xmlns:a16="http://schemas.microsoft.com/office/drawing/2014/main" id="{B0FE4C87-1A5F-F71E-423D-FA2D1C5859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6889578"/>
                  </p:ext>
                </p:extLst>
              </p:nvPr>
            </p:nvGraphicFramePr>
            <p:xfrm>
              <a:off x="9610570" y="1440114"/>
              <a:ext cx="1998739" cy="179937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998739" cy="1799370"/>
                    </a:xfrm>
                    <a:prstGeom prst="rect">
                      <a:avLst/>
                    </a:prstGeom>
                  </am3d:spPr>
                  <am3d:camera>
                    <am3d:pos x="0" y="0" z="672141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000" d="1000000"/>
                    <am3d:preTrans dx="0" dy="-15119999" dz="-9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403540" ay="25043" az="295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6818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1" name="3D Model 50">
                <a:extLst>
                  <a:ext uri="{FF2B5EF4-FFF2-40B4-BE49-F238E27FC236}">
                    <a16:creationId xmlns:a16="http://schemas.microsoft.com/office/drawing/2014/main" id="{B0FE4C87-1A5F-F71E-423D-FA2D1C5859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0570" y="1440114"/>
                <a:ext cx="1998739" cy="17993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605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7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7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 autoUpdateAnimBg="0"/>
      <p:bldP spid="42" grpId="0" animBg="1" autoUpdateAnimBg="0"/>
      <p:bldP spid="43" grpId="0" animBg="1" autoUpdateAnimBg="0"/>
      <p:bldP spid="44" grpId="0" animBg="1" autoUpdateAnimBg="0"/>
      <p:bldP spid="45" grpId="0" animBg="1" autoUpdateAnimBg="0"/>
      <p:bldP spid="46" grpId="0" autoUpdateAnimBg="0"/>
      <p:bldP spid="47" grpId="0" autoUpdateAnimBg="0"/>
      <p:bldP spid="48" grpId="0" autoUpdateAnimBg="0"/>
      <p:bldP spid="4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40A6A-5DE6-FD9E-A31A-83C311DB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635B-84B2-434E-B21D-E1CF59D93712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FC98D-864A-E00B-FC27-016BE304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A849C-7806-E98D-FF42-E84C171A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40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1D4D5C8D-8E79-E1A9-F06B-5B9DBC12521A}"/>
              </a:ext>
            </a:extLst>
          </p:cNvPr>
          <p:cNvGrpSpPr>
            <a:grpSpLocks/>
          </p:cNvGrpSpPr>
          <p:nvPr/>
        </p:nvGrpSpPr>
        <p:grpSpPr bwMode="auto">
          <a:xfrm>
            <a:off x="3161019" y="4690131"/>
            <a:ext cx="0" cy="1092200"/>
            <a:chOff x="1824" y="3064"/>
            <a:chExt cx="0" cy="688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D4CCF597-7274-173D-4B2D-A5FFB09C3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64"/>
              <a:ext cx="0" cy="57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BD059A94-BE5F-6A46-11FF-088ED1A2D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32"/>
              <a:ext cx="0" cy="1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" name="Line 5">
            <a:extLst>
              <a:ext uri="{FF2B5EF4-FFF2-40B4-BE49-F238E27FC236}">
                <a16:creationId xmlns:a16="http://schemas.microsoft.com/office/drawing/2014/main" id="{745A5199-4546-1DB9-CAC8-629A5FA866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60819" y="4385331"/>
            <a:ext cx="28892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859EC184-57D5-EF7A-2607-117E34774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774" y="233117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⒋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画底稿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43EC4FD0-2BFE-907A-9160-C764B3706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587" y="690317"/>
            <a:ext cx="18517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⑴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布置视图：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DE21757D-D5E4-3DCB-A81F-478864E76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224" y="1115767"/>
            <a:ext cx="33906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逐个画各形体的三视图：</a:t>
            </a: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A62DDA47-494E-EFBD-DA68-DCA061B48A96}"/>
              </a:ext>
            </a:extLst>
          </p:cNvPr>
          <p:cNvGrpSpPr>
            <a:grpSpLocks/>
          </p:cNvGrpSpPr>
          <p:nvPr/>
        </p:nvGrpSpPr>
        <p:grpSpPr bwMode="auto">
          <a:xfrm>
            <a:off x="6602718" y="3737631"/>
            <a:ext cx="2678112" cy="2693988"/>
            <a:chOff x="2906" y="1848"/>
            <a:chExt cx="1975" cy="1987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64BE911C-D209-2303-E1B1-8733151D0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3152"/>
              <a:ext cx="47" cy="45"/>
            </a:xfrm>
            <a:custGeom>
              <a:avLst/>
              <a:gdLst>
                <a:gd name="T0" fmla="*/ 67 w 81"/>
                <a:gd name="T1" fmla="*/ 77 h 77"/>
                <a:gd name="T2" fmla="*/ 0 w 81"/>
                <a:gd name="T3" fmla="*/ 38 h 77"/>
                <a:gd name="T4" fmla="*/ 81 w 81"/>
                <a:gd name="T5" fmla="*/ 0 h 77"/>
                <a:gd name="T6" fmla="*/ 67 w 81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77">
                  <a:moveTo>
                    <a:pt x="67" y="77"/>
                  </a:moveTo>
                  <a:lnTo>
                    <a:pt x="0" y="38"/>
                  </a:lnTo>
                  <a:lnTo>
                    <a:pt x="81" y="0"/>
                  </a:lnTo>
                  <a:lnTo>
                    <a:pt x="67" y="77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676E4B9-DAD6-CB7C-C511-728388E60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888"/>
              <a:ext cx="1970" cy="947"/>
            </a:xfrm>
            <a:custGeom>
              <a:avLst/>
              <a:gdLst>
                <a:gd name="T0" fmla="*/ 0 w 2209"/>
                <a:gd name="T1" fmla="*/ 560 h 1062"/>
                <a:gd name="T2" fmla="*/ 0 w 2209"/>
                <a:gd name="T3" fmla="*/ 743 h 1062"/>
                <a:gd name="T4" fmla="*/ 450 w 2209"/>
                <a:gd name="T5" fmla="*/ 1002 h 1062"/>
                <a:gd name="T6" fmla="*/ 490 w 2209"/>
                <a:gd name="T7" fmla="*/ 1021 h 1062"/>
                <a:gd name="T8" fmla="*/ 528 w 2209"/>
                <a:gd name="T9" fmla="*/ 1040 h 1062"/>
                <a:gd name="T10" fmla="*/ 571 w 2209"/>
                <a:gd name="T11" fmla="*/ 1049 h 1062"/>
                <a:gd name="T12" fmla="*/ 635 w 2209"/>
                <a:gd name="T13" fmla="*/ 1062 h 1062"/>
                <a:gd name="T14" fmla="*/ 711 w 2209"/>
                <a:gd name="T15" fmla="*/ 1062 h 1062"/>
                <a:gd name="T16" fmla="*/ 769 w 2209"/>
                <a:gd name="T17" fmla="*/ 1049 h 1062"/>
                <a:gd name="T18" fmla="*/ 826 w 2209"/>
                <a:gd name="T19" fmla="*/ 1021 h 1062"/>
                <a:gd name="T20" fmla="*/ 1204 w 2209"/>
                <a:gd name="T21" fmla="*/ 809 h 1062"/>
                <a:gd name="T22" fmla="*/ 1204 w 2209"/>
                <a:gd name="T23" fmla="*/ 766 h 1062"/>
                <a:gd name="T24" fmla="*/ 1994 w 2209"/>
                <a:gd name="T25" fmla="*/ 301 h 1062"/>
                <a:gd name="T26" fmla="*/ 1995 w 2209"/>
                <a:gd name="T27" fmla="*/ 347 h 1062"/>
                <a:gd name="T28" fmla="*/ 2004 w 2209"/>
                <a:gd name="T29" fmla="*/ 345 h 1062"/>
                <a:gd name="T30" fmla="*/ 2183 w 2209"/>
                <a:gd name="T31" fmla="*/ 237 h 1062"/>
                <a:gd name="T32" fmla="*/ 2206 w 2209"/>
                <a:gd name="T33" fmla="*/ 212 h 1062"/>
                <a:gd name="T34" fmla="*/ 2209 w 2209"/>
                <a:gd name="T35" fmla="*/ 179 h 1062"/>
                <a:gd name="T36" fmla="*/ 2209 w 2209"/>
                <a:gd name="T37" fmla="*/ 0 h 1062"/>
                <a:gd name="T38" fmla="*/ 759 w 2209"/>
                <a:gd name="T39" fmla="*/ 853 h 1062"/>
                <a:gd name="T40" fmla="*/ 514 w 2209"/>
                <a:gd name="T41" fmla="*/ 829 h 1062"/>
                <a:gd name="T42" fmla="*/ 0 w 2209"/>
                <a:gd name="T43" fmla="*/ 560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09" h="1062">
                  <a:moveTo>
                    <a:pt x="0" y="560"/>
                  </a:moveTo>
                  <a:lnTo>
                    <a:pt x="0" y="743"/>
                  </a:lnTo>
                  <a:lnTo>
                    <a:pt x="450" y="1002"/>
                  </a:lnTo>
                  <a:lnTo>
                    <a:pt x="490" y="1021"/>
                  </a:lnTo>
                  <a:lnTo>
                    <a:pt x="528" y="1040"/>
                  </a:lnTo>
                  <a:lnTo>
                    <a:pt x="571" y="1049"/>
                  </a:lnTo>
                  <a:lnTo>
                    <a:pt x="635" y="1062"/>
                  </a:lnTo>
                  <a:lnTo>
                    <a:pt x="711" y="1062"/>
                  </a:lnTo>
                  <a:lnTo>
                    <a:pt x="769" y="1049"/>
                  </a:lnTo>
                  <a:lnTo>
                    <a:pt x="826" y="1021"/>
                  </a:lnTo>
                  <a:lnTo>
                    <a:pt x="1204" y="809"/>
                  </a:lnTo>
                  <a:lnTo>
                    <a:pt x="1204" y="766"/>
                  </a:lnTo>
                  <a:lnTo>
                    <a:pt x="1994" y="301"/>
                  </a:lnTo>
                  <a:lnTo>
                    <a:pt x="1995" y="347"/>
                  </a:lnTo>
                  <a:lnTo>
                    <a:pt x="2004" y="345"/>
                  </a:lnTo>
                  <a:lnTo>
                    <a:pt x="2183" y="237"/>
                  </a:lnTo>
                  <a:lnTo>
                    <a:pt x="2206" y="212"/>
                  </a:lnTo>
                  <a:lnTo>
                    <a:pt x="2209" y="179"/>
                  </a:lnTo>
                  <a:lnTo>
                    <a:pt x="2209" y="0"/>
                  </a:lnTo>
                  <a:lnTo>
                    <a:pt x="759" y="853"/>
                  </a:lnTo>
                  <a:lnTo>
                    <a:pt x="514" y="829"/>
                  </a:lnTo>
                  <a:lnTo>
                    <a:pt x="0" y="56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70588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70588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CC36448D-E46E-C0A5-9CBF-D1AEB85F5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2535"/>
              <a:ext cx="788" cy="728"/>
            </a:xfrm>
            <a:custGeom>
              <a:avLst/>
              <a:gdLst>
                <a:gd name="T0" fmla="*/ 379 w 1338"/>
                <a:gd name="T1" fmla="*/ 1237 h 1237"/>
                <a:gd name="T2" fmla="*/ 0 w 1338"/>
                <a:gd name="T3" fmla="*/ 551 h 1237"/>
                <a:gd name="T4" fmla="*/ 320 w 1338"/>
                <a:gd name="T5" fmla="*/ 371 h 1237"/>
                <a:gd name="T6" fmla="*/ 233 w 1338"/>
                <a:gd name="T7" fmla="*/ 167 h 1237"/>
                <a:gd name="T8" fmla="*/ 517 w 1338"/>
                <a:gd name="T9" fmla="*/ 0 h 1237"/>
                <a:gd name="T10" fmla="*/ 1236 w 1338"/>
                <a:gd name="T11" fmla="*/ 407 h 1237"/>
                <a:gd name="T12" fmla="*/ 1302 w 1338"/>
                <a:gd name="T13" fmla="*/ 473 h 1237"/>
                <a:gd name="T14" fmla="*/ 1338 w 1338"/>
                <a:gd name="T15" fmla="*/ 531 h 1237"/>
                <a:gd name="T16" fmla="*/ 1338 w 1338"/>
                <a:gd name="T17" fmla="*/ 611 h 1237"/>
                <a:gd name="T18" fmla="*/ 1324 w 1338"/>
                <a:gd name="T19" fmla="*/ 662 h 1237"/>
                <a:gd name="T20" fmla="*/ 1295 w 1338"/>
                <a:gd name="T21" fmla="*/ 706 h 1237"/>
                <a:gd name="T22" fmla="*/ 1260 w 1338"/>
                <a:gd name="T23" fmla="*/ 743 h 1237"/>
                <a:gd name="T24" fmla="*/ 379 w 1338"/>
                <a:gd name="T25" fmla="*/ 1237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8" h="1237">
                  <a:moveTo>
                    <a:pt x="379" y="1237"/>
                  </a:moveTo>
                  <a:lnTo>
                    <a:pt x="0" y="551"/>
                  </a:lnTo>
                  <a:lnTo>
                    <a:pt x="320" y="371"/>
                  </a:lnTo>
                  <a:lnTo>
                    <a:pt x="233" y="167"/>
                  </a:lnTo>
                  <a:lnTo>
                    <a:pt x="517" y="0"/>
                  </a:lnTo>
                  <a:lnTo>
                    <a:pt x="1236" y="407"/>
                  </a:lnTo>
                  <a:lnTo>
                    <a:pt x="1302" y="473"/>
                  </a:lnTo>
                  <a:lnTo>
                    <a:pt x="1338" y="531"/>
                  </a:lnTo>
                  <a:lnTo>
                    <a:pt x="1338" y="611"/>
                  </a:lnTo>
                  <a:lnTo>
                    <a:pt x="1324" y="662"/>
                  </a:lnTo>
                  <a:lnTo>
                    <a:pt x="1295" y="706"/>
                  </a:lnTo>
                  <a:lnTo>
                    <a:pt x="1260" y="743"/>
                  </a:lnTo>
                  <a:lnTo>
                    <a:pt x="379" y="123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50980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D33586B5-4F63-985E-7CD8-02B7AD350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3087"/>
              <a:ext cx="1282" cy="604"/>
            </a:xfrm>
            <a:custGeom>
              <a:avLst/>
              <a:gdLst>
                <a:gd name="T0" fmla="*/ 269 w 1438"/>
                <a:gd name="T1" fmla="*/ 192 h 678"/>
                <a:gd name="T2" fmla="*/ 423 w 1438"/>
                <a:gd name="T3" fmla="*/ 264 h 678"/>
                <a:gd name="T4" fmla="*/ 903 w 1438"/>
                <a:gd name="T5" fmla="*/ 0 h 678"/>
                <a:gd name="T6" fmla="*/ 1438 w 1438"/>
                <a:gd name="T7" fmla="*/ 280 h 678"/>
                <a:gd name="T8" fmla="*/ 860 w 1438"/>
                <a:gd name="T9" fmla="*/ 615 h 678"/>
                <a:gd name="T10" fmla="*/ 812 w 1438"/>
                <a:gd name="T11" fmla="*/ 640 h 678"/>
                <a:gd name="T12" fmla="*/ 778 w 1438"/>
                <a:gd name="T13" fmla="*/ 654 h 678"/>
                <a:gd name="T14" fmla="*/ 716 w 1438"/>
                <a:gd name="T15" fmla="*/ 668 h 678"/>
                <a:gd name="T16" fmla="*/ 668 w 1438"/>
                <a:gd name="T17" fmla="*/ 678 h 678"/>
                <a:gd name="T18" fmla="*/ 610 w 1438"/>
                <a:gd name="T19" fmla="*/ 668 h 678"/>
                <a:gd name="T20" fmla="*/ 533 w 1438"/>
                <a:gd name="T21" fmla="*/ 644 h 678"/>
                <a:gd name="T22" fmla="*/ 490 w 1438"/>
                <a:gd name="T23" fmla="*/ 621 h 678"/>
                <a:gd name="T24" fmla="*/ 0 w 1438"/>
                <a:gd name="T25" fmla="*/ 342 h 678"/>
                <a:gd name="T26" fmla="*/ 269 w 1438"/>
                <a:gd name="T27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8" h="678">
                  <a:moveTo>
                    <a:pt x="269" y="192"/>
                  </a:moveTo>
                  <a:lnTo>
                    <a:pt x="423" y="264"/>
                  </a:lnTo>
                  <a:lnTo>
                    <a:pt x="903" y="0"/>
                  </a:lnTo>
                  <a:lnTo>
                    <a:pt x="1438" y="280"/>
                  </a:lnTo>
                  <a:lnTo>
                    <a:pt x="860" y="615"/>
                  </a:lnTo>
                  <a:lnTo>
                    <a:pt x="812" y="640"/>
                  </a:lnTo>
                  <a:lnTo>
                    <a:pt x="778" y="654"/>
                  </a:lnTo>
                  <a:lnTo>
                    <a:pt x="716" y="668"/>
                  </a:lnTo>
                  <a:lnTo>
                    <a:pt x="668" y="678"/>
                  </a:lnTo>
                  <a:lnTo>
                    <a:pt x="610" y="668"/>
                  </a:lnTo>
                  <a:lnTo>
                    <a:pt x="533" y="644"/>
                  </a:lnTo>
                  <a:lnTo>
                    <a:pt x="490" y="621"/>
                  </a:lnTo>
                  <a:lnTo>
                    <a:pt x="0" y="342"/>
                  </a:lnTo>
                  <a:lnTo>
                    <a:pt x="269" y="192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470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D531FD3A-C40A-B80A-8BCD-8278845A1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689"/>
              <a:ext cx="177" cy="169"/>
            </a:xfrm>
            <a:custGeom>
              <a:avLst/>
              <a:gdLst>
                <a:gd name="T0" fmla="*/ 32 w 302"/>
                <a:gd name="T1" fmla="*/ 39 h 288"/>
                <a:gd name="T2" fmla="*/ 0 w 302"/>
                <a:gd name="T3" fmla="*/ 288 h 288"/>
                <a:gd name="T4" fmla="*/ 302 w 302"/>
                <a:gd name="T5" fmla="*/ 102 h 288"/>
                <a:gd name="T6" fmla="*/ 295 w 302"/>
                <a:gd name="T7" fmla="*/ 0 h 288"/>
                <a:gd name="T8" fmla="*/ 32 w 302"/>
                <a:gd name="T9" fmla="*/ 3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" h="288">
                  <a:moveTo>
                    <a:pt x="32" y="39"/>
                  </a:moveTo>
                  <a:lnTo>
                    <a:pt x="0" y="288"/>
                  </a:lnTo>
                  <a:lnTo>
                    <a:pt x="302" y="102"/>
                  </a:lnTo>
                  <a:lnTo>
                    <a:pt x="295" y="0"/>
                  </a:lnTo>
                  <a:lnTo>
                    <a:pt x="32" y="39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25490"/>
                    <a:invGamma/>
                  </a:srgbClr>
                </a:gs>
                <a:gs pos="100000">
                  <a:srgbClr val="FF9999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DE86ECFC-F532-39A4-A696-059CA9405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619"/>
              <a:ext cx="482" cy="742"/>
            </a:xfrm>
            <a:custGeom>
              <a:avLst/>
              <a:gdLst>
                <a:gd name="T0" fmla="*/ 1 w 817"/>
                <a:gd name="T1" fmla="*/ 0 h 1260"/>
                <a:gd name="T2" fmla="*/ 304 w 817"/>
                <a:gd name="T3" fmla="*/ 170 h 1260"/>
                <a:gd name="T4" fmla="*/ 304 w 817"/>
                <a:gd name="T5" fmla="*/ 356 h 1260"/>
                <a:gd name="T6" fmla="*/ 817 w 817"/>
                <a:gd name="T7" fmla="*/ 1260 h 1260"/>
                <a:gd name="T8" fmla="*/ 0 w 817"/>
                <a:gd name="T9" fmla="*/ 797 h 1260"/>
                <a:gd name="T10" fmla="*/ 1 w 817"/>
                <a:gd name="T11" fmla="*/ 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1260">
                  <a:moveTo>
                    <a:pt x="1" y="0"/>
                  </a:moveTo>
                  <a:lnTo>
                    <a:pt x="304" y="170"/>
                  </a:lnTo>
                  <a:lnTo>
                    <a:pt x="304" y="356"/>
                  </a:lnTo>
                  <a:lnTo>
                    <a:pt x="817" y="1260"/>
                  </a:lnTo>
                  <a:lnTo>
                    <a:pt x="0" y="797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50980"/>
                    <a:invGamma/>
                  </a:srgbClr>
                </a:gs>
                <a:gs pos="100000">
                  <a:srgbClr val="FF9999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02855715-D6E0-8CF5-4E5E-59C671699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521"/>
              <a:ext cx="279" cy="343"/>
            </a:xfrm>
            <a:custGeom>
              <a:avLst/>
              <a:gdLst>
                <a:gd name="T0" fmla="*/ 158 w 279"/>
                <a:gd name="T1" fmla="*/ 0 h 343"/>
                <a:gd name="T2" fmla="*/ 279 w 279"/>
                <a:gd name="T3" fmla="*/ 227 h 343"/>
                <a:gd name="T4" fmla="*/ 69 w 279"/>
                <a:gd name="T5" fmla="*/ 343 h 343"/>
                <a:gd name="T6" fmla="*/ 9 w 279"/>
                <a:gd name="T7" fmla="*/ 227 h 343"/>
                <a:gd name="T8" fmla="*/ 0 w 279"/>
                <a:gd name="T9" fmla="*/ 141 h 343"/>
                <a:gd name="T10" fmla="*/ 158 w 279"/>
                <a:gd name="T11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9" h="343">
                  <a:moveTo>
                    <a:pt x="158" y="0"/>
                  </a:moveTo>
                  <a:lnTo>
                    <a:pt x="279" y="227"/>
                  </a:lnTo>
                  <a:lnTo>
                    <a:pt x="69" y="343"/>
                  </a:lnTo>
                  <a:lnTo>
                    <a:pt x="9" y="227"/>
                  </a:lnTo>
                  <a:lnTo>
                    <a:pt x="0" y="141"/>
                  </a:lnTo>
                  <a:lnTo>
                    <a:pt x="15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99FF">
                    <a:gamma/>
                    <a:shade val="46275"/>
                    <a:invGamma/>
                  </a:srgbClr>
                </a:gs>
                <a:gs pos="100000">
                  <a:srgbClr val="9999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0ABA4B3A-5DDB-4064-176C-E7473B0A6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1848"/>
              <a:ext cx="898" cy="867"/>
            </a:xfrm>
            <a:custGeom>
              <a:avLst/>
              <a:gdLst>
                <a:gd name="T0" fmla="*/ 1524 w 1524"/>
                <a:gd name="T1" fmla="*/ 516 h 1472"/>
                <a:gd name="T2" fmla="*/ 612 w 1524"/>
                <a:gd name="T3" fmla="*/ 0 h 1472"/>
                <a:gd name="T4" fmla="*/ 468 w 1524"/>
                <a:gd name="T5" fmla="*/ 12 h 1472"/>
                <a:gd name="T6" fmla="*/ 312 w 1524"/>
                <a:gd name="T7" fmla="*/ 72 h 1472"/>
                <a:gd name="T8" fmla="*/ 216 w 1524"/>
                <a:gd name="T9" fmla="*/ 144 h 1472"/>
                <a:gd name="T10" fmla="*/ 108 w 1524"/>
                <a:gd name="T11" fmla="*/ 264 h 1472"/>
                <a:gd name="T12" fmla="*/ 36 w 1524"/>
                <a:gd name="T13" fmla="*/ 408 h 1472"/>
                <a:gd name="T14" fmla="*/ 0 w 1524"/>
                <a:gd name="T15" fmla="*/ 540 h 1472"/>
                <a:gd name="T16" fmla="*/ 0 w 1524"/>
                <a:gd name="T17" fmla="*/ 720 h 1472"/>
                <a:gd name="T18" fmla="*/ 36 w 1524"/>
                <a:gd name="T19" fmla="*/ 864 h 1472"/>
                <a:gd name="T20" fmla="*/ 108 w 1524"/>
                <a:gd name="T21" fmla="*/ 948 h 1472"/>
                <a:gd name="T22" fmla="*/ 1022 w 1524"/>
                <a:gd name="T23" fmla="*/ 1472 h 1472"/>
                <a:gd name="T24" fmla="*/ 1524 w 1524"/>
                <a:gd name="T25" fmla="*/ 516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4" h="1472">
                  <a:moveTo>
                    <a:pt x="1524" y="516"/>
                  </a:moveTo>
                  <a:lnTo>
                    <a:pt x="612" y="0"/>
                  </a:lnTo>
                  <a:lnTo>
                    <a:pt x="468" y="12"/>
                  </a:lnTo>
                  <a:lnTo>
                    <a:pt x="312" y="72"/>
                  </a:lnTo>
                  <a:lnTo>
                    <a:pt x="216" y="144"/>
                  </a:lnTo>
                  <a:lnTo>
                    <a:pt x="108" y="264"/>
                  </a:lnTo>
                  <a:lnTo>
                    <a:pt x="36" y="408"/>
                  </a:lnTo>
                  <a:lnTo>
                    <a:pt x="0" y="540"/>
                  </a:lnTo>
                  <a:lnTo>
                    <a:pt x="0" y="720"/>
                  </a:lnTo>
                  <a:lnTo>
                    <a:pt x="36" y="864"/>
                  </a:lnTo>
                  <a:lnTo>
                    <a:pt x="108" y="948"/>
                  </a:lnTo>
                  <a:lnTo>
                    <a:pt x="1022" y="1472"/>
                  </a:lnTo>
                  <a:lnTo>
                    <a:pt x="1524" y="516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46275"/>
                    <a:invGamma/>
                  </a:srgbClr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46835D8C-1150-E131-CEB3-F0B8EB58E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144"/>
              <a:ext cx="468" cy="582"/>
            </a:xfrm>
            <a:custGeom>
              <a:avLst/>
              <a:gdLst>
                <a:gd name="T0" fmla="*/ 775 w 4771"/>
                <a:gd name="T1" fmla="*/ 5751 h 5932"/>
                <a:gd name="T2" fmla="*/ 1138 w 4771"/>
                <a:gd name="T3" fmla="*/ 5894 h 5932"/>
                <a:gd name="T4" fmla="*/ 1546 w 4771"/>
                <a:gd name="T5" fmla="*/ 5932 h 5932"/>
                <a:gd name="T6" fmla="*/ 1986 w 4771"/>
                <a:gd name="T7" fmla="*/ 5861 h 5932"/>
                <a:gd name="T8" fmla="*/ 2438 w 4771"/>
                <a:gd name="T9" fmla="*/ 5685 h 5932"/>
                <a:gd name="T10" fmla="*/ 2889 w 4771"/>
                <a:gd name="T11" fmla="*/ 5412 h 5932"/>
                <a:gd name="T12" fmla="*/ 3322 w 4771"/>
                <a:gd name="T13" fmla="*/ 5050 h 5932"/>
                <a:gd name="T14" fmla="*/ 3721 w 4771"/>
                <a:gd name="T15" fmla="*/ 4613 h 5932"/>
                <a:gd name="T16" fmla="*/ 4071 w 4771"/>
                <a:gd name="T17" fmla="*/ 4116 h 5932"/>
                <a:gd name="T18" fmla="*/ 4361 w 4771"/>
                <a:gd name="T19" fmla="*/ 3576 h 5932"/>
                <a:gd name="T20" fmla="*/ 4579 w 4771"/>
                <a:gd name="T21" fmla="*/ 3015 h 5932"/>
                <a:gd name="T22" fmla="*/ 4717 w 4771"/>
                <a:gd name="T23" fmla="*/ 2453 h 5932"/>
                <a:gd name="T24" fmla="*/ 4771 w 4771"/>
                <a:gd name="T25" fmla="*/ 1909 h 5932"/>
                <a:gd name="T26" fmla="*/ 4740 w 4771"/>
                <a:gd name="T27" fmla="*/ 1402 h 5932"/>
                <a:gd name="T28" fmla="*/ 4623 w 4771"/>
                <a:gd name="T29" fmla="*/ 952 h 5932"/>
                <a:gd name="T30" fmla="*/ 4425 w 4771"/>
                <a:gd name="T31" fmla="*/ 575 h 5932"/>
                <a:gd name="T32" fmla="*/ 4153 w 4771"/>
                <a:gd name="T33" fmla="*/ 285 h 5932"/>
                <a:gd name="T34" fmla="*/ 3817 w 4771"/>
                <a:gd name="T35" fmla="*/ 90 h 5932"/>
                <a:gd name="T36" fmla="*/ 3429 w 4771"/>
                <a:gd name="T37" fmla="*/ 0 h 5932"/>
                <a:gd name="T38" fmla="*/ 3004 w 4771"/>
                <a:gd name="T39" fmla="*/ 17 h 5932"/>
                <a:gd name="T40" fmla="*/ 2556 w 4771"/>
                <a:gd name="T41" fmla="*/ 140 h 5932"/>
                <a:gd name="T42" fmla="*/ 2102 w 4771"/>
                <a:gd name="T43" fmla="*/ 366 h 5932"/>
                <a:gd name="T44" fmla="*/ 1658 w 4771"/>
                <a:gd name="T45" fmla="*/ 685 h 5932"/>
                <a:gd name="T46" fmla="*/ 1241 w 4771"/>
                <a:gd name="T47" fmla="*/ 1086 h 5932"/>
                <a:gd name="T48" fmla="*/ 864 w 4771"/>
                <a:gd name="T49" fmla="*/ 1556 h 5932"/>
                <a:gd name="T50" fmla="*/ 542 w 4771"/>
                <a:gd name="T51" fmla="*/ 2076 h 5932"/>
                <a:gd name="T52" fmla="*/ 287 w 4771"/>
                <a:gd name="T53" fmla="*/ 2629 h 5932"/>
                <a:gd name="T54" fmla="*/ 108 w 4771"/>
                <a:gd name="T55" fmla="*/ 3193 h 5932"/>
                <a:gd name="T56" fmla="*/ 12 w 4771"/>
                <a:gd name="T57" fmla="*/ 3749 h 5932"/>
                <a:gd name="T58" fmla="*/ 0 w 4771"/>
                <a:gd name="T59" fmla="*/ 4277 h 5932"/>
                <a:gd name="T60" fmla="*/ 75 w 4771"/>
                <a:gd name="T61" fmla="*/ 4757 h 5932"/>
                <a:gd name="T62" fmla="*/ 233 w 4771"/>
                <a:gd name="T63" fmla="*/ 5173 h 5932"/>
                <a:gd name="T64" fmla="*/ 470 w 4771"/>
                <a:gd name="T65" fmla="*/ 5509 h 5932"/>
                <a:gd name="T66" fmla="*/ 775 w 4771"/>
                <a:gd name="T67" fmla="*/ 5751 h 5932"/>
                <a:gd name="T68" fmla="*/ 777 w 4771"/>
                <a:gd name="T69" fmla="*/ 5751 h 5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1" h="5932">
                  <a:moveTo>
                    <a:pt x="775" y="5751"/>
                  </a:moveTo>
                  <a:lnTo>
                    <a:pt x="1138" y="5894"/>
                  </a:lnTo>
                  <a:lnTo>
                    <a:pt x="1546" y="5932"/>
                  </a:lnTo>
                  <a:lnTo>
                    <a:pt x="1986" y="5861"/>
                  </a:lnTo>
                  <a:lnTo>
                    <a:pt x="2438" y="5685"/>
                  </a:lnTo>
                  <a:lnTo>
                    <a:pt x="2889" y="5412"/>
                  </a:lnTo>
                  <a:lnTo>
                    <a:pt x="3322" y="5050"/>
                  </a:lnTo>
                  <a:lnTo>
                    <a:pt x="3721" y="4613"/>
                  </a:lnTo>
                  <a:lnTo>
                    <a:pt x="4071" y="4116"/>
                  </a:lnTo>
                  <a:lnTo>
                    <a:pt x="4361" y="3576"/>
                  </a:lnTo>
                  <a:lnTo>
                    <a:pt x="4579" y="3015"/>
                  </a:lnTo>
                  <a:lnTo>
                    <a:pt x="4717" y="2453"/>
                  </a:lnTo>
                  <a:lnTo>
                    <a:pt x="4771" y="1909"/>
                  </a:lnTo>
                  <a:lnTo>
                    <a:pt x="4740" y="1402"/>
                  </a:lnTo>
                  <a:lnTo>
                    <a:pt x="4623" y="952"/>
                  </a:lnTo>
                  <a:lnTo>
                    <a:pt x="4425" y="575"/>
                  </a:lnTo>
                  <a:lnTo>
                    <a:pt x="4153" y="285"/>
                  </a:lnTo>
                  <a:lnTo>
                    <a:pt x="3817" y="90"/>
                  </a:lnTo>
                  <a:lnTo>
                    <a:pt x="3429" y="0"/>
                  </a:lnTo>
                  <a:lnTo>
                    <a:pt x="3004" y="17"/>
                  </a:lnTo>
                  <a:lnTo>
                    <a:pt x="2556" y="140"/>
                  </a:lnTo>
                  <a:lnTo>
                    <a:pt x="2102" y="366"/>
                  </a:lnTo>
                  <a:lnTo>
                    <a:pt x="1658" y="685"/>
                  </a:lnTo>
                  <a:lnTo>
                    <a:pt x="1241" y="1086"/>
                  </a:lnTo>
                  <a:lnTo>
                    <a:pt x="864" y="1556"/>
                  </a:lnTo>
                  <a:lnTo>
                    <a:pt x="542" y="2076"/>
                  </a:lnTo>
                  <a:lnTo>
                    <a:pt x="287" y="2629"/>
                  </a:lnTo>
                  <a:lnTo>
                    <a:pt x="108" y="3193"/>
                  </a:lnTo>
                  <a:lnTo>
                    <a:pt x="12" y="3749"/>
                  </a:lnTo>
                  <a:lnTo>
                    <a:pt x="0" y="4277"/>
                  </a:lnTo>
                  <a:lnTo>
                    <a:pt x="75" y="4757"/>
                  </a:lnTo>
                  <a:lnTo>
                    <a:pt x="233" y="5173"/>
                  </a:lnTo>
                  <a:lnTo>
                    <a:pt x="470" y="5509"/>
                  </a:lnTo>
                  <a:lnTo>
                    <a:pt x="775" y="5751"/>
                  </a:lnTo>
                  <a:lnTo>
                    <a:pt x="777" y="5751"/>
                  </a:lnTo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73D681E-24D1-4E9A-A066-3CED1AA43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289"/>
              <a:ext cx="234" cy="291"/>
            </a:xfrm>
            <a:custGeom>
              <a:avLst/>
              <a:gdLst>
                <a:gd name="T0" fmla="*/ 1999 w 2386"/>
                <a:gd name="T1" fmla="*/ 91 h 2966"/>
                <a:gd name="T2" fmla="*/ 1817 w 2386"/>
                <a:gd name="T3" fmla="*/ 19 h 2966"/>
                <a:gd name="T4" fmla="*/ 1613 w 2386"/>
                <a:gd name="T5" fmla="*/ 0 h 2966"/>
                <a:gd name="T6" fmla="*/ 1394 w 2386"/>
                <a:gd name="T7" fmla="*/ 36 h 2966"/>
                <a:gd name="T8" fmla="*/ 1167 w 2386"/>
                <a:gd name="T9" fmla="*/ 124 h 2966"/>
                <a:gd name="T10" fmla="*/ 942 w 2386"/>
                <a:gd name="T11" fmla="*/ 261 h 2966"/>
                <a:gd name="T12" fmla="*/ 725 w 2386"/>
                <a:gd name="T13" fmla="*/ 441 h 2966"/>
                <a:gd name="T14" fmla="*/ 526 w 2386"/>
                <a:gd name="T15" fmla="*/ 660 h 2966"/>
                <a:gd name="T16" fmla="*/ 351 w 2386"/>
                <a:gd name="T17" fmla="*/ 909 h 2966"/>
                <a:gd name="T18" fmla="*/ 206 w 2386"/>
                <a:gd name="T19" fmla="*/ 1179 h 2966"/>
                <a:gd name="T20" fmla="*/ 97 w 2386"/>
                <a:gd name="T21" fmla="*/ 1459 h 2966"/>
                <a:gd name="T22" fmla="*/ 27 w 2386"/>
                <a:gd name="T23" fmla="*/ 1740 h 2966"/>
                <a:gd name="T24" fmla="*/ 0 w 2386"/>
                <a:gd name="T25" fmla="*/ 2012 h 2966"/>
                <a:gd name="T26" fmla="*/ 16 w 2386"/>
                <a:gd name="T27" fmla="*/ 2265 h 2966"/>
                <a:gd name="T28" fmla="*/ 75 w 2386"/>
                <a:gd name="T29" fmla="*/ 2490 h 2966"/>
                <a:gd name="T30" fmla="*/ 174 w 2386"/>
                <a:gd name="T31" fmla="*/ 2679 h 2966"/>
                <a:gd name="T32" fmla="*/ 310 w 2386"/>
                <a:gd name="T33" fmla="*/ 2825 h 2966"/>
                <a:gd name="T34" fmla="*/ 477 w 2386"/>
                <a:gd name="T35" fmla="*/ 2922 h 2966"/>
                <a:gd name="T36" fmla="*/ 672 w 2386"/>
                <a:gd name="T37" fmla="*/ 2966 h 2966"/>
                <a:gd name="T38" fmla="*/ 884 w 2386"/>
                <a:gd name="T39" fmla="*/ 2958 h 2966"/>
                <a:gd name="T40" fmla="*/ 1108 w 2386"/>
                <a:gd name="T41" fmla="*/ 2897 h 2966"/>
                <a:gd name="T42" fmla="*/ 1335 w 2386"/>
                <a:gd name="T43" fmla="*/ 2784 h 2966"/>
                <a:gd name="T44" fmla="*/ 1557 w 2386"/>
                <a:gd name="T45" fmla="*/ 2625 h 2966"/>
                <a:gd name="T46" fmla="*/ 1766 w 2386"/>
                <a:gd name="T47" fmla="*/ 2423 h 2966"/>
                <a:gd name="T48" fmla="*/ 1954 w 2386"/>
                <a:gd name="T49" fmla="*/ 2189 h 2966"/>
                <a:gd name="T50" fmla="*/ 2115 w 2386"/>
                <a:gd name="T51" fmla="*/ 1928 h 2966"/>
                <a:gd name="T52" fmla="*/ 2243 w 2386"/>
                <a:gd name="T53" fmla="*/ 1653 h 2966"/>
                <a:gd name="T54" fmla="*/ 2332 w 2386"/>
                <a:gd name="T55" fmla="*/ 1370 h 2966"/>
                <a:gd name="T56" fmla="*/ 2380 w 2386"/>
                <a:gd name="T57" fmla="*/ 1092 h 2966"/>
                <a:gd name="T58" fmla="*/ 2386 w 2386"/>
                <a:gd name="T59" fmla="*/ 828 h 2966"/>
                <a:gd name="T60" fmla="*/ 2349 w 2386"/>
                <a:gd name="T61" fmla="*/ 588 h 2966"/>
                <a:gd name="T62" fmla="*/ 2270 w 2386"/>
                <a:gd name="T63" fmla="*/ 380 h 2966"/>
                <a:gd name="T64" fmla="*/ 2152 w 2386"/>
                <a:gd name="T65" fmla="*/ 213 h 2966"/>
                <a:gd name="T66" fmla="*/ 1999 w 2386"/>
                <a:gd name="T67" fmla="*/ 91 h 2966"/>
                <a:gd name="T68" fmla="*/ 2000 w 2386"/>
                <a:gd name="T69" fmla="*/ 91 h 2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86" h="2966">
                  <a:moveTo>
                    <a:pt x="1999" y="91"/>
                  </a:moveTo>
                  <a:lnTo>
                    <a:pt x="1817" y="19"/>
                  </a:lnTo>
                  <a:lnTo>
                    <a:pt x="1613" y="0"/>
                  </a:lnTo>
                  <a:lnTo>
                    <a:pt x="1394" y="36"/>
                  </a:lnTo>
                  <a:lnTo>
                    <a:pt x="1167" y="124"/>
                  </a:lnTo>
                  <a:lnTo>
                    <a:pt x="942" y="261"/>
                  </a:lnTo>
                  <a:lnTo>
                    <a:pt x="725" y="441"/>
                  </a:lnTo>
                  <a:lnTo>
                    <a:pt x="526" y="660"/>
                  </a:lnTo>
                  <a:lnTo>
                    <a:pt x="351" y="909"/>
                  </a:lnTo>
                  <a:lnTo>
                    <a:pt x="206" y="1179"/>
                  </a:lnTo>
                  <a:lnTo>
                    <a:pt x="97" y="1459"/>
                  </a:lnTo>
                  <a:lnTo>
                    <a:pt x="27" y="1740"/>
                  </a:lnTo>
                  <a:lnTo>
                    <a:pt x="0" y="2012"/>
                  </a:lnTo>
                  <a:lnTo>
                    <a:pt x="16" y="2265"/>
                  </a:lnTo>
                  <a:lnTo>
                    <a:pt x="75" y="2490"/>
                  </a:lnTo>
                  <a:lnTo>
                    <a:pt x="174" y="2679"/>
                  </a:lnTo>
                  <a:lnTo>
                    <a:pt x="310" y="2825"/>
                  </a:lnTo>
                  <a:lnTo>
                    <a:pt x="477" y="2922"/>
                  </a:lnTo>
                  <a:lnTo>
                    <a:pt x="672" y="2966"/>
                  </a:lnTo>
                  <a:lnTo>
                    <a:pt x="884" y="2958"/>
                  </a:lnTo>
                  <a:lnTo>
                    <a:pt x="1108" y="2897"/>
                  </a:lnTo>
                  <a:lnTo>
                    <a:pt x="1335" y="2784"/>
                  </a:lnTo>
                  <a:lnTo>
                    <a:pt x="1557" y="2625"/>
                  </a:lnTo>
                  <a:lnTo>
                    <a:pt x="1766" y="2423"/>
                  </a:lnTo>
                  <a:lnTo>
                    <a:pt x="1954" y="2189"/>
                  </a:lnTo>
                  <a:lnTo>
                    <a:pt x="2115" y="1928"/>
                  </a:lnTo>
                  <a:lnTo>
                    <a:pt x="2243" y="1653"/>
                  </a:lnTo>
                  <a:lnTo>
                    <a:pt x="2332" y="1370"/>
                  </a:lnTo>
                  <a:lnTo>
                    <a:pt x="2380" y="1092"/>
                  </a:lnTo>
                  <a:lnTo>
                    <a:pt x="2386" y="828"/>
                  </a:lnTo>
                  <a:lnTo>
                    <a:pt x="2349" y="588"/>
                  </a:lnTo>
                  <a:lnTo>
                    <a:pt x="2270" y="380"/>
                  </a:lnTo>
                  <a:lnTo>
                    <a:pt x="2152" y="213"/>
                  </a:lnTo>
                  <a:lnTo>
                    <a:pt x="1999" y="91"/>
                  </a:lnTo>
                  <a:lnTo>
                    <a:pt x="2000" y="91"/>
                  </a:lnTo>
                </a:path>
              </a:pathLst>
            </a:custGeom>
            <a:gradFill rotWithShape="0">
              <a:gsLst>
                <a:gs pos="0">
                  <a:srgbClr val="FF9966">
                    <a:gamma/>
                    <a:shade val="46275"/>
                    <a:invGamma/>
                  </a:srgbClr>
                </a:gs>
                <a:gs pos="50000">
                  <a:srgbClr val="FF9966"/>
                </a:gs>
                <a:gs pos="100000">
                  <a:srgbClr val="FF9966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9966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51F32AA9-D7DE-F0E4-52D2-5B7387F16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3454"/>
              <a:ext cx="236" cy="150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1709E0A5-C809-6F19-3D13-5AFCC2E9C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03"/>
              <a:ext cx="236" cy="151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35654767-3BED-1884-F83D-6EE79FDA1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2232"/>
              <a:ext cx="442" cy="1104"/>
            </a:xfrm>
            <a:custGeom>
              <a:avLst/>
              <a:gdLst>
                <a:gd name="T0" fmla="*/ 287 w 442"/>
                <a:gd name="T1" fmla="*/ 0 h 1104"/>
                <a:gd name="T2" fmla="*/ 0 w 442"/>
                <a:gd name="T3" fmla="*/ 1030 h 1104"/>
                <a:gd name="T4" fmla="*/ 148 w 442"/>
                <a:gd name="T5" fmla="*/ 1104 h 1104"/>
                <a:gd name="T6" fmla="*/ 442 w 442"/>
                <a:gd name="T7" fmla="*/ 80 h 1104"/>
                <a:gd name="T8" fmla="*/ 287 w 442"/>
                <a:gd name="T9" fmla="*/ 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2" h="1104">
                  <a:moveTo>
                    <a:pt x="287" y="0"/>
                  </a:moveTo>
                  <a:lnTo>
                    <a:pt x="0" y="1030"/>
                  </a:lnTo>
                  <a:lnTo>
                    <a:pt x="148" y="1104"/>
                  </a:lnTo>
                  <a:lnTo>
                    <a:pt x="442" y="8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A9EC92C4-2F7D-0B7F-C6D6-83776E32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307"/>
              <a:ext cx="437" cy="1033"/>
            </a:xfrm>
            <a:custGeom>
              <a:avLst/>
              <a:gdLst>
                <a:gd name="T0" fmla="*/ 0 w 742"/>
                <a:gd name="T1" fmla="*/ 1752 h 1752"/>
                <a:gd name="T2" fmla="*/ 742 w 742"/>
                <a:gd name="T3" fmla="*/ 1345 h 1752"/>
                <a:gd name="T4" fmla="*/ 742 w 742"/>
                <a:gd name="T5" fmla="*/ 538 h 1752"/>
                <a:gd name="T6" fmla="*/ 636 w 742"/>
                <a:gd name="T7" fmla="*/ 468 h 1752"/>
                <a:gd name="T8" fmla="*/ 544 w 742"/>
                <a:gd name="T9" fmla="*/ 378 h 1752"/>
                <a:gd name="T10" fmla="*/ 508 w 742"/>
                <a:gd name="T11" fmla="*/ 269 h 1752"/>
                <a:gd name="T12" fmla="*/ 500 w 742"/>
                <a:gd name="T13" fmla="*/ 138 h 1752"/>
                <a:gd name="T14" fmla="*/ 515 w 742"/>
                <a:gd name="T15" fmla="*/ 0 h 1752"/>
                <a:gd name="T16" fmla="*/ 0 w 742"/>
                <a:gd name="T17" fmla="*/ 1752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2" h="1752">
                  <a:moveTo>
                    <a:pt x="0" y="1752"/>
                  </a:moveTo>
                  <a:lnTo>
                    <a:pt x="742" y="1345"/>
                  </a:lnTo>
                  <a:lnTo>
                    <a:pt x="742" y="538"/>
                  </a:lnTo>
                  <a:lnTo>
                    <a:pt x="636" y="468"/>
                  </a:lnTo>
                  <a:lnTo>
                    <a:pt x="544" y="378"/>
                  </a:lnTo>
                  <a:lnTo>
                    <a:pt x="508" y="269"/>
                  </a:lnTo>
                  <a:lnTo>
                    <a:pt x="500" y="138"/>
                  </a:lnTo>
                  <a:lnTo>
                    <a:pt x="515" y="0"/>
                  </a:lnTo>
                  <a:lnTo>
                    <a:pt x="0" y="1752"/>
                  </a:lnTo>
                  <a:close/>
                </a:path>
              </a:pathLst>
            </a:custGeom>
            <a:gradFill rotWithShape="0">
              <a:gsLst>
                <a:gs pos="0">
                  <a:srgbClr val="9933FF"/>
                </a:gs>
                <a:gs pos="100000">
                  <a:srgbClr val="9933FF">
                    <a:gamma/>
                    <a:shade val="64706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DE86C0A2-8436-1E1A-294D-6700ABCFE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744"/>
              <a:ext cx="439" cy="609"/>
            </a:xfrm>
            <a:custGeom>
              <a:avLst/>
              <a:gdLst>
                <a:gd name="T0" fmla="*/ 0 w 746"/>
                <a:gd name="T1" fmla="*/ 158 h 1032"/>
                <a:gd name="T2" fmla="*/ 491 w 746"/>
                <a:gd name="T3" fmla="*/ 1032 h 1032"/>
                <a:gd name="T4" fmla="*/ 746 w 746"/>
                <a:gd name="T5" fmla="*/ 880 h 1032"/>
                <a:gd name="T6" fmla="*/ 266 w 746"/>
                <a:gd name="T7" fmla="*/ 0 h 1032"/>
                <a:gd name="T8" fmla="*/ 0 w 746"/>
                <a:gd name="T9" fmla="*/ 15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1032">
                  <a:moveTo>
                    <a:pt x="0" y="158"/>
                  </a:moveTo>
                  <a:lnTo>
                    <a:pt x="491" y="1032"/>
                  </a:lnTo>
                  <a:lnTo>
                    <a:pt x="746" y="880"/>
                  </a:lnTo>
                  <a:lnTo>
                    <a:pt x="266" y="0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" name="Line 25">
            <a:extLst>
              <a:ext uri="{FF2B5EF4-FFF2-40B4-BE49-F238E27FC236}">
                <a16:creationId xmlns:a16="http://schemas.microsoft.com/office/drawing/2014/main" id="{5B4D1C6E-C4BE-37F1-6DDF-AA8806E546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6819" y="4690131"/>
            <a:ext cx="863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BA66C80C-9080-441F-0CD5-D75B70B460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19" y="1870731"/>
            <a:ext cx="13589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000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8FC1DE2B-D673-DFA3-D211-1D2D5D074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19" y="2404131"/>
            <a:ext cx="13589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6425260A-7AD1-114A-F1BD-7CFE79B148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619" y="3674131"/>
            <a:ext cx="13970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C3C114F8-88EF-2CC6-F367-B9DE280D4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69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696A4D20-DD52-E53C-B08A-B1BE3F15D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98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F17456AB-5A99-C2DB-3200-173989511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19" y="1616731"/>
            <a:ext cx="0" cy="1041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5C481C80-DB85-2DB8-D644-646C61129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19" y="2658131"/>
            <a:ext cx="136683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9F4F99B0-FF4A-5553-2494-18D025EB3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8119" y="2615269"/>
            <a:ext cx="711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803B0043-97C9-6F3F-A433-B8A8833A6E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4419" y="1616731"/>
            <a:ext cx="0" cy="1028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F869F50A-092F-0260-C61A-90D5618DB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19" y="1616731"/>
            <a:ext cx="1346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000"/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39F36186-5DD9-0FC4-2C41-5E3E01681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619" y="3394731"/>
            <a:ext cx="13843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C7191274-C3DC-056E-792E-6E54F8D19F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76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9E3A410B-8874-27EF-0328-3FB0B543A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619" y="3813831"/>
            <a:ext cx="1397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C9214792-72A9-FD5B-FED9-59077F27BB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9319" y="2937531"/>
            <a:ext cx="368300" cy="457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51708AA4-7D45-106E-275B-9CBA046F9F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65819" y="1896131"/>
            <a:ext cx="681038" cy="14859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EE69AEDD-BBAD-6D65-F7A1-BA3FC64793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0382" y="1904069"/>
            <a:ext cx="652462" cy="14779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C5EB1B5D-8C12-D79E-2672-3F6D341B0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519" y="2620031"/>
            <a:ext cx="0" cy="774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14A3EE5A-653E-8EE1-D73C-AC3D8227A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1019" y="2632731"/>
            <a:ext cx="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4245622C-96D6-DA6D-1764-6CFFD0CCA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8919" y="2937531"/>
            <a:ext cx="2921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41CFA55A-B9B3-DE39-6BFB-130C94AA3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3519" y="3394731"/>
            <a:ext cx="2870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9" name="Line 46">
            <a:extLst>
              <a:ext uri="{FF2B5EF4-FFF2-40B4-BE49-F238E27FC236}">
                <a16:creationId xmlns:a16="http://schemas.microsoft.com/office/drawing/2014/main" id="{9D416FC4-68B9-1E42-48BB-78AE2C6DE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37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" name="Line 47">
            <a:extLst>
              <a:ext uri="{FF2B5EF4-FFF2-40B4-BE49-F238E27FC236}">
                <a16:creationId xmlns:a16="http://schemas.microsoft.com/office/drawing/2014/main" id="{79AFB41D-691C-8823-2C44-34ADD03CB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0819" y="3394731"/>
            <a:ext cx="0" cy="431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" name="Line 48">
            <a:extLst>
              <a:ext uri="{FF2B5EF4-FFF2-40B4-BE49-F238E27FC236}">
                <a16:creationId xmlns:a16="http://schemas.microsoft.com/office/drawing/2014/main" id="{D70C3CC4-09E1-59E9-B2A7-59476DE3F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0819" y="3813831"/>
            <a:ext cx="287178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" name="Line 49">
            <a:extLst>
              <a:ext uri="{FF2B5EF4-FFF2-40B4-BE49-F238E27FC236}">
                <a16:creationId xmlns:a16="http://schemas.microsoft.com/office/drawing/2014/main" id="{C21E3900-9F54-823B-A9E9-001FC5F8BC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7419" y="3674131"/>
            <a:ext cx="0" cy="127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" name="Line 50">
            <a:extLst>
              <a:ext uri="{FF2B5EF4-FFF2-40B4-BE49-F238E27FC236}">
                <a16:creationId xmlns:a16="http://schemas.microsoft.com/office/drawing/2014/main" id="{0976E00D-D44A-9918-29A7-1429D22F4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419" y="3674131"/>
            <a:ext cx="1422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" name="Line 51">
            <a:extLst>
              <a:ext uri="{FF2B5EF4-FFF2-40B4-BE49-F238E27FC236}">
                <a16:creationId xmlns:a16="http://schemas.microsoft.com/office/drawing/2014/main" id="{CACAD175-B932-A19B-1170-51700EAAB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9819" y="3674131"/>
            <a:ext cx="0" cy="152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" name="Line 52">
            <a:extLst>
              <a:ext uri="{FF2B5EF4-FFF2-40B4-BE49-F238E27FC236}">
                <a16:creationId xmlns:a16="http://schemas.microsoft.com/office/drawing/2014/main" id="{50A6FC08-A98A-16E2-FB57-BFEC0245D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86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" name="Line 53">
            <a:extLst>
              <a:ext uri="{FF2B5EF4-FFF2-40B4-BE49-F238E27FC236}">
                <a16:creationId xmlns:a16="http://schemas.microsoft.com/office/drawing/2014/main" id="{8E0F49A3-465E-23BC-1364-2EA9A5C83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42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" name="Line 54">
            <a:extLst>
              <a:ext uri="{FF2B5EF4-FFF2-40B4-BE49-F238E27FC236}">
                <a16:creationId xmlns:a16="http://schemas.microsoft.com/office/drawing/2014/main" id="{74516D73-2346-D64D-F33B-189D12FAF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30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" name="Line 55">
            <a:extLst>
              <a:ext uri="{FF2B5EF4-FFF2-40B4-BE49-F238E27FC236}">
                <a16:creationId xmlns:a16="http://schemas.microsoft.com/office/drawing/2014/main" id="{084FEAF8-E5CB-5A5A-3CB2-7CD681889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86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" name="Line 56">
            <a:extLst>
              <a:ext uri="{FF2B5EF4-FFF2-40B4-BE49-F238E27FC236}">
                <a16:creationId xmlns:a16="http://schemas.microsoft.com/office/drawing/2014/main" id="{26820BCF-11C2-FF88-10AC-5C8DC7EFA9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6219" y="5414031"/>
            <a:ext cx="304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0" name="Line 57">
            <a:extLst>
              <a:ext uri="{FF2B5EF4-FFF2-40B4-BE49-F238E27FC236}">
                <a16:creationId xmlns:a16="http://schemas.microsoft.com/office/drawing/2014/main" id="{798413DF-6C58-2A11-88A7-D2737B32C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419" y="4385331"/>
            <a:ext cx="0" cy="14097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" name="Line 58">
            <a:extLst>
              <a:ext uri="{FF2B5EF4-FFF2-40B4-BE49-F238E27FC236}">
                <a16:creationId xmlns:a16="http://schemas.microsoft.com/office/drawing/2014/main" id="{F821AEBE-5D04-2550-FD40-45164FE46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1919" y="4207531"/>
            <a:ext cx="0" cy="13970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" name="Line 59">
            <a:extLst>
              <a:ext uri="{FF2B5EF4-FFF2-40B4-BE49-F238E27FC236}">
                <a16:creationId xmlns:a16="http://schemas.microsoft.com/office/drawing/2014/main" id="{CEACABC3-3F8F-AA2D-1D1D-B02306835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619" y="4220231"/>
            <a:ext cx="0" cy="13716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3" name="Line 60">
            <a:extLst>
              <a:ext uri="{FF2B5EF4-FFF2-40B4-BE49-F238E27FC236}">
                <a16:creationId xmlns:a16="http://schemas.microsoft.com/office/drawing/2014/main" id="{EE202643-1668-08CA-C0B4-E24F54552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9819" y="4398031"/>
            <a:ext cx="0" cy="13970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" name="Line 61">
            <a:extLst>
              <a:ext uri="{FF2B5EF4-FFF2-40B4-BE49-F238E27FC236}">
                <a16:creationId xmlns:a16="http://schemas.microsoft.com/office/drawing/2014/main" id="{B3CB3028-8BD2-0D48-126E-1AF9D17D7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0819" y="4385331"/>
            <a:ext cx="0" cy="1066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" name="Line 62">
            <a:extLst>
              <a:ext uri="{FF2B5EF4-FFF2-40B4-BE49-F238E27FC236}">
                <a16:creationId xmlns:a16="http://schemas.microsoft.com/office/drawing/2014/main" id="{FAF2CF13-BA0B-AE01-8F8B-5FB076758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3719" y="4385331"/>
            <a:ext cx="0" cy="1066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6" name="Line 63">
            <a:extLst>
              <a:ext uri="{FF2B5EF4-FFF2-40B4-BE49-F238E27FC236}">
                <a16:creationId xmlns:a16="http://schemas.microsoft.com/office/drawing/2014/main" id="{40FD7B00-207A-0721-A2A6-EFFF39E7E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7919" y="4220231"/>
            <a:ext cx="1041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" name="Line 64">
            <a:extLst>
              <a:ext uri="{FF2B5EF4-FFF2-40B4-BE49-F238E27FC236}">
                <a16:creationId xmlns:a16="http://schemas.microsoft.com/office/drawing/2014/main" id="{32D889A8-F06B-28B9-6685-E8925B5C4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9319" y="4220231"/>
            <a:ext cx="0" cy="13843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" name="Line 65">
            <a:extLst>
              <a:ext uri="{FF2B5EF4-FFF2-40B4-BE49-F238E27FC236}">
                <a16:creationId xmlns:a16="http://schemas.microsoft.com/office/drawing/2014/main" id="{A0140A07-D3A6-5641-F82A-7CB85B0AD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5619" y="4385331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" name="Line 66">
            <a:extLst>
              <a:ext uri="{FF2B5EF4-FFF2-40B4-BE49-F238E27FC236}">
                <a16:creationId xmlns:a16="http://schemas.microsoft.com/office/drawing/2014/main" id="{9DA59E6A-52C0-ED0E-EA5E-AAB967517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5619" y="4690131"/>
            <a:ext cx="6731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" name="Line 67">
            <a:extLst>
              <a:ext uri="{FF2B5EF4-FFF2-40B4-BE49-F238E27FC236}">
                <a16:creationId xmlns:a16="http://schemas.microsoft.com/office/drawing/2014/main" id="{FFECAE18-336C-BD32-E6C0-87024D689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7919" y="5591831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" name="Line 68">
            <a:extLst>
              <a:ext uri="{FF2B5EF4-FFF2-40B4-BE49-F238E27FC236}">
                <a16:creationId xmlns:a16="http://schemas.microsoft.com/office/drawing/2014/main" id="{E908BD4A-C0E8-9CE8-7524-52ABB8981C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619" y="4385331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" name="Line 69">
            <a:extLst>
              <a:ext uri="{FF2B5EF4-FFF2-40B4-BE49-F238E27FC236}">
                <a16:creationId xmlns:a16="http://schemas.microsoft.com/office/drawing/2014/main" id="{2AA544F8-5976-B3A8-6B4A-D6578478B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6419" y="5782331"/>
            <a:ext cx="21971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" name="Line 70">
            <a:extLst>
              <a:ext uri="{FF2B5EF4-FFF2-40B4-BE49-F238E27FC236}">
                <a16:creationId xmlns:a16="http://schemas.microsoft.com/office/drawing/2014/main" id="{0359C58B-1F9E-6314-BC48-1B91FF840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6419" y="5198131"/>
            <a:ext cx="0" cy="4826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" name="Line 71">
            <a:extLst>
              <a:ext uri="{FF2B5EF4-FFF2-40B4-BE49-F238E27FC236}">
                <a16:creationId xmlns:a16="http://schemas.microsoft.com/office/drawing/2014/main" id="{83B3211D-E6E5-F971-F6D2-F43BEDFE60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9719" y="5439431"/>
            <a:ext cx="4953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" name="Line 72">
            <a:extLst>
              <a:ext uri="{FF2B5EF4-FFF2-40B4-BE49-F238E27FC236}">
                <a16:creationId xmlns:a16="http://schemas.microsoft.com/office/drawing/2014/main" id="{2E2BF159-DF1D-90F3-D72F-55912EB2B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0819" y="5236231"/>
            <a:ext cx="0" cy="4318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" name="Line 73">
            <a:extLst>
              <a:ext uri="{FF2B5EF4-FFF2-40B4-BE49-F238E27FC236}">
                <a16:creationId xmlns:a16="http://schemas.microsoft.com/office/drawing/2014/main" id="{15CCCC3A-B464-0929-2F56-623B0E95F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9519" y="5439431"/>
            <a:ext cx="5207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" name="Oval 74">
            <a:extLst>
              <a:ext uri="{FF2B5EF4-FFF2-40B4-BE49-F238E27FC236}">
                <a16:creationId xmlns:a16="http://schemas.microsoft.com/office/drawing/2014/main" id="{6976DDF2-ED51-27DB-78CA-E8FCDB65B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719" y="5274331"/>
            <a:ext cx="330200" cy="3175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" name="Line 75">
            <a:extLst>
              <a:ext uri="{FF2B5EF4-FFF2-40B4-BE49-F238E27FC236}">
                <a16:creationId xmlns:a16="http://schemas.microsoft.com/office/drawing/2014/main" id="{61EF80D4-BFFF-F8C5-27AB-51C0AC567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6419" y="3356631"/>
            <a:ext cx="0" cy="5842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" name="Line 76">
            <a:extLst>
              <a:ext uri="{FF2B5EF4-FFF2-40B4-BE49-F238E27FC236}">
                <a16:creationId xmlns:a16="http://schemas.microsoft.com/office/drawing/2014/main" id="{FE3382B7-9955-036B-DA88-AB8B2D87C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0819" y="3331231"/>
            <a:ext cx="0" cy="5588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52326214-0F63-4946-DD10-D0246E042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2019" y="3293131"/>
            <a:ext cx="0" cy="6350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" name="Oval 78">
            <a:extLst>
              <a:ext uri="{FF2B5EF4-FFF2-40B4-BE49-F238E27FC236}">
                <a16:creationId xmlns:a16="http://schemas.microsoft.com/office/drawing/2014/main" id="{C67FB24C-D991-992E-E3B3-8E3BC296F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919" y="1616731"/>
            <a:ext cx="1028700" cy="10287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" name="Oval 79">
            <a:extLst>
              <a:ext uri="{FF2B5EF4-FFF2-40B4-BE49-F238E27FC236}">
                <a16:creationId xmlns:a16="http://schemas.microsoft.com/office/drawing/2014/main" id="{A8F843A7-14A0-7E96-3C29-43E8248EA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732" y="1894544"/>
            <a:ext cx="482600" cy="4826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" name="Line 80">
            <a:extLst>
              <a:ext uri="{FF2B5EF4-FFF2-40B4-BE49-F238E27FC236}">
                <a16:creationId xmlns:a16="http://schemas.microsoft.com/office/drawing/2014/main" id="{FA23DD75-24CB-EB02-B8D3-FBC58FF3CB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9094" y="1483381"/>
            <a:ext cx="0" cy="2398713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" name="Line 81">
            <a:extLst>
              <a:ext uri="{FF2B5EF4-FFF2-40B4-BE49-F238E27FC236}">
                <a16:creationId xmlns:a16="http://schemas.microsoft.com/office/drawing/2014/main" id="{3831ACC1-64C9-6E73-EA46-A4F8CEEF6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9169" y="2137431"/>
            <a:ext cx="1446213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" name="Line 82">
            <a:extLst>
              <a:ext uri="{FF2B5EF4-FFF2-40B4-BE49-F238E27FC236}">
                <a16:creationId xmlns:a16="http://schemas.microsoft.com/office/drawing/2014/main" id="{9E2FD033-4E63-E5EA-0620-A361F221F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9094" y="4077356"/>
            <a:ext cx="0" cy="1833563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" name="Line 83">
            <a:extLst>
              <a:ext uri="{FF2B5EF4-FFF2-40B4-BE49-F238E27FC236}">
                <a16:creationId xmlns:a16="http://schemas.microsoft.com/office/drawing/2014/main" id="{65375D2A-87F9-E57F-47AE-5583E2AD4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6932" y="2135844"/>
            <a:ext cx="163988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" name="Freeform 84">
            <a:extLst>
              <a:ext uri="{FF2B5EF4-FFF2-40B4-BE49-F238E27FC236}">
                <a16:creationId xmlns:a16="http://schemas.microsoft.com/office/drawing/2014/main" id="{DE9261FC-0597-851A-164B-5B9D9DCF77CE}"/>
              </a:ext>
            </a:extLst>
          </p:cNvPr>
          <p:cNvSpPr>
            <a:spLocks/>
          </p:cNvSpPr>
          <p:nvPr/>
        </p:nvSpPr>
        <p:spPr bwMode="auto">
          <a:xfrm>
            <a:off x="1565582" y="5436256"/>
            <a:ext cx="349250" cy="347663"/>
          </a:xfrm>
          <a:custGeom>
            <a:avLst/>
            <a:gdLst>
              <a:gd name="T0" fmla="*/ 0 w 660"/>
              <a:gd name="T1" fmla="*/ 0 h 658"/>
              <a:gd name="T2" fmla="*/ 87 w 660"/>
              <a:gd name="T3" fmla="*/ 329 h 658"/>
              <a:gd name="T4" fmla="*/ 329 w 660"/>
              <a:gd name="T5" fmla="*/ 570 h 658"/>
              <a:gd name="T6" fmla="*/ 658 w 660"/>
              <a:gd name="T7" fmla="*/ 658 h 658"/>
              <a:gd name="T8" fmla="*/ 660 w 660"/>
              <a:gd name="T9" fmla="*/ 658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0" h="658">
                <a:moveTo>
                  <a:pt x="0" y="0"/>
                </a:moveTo>
                <a:lnTo>
                  <a:pt x="87" y="329"/>
                </a:lnTo>
                <a:lnTo>
                  <a:pt x="329" y="570"/>
                </a:lnTo>
                <a:lnTo>
                  <a:pt x="658" y="658"/>
                </a:lnTo>
                <a:lnTo>
                  <a:pt x="660" y="658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Freeform 85">
            <a:extLst>
              <a:ext uri="{FF2B5EF4-FFF2-40B4-BE49-F238E27FC236}">
                <a16:creationId xmlns:a16="http://schemas.microsoft.com/office/drawing/2014/main" id="{F6022678-1861-F87F-C1A2-1D05E412C1EC}"/>
              </a:ext>
            </a:extLst>
          </p:cNvPr>
          <p:cNvSpPr>
            <a:spLocks/>
          </p:cNvSpPr>
          <p:nvPr/>
        </p:nvSpPr>
        <p:spPr bwMode="auto">
          <a:xfrm>
            <a:off x="4100819" y="5436256"/>
            <a:ext cx="349250" cy="347663"/>
          </a:xfrm>
          <a:custGeom>
            <a:avLst/>
            <a:gdLst>
              <a:gd name="T0" fmla="*/ 0 w 660"/>
              <a:gd name="T1" fmla="*/ 658 h 658"/>
              <a:gd name="T2" fmla="*/ 329 w 660"/>
              <a:gd name="T3" fmla="*/ 570 h 658"/>
              <a:gd name="T4" fmla="*/ 570 w 660"/>
              <a:gd name="T5" fmla="*/ 329 h 658"/>
              <a:gd name="T6" fmla="*/ 659 w 660"/>
              <a:gd name="T7" fmla="*/ 0 h 658"/>
              <a:gd name="T8" fmla="*/ 660 w 660"/>
              <a:gd name="T9" fmla="*/ 0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0" h="658">
                <a:moveTo>
                  <a:pt x="0" y="658"/>
                </a:moveTo>
                <a:lnTo>
                  <a:pt x="329" y="570"/>
                </a:lnTo>
                <a:lnTo>
                  <a:pt x="570" y="329"/>
                </a:lnTo>
                <a:lnTo>
                  <a:pt x="659" y="0"/>
                </a:lnTo>
                <a:lnTo>
                  <a:pt x="660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Oval 86">
            <a:extLst>
              <a:ext uri="{FF2B5EF4-FFF2-40B4-BE49-F238E27FC236}">
                <a16:creationId xmlns:a16="http://schemas.microsoft.com/office/drawing/2014/main" id="{F017CD31-E433-97D9-B768-25A8FFA28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319" y="5274331"/>
            <a:ext cx="330200" cy="3175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90" name="Group 87">
            <a:extLst>
              <a:ext uri="{FF2B5EF4-FFF2-40B4-BE49-F238E27FC236}">
                <a16:creationId xmlns:a16="http://schemas.microsoft.com/office/drawing/2014/main" id="{A0C7B6AA-CB79-D483-FFB4-FAE9896A6DEB}"/>
              </a:ext>
            </a:extLst>
          </p:cNvPr>
          <p:cNvGrpSpPr>
            <a:grpSpLocks/>
          </p:cNvGrpSpPr>
          <p:nvPr/>
        </p:nvGrpSpPr>
        <p:grpSpPr bwMode="auto">
          <a:xfrm>
            <a:off x="2843519" y="4690131"/>
            <a:ext cx="0" cy="1104900"/>
            <a:chOff x="1632" y="3064"/>
            <a:chExt cx="0" cy="696"/>
          </a:xfrm>
        </p:grpSpPr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649F9EDB-058A-AEA6-83B4-04B5F3091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064"/>
              <a:ext cx="0" cy="5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EEC79E88-85E2-F2E3-919A-31EDF9169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40"/>
              <a:ext cx="0" cy="1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3" name="Text Box 90">
            <a:extLst>
              <a:ext uri="{FF2B5EF4-FFF2-40B4-BE49-F238E27FC236}">
                <a16:creationId xmlns:a16="http://schemas.microsoft.com/office/drawing/2014/main" id="{66D4F721-6114-9CAC-739F-C6C13E92E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7082" y="684895"/>
            <a:ext cx="40318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画对称中心线、轴线及定位基准线</a:t>
            </a:r>
          </a:p>
        </p:txBody>
      </p:sp>
      <p:sp>
        <p:nvSpPr>
          <p:cNvPr id="94" name="Line 91">
            <a:extLst>
              <a:ext uri="{FF2B5EF4-FFF2-40B4-BE49-F238E27FC236}">
                <a16:creationId xmlns:a16="http://schemas.microsoft.com/office/drawing/2014/main" id="{CF418A29-8B52-46FC-6CF7-C322F35DC1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619" y="3394731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5" name="Line 92">
            <a:extLst>
              <a:ext uri="{FF2B5EF4-FFF2-40B4-BE49-F238E27FC236}">
                <a16:creationId xmlns:a16="http://schemas.microsoft.com/office/drawing/2014/main" id="{566F61C7-D482-030D-B3D3-CDF36D104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419" y="3813831"/>
            <a:ext cx="1422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96" name="Group 93">
            <a:extLst>
              <a:ext uri="{FF2B5EF4-FFF2-40B4-BE49-F238E27FC236}">
                <a16:creationId xmlns:a16="http://schemas.microsoft.com/office/drawing/2014/main" id="{CE2BDC39-7CA1-AF3B-F09E-350D1CAA66D5}"/>
              </a:ext>
            </a:extLst>
          </p:cNvPr>
          <p:cNvGrpSpPr>
            <a:grpSpLocks/>
          </p:cNvGrpSpPr>
          <p:nvPr/>
        </p:nvGrpSpPr>
        <p:grpSpPr bwMode="auto">
          <a:xfrm>
            <a:off x="2487919" y="4382156"/>
            <a:ext cx="1041400" cy="3175"/>
            <a:chOff x="1400" y="-303"/>
            <a:chExt cx="656" cy="3175"/>
          </a:xfrm>
        </p:grpSpPr>
        <p:sp>
          <p:nvSpPr>
            <p:cNvPr id="97" name="Line 94">
              <a:extLst>
                <a:ext uri="{FF2B5EF4-FFF2-40B4-BE49-F238E27FC236}">
                  <a16:creationId xmlns:a16="http://schemas.microsoft.com/office/drawing/2014/main" id="{5EDEDBA9-3E45-D732-20F4-BF70AD151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872"/>
              <a:ext cx="65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8" name="Line 95">
              <a:extLst>
                <a:ext uri="{FF2B5EF4-FFF2-40B4-BE49-F238E27FC236}">
                  <a16:creationId xmlns:a16="http://schemas.microsoft.com/office/drawing/2014/main" id="{175853DE-8D4B-C6A9-0F42-4D5BD98E9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-303"/>
              <a:ext cx="6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9" name="Line 96">
            <a:extLst>
              <a:ext uri="{FF2B5EF4-FFF2-40B4-BE49-F238E27FC236}">
                <a16:creationId xmlns:a16="http://schemas.microsoft.com/office/drawing/2014/main" id="{E3096711-BF22-FDEB-48D1-799116BEB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7919" y="4220231"/>
            <a:ext cx="0" cy="137636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0" name="Line 97">
            <a:extLst>
              <a:ext uri="{FF2B5EF4-FFF2-40B4-BE49-F238E27FC236}">
                <a16:creationId xmlns:a16="http://schemas.microsoft.com/office/drawing/2014/main" id="{7ECF4D8F-8758-7244-B4CA-4C77EBFB26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73619" y="1819931"/>
            <a:ext cx="596900" cy="3429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" name="Line 98">
            <a:extLst>
              <a:ext uri="{FF2B5EF4-FFF2-40B4-BE49-F238E27FC236}">
                <a16:creationId xmlns:a16="http://schemas.microsoft.com/office/drawing/2014/main" id="{A99C3B0F-D053-B6A6-E25C-8FB734B726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5919" y="1832631"/>
            <a:ext cx="6223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" name="Text Box 99">
            <a:extLst>
              <a:ext uri="{FF2B5EF4-FFF2-40B4-BE49-F238E27FC236}">
                <a16:creationId xmlns:a16="http://schemas.microsoft.com/office/drawing/2014/main" id="{475C068D-85A6-18AC-01D9-CC205AEE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644" y="1808819"/>
            <a:ext cx="2603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60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103" name="Text Box 100">
            <a:extLst>
              <a:ext uri="{FF2B5EF4-FFF2-40B4-BE49-F238E27FC236}">
                <a16:creationId xmlns:a16="http://schemas.microsoft.com/office/drawing/2014/main" id="{60D7C0D3-E33A-0233-EC47-8E942396E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844" y="1808819"/>
            <a:ext cx="2603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60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104" name="Line 101">
            <a:extLst>
              <a:ext uri="{FF2B5EF4-FFF2-40B4-BE49-F238E27FC236}">
                <a16:creationId xmlns:a16="http://schemas.microsoft.com/office/drawing/2014/main" id="{0A0CDAA5-A2EF-00A9-AAF7-B758D55EC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3119" y="1908831"/>
            <a:ext cx="1625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5" name="Line 102">
            <a:extLst>
              <a:ext uri="{FF2B5EF4-FFF2-40B4-BE49-F238E27FC236}">
                <a16:creationId xmlns:a16="http://schemas.microsoft.com/office/drawing/2014/main" id="{4EA42305-8440-EAD3-A3AF-051036412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6019" y="1908831"/>
            <a:ext cx="0" cy="2794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6" name="Line 103">
            <a:extLst>
              <a:ext uri="{FF2B5EF4-FFF2-40B4-BE49-F238E27FC236}">
                <a16:creationId xmlns:a16="http://schemas.microsoft.com/office/drawing/2014/main" id="{0A17243E-16B5-8652-E02E-362C7D47D9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5819" y="1908831"/>
            <a:ext cx="0" cy="2794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7" name="Text Box 104">
            <a:extLst>
              <a:ext uri="{FF2B5EF4-FFF2-40B4-BE49-F238E27FC236}">
                <a16:creationId xmlns:a16="http://schemas.microsoft.com/office/drawing/2014/main" id="{718D53D8-F27B-17D3-638C-5DD75BDC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844" y="4590119"/>
            <a:ext cx="2603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60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108" name="Text Box 105">
            <a:extLst>
              <a:ext uri="{FF2B5EF4-FFF2-40B4-BE49-F238E27FC236}">
                <a16:creationId xmlns:a16="http://schemas.microsoft.com/office/drawing/2014/main" id="{FC2C4B72-F808-3773-07AD-2674B875A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644" y="4590119"/>
            <a:ext cx="2603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60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grpSp>
        <p:nvGrpSpPr>
          <p:cNvPr id="109" name="Group 106">
            <a:extLst>
              <a:ext uri="{FF2B5EF4-FFF2-40B4-BE49-F238E27FC236}">
                <a16:creationId xmlns:a16="http://schemas.microsoft.com/office/drawing/2014/main" id="{65DA7531-0B4B-2E8E-AEBF-2BB991DF3AAB}"/>
              </a:ext>
            </a:extLst>
          </p:cNvPr>
          <p:cNvGrpSpPr>
            <a:grpSpLocks/>
          </p:cNvGrpSpPr>
          <p:nvPr/>
        </p:nvGrpSpPr>
        <p:grpSpPr bwMode="auto">
          <a:xfrm>
            <a:off x="2487919" y="4385331"/>
            <a:ext cx="1041400" cy="317500"/>
            <a:chOff x="1400" y="2872"/>
            <a:chExt cx="656" cy="200"/>
          </a:xfrm>
        </p:grpSpPr>
        <p:sp>
          <p:nvSpPr>
            <p:cNvPr id="110" name="Line 107">
              <a:extLst>
                <a:ext uri="{FF2B5EF4-FFF2-40B4-BE49-F238E27FC236}">
                  <a16:creationId xmlns:a16="http://schemas.microsoft.com/office/drawing/2014/main" id="{3F36020F-8B6F-486B-57CD-6BA996098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872"/>
              <a:ext cx="0" cy="18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1" name="Line 108">
              <a:extLst>
                <a:ext uri="{FF2B5EF4-FFF2-40B4-BE49-F238E27FC236}">
                  <a16:creationId xmlns:a16="http://schemas.microsoft.com/office/drawing/2014/main" id="{185E12E6-2AFD-27E4-7019-AD6DD3D22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6" y="2872"/>
              <a:ext cx="0" cy="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12" name="Line 109">
            <a:extLst>
              <a:ext uri="{FF2B5EF4-FFF2-40B4-BE49-F238E27FC236}">
                <a16:creationId xmlns:a16="http://schemas.microsoft.com/office/drawing/2014/main" id="{A0DCCD06-8DAE-6C31-E469-53E83AF4C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619" y="2645431"/>
            <a:ext cx="304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3" name="Line 110">
            <a:extLst>
              <a:ext uri="{FF2B5EF4-FFF2-40B4-BE49-F238E27FC236}">
                <a16:creationId xmlns:a16="http://schemas.microsoft.com/office/drawing/2014/main" id="{CDE004A7-F041-2923-DDC3-338AD5AB5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619" y="1886606"/>
            <a:ext cx="0" cy="150812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4" name="Line 111">
            <a:extLst>
              <a:ext uri="{FF2B5EF4-FFF2-40B4-BE49-F238E27FC236}">
                <a16:creationId xmlns:a16="http://schemas.microsoft.com/office/drawing/2014/main" id="{25BE627F-AD86-B20C-E2BA-19F8A89A7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419" y="1904069"/>
            <a:ext cx="0" cy="14906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" name="Line 112">
            <a:extLst>
              <a:ext uri="{FF2B5EF4-FFF2-40B4-BE49-F238E27FC236}">
                <a16:creationId xmlns:a16="http://schemas.microsoft.com/office/drawing/2014/main" id="{4ED67034-FE73-06D7-784F-78CBB2CAD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1019" y="2615269"/>
            <a:ext cx="21844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" name="Line 113">
            <a:extLst>
              <a:ext uri="{FF2B5EF4-FFF2-40B4-BE49-F238E27FC236}">
                <a16:creationId xmlns:a16="http://schemas.microsoft.com/office/drawing/2014/main" id="{9CA148E9-55DD-9E15-E522-E1FEA0BAA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8119" y="2658131"/>
            <a:ext cx="711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7" name="Line 114">
            <a:extLst>
              <a:ext uri="{FF2B5EF4-FFF2-40B4-BE49-F238E27FC236}">
                <a16:creationId xmlns:a16="http://schemas.microsoft.com/office/drawing/2014/main" id="{F94B67E4-F6FD-7DDD-AD6D-16BC77EBF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519" y="4690131"/>
            <a:ext cx="3175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8" name="Text Box 115">
            <a:extLst>
              <a:ext uri="{FF2B5EF4-FFF2-40B4-BE49-F238E27FC236}">
                <a16:creationId xmlns:a16="http://schemas.microsoft.com/office/drawing/2014/main" id="{0A830624-B7D4-211C-44C9-1482B4D7D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465" y="6019165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⒌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检查、加深</a:t>
            </a:r>
          </a:p>
        </p:txBody>
      </p:sp>
      <p:sp>
        <p:nvSpPr>
          <p:cNvPr id="119" name="Line 116">
            <a:extLst>
              <a:ext uri="{FF2B5EF4-FFF2-40B4-BE49-F238E27FC236}">
                <a16:creationId xmlns:a16="http://schemas.microsoft.com/office/drawing/2014/main" id="{1B8D480B-E4B4-0B21-D902-520B5D9090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8519" y="4690131"/>
            <a:ext cx="660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" name="Text Box 117">
            <a:extLst>
              <a:ext uri="{FF2B5EF4-FFF2-40B4-BE49-F238E27FC236}">
                <a16:creationId xmlns:a16="http://schemas.microsoft.com/office/drawing/2014/main" id="{AD4DE3FF-EC7F-DD15-FFCF-0FA1163F6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907" y="4291669"/>
            <a:ext cx="2603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600">
                <a:solidFill>
                  <a:srgbClr val="FF3300"/>
                </a:solidFill>
                <a:latin typeface="Times New Roman" charset="0"/>
              </a:rPr>
              <a:t>●</a:t>
            </a:r>
            <a:endParaRPr lang="en-US" altLang="zh-CN" sz="3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21" name="Text Box 118">
            <a:extLst>
              <a:ext uri="{FF2B5EF4-FFF2-40B4-BE49-F238E27FC236}">
                <a16:creationId xmlns:a16="http://schemas.microsoft.com/office/drawing/2014/main" id="{3C2576F4-84BD-CD7B-96BD-8C26B26F3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4057" y="4294844"/>
            <a:ext cx="2603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600">
                <a:solidFill>
                  <a:srgbClr val="FF3300"/>
                </a:solidFill>
                <a:latin typeface="Times New Roman" charset="0"/>
              </a:rPr>
              <a:t>●</a:t>
            </a:r>
            <a:endParaRPr lang="en-US" altLang="zh-CN" sz="3200">
              <a:solidFill>
                <a:schemeClr val="tx1"/>
              </a:solidFill>
              <a:latin typeface="Times New Roman" charset="0"/>
            </a:endParaRPr>
          </a:p>
        </p:txBody>
      </p:sp>
      <p:grpSp>
        <p:nvGrpSpPr>
          <p:cNvPr id="122" name="Group 119">
            <a:extLst>
              <a:ext uri="{FF2B5EF4-FFF2-40B4-BE49-F238E27FC236}">
                <a16:creationId xmlns:a16="http://schemas.microsoft.com/office/drawing/2014/main" id="{065DD940-68E3-37F0-304B-5A2559A2A054}"/>
              </a:ext>
            </a:extLst>
          </p:cNvPr>
          <p:cNvGrpSpPr>
            <a:grpSpLocks/>
          </p:cNvGrpSpPr>
          <p:nvPr/>
        </p:nvGrpSpPr>
        <p:grpSpPr bwMode="auto">
          <a:xfrm>
            <a:off x="2475219" y="4382156"/>
            <a:ext cx="1076325" cy="0"/>
            <a:chOff x="1392" y="2760"/>
            <a:chExt cx="678" cy="0"/>
          </a:xfrm>
        </p:grpSpPr>
        <p:sp>
          <p:nvSpPr>
            <p:cNvPr id="123" name="Line 120">
              <a:extLst>
                <a:ext uri="{FF2B5EF4-FFF2-40B4-BE49-F238E27FC236}">
                  <a16:creationId xmlns:a16="http://schemas.microsoft.com/office/drawing/2014/main" id="{76E5AAF5-E638-3E4E-271A-72F2D66E5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760"/>
              <a:ext cx="3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4" name="Line 121">
              <a:extLst>
                <a:ext uri="{FF2B5EF4-FFF2-40B4-BE49-F238E27FC236}">
                  <a16:creationId xmlns:a16="http://schemas.microsoft.com/office/drawing/2014/main" id="{F2AB03E7-FDFA-3C22-E593-0C3EA5031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760"/>
              <a:ext cx="5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25" name="Line 122">
            <a:extLst>
              <a:ext uri="{FF2B5EF4-FFF2-40B4-BE49-F238E27FC236}">
                <a16:creationId xmlns:a16="http://schemas.microsoft.com/office/drawing/2014/main" id="{AA718547-4337-A89A-7F28-D0F516601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9319" y="2632731"/>
            <a:ext cx="0" cy="3175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" name="Text Box 123">
            <a:extLst>
              <a:ext uri="{FF2B5EF4-FFF2-40B4-BE49-F238E27FC236}">
                <a16:creationId xmlns:a16="http://schemas.microsoft.com/office/drawing/2014/main" id="{28D84184-3D51-9FE2-2A5B-CDD8AA35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607" y="1527906"/>
            <a:ext cx="2620962" cy="1017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从反映形体特征的视图开始画，三个视图对照画。</a:t>
            </a:r>
          </a:p>
        </p:txBody>
      </p:sp>
      <p:sp>
        <p:nvSpPr>
          <p:cNvPr id="127" name="Text Box 124">
            <a:extLst>
              <a:ext uri="{FF2B5EF4-FFF2-40B4-BE49-F238E27FC236}">
                <a16:creationId xmlns:a16="http://schemas.microsoft.com/office/drawing/2014/main" id="{BAD5F484-AAFA-318A-E34D-644CA5777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957" y="2870832"/>
            <a:ext cx="2659062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先整体，后局部。先定位置，后定形状。</a:t>
            </a:r>
          </a:p>
        </p:txBody>
      </p:sp>
      <p:sp>
        <p:nvSpPr>
          <p:cNvPr id="128" name="Text Box 125">
            <a:extLst>
              <a:ext uri="{FF2B5EF4-FFF2-40B4-BE49-F238E27FC236}">
                <a16:creationId xmlns:a16="http://schemas.microsoft.com/office/drawing/2014/main" id="{FE611478-976D-DB3F-D9E8-EFA041D21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207" y="4193710"/>
            <a:ext cx="133592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画底板</a:t>
            </a:r>
          </a:p>
        </p:txBody>
      </p:sp>
      <p:sp>
        <p:nvSpPr>
          <p:cNvPr id="129" name="Text Box 126">
            <a:extLst>
              <a:ext uri="{FF2B5EF4-FFF2-40B4-BE49-F238E27FC236}">
                <a16:creationId xmlns:a16="http://schemas.microsoft.com/office/drawing/2014/main" id="{BDCD7005-93AA-289E-F7D0-0C9427322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207" y="4593760"/>
            <a:ext cx="133592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画套筒</a:t>
            </a:r>
            <a:endParaRPr lang="zh-CN" altLang="en-US" sz="3600" i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0" name="Text Box 127">
            <a:extLst>
              <a:ext uri="{FF2B5EF4-FFF2-40B4-BE49-F238E27FC236}">
                <a16:creationId xmlns:a16="http://schemas.microsoft.com/office/drawing/2014/main" id="{AF14BA70-8241-B263-5491-3ED5EF993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207" y="4987460"/>
            <a:ext cx="159240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画支撑板</a:t>
            </a:r>
          </a:p>
        </p:txBody>
      </p:sp>
      <p:sp>
        <p:nvSpPr>
          <p:cNvPr id="131" name="Text Box 128">
            <a:extLst>
              <a:ext uri="{FF2B5EF4-FFF2-40B4-BE49-F238E27FC236}">
                <a16:creationId xmlns:a16="http://schemas.microsoft.com/office/drawing/2014/main" id="{32C75FCA-CC54-DB50-CD9C-D474EF69F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207" y="5409735"/>
            <a:ext cx="133592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画肋板</a:t>
            </a:r>
          </a:p>
        </p:txBody>
      </p:sp>
      <p:sp>
        <p:nvSpPr>
          <p:cNvPr id="132" name="Text Box 129">
            <a:extLst>
              <a:ext uri="{FF2B5EF4-FFF2-40B4-BE49-F238E27FC236}">
                <a16:creationId xmlns:a16="http://schemas.microsoft.com/office/drawing/2014/main" id="{4849E911-9566-EFE5-19FF-BAA8FE181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444" y="1804056"/>
            <a:ext cx="2603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60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23C48E07-2167-D2CA-4C6B-C3019D8EA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721106" y="884950"/>
            <a:ext cx="999767" cy="266604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4" name="3D Model 133">
                <a:extLst>
                  <a:ext uri="{FF2B5EF4-FFF2-40B4-BE49-F238E27FC236}">
                    <a16:creationId xmlns:a16="http://schemas.microsoft.com/office/drawing/2014/main" id="{8A13A8B3-E071-D811-6F4E-FC0E7D1040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25064601"/>
                  </p:ext>
                </p:extLst>
              </p:nvPr>
            </p:nvGraphicFramePr>
            <p:xfrm>
              <a:off x="7548209" y="3557700"/>
              <a:ext cx="2778172" cy="288929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778172" cy="2889298"/>
                    </a:xfrm>
                    <a:prstGeom prst="rect">
                      <a:avLst/>
                    </a:prstGeom>
                  </am3d:spPr>
                  <am3d:camera>
                    <am3d:pos x="0" y="0" z="672141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000" d="1000000"/>
                    <am3d:preTrans dx="0" dy="-15119999" dz="-9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242114" ay="2620785" az="16733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58384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4" name="3D Model 133">
                <a:extLst>
                  <a:ext uri="{FF2B5EF4-FFF2-40B4-BE49-F238E27FC236}">
                    <a16:creationId xmlns:a16="http://schemas.microsoft.com/office/drawing/2014/main" id="{8A13A8B3-E071-D811-6F4E-FC0E7D1040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48209" y="3557700"/>
                <a:ext cx="2778172" cy="28892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298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75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50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9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50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500"/>
                            </p:stCondLst>
                            <p:childTnLst>
                              <p:par>
                                <p:cTn id="137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1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500"/>
                            </p:stCondLst>
                            <p:childTnLst>
                              <p:par>
                                <p:cTn id="153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7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000"/>
                            </p:stCondLst>
                            <p:childTnLst>
                              <p:par>
                                <p:cTn id="178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500"/>
                            </p:stCondLst>
                            <p:childTnLst>
                              <p:par>
                                <p:cTn id="182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0"/>
                            </p:stCondLst>
                            <p:childTnLst>
                              <p:par>
                                <p:cTn id="18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6500"/>
                            </p:stCondLst>
                            <p:childTnLst>
                              <p:par>
                                <p:cTn id="19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75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000"/>
                            </p:stCondLst>
                            <p:childTnLst>
                              <p:par>
                                <p:cTn id="2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3500"/>
                            </p:stCondLst>
                            <p:childTnLst>
                              <p:par>
                                <p:cTn id="23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5000"/>
                            </p:stCondLst>
                            <p:childTnLst>
                              <p:par>
                                <p:cTn id="24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6500"/>
                            </p:stCondLst>
                            <p:childTnLst>
                              <p:par>
                                <p:cTn id="24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8000"/>
                            </p:stCondLst>
                            <p:childTnLst>
                              <p:par>
                                <p:cTn id="25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9500"/>
                            </p:stCondLst>
                            <p:childTnLst>
                              <p:par>
                                <p:cTn id="25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2500"/>
                            </p:stCondLst>
                            <p:childTnLst>
                              <p:par>
                                <p:cTn id="262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75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500"/>
                            </p:stCondLst>
                            <p:childTnLst>
                              <p:par>
                                <p:cTn id="281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2000"/>
                            </p:stCondLst>
                            <p:childTnLst>
                              <p:par>
                                <p:cTn id="28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3500"/>
                            </p:stCondLst>
                            <p:childTnLst>
                              <p:par>
                                <p:cTn id="28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500"/>
                            </p:stCondLst>
                            <p:childTnLst>
                              <p:par>
                                <p:cTn id="37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2" dur="75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500"/>
                            </p:stCondLst>
                            <p:childTnLst>
                              <p:par>
                                <p:cTn id="409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000"/>
                            </p:stCondLst>
                            <p:childTnLst>
                              <p:par>
                                <p:cTn id="413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3500"/>
                            </p:stCondLst>
                            <p:childTnLst>
                              <p:par>
                                <p:cTn id="417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500"/>
                            </p:stCondLst>
                            <p:childTnLst>
                              <p:par>
                                <p:cTn id="42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500"/>
                            </p:stCondLst>
                            <p:childTnLst>
                              <p:par>
                                <p:cTn id="4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500"/>
                            </p:stCondLst>
                            <p:childTnLst>
                              <p:par>
                                <p:cTn id="449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1" dur="75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46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0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1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74" dur="20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build="p" autoUpdateAnimBg="0"/>
      <p:bldP spid="11" grpId="0" build="p" autoUpdateAnimBg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3" grpId="0" autoUpdateAnimBg="0"/>
      <p:bldP spid="94" grpId="0" animBg="1"/>
      <p:bldP spid="95" grpId="0" animBg="1"/>
      <p:bldP spid="99" grpId="0" animBg="1"/>
      <p:bldP spid="100" grpId="0" animBg="1"/>
      <p:bldP spid="101" grpId="0" animBg="1"/>
      <p:bldP spid="102" grpId="0" autoUpdateAnimBg="0"/>
      <p:bldP spid="103" grpId="0" autoUpdateAnimBg="0"/>
      <p:bldP spid="104" grpId="0" animBg="1"/>
      <p:bldP spid="105" grpId="0" animBg="1"/>
      <p:bldP spid="106" grpId="0" animBg="1"/>
      <p:bldP spid="107" grpId="0" autoUpdateAnimBg="0"/>
      <p:bldP spid="108" grpId="0" autoUpdateAnimBg="0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build="p" autoUpdateAnimBg="0"/>
      <p:bldP spid="119" grpId="0" animBg="1"/>
      <p:bldP spid="120" grpId="0" autoUpdateAnimBg="0"/>
      <p:bldP spid="121" grpId="0" autoUpdateAnimBg="0"/>
      <p:bldP spid="125" grpId="0" animBg="1"/>
      <p:bldP spid="126" grpId="0" autoUpdateAnimBg="0"/>
      <p:bldP spid="127" grpId="0" autoUpdateAnimBg="0"/>
      <p:bldP spid="128" grpId="0" build="p" autoUpdateAnimBg="0"/>
      <p:bldP spid="129" grpId="0" build="p" autoUpdateAnimBg="0"/>
      <p:bldP spid="130" grpId="0" build="p" autoUpdateAnimBg="0"/>
      <p:bldP spid="131" grpId="0" build="p" autoUpdateAnimBg="0"/>
      <p:bldP spid="13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E9936-7461-AC44-1D85-90A3D056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2A6A-7475-DA40-BE58-03A8B5A3D125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AA2CA-0B09-A5DB-3EA2-EBC605AC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74798-CB7E-0AA5-C69B-AF43654C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41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4C48DEB3-C074-9B4C-ABAE-470F96546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173" y="249275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⒋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画底稿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89F2FFA-5ECA-19B6-A6F7-E166AD9AB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986" y="706475"/>
            <a:ext cx="17812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</a:rPr>
              <a:t>⑴ </a:t>
            </a:r>
            <a:r>
              <a:rPr lang="zh-CN" altLang="en-US" sz="2000">
                <a:solidFill>
                  <a:schemeClr val="tx1"/>
                </a:solidFill>
              </a:rPr>
              <a:t>布置视图：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39749F6-5909-3515-A228-536009C41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623" y="1131925"/>
            <a:ext cx="33906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逐个画各形体的三视图：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D16172FC-772D-0A81-26FD-20C0941C2D9C}"/>
              </a:ext>
            </a:extLst>
          </p:cNvPr>
          <p:cNvGrpSpPr>
            <a:grpSpLocks/>
          </p:cNvGrpSpPr>
          <p:nvPr/>
        </p:nvGrpSpPr>
        <p:grpSpPr bwMode="auto">
          <a:xfrm>
            <a:off x="7478559" y="3864321"/>
            <a:ext cx="2678112" cy="2693988"/>
            <a:chOff x="2906" y="1848"/>
            <a:chExt cx="1975" cy="1987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64A94DE-F225-F934-CB64-AD7561008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3152"/>
              <a:ext cx="47" cy="45"/>
            </a:xfrm>
            <a:custGeom>
              <a:avLst/>
              <a:gdLst>
                <a:gd name="T0" fmla="*/ 67 w 81"/>
                <a:gd name="T1" fmla="*/ 77 h 77"/>
                <a:gd name="T2" fmla="*/ 0 w 81"/>
                <a:gd name="T3" fmla="*/ 38 h 77"/>
                <a:gd name="T4" fmla="*/ 81 w 81"/>
                <a:gd name="T5" fmla="*/ 0 h 77"/>
                <a:gd name="T6" fmla="*/ 67 w 81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77">
                  <a:moveTo>
                    <a:pt x="67" y="77"/>
                  </a:moveTo>
                  <a:lnTo>
                    <a:pt x="0" y="38"/>
                  </a:lnTo>
                  <a:lnTo>
                    <a:pt x="81" y="0"/>
                  </a:lnTo>
                  <a:lnTo>
                    <a:pt x="67" y="77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5CE734-93E9-2F23-E848-2852EE008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888"/>
              <a:ext cx="1970" cy="947"/>
            </a:xfrm>
            <a:custGeom>
              <a:avLst/>
              <a:gdLst>
                <a:gd name="T0" fmla="*/ 0 w 2209"/>
                <a:gd name="T1" fmla="*/ 560 h 1062"/>
                <a:gd name="T2" fmla="*/ 0 w 2209"/>
                <a:gd name="T3" fmla="*/ 743 h 1062"/>
                <a:gd name="T4" fmla="*/ 450 w 2209"/>
                <a:gd name="T5" fmla="*/ 1002 h 1062"/>
                <a:gd name="T6" fmla="*/ 490 w 2209"/>
                <a:gd name="T7" fmla="*/ 1021 h 1062"/>
                <a:gd name="T8" fmla="*/ 528 w 2209"/>
                <a:gd name="T9" fmla="*/ 1040 h 1062"/>
                <a:gd name="T10" fmla="*/ 571 w 2209"/>
                <a:gd name="T11" fmla="*/ 1049 h 1062"/>
                <a:gd name="T12" fmla="*/ 635 w 2209"/>
                <a:gd name="T13" fmla="*/ 1062 h 1062"/>
                <a:gd name="T14" fmla="*/ 711 w 2209"/>
                <a:gd name="T15" fmla="*/ 1062 h 1062"/>
                <a:gd name="T16" fmla="*/ 769 w 2209"/>
                <a:gd name="T17" fmla="*/ 1049 h 1062"/>
                <a:gd name="T18" fmla="*/ 826 w 2209"/>
                <a:gd name="T19" fmla="*/ 1021 h 1062"/>
                <a:gd name="T20" fmla="*/ 1204 w 2209"/>
                <a:gd name="T21" fmla="*/ 809 h 1062"/>
                <a:gd name="T22" fmla="*/ 1204 w 2209"/>
                <a:gd name="T23" fmla="*/ 766 h 1062"/>
                <a:gd name="T24" fmla="*/ 1994 w 2209"/>
                <a:gd name="T25" fmla="*/ 301 h 1062"/>
                <a:gd name="T26" fmla="*/ 1995 w 2209"/>
                <a:gd name="T27" fmla="*/ 347 h 1062"/>
                <a:gd name="T28" fmla="*/ 2004 w 2209"/>
                <a:gd name="T29" fmla="*/ 345 h 1062"/>
                <a:gd name="T30" fmla="*/ 2183 w 2209"/>
                <a:gd name="T31" fmla="*/ 237 h 1062"/>
                <a:gd name="T32" fmla="*/ 2206 w 2209"/>
                <a:gd name="T33" fmla="*/ 212 h 1062"/>
                <a:gd name="T34" fmla="*/ 2209 w 2209"/>
                <a:gd name="T35" fmla="*/ 179 h 1062"/>
                <a:gd name="T36" fmla="*/ 2209 w 2209"/>
                <a:gd name="T37" fmla="*/ 0 h 1062"/>
                <a:gd name="T38" fmla="*/ 759 w 2209"/>
                <a:gd name="T39" fmla="*/ 853 h 1062"/>
                <a:gd name="T40" fmla="*/ 514 w 2209"/>
                <a:gd name="T41" fmla="*/ 829 h 1062"/>
                <a:gd name="T42" fmla="*/ 0 w 2209"/>
                <a:gd name="T43" fmla="*/ 560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09" h="1062">
                  <a:moveTo>
                    <a:pt x="0" y="560"/>
                  </a:moveTo>
                  <a:lnTo>
                    <a:pt x="0" y="743"/>
                  </a:lnTo>
                  <a:lnTo>
                    <a:pt x="450" y="1002"/>
                  </a:lnTo>
                  <a:lnTo>
                    <a:pt x="490" y="1021"/>
                  </a:lnTo>
                  <a:lnTo>
                    <a:pt x="528" y="1040"/>
                  </a:lnTo>
                  <a:lnTo>
                    <a:pt x="571" y="1049"/>
                  </a:lnTo>
                  <a:lnTo>
                    <a:pt x="635" y="1062"/>
                  </a:lnTo>
                  <a:lnTo>
                    <a:pt x="711" y="1062"/>
                  </a:lnTo>
                  <a:lnTo>
                    <a:pt x="769" y="1049"/>
                  </a:lnTo>
                  <a:lnTo>
                    <a:pt x="826" y="1021"/>
                  </a:lnTo>
                  <a:lnTo>
                    <a:pt x="1204" y="809"/>
                  </a:lnTo>
                  <a:lnTo>
                    <a:pt x="1204" y="766"/>
                  </a:lnTo>
                  <a:lnTo>
                    <a:pt x="1994" y="301"/>
                  </a:lnTo>
                  <a:lnTo>
                    <a:pt x="1995" y="347"/>
                  </a:lnTo>
                  <a:lnTo>
                    <a:pt x="2004" y="345"/>
                  </a:lnTo>
                  <a:lnTo>
                    <a:pt x="2183" y="237"/>
                  </a:lnTo>
                  <a:lnTo>
                    <a:pt x="2206" y="212"/>
                  </a:lnTo>
                  <a:lnTo>
                    <a:pt x="2209" y="179"/>
                  </a:lnTo>
                  <a:lnTo>
                    <a:pt x="2209" y="0"/>
                  </a:lnTo>
                  <a:lnTo>
                    <a:pt x="759" y="853"/>
                  </a:lnTo>
                  <a:lnTo>
                    <a:pt x="514" y="829"/>
                  </a:lnTo>
                  <a:lnTo>
                    <a:pt x="0" y="56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70588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70588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85C6B9A-9F2E-2645-F52C-A18FF0AA6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2535"/>
              <a:ext cx="788" cy="728"/>
            </a:xfrm>
            <a:custGeom>
              <a:avLst/>
              <a:gdLst>
                <a:gd name="T0" fmla="*/ 379 w 1338"/>
                <a:gd name="T1" fmla="*/ 1237 h 1237"/>
                <a:gd name="T2" fmla="*/ 0 w 1338"/>
                <a:gd name="T3" fmla="*/ 551 h 1237"/>
                <a:gd name="T4" fmla="*/ 320 w 1338"/>
                <a:gd name="T5" fmla="*/ 371 h 1237"/>
                <a:gd name="T6" fmla="*/ 233 w 1338"/>
                <a:gd name="T7" fmla="*/ 167 h 1237"/>
                <a:gd name="T8" fmla="*/ 517 w 1338"/>
                <a:gd name="T9" fmla="*/ 0 h 1237"/>
                <a:gd name="T10" fmla="*/ 1236 w 1338"/>
                <a:gd name="T11" fmla="*/ 407 h 1237"/>
                <a:gd name="T12" fmla="*/ 1302 w 1338"/>
                <a:gd name="T13" fmla="*/ 473 h 1237"/>
                <a:gd name="T14" fmla="*/ 1338 w 1338"/>
                <a:gd name="T15" fmla="*/ 531 h 1237"/>
                <a:gd name="T16" fmla="*/ 1338 w 1338"/>
                <a:gd name="T17" fmla="*/ 611 h 1237"/>
                <a:gd name="T18" fmla="*/ 1324 w 1338"/>
                <a:gd name="T19" fmla="*/ 662 h 1237"/>
                <a:gd name="T20" fmla="*/ 1295 w 1338"/>
                <a:gd name="T21" fmla="*/ 706 h 1237"/>
                <a:gd name="T22" fmla="*/ 1260 w 1338"/>
                <a:gd name="T23" fmla="*/ 743 h 1237"/>
                <a:gd name="T24" fmla="*/ 379 w 1338"/>
                <a:gd name="T25" fmla="*/ 1237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8" h="1237">
                  <a:moveTo>
                    <a:pt x="379" y="1237"/>
                  </a:moveTo>
                  <a:lnTo>
                    <a:pt x="0" y="551"/>
                  </a:lnTo>
                  <a:lnTo>
                    <a:pt x="320" y="371"/>
                  </a:lnTo>
                  <a:lnTo>
                    <a:pt x="233" y="167"/>
                  </a:lnTo>
                  <a:lnTo>
                    <a:pt x="517" y="0"/>
                  </a:lnTo>
                  <a:lnTo>
                    <a:pt x="1236" y="407"/>
                  </a:lnTo>
                  <a:lnTo>
                    <a:pt x="1302" y="473"/>
                  </a:lnTo>
                  <a:lnTo>
                    <a:pt x="1338" y="531"/>
                  </a:lnTo>
                  <a:lnTo>
                    <a:pt x="1338" y="611"/>
                  </a:lnTo>
                  <a:lnTo>
                    <a:pt x="1324" y="662"/>
                  </a:lnTo>
                  <a:lnTo>
                    <a:pt x="1295" y="706"/>
                  </a:lnTo>
                  <a:lnTo>
                    <a:pt x="1260" y="743"/>
                  </a:lnTo>
                  <a:lnTo>
                    <a:pt x="379" y="123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50980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C24D1BA-9AAD-C585-9333-ED75BF1FE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3087"/>
              <a:ext cx="1282" cy="604"/>
            </a:xfrm>
            <a:custGeom>
              <a:avLst/>
              <a:gdLst>
                <a:gd name="T0" fmla="*/ 269 w 1438"/>
                <a:gd name="T1" fmla="*/ 192 h 678"/>
                <a:gd name="T2" fmla="*/ 423 w 1438"/>
                <a:gd name="T3" fmla="*/ 264 h 678"/>
                <a:gd name="T4" fmla="*/ 903 w 1438"/>
                <a:gd name="T5" fmla="*/ 0 h 678"/>
                <a:gd name="T6" fmla="*/ 1438 w 1438"/>
                <a:gd name="T7" fmla="*/ 280 h 678"/>
                <a:gd name="T8" fmla="*/ 860 w 1438"/>
                <a:gd name="T9" fmla="*/ 615 h 678"/>
                <a:gd name="T10" fmla="*/ 812 w 1438"/>
                <a:gd name="T11" fmla="*/ 640 h 678"/>
                <a:gd name="T12" fmla="*/ 778 w 1438"/>
                <a:gd name="T13" fmla="*/ 654 h 678"/>
                <a:gd name="T14" fmla="*/ 716 w 1438"/>
                <a:gd name="T15" fmla="*/ 668 h 678"/>
                <a:gd name="T16" fmla="*/ 668 w 1438"/>
                <a:gd name="T17" fmla="*/ 678 h 678"/>
                <a:gd name="T18" fmla="*/ 610 w 1438"/>
                <a:gd name="T19" fmla="*/ 668 h 678"/>
                <a:gd name="T20" fmla="*/ 533 w 1438"/>
                <a:gd name="T21" fmla="*/ 644 h 678"/>
                <a:gd name="T22" fmla="*/ 490 w 1438"/>
                <a:gd name="T23" fmla="*/ 621 h 678"/>
                <a:gd name="T24" fmla="*/ 0 w 1438"/>
                <a:gd name="T25" fmla="*/ 342 h 678"/>
                <a:gd name="T26" fmla="*/ 269 w 1438"/>
                <a:gd name="T27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8" h="678">
                  <a:moveTo>
                    <a:pt x="269" y="192"/>
                  </a:moveTo>
                  <a:lnTo>
                    <a:pt x="423" y="264"/>
                  </a:lnTo>
                  <a:lnTo>
                    <a:pt x="903" y="0"/>
                  </a:lnTo>
                  <a:lnTo>
                    <a:pt x="1438" y="280"/>
                  </a:lnTo>
                  <a:lnTo>
                    <a:pt x="860" y="615"/>
                  </a:lnTo>
                  <a:lnTo>
                    <a:pt x="812" y="640"/>
                  </a:lnTo>
                  <a:lnTo>
                    <a:pt x="778" y="654"/>
                  </a:lnTo>
                  <a:lnTo>
                    <a:pt x="716" y="668"/>
                  </a:lnTo>
                  <a:lnTo>
                    <a:pt x="668" y="678"/>
                  </a:lnTo>
                  <a:lnTo>
                    <a:pt x="610" y="668"/>
                  </a:lnTo>
                  <a:lnTo>
                    <a:pt x="533" y="644"/>
                  </a:lnTo>
                  <a:lnTo>
                    <a:pt x="490" y="621"/>
                  </a:lnTo>
                  <a:lnTo>
                    <a:pt x="0" y="342"/>
                  </a:lnTo>
                  <a:lnTo>
                    <a:pt x="269" y="192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470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3DE9251B-9869-D582-70A2-DF5615440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689"/>
              <a:ext cx="177" cy="169"/>
            </a:xfrm>
            <a:custGeom>
              <a:avLst/>
              <a:gdLst>
                <a:gd name="T0" fmla="*/ 32 w 302"/>
                <a:gd name="T1" fmla="*/ 39 h 288"/>
                <a:gd name="T2" fmla="*/ 0 w 302"/>
                <a:gd name="T3" fmla="*/ 288 h 288"/>
                <a:gd name="T4" fmla="*/ 302 w 302"/>
                <a:gd name="T5" fmla="*/ 102 h 288"/>
                <a:gd name="T6" fmla="*/ 295 w 302"/>
                <a:gd name="T7" fmla="*/ 0 h 288"/>
                <a:gd name="T8" fmla="*/ 32 w 302"/>
                <a:gd name="T9" fmla="*/ 3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" h="288">
                  <a:moveTo>
                    <a:pt x="32" y="39"/>
                  </a:moveTo>
                  <a:lnTo>
                    <a:pt x="0" y="288"/>
                  </a:lnTo>
                  <a:lnTo>
                    <a:pt x="302" y="102"/>
                  </a:lnTo>
                  <a:lnTo>
                    <a:pt x="295" y="0"/>
                  </a:lnTo>
                  <a:lnTo>
                    <a:pt x="32" y="39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25490"/>
                    <a:invGamma/>
                  </a:srgbClr>
                </a:gs>
                <a:gs pos="100000">
                  <a:srgbClr val="FF9999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9A33B5B2-0FEC-816C-6636-88391406E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619"/>
              <a:ext cx="482" cy="742"/>
            </a:xfrm>
            <a:custGeom>
              <a:avLst/>
              <a:gdLst>
                <a:gd name="T0" fmla="*/ 1 w 817"/>
                <a:gd name="T1" fmla="*/ 0 h 1260"/>
                <a:gd name="T2" fmla="*/ 304 w 817"/>
                <a:gd name="T3" fmla="*/ 170 h 1260"/>
                <a:gd name="T4" fmla="*/ 304 w 817"/>
                <a:gd name="T5" fmla="*/ 356 h 1260"/>
                <a:gd name="T6" fmla="*/ 817 w 817"/>
                <a:gd name="T7" fmla="*/ 1260 h 1260"/>
                <a:gd name="T8" fmla="*/ 0 w 817"/>
                <a:gd name="T9" fmla="*/ 797 h 1260"/>
                <a:gd name="T10" fmla="*/ 1 w 817"/>
                <a:gd name="T11" fmla="*/ 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1260">
                  <a:moveTo>
                    <a:pt x="1" y="0"/>
                  </a:moveTo>
                  <a:lnTo>
                    <a:pt x="304" y="170"/>
                  </a:lnTo>
                  <a:lnTo>
                    <a:pt x="304" y="356"/>
                  </a:lnTo>
                  <a:lnTo>
                    <a:pt x="817" y="1260"/>
                  </a:lnTo>
                  <a:lnTo>
                    <a:pt x="0" y="797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rgbClr val="FF9999">
                    <a:gamma/>
                    <a:shade val="50980"/>
                    <a:invGamma/>
                  </a:srgbClr>
                </a:gs>
                <a:gs pos="100000">
                  <a:srgbClr val="FF9999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643D5EB5-FE18-2AD5-2358-D8787B050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521"/>
              <a:ext cx="279" cy="343"/>
            </a:xfrm>
            <a:custGeom>
              <a:avLst/>
              <a:gdLst>
                <a:gd name="T0" fmla="*/ 158 w 279"/>
                <a:gd name="T1" fmla="*/ 0 h 343"/>
                <a:gd name="T2" fmla="*/ 279 w 279"/>
                <a:gd name="T3" fmla="*/ 227 h 343"/>
                <a:gd name="T4" fmla="*/ 69 w 279"/>
                <a:gd name="T5" fmla="*/ 343 h 343"/>
                <a:gd name="T6" fmla="*/ 9 w 279"/>
                <a:gd name="T7" fmla="*/ 227 h 343"/>
                <a:gd name="T8" fmla="*/ 0 w 279"/>
                <a:gd name="T9" fmla="*/ 141 h 343"/>
                <a:gd name="T10" fmla="*/ 158 w 279"/>
                <a:gd name="T11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9" h="343">
                  <a:moveTo>
                    <a:pt x="158" y="0"/>
                  </a:moveTo>
                  <a:lnTo>
                    <a:pt x="279" y="227"/>
                  </a:lnTo>
                  <a:lnTo>
                    <a:pt x="69" y="343"/>
                  </a:lnTo>
                  <a:lnTo>
                    <a:pt x="9" y="227"/>
                  </a:lnTo>
                  <a:lnTo>
                    <a:pt x="0" y="141"/>
                  </a:lnTo>
                  <a:lnTo>
                    <a:pt x="15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99FF">
                    <a:gamma/>
                    <a:shade val="46275"/>
                    <a:invGamma/>
                  </a:srgbClr>
                </a:gs>
                <a:gs pos="100000">
                  <a:srgbClr val="9999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765D9346-49C4-CF2C-636C-8293C919E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1848"/>
              <a:ext cx="898" cy="867"/>
            </a:xfrm>
            <a:custGeom>
              <a:avLst/>
              <a:gdLst>
                <a:gd name="T0" fmla="*/ 1524 w 1524"/>
                <a:gd name="T1" fmla="*/ 516 h 1472"/>
                <a:gd name="T2" fmla="*/ 612 w 1524"/>
                <a:gd name="T3" fmla="*/ 0 h 1472"/>
                <a:gd name="T4" fmla="*/ 468 w 1524"/>
                <a:gd name="T5" fmla="*/ 12 h 1472"/>
                <a:gd name="T6" fmla="*/ 312 w 1524"/>
                <a:gd name="T7" fmla="*/ 72 h 1472"/>
                <a:gd name="T8" fmla="*/ 216 w 1524"/>
                <a:gd name="T9" fmla="*/ 144 h 1472"/>
                <a:gd name="T10" fmla="*/ 108 w 1524"/>
                <a:gd name="T11" fmla="*/ 264 h 1472"/>
                <a:gd name="T12" fmla="*/ 36 w 1524"/>
                <a:gd name="T13" fmla="*/ 408 h 1472"/>
                <a:gd name="T14" fmla="*/ 0 w 1524"/>
                <a:gd name="T15" fmla="*/ 540 h 1472"/>
                <a:gd name="T16" fmla="*/ 0 w 1524"/>
                <a:gd name="T17" fmla="*/ 720 h 1472"/>
                <a:gd name="T18" fmla="*/ 36 w 1524"/>
                <a:gd name="T19" fmla="*/ 864 h 1472"/>
                <a:gd name="T20" fmla="*/ 108 w 1524"/>
                <a:gd name="T21" fmla="*/ 948 h 1472"/>
                <a:gd name="T22" fmla="*/ 1022 w 1524"/>
                <a:gd name="T23" fmla="*/ 1472 h 1472"/>
                <a:gd name="T24" fmla="*/ 1524 w 1524"/>
                <a:gd name="T25" fmla="*/ 516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4" h="1472">
                  <a:moveTo>
                    <a:pt x="1524" y="516"/>
                  </a:moveTo>
                  <a:lnTo>
                    <a:pt x="612" y="0"/>
                  </a:lnTo>
                  <a:lnTo>
                    <a:pt x="468" y="12"/>
                  </a:lnTo>
                  <a:lnTo>
                    <a:pt x="312" y="72"/>
                  </a:lnTo>
                  <a:lnTo>
                    <a:pt x="216" y="144"/>
                  </a:lnTo>
                  <a:lnTo>
                    <a:pt x="108" y="264"/>
                  </a:lnTo>
                  <a:lnTo>
                    <a:pt x="36" y="408"/>
                  </a:lnTo>
                  <a:lnTo>
                    <a:pt x="0" y="540"/>
                  </a:lnTo>
                  <a:lnTo>
                    <a:pt x="0" y="720"/>
                  </a:lnTo>
                  <a:lnTo>
                    <a:pt x="36" y="864"/>
                  </a:lnTo>
                  <a:lnTo>
                    <a:pt x="108" y="948"/>
                  </a:lnTo>
                  <a:lnTo>
                    <a:pt x="1022" y="1472"/>
                  </a:lnTo>
                  <a:lnTo>
                    <a:pt x="1524" y="516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46275"/>
                    <a:invGamma/>
                  </a:srgbClr>
                </a:gs>
                <a:gs pos="100000">
                  <a:srgbClr val="FF33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215C229-91C2-E243-173B-6C9221E81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144"/>
              <a:ext cx="468" cy="582"/>
            </a:xfrm>
            <a:custGeom>
              <a:avLst/>
              <a:gdLst>
                <a:gd name="T0" fmla="*/ 775 w 4771"/>
                <a:gd name="T1" fmla="*/ 5751 h 5932"/>
                <a:gd name="T2" fmla="*/ 1138 w 4771"/>
                <a:gd name="T3" fmla="*/ 5894 h 5932"/>
                <a:gd name="T4" fmla="*/ 1546 w 4771"/>
                <a:gd name="T5" fmla="*/ 5932 h 5932"/>
                <a:gd name="T6" fmla="*/ 1986 w 4771"/>
                <a:gd name="T7" fmla="*/ 5861 h 5932"/>
                <a:gd name="T8" fmla="*/ 2438 w 4771"/>
                <a:gd name="T9" fmla="*/ 5685 h 5932"/>
                <a:gd name="T10" fmla="*/ 2889 w 4771"/>
                <a:gd name="T11" fmla="*/ 5412 h 5932"/>
                <a:gd name="T12" fmla="*/ 3322 w 4771"/>
                <a:gd name="T13" fmla="*/ 5050 h 5932"/>
                <a:gd name="T14" fmla="*/ 3721 w 4771"/>
                <a:gd name="T15" fmla="*/ 4613 h 5932"/>
                <a:gd name="T16" fmla="*/ 4071 w 4771"/>
                <a:gd name="T17" fmla="*/ 4116 h 5932"/>
                <a:gd name="T18" fmla="*/ 4361 w 4771"/>
                <a:gd name="T19" fmla="*/ 3576 h 5932"/>
                <a:gd name="T20" fmla="*/ 4579 w 4771"/>
                <a:gd name="T21" fmla="*/ 3015 h 5932"/>
                <a:gd name="T22" fmla="*/ 4717 w 4771"/>
                <a:gd name="T23" fmla="*/ 2453 h 5932"/>
                <a:gd name="T24" fmla="*/ 4771 w 4771"/>
                <a:gd name="T25" fmla="*/ 1909 h 5932"/>
                <a:gd name="T26" fmla="*/ 4740 w 4771"/>
                <a:gd name="T27" fmla="*/ 1402 h 5932"/>
                <a:gd name="T28" fmla="*/ 4623 w 4771"/>
                <a:gd name="T29" fmla="*/ 952 h 5932"/>
                <a:gd name="T30" fmla="*/ 4425 w 4771"/>
                <a:gd name="T31" fmla="*/ 575 h 5932"/>
                <a:gd name="T32" fmla="*/ 4153 w 4771"/>
                <a:gd name="T33" fmla="*/ 285 h 5932"/>
                <a:gd name="T34" fmla="*/ 3817 w 4771"/>
                <a:gd name="T35" fmla="*/ 90 h 5932"/>
                <a:gd name="T36" fmla="*/ 3429 w 4771"/>
                <a:gd name="T37" fmla="*/ 0 h 5932"/>
                <a:gd name="T38" fmla="*/ 3004 w 4771"/>
                <a:gd name="T39" fmla="*/ 17 h 5932"/>
                <a:gd name="T40" fmla="*/ 2556 w 4771"/>
                <a:gd name="T41" fmla="*/ 140 h 5932"/>
                <a:gd name="T42" fmla="*/ 2102 w 4771"/>
                <a:gd name="T43" fmla="*/ 366 h 5932"/>
                <a:gd name="T44" fmla="*/ 1658 w 4771"/>
                <a:gd name="T45" fmla="*/ 685 h 5932"/>
                <a:gd name="T46" fmla="*/ 1241 w 4771"/>
                <a:gd name="T47" fmla="*/ 1086 h 5932"/>
                <a:gd name="T48" fmla="*/ 864 w 4771"/>
                <a:gd name="T49" fmla="*/ 1556 h 5932"/>
                <a:gd name="T50" fmla="*/ 542 w 4771"/>
                <a:gd name="T51" fmla="*/ 2076 h 5932"/>
                <a:gd name="T52" fmla="*/ 287 w 4771"/>
                <a:gd name="T53" fmla="*/ 2629 h 5932"/>
                <a:gd name="T54" fmla="*/ 108 w 4771"/>
                <a:gd name="T55" fmla="*/ 3193 h 5932"/>
                <a:gd name="T56" fmla="*/ 12 w 4771"/>
                <a:gd name="T57" fmla="*/ 3749 h 5932"/>
                <a:gd name="T58" fmla="*/ 0 w 4771"/>
                <a:gd name="T59" fmla="*/ 4277 h 5932"/>
                <a:gd name="T60" fmla="*/ 75 w 4771"/>
                <a:gd name="T61" fmla="*/ 4757 h 5932"/>
                <a:gd name="T62" fmla="*/ 233 w 4771"/>
                <a:gd name="T63" fmla="*/ 5173 h 5932"/>
                <a:gd name="T64" fmla="*/ 470 w 4771"/>
                <a:gd name="T65" fmla="*/ 5509 h 5932"/>
                <a:gd name="T66" fmla="*/ 775 w 4771"/>
                <a:gd name="T67" fmla="*/ 5751 h 5932"/>
                <a:gd name="T68" fmla="*/ 777 w 4771"/>
                <a:gd name="T69" fmla="*/ 5751 h 5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1" h="5932">
                  <a:moveTo>
                    <a:pt x="775" y="5751"/>
                  </a:moveTo>
                  <a:lnTo>
                    <a:pt x="1138" y="5894"/>
                  </a:lnTo>
                  <a:lnTo>
                    <a:pt x="1546" y="5932"/>
                  </a:lnTo>
                  <a:lnTo>
                    <a:pt x="1986" y="5861"/>
                  </a:lnTo>
                  <a:lnTo>
                    <a:pt x="2438" y="5685"/>
                  </a:lnTo>
                  <a:lnTo>
                    <a:pt x="2889" y="5412"/>
                  </a:lnTo>
                  <a:lnTo>
                    <a:pt x="3322" y="5050"/>
                  </a:lnTo>
                  <a:lnTo>
                    <a:pt x="3721" y="4613"/>
                  </a:lnTo>
                  <a:lnTo>
                    <a:pt x="4071" y="4116"/>
                  </a:lnTo>
                  <a:lnTo>
                    <a:pt x="4361" y="3576"/>
                  </a:lnTo>
                  <a:lnTo>
                    <a:pt x="4579" y="3015"/>
                  </a:lnTo>
                  <a:lnTo>
                    <a:pt x="4717" y="2453"/>
                  </a:lnTo>
                  <a:lnTo>
                    <a:pt x="4771" y="1909"/>
                  </a:lnTo>
                  <a:lnTo>
                    <a:pt x="4740" y="1402"/>
                  </a:lnTo>
                  <a:lnTo>
                    <a:pt x="4623" y="952"/>
                  </a:lnTo>
                  <a:lnTo>
                    <a:pt x="4425" y="575"/>
                  </a:lnTo>
                  <a:lnTo>
                    <a:pt x="4153" y="285"/>
                  </a:lnTo>
                  <a:lnTo>
                    <a:pt x="3817" y="90"/>
                  </a:lnTo>
                  <a:lnTo>
                    <a:pt x="3429" y="0"/>
                  </a:lnTo>
                  <a:lnTo>
                    <a:pt x="3004" y="17"/>
                  </a:lnTo>
                  <a:lnTo>
                    <a:pt x="2556" y="140"/>
                  </a:lnTo>
                  <a:lnTo>
                    <a:pt x="2102" y="366"/>
                  </a:lnTo>
                  <a:lnTo>
                    <a:pt x="1658" y="685"/>
                  </a:lnTo>
                  <a:lnTo>
                    <a:pt x="1241" y="1086"/>
                  </a:lnTo>
                  <a:lnTo>
                    <a:pt x="864" y="1556"/>
                  </a:lnTo>
                  <a:lnTo>
                    <a:pt x="542" y="2076"/>
                  </a:lnTo>
                  <a:lnTo>
                    <a:pt x="287" y="2629"/>
                  </a:lnTo>
                  <a:lnTo>
                    <a:pt x="108" y="3193"/>
                  </a:lnTo>
                  <a:lnTo>
                    <a:pt x="12" y="3749"/>
                  </a:lnTo>
                  <a:lnTo>
                    <a:pt x="0" y="4277"/>
                  </a:lnTo>
                  <a:lnTo>
                    <a:pt x="75" y="4757"/>
                  </a:lnTo>
                  <a:lnTo>
                    <a:pt x="233" y="5173"/>
                  </a:lnTo>
                  <a:lnTo>
                    <a:pt x="470" y="5509"/>
                  </a:lnTo>
                  <a:lnTo>
                    <a:pt x="775" y="5751"/>
                  </a:lnTo>
                  <a:lnTo>
                    <a:pt x="777" y="5751"/>
                  </a:lnTo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8B9E5C7-4FC7-3F3C-8BA3-33A7603E8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289"/>
              <a:ext cx="234" cy="291"/>
            </a:xfrm>
            <a:custGeom>
              <a:avLst/>
              <a:gdLst>
                <a:gd name="T0" fmla="*/ 1999 w 2386"/>
                <a:gd name="T1" fmla="*/ 91 h 2966"/>
                <a:gd name="T2" fmla="*/ 1817 w 2386"/>
                <a:gd name="T3" fmla="*/ 19 h 2966"/>
                <a:gd name="T4" fmla="*/ 1613 w 2386"/>
                <a:gd name="T5" fmla="*/ 0 h 2966"/>
                <a:gd name="T6" fmla="*/ 1394 w 2386"/>
                <a:gd name="T7" fmla="*/ 36 h 2966"/>
                <a:gd name="T8" fmla="*/ 1167 w 2386"/>
                <a:gd name="T9" fmla="*/ 124 h 2966"/>
                <a:gd name="T10" fmla="*/ 942 w 2386"/>
                <a:gd name="T11" fmla="*/ 261 h 2966"/>
                <a:gd name="T12" fmla="*/ 725 w 2386"/>
                <a:gd name="T13" fmla="*/ 441 h 2966"/>
                <a:gd name="T14" fmla="*/ 526 w 2386"/>
                <a:gd name="T15" fmla="*/ 660 h 2966"/>
                <a:gd name="T16" fmla="*/ 351 w 2386"/>
                <a:gd name="T17" fmla="*/ 909 h 2966"/>
                <a:gd name="T18" fmla="*/ 206 w 2386"/>
                <a:gd name="T19" fmla="*/ 1179 h 2966"/>
                <a:gd name="T20" fmla="*/ 97 w 2386"/>
                <a:gd name="T21" fmla="*/ 1459 h 2966"/>
                <a:gd name="T22" fmla="*/ 27 w 2386"/>
                <a:gd name="T23" fmla="*/ 1740 h 2966"/>
                <a:gd name="T24" fmla="*/ 0 w 2386"/>
                <a:gd name="T25" fmla="*/ 2012 h 2966"/>
                <a:gd name="T26" fmla="*/ 16 w 2386"/>
                <a:gd name="T27" fmla="*/ 2265 h 2966"/>
                <a:gd name="T28" fmla="*/ 75 w 2386"/>
                <a:gd name="T29" fmla="*/ 2490 h 2966"/>
                <a:gd name="T30" fmla="*/ 174 w 2386"/>
                <a:gd name="T31" fmla="*/ 2679 h 2966"/>
                <a:gd name="T32" fmla="*/ 310 w 2386"/>
                <a:gd name="T33" fmla="*/ 2825 h 2966"/>
                <a:gd name="T34" fmla="*/ 477 w 2386"/>
                <a:gd name="T35" fmla="*/ 2922 h 2966"/>
                <a:gd name="T36" fmla="*/ 672 w 2386"/>
                <a:gd name="T37" fmla="*/ 2966 h 2966"/>
                <a:gd name="T38" fmla="*/ 884 w 2386"/>
                <a:gd name="T39" fmla="*/ 2958 h 2966"/>
                <a:gd name="T40" fmla="*/ 1108 w 2386"/>
                <a:gd name="T41" fmla="*/ 2897 h 2966"/>
                <a:gd name="T42" fmla="*/ 1335 w 2386"/>
                <a:gd name="T43" fmla="*/ 2784 h 2966"/>
                <a:gd name="T44" fmla="*/ 1557 w 2386"/>
                <a:gd name="T45" fmla="*/ 2625 h 2966"/>
                <a:gd name="T46" fmla="*/ 1766 w 2386"/>
                <a:gd name="T47" fmla="*/ 2423 h 2966"/>
                <a:gd name="T48" fmla="*/ 1954 w 2386"/>
                <a:gd name="T49" fmla="*/ 2189 h 2966"/>
                <a:gd name="T50" fmla="*/ 2115 w 2386"/>
                <a:gd name="T51" fmla="*/ 1928 h 2966"/>
                <a:gd name="T52" fmla="*/ 2243 w 2386"/>
                <a:gd name="T53" fmla="*/ 1653 h 2966"/>
                <a:gd name="T54" fmla="*/ 2332 w 2386"/>
                <a:gd name="T55" fmla="*/ 1370 h 2966"/>
                <a:gd name="T56" fmla="*/ 2380 w 2386"/>
                <a:gd name="T57" fmla="*/ 1092 h 2966"/>
                <a:gd name="T58" fmla="*/ 2386 w 2386"/>
                <a:gd name="T59" fmla="*/ 828 h 2966"/>
                <a:gd name="T60" fmla="*/ 2349 w 2386"/>
                <a:gd name="T61" fmla="*/ 588 h 2966"/>
                <a:gd name="T62" fmla="*/ 2270 w 2386"/>
                <a:gd name="T63" fmla="*/ 380 h 2966"/>
                <a:gd name="T64" fmla="*/ 2152 w 2386"/>
                <a:gd name="T65" fmla="*/ 213 h 2966"/>
                <a:gd name="T66" fmla="*/ 1999 w 2386"/>
                <a:gd name="T67" fmla="*/ 91 h 2966"/>
                <a:gd name="T68" fmla="*/ 2000 w 2386"/>
                <a:gd name="T69" fmla="*/ 91 h 2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86" h="2966">
                  <a:moveTo>
                    <a:pt x="1999" y="91"/>
                  </a:moveTo>
                  <a:lnTo>
                    <a:pt x="1817" y="19"/>
                  </a:lnTo>
                  <a:lnTo>
                    <a:pt x="1613" y="0"/>
                  </a:lnTo>
                  <a:lnTo>
                    <a:pt x="1394" y="36"/>
                  </a:lnTo>
                  <a:lnTo>
                    <a:pt x="1167" y="124"/>
                  </a:lnTo>
                  <a:lnTo>
                    <a:pt x="942" y="261"/>
                  </a:lnTo>
                  <a:lnTo>
                    <a:pt x="725" y="441"/>
                  </a:lnTo>
                  <a:lnTo>
                    <a:pt x="526" y="660"/>
                  </a:lnTo>
                  <a:lnTo>
                    <a:pt x="351" y="909"/>
                  </a:lnTo>
                  <a:lnTo>
                    <a:pt x="206" y="1179"/>
                  </a:lnTo>
                  <a:lnTo>
                    <a:pt x="97" y="1459"/>
                  </a:lnTo>
                  <a:lnTo>
                    <a:pt x="27" y="1740"/>
                  </a:lnTo>
                  <a:lnTo>
                    <a:pt x="0" y="2012"/>
                  </a:lnTo>
                  <a:lnTo>
                    <a:pt x="16" y="2265"/>
                  </a:lnTo>
                  <a:lnTo>
                    <a:pt x="75" y="2490"/>
                  </a:lnTo>
                  <a:lnTo>
                    <a:pt x="174" y="2679"/>
                  </a:lnTo>
                  <a:lnTo>
                    <a:pt x="310" y="2825"/>
                  </a:lnTo>
                  <a:lnTo>
                    <a:pt x="477" y="2922"/>
                  </a:lnTo>
                  <a:lnTo>
                    <a:pt x="672" y="2966"/>
                  </a:lnTo>
                  <a:lnTo>
                    <a:pt x="884" y="2958"/>
                  </a:lnTo>
                  <a:lnTo>
                    <a:pt x="1108" y="2897"/>
                  </a:lnTo>
                  <a:lnTo>
                    <a:pt x="1335" y="2784"/>
                  </a:lnTo>
                  <a:lnTo>
                    <a:pt x="1557" y="2625"/>
                  </a:lnTo>
                  <a:lnTo>
                    <a:pt x="1766" y="2423"/>
                  </a:lnTo>
                  <a:lnTo>
                    <a:pt x="1954" y="2189"/>
                  </a:lnTo>
                  <a:lnTo>
                    <a:pt x="2115" y="1928"/>
                  </a:lnTo>
                  <a:lnTo>
                    <a:pt x="2243" y="1653"/>
                  </a:lnTo>
                  <a:lnTo>
                    <a:pt x="2332" y="1370"/>
                  </a:lnTo>
                  <a:lnTo>
                    <a:pt x="2380" y="1092"/>
                  </a:lnTo>
                  <a:lnTo>
                    <a:pt x="2386" y="828"/>
                  </a:lnTo>
                  <a:lnTo>
                    <a:pt x="2349" y="588"/>
                  </a:lnTo>
                  <a:lnTo>
                    <a:pt x="2270" y="380"/>
                  </a:lnTo>
                  <a:lnTo>
                    <a:pt x="2152" y="213"/>
                  </a:lnTo>
                  <a:lnTo>
                    <a:pt x="1999" y="91"/>
                  </a:lnTo>
                  <a:lnTo>
                    <a:pt x="2000" y="91"/>
                  </a:lnTo>
                </a:path>
              </a:pathLst>
            </a:custGeom>
            <a:gradFill rotWithShape="0">
              <a:gsLst>
                <a:gs pos="0">
                  <a:srgbClr val="FF9966">
                    <a:gamma/>
                    <a:shade val="46275"/>
                    <a:invGamma/>
                  </a:srgbClr>
                </a:gs>
                <a:gs pos="50000">
                  <a:srgbClr val="FF9966"/>
                </a:gs>
                <a:gs pos="100000">
                  <a:srgbClr val="FF9966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9966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13E2594-7816-C16A-038E-F3A5C324C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3454"/>
              <a:ext cx="236" cy="150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652D45F4-2FA7-9F02-3815-5288B5E95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03"/>
              <a:ext cx="236" cy="151"/>
            </a:xfrm>
            <a:custGeom>
              <a:avLst/>
              <a:gdLst>
                <a:gd name="T0" fmla="*/ 0 w 2407"/>
                <a:gd name="T1" fmla="*/ 765 h 1530"/>
                <a:gd name="T2" fmla="*/ 21 w 2407"/>
                <a:gd name="T3" fmla="*/ 910 h 1530"/>
                <a:gd name="T4" fmla="*/ 86 w 2407"/>
                <a:gd name="T5" fmla="*/ 1050 h 1530"/>
                <a:gd name="T6" fmla="*/ 191 w 2407"/>
                <a:gd name="T7" fmla="*/ 1179 h 1530"/>
                <a:gd name="T8" fmla="*/ 333 w 2407"/>
                <a:gd name="T9" fmla="*/ 1293 h 1530"/>
                <a:gd name="T10" fmla="*/ 506 w 2407"/>
                <a:gd name="T11" fmla="*/ 1389 h 1530"/>
                <a:gd name="T12" fmla="*/ 704 w 2407"/>
                <a:gd name="T13" fmla="*/ 1462 h 1530"/>
                <a:gd name="T14" fmla="*/ 921 w 2407"/>
                <a:gd name="T15" fmla="*/ 1509 h 1530"/>
                <a:gd name="T16" fmla="*/ 1149 w 2407"/>
                <a:gd name="T17" fmla="*/ 1530 h 1530"/>
                <a:gd name="T18" fmla="*/ 1377 w 2407"/>
                <a:gd name="T19" fmla="*/ 1523 h 1530"/>
                <a:gd name="T20" fmla="*/ 1600 w 2407"/>
                <a:gd name="T21" fmla="*/ 1489 h 1530"/>
                <a:gd name="T22" fmla="*/ 1809 w 2407"/>
                <a:gd name="T23" fmla="*/ 1429 h 1530"/>
                <a:gd name="T24" fmla="*/ 1996 w 2407"/>
                <a:gd name="T25" fmla="*/ 1344 h 1530"/>
                <a:gd name="T26" fmla="*/ 2154 w 2407"/>
                <a:gd name="T27" fmla="*/ 1239 h 1530"/>
                <a:gd name="T28" fmla="*/ 2279 w 2407"/>
                <a:gd name="T29" fmla="*/ 1116 h 1530"/>
                <a:gd name="T30" fmla="*/ 2364 w 2407"/>
                <a:gd name="T31" fmla="*/ 981 h 1530"/>
                <a:gd name="T32" fmla="*/ 2407 w 2407"/>
                <a:gd name="T33" fmla="*/ 838 h 1530"/>
                <a:gd name="T34" fmla="*/ 2407 w 2407"/>
                <a:gd name="T35" fmla="*/ 692 h 1530"/>
                <a:gd name="T36" fmla="*/ 2364 w 2407"/>
                <a:gd name="T37" fmla="*/ 550 h 1530"/>
                <a:gd name="T38" fmla="*/ 2279 w 2407"/>
                <a:gd name="T39" fmla="*/ 415 h 1530"/>
                <a:gd name="T40" fmla="*/ 2154 w 2407"/>
                <a:gd name="T41" fmla="*/ 293 h 1530"/>
                <a:gd name="T42" fmla="*/ 1996 w 2407"/>
                <a:gd name="T43" fmla="*/ 187 h 1530"/>
                <a:gd name="T44" fmla="*/ 1809 w 2407"/>
                <a:gd name="T45" fmla="*/ 103 h 1530"/>
                <a:gd name="T46" fmla="*/ 1600 w 2407"/>
                <a:gd name="T47" fmla="*/ 42 h 1530"/>
                <a:gd name="T48" fmla="*/ 1377 w 2407"/>
                <a:gd name="T49" fmla="*/ 7 h 1530"/>
                <a:gd name="T50" fmla="*/ 1149 w 2407"/>
                <a:gd name="T51" fmla="*/ 0 h 1530"/>
                <a:gd name="T52" fmla="*/ 921 w 2407"/>
                <a:gd name="T53" fmla="*/ 22 h 1530"/>
                <a:gd name="T54" fmla="*/ 704 w 2407"/>
                <a:gd name="T55" fmla="*/ 69 h 1530"/>
                <a:gd name="T56" fmla="*/ 506 w 2407"/>
                <a:gd name="T57" fmla="*/ 142 h 1530"/>
                <a:gd name="T58" fmla="*/ 333 w 2407"/>
                <a:gd name="T59" fmla="*/ 237 h 1530"/>
                <a:gd name="T60" fmla="*/ 191 w 2407"/>
                <a:gd name="T61" fmla="*/ 352 h 1530"/>
                <a:gd name="T62" fmla="*/ 86 w 2407"/>
                <a:gd name="T63" fmla="*/ 481 h 1530"/>
                <a:gd name="T64" fmla="*/ 21 w 2407"/>
                <a:gd name="T65" fmla="*/ 620 h 1530"/>
                <a:gd name="T66" fmla="*/ 0 w 2407"/>
                <a:gd name="T67" fmla="*/ 765 h 1530"/>
                <a:gd name="T68" fmla="*/ 1 w 2407"/>
                <a:gd name="T69" fmla="*/ 765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07" h="1530">
                  <a:moveTo>
                    <a:pt x="0" y="765"/>
                  </a:moveTo>
                  <a:lnTo>
                    <a:pt x="21" y="910"/>
                  </a:lnTo>
                  <a:lnTo>
                    <a:pt x="86" y="1050"/>
                  </a:lnTo>
                  <a:lnTo>
                    <a:pt x="191" y="1179"/>
                  </a:lnTo>
                  <a:lnTo>
                    <a:pt x="333" y="1293"/>
                  </a:lnTo>
                  <a:lnTo>
                    <a:pt x="506" y="1389"/>
                  </a:lnTo>
                  <a:lnTo>
                    <a:pt x="704" y="1462"/>
                  </a:lnTo>
                  <a:lnTo>
                    <a:pt x="921" y="1509"/>
                  </a:lnTo>
                  <a:lnTo>
                    <a:pt x="1149" y="1530"/>
                  </a:lnTo>
                  <a:lnTo>
                    <a:pt x="1377" y="1523"/>
                  </a:lnTo>
                  <a:lnTo>
                    <a:pt x="1600" y="1489"/>
                  </a:lnTo>
                  <a:lnTo>
                    <a:pt x="1809" y="1429"/>
                  </a:lnTo>
                  <a:lnTo>
                    <a:pt x="1996" y="1344"/>
                  </a:lnTo>
                  <a:lnTo>
                    <a:pt x="2154" y="1239"/>
                  </a:lnTo>
                  <a:lnTo>
                    <a:pt x="2279" y="1116"/>
                  </a:lnTo>
                  <a:lnTo>
                    <a:pt x="2364" y="981"/>
                  </a:lnTo>
                  <a:lnTo>
                    <a:pt x="2407" y="838"/>
                  </a:lnTo>
                  <a:lnTo>
                    <a:pt x="2407" y="692"/>
                  </a:lnTo>
                  <a:lnTo>
                    <a:pt x="2364" y="550"/>
                  </a:lnTo>
                  <a:lnTo>
                    <a:pt x="2279" y="415"/>
                  </a:lnTo>
                  <a:lnTo>
                    <a:pt x="2154" y="293"/>
                  </a:lnTo>
                  <a:lnTo>
                    <a:pt x="1996" y="187"/>
                  </a:lnTo>
                  <a:lnTo>
                    <a:pt x="1809" y="103"/>
                  </a:lnTo>
                  <a:lnTo>
                    <a:pt x="1600" y="42"/>
                  </a:lnTo>
                  <a:lnTo>
                    <a:pt x="1377" y="7"/>
                  </a:lnTo>
                  <a:lnTo>
                    <a:pt x="1149" y="0"/>
                  </a:lnTo>
                  <a:lnTo>
                    <a:pt x="921" y="22"/>
                  </a:lnTo>
                  <a:lnTo>
                    <a:pt x="704" y="69"/>
                  </a:lnTo>
                  <a:lnTo>
                    <a:pt x="506" y="142"/>
                  </a:lnTo>
                  <a:lnTo>
                    <a:pt x="333" y="237"/>
                  </a:lnTo>
                  <a:lnTo>
                    <a:pt x="191" y="352"/>
                  </a:lnTo>
                  <a:lnTo>
                    <a:pt x="86" y="481"/>
                  </a:lnTo>
                  <a:lnTo>
                    <a:pt x="21" y="620"/>
                  </a:lnTo>
                  <a:lnTo>
                    <a:pt x="0" y="765"/>
                  </a:lnTo>
                  <a:lnTo>
                    <a:pt x="1" y="765"/>
                  </a:lnTo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46275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2317FCAE-1428-4997-5B85-B6FBB5ED8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2232"/>
              <a:ext cx="442" cy="1104"/>
            </a:xfrm>
            <a:custGeom>
              <a:avLst/>
              <a:gdLst>
                <a:gd name="T0" fmla="*/ 287 w 442"/>
                <a:gd name="T1" fmla="*/ 0 h 1104"/>
                <a:gd name="T2" fmla="*/ 0 w 442"/>
                <a:gd name="T3" fmla="*/ 1030 h 1104"/>
                <a:gd name="T4" fmla="*/ 148 w 442"/>
                <a:gd name="T5" fmla="*/ 1104 h 1104"/>
                <a:gd name="T6" fmla="*/ 442 w 442"/>
                <a:gd name="T7" fmla="*/ 80 h 1104"/>
                <a:gd name="T8" fmla="*/ 287 w 442"/>
                <a:gd name="T9" fmla="*/ 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2" h="1104">
                  <a:moveTo>
                    <a:pt x="287" y="0"/>
                  </a:moveTo>
                  <a:lnTo>
                    <a:pt x="0" y="1030"/>
                  </a:lnTo>
                  <a:lnTo>
                    <a:pt x="148" y="1104"/>
                  </a:lnTo>
                  <a:lnTo>
                    <a:pt x="442" y="8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4510B1B6-7F9D-D59D-C009-127335C6D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307"/>
              <a:ext cx="437" cy="1033"/>
            </a:xfrm>
            <a:custGeom>
              <a:avLst/>
              <a:gdLst>
                <a:gd name="T0" fmla="*/ 0 w 742"/>
                <a:gd name="T1" fmla="*/ 1752 h 1752"/>
                <a:gd name="T2" fmla="*/ 742 w 742"/>
                <a:gd name="T3" fmla="*/ 1345 h 1752"/>
                <a:gd name="T4" fmla="*/ 742 w 742"/>
                <a:gd name="T5" fmla="*/ 538 h 1752"/>
                <a:gd name="T6" fmla="*/ 636 w 742"/>
                <a:gd name="T7" fmla="*/ 468 h 1752"/>
                <a:gd name="T8" fmla="*/ 544 w 742"/>
                <a:gd name="T9" fmla="*/ 378 h 1752"/>
                <a:gd name="T10" fmla="*/ 508 w 742"/>
                <a:gd name="T11" fmla="*/ 269 h 1752"/>
                <a:gd name="T12" fmla="*/ 500 w 742"/>
                <a:gd name="T13" fmla="*/ 138 h 1752"/>
                <a:gd name="T14" fmla="*/ 515 w 742"/>
                <a:gd name="T15" fmla="*/ 0 h 1752"/>
                <a:gd name="T16" fmla="*/ 0 w 742"/>
                <a:gd name="T17" fmla="*/ 1752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2" h="1752">
                  <a:moveTo>
                    <a:pt x="0" y="1752"/>
                  </a:moveTo>
                  <a:lnTo>
                    <a:pt x="742" y="1345"/>
                  </a:lnTo>
                  <a:lnTo>
                    <a:pt x="742" y="538"/>
                  </a:lnTo>
                  <a:lnTo>
                    <a:pt x="636" y="468"/>
                  </a:lnTo>
                  <a:lnTo>
                    <a:pt x="544" y="378"/>
                  </a:lnTo>
                  <a:lnTo>
                    <a:pt x="508" y="269"/>
                  </a:lnTo>
                  <a:lnTo>
                    <a:pt x="500" y="138"/>
                  </a:lnTo>
                  <a:lnTo>
                    <a:pt x="515" y="0"/>
                  </a:lnTo>
                  <a:lnTo>
                    <a:pt x="0" y="1752"/>
                  </a:lnTo>
                  <a:close/>
                </a:path>
              </a:pathLst>
            </a:custGeom>
            <a:gradFill rotWithShape="0">
              <a:gsLst>
                <a:gs pos="0">
                  <a:srgbClr val="9933FF"/>
                </a:gs>
                <a:gs pos="100000">
                  <a:srgbClr val="9933FF">
                    <a:gamma/>
                    <a:shade val="64706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3E9C0E81-0BDC-2F46-F1F0-9F105C9B8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744"/>
              <a:ext cx="439" cy="609"/>
            </a:xfrm>
            <a:custGeom>
              <a:avLst/>
              <a:gdLst>
                <a:gd name="T0" fmla="*/ 0 w 746"/>
                <a:gd name="T1" fmla="*/ 158 h 1032"/>
                <a:gd name="T2" fmla="*/ 491 w 746"/>
                <a:gd name="T3" fmla="*/ 1032 h 1032"/>
                <a:gd name="T4" fmla="*/ 746 w 746"/>
                <a:gd name="T5" fmla="*/ 880 h 1032"/>
                <a:gd name="T6" fmla="*/ 266 w 746"/>
                <a:gd name="T7" fmla="*/ 0 h 1032"/>
                <a:gd name="T8" fmla="*/ 0 w 746"/>
                <a:gd name="T9" fmla="*/ 15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1032">
                  <a:moveTo>
                    <a:pt x="0" y="158"/>
                  </a:moveTo>
                  <a:lnTo>
                    <a:pt x="491" y="1032"/>
                  </a:lnTo>
                  <a:lnTo>
                    <a:pt x="746" y="880"/>
                  </a:lnTo>
                  <a:lnTo>
                    <a:pt x="266" y="0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Text Box 21">
            <a:extLst>
              <a:ext uri="{FF2B5EF4-FFF2-40B4-BE49-F238E27FC236}">
                <a16:creationId xmlns:a16="http://schemas.microsoft.com/office/drawing/2014/main" id="{1250DDA5-3DC0-89B0-EB08-BA51C1BA1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511" y="712884"/>
            <a:ext cx="40318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画对称中心线、轴线及定位基准线</a:t>
            </a: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24E39778-B8F6-4874-CC79-B0C1BEE97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173" y="6037272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⒌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检查、加深</a:t>
            </a:r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C6CC6DAC-B253-C235-A962-CC7B4412E050}"/>
              </a:ext>
            </a:extLst>
          </p:cNvPr>
          <p:cNvGrpSpPr>
            <a:grpSpLocks/>
          </p:cNvGrpSpPr>
          <p:nvPr/>
        </p:nvGrpSpPr>
        <p:grpSpPr bwMode="auto">
          <a:xfrm>
            <a:off x="1614623" y="1532035"/>
            <a:ext cx="4883150" cy="4497387"/>
            <a:chOff x="812" y="923"/>
            <a:chExt cx="3076" cy="2833"/>
          </a:xfrm>
        </p:grpSpPr>
        <p:sp>
          <p:nvSpPr>
            <p:cNvPr id="27" name="Arc 24">
              <a:extLst>
                <a:ext uri="{FF2B5EF4-FFF2-40B4-BE49-F238E27FC236}">
                  <a16:creationId xmlns:a16="http://schemas.microsoft.com/office/drawing/2014/main" id="{7DAD849F-A7B3-D1FD-D4C1-39582505EA0C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812" y="3455"/>
              <a:ext cx="235" cy="222"/>
            </a:xfrm>
            <a:custGeom>
              <a:avLst/>
              <a:gdLst>
                <a:gd name="G0" fmla="+- 186 0 0"/>
                <a:gd name="G1" fmla="+- 21600 0 0"/>
                <a:gd name="G2" fmla="+- 21600 0 0"/>
                <a:gd name="T0" fmla="*/ 0 w 21786"/>
                <a:gd name="T1" fmla="*/ 1 h 21600"/>
                <a:gd name="T2" fmla="*/ 21786 w 21786"/>
                <a:gd name="T3" fmla="*/ 21600 h 21600"/>
                <a:gd name="T4" fmla="*/ 186 w 2178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786" h="21600" fill="none" extrusionOk="0">
                  <a:moveTo>
                    <a:pt x="-1" y="0"/>
                  </a:moveTo>
                  <a:cubicBezTo>
                    <a:pt x="61" y="0"/>
                    <a:pt x="123" y="-1"/>
                    <a:pt x="186" y="-1"/>
                  </a:cubicBezTo>
                  <a:cubicBezTo>
                    <a:pt x="12115" y="-1"/>
                    <a:pt x="21786" y="9670"/>
                    <a:pt x="21786" y="21600"/>
                  </a:cubicBezTo>
                </a:path>
                <a:path w="21786" h="21600" stroke="0" extrusionOk="0">
                  <a:moveTo>
                    <a:pt x="-1" y="0"/>
                  </a:moveTo>
                  <a:cubicBezTo>
                    <a:pt x="61" y="0"/>
                    <a:pt x="123" y="-1"/>
                    <a:pt x="186" y="-1"/>
                  </a:cubicBezTo>
                  <a:cubicBezTo>
                    <a:pt x="12115" y="-1"/>
                    <a:pt x="21786" y="9670"/>
                    <a:pt x="21786" y="21600"/>
                  </a:cubicBezTo>
                  <a:lnTo>
                    <a:pt x="186" y="2160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470F4A14-08FC-2A57-5796-A66C1E61D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555"/>
              <a:ext cx="0" cy="1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AF3D6200-466E-51E3-E56F-6037947F6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987"/>
              <a:ext cx="17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C930B6CA-8F4A-D846-DCA9-90AF9F860E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987"/>
              <a:ext cx="1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8E1A2502-D4AB-50BD-9607-406B99167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211"/>
              <a:ext cx="85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31C40475-0F57-2D61-5CA7-B89871877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547"/>
              <a:ext cx="85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C81CFD2B-D2BE-E2A9-9DC2-9EBD27F31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2347"/>
              <a:ext cx="88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0417C978-5BDD-DC61-4DD4-3E80B7175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7F0A6621-AD6C-AE2A-FD35-13D449783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1760F57A-CDEB-6049-5B48-50FB3F7FC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051"/>
              <a:ext cx="0" cy="65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6BDC824A-FD04-8DF7-2AF0-7078D63C8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707"/>
              <a:ext cx="10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8133CF6F-5AA4-0160-B9BD-2121B5D75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1691"/>
              <a:ext cx="4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67F869F8-00C8-D0B2-D063-5D13BD1A7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1707"/>
              <a:ext cx="11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A53C2CC0-C6AD-CBD8-35BB-66520F2C45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9" y="1051"/>
              <a:ext cx="0" cy="64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75AEA4CD-34E7-EA52-A4C0-9A593377A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051"/>
              <a:ext cx="8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43726873-EF09-8207-E0E4-859115DD5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1243"/>
              <a:ext cx="0" cy="1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007E9213-8B5D-F185-9687-3A9D5AEF7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" y="1243"/>
              <a:ext cx="0" cy="92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FD07137B-044A-4DB4-678B-F849E22E2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2171"/>
              <a:ext cx="87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B1E2E499-7B62-BD0F-897E-2A5F80C8C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2160"/>
              <a:ext cx="0" cy="28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F1DE434B-7B80-261C-9408-B11E4087F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2435"/>
              <a:ext cx="88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D1669E96-A332-FB5B-C1B2-9F44A6FD8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1691"/>
              <a:ext cx="0" cy="2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8067FE31-2609-0B3B-237A-E802A3129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1883"/>
              <a:ext cx="232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2B7A13EF-7117-A722-504B-F681CF0AD4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6" y="1227"/>
              <a:ext cx="429" cy="9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3D2235EE-EC74-9F45-3148-4E8328362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11" y="1243"/>
              <a:ext cx="413" cy="9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E1A41A6E-B2F8-4F16-20CC-43B8AC703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683"/>
              <a:ext cx="0" cy="4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510C91E3-881F-4149-458F-117A34EF4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691"/>
              <a:ext cx="0" cy="48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A8F03D28-F045-0F2B-DA34-A23FA8F55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883"/>
              <a:ext cx="20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C3436986-4771-F267-666F-BF64FAF0E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171"/>
              <a:ext cx="182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12812055-B417-2DDA-E94F-E1303A3E8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2171"/>
              <a:ext cx="0" cy="26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ADD6E0EE-CE66-1A09-D5EE-F7F58BC0F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171"/>
              <a:ext cx="0" cy="2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D9B6EB79-B614-B138-9022-22AACFB57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435"/>
              <a:ext cx="46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BE411190-3D63-98A8-831F-E9ED9FC81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0" y="2336"/>
              <a:ext cx="0" cy="10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8621CB3D-656B-7C37-A95C-C990302F1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347"/>
              <a:ext cx="89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ABF0036D-0FD5-4BDF-2B25-CEA6A0FD3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6" y="2347"/>
              <a:ext cx="0" cy="9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1561D61F-F73E-FC0A-C972-2EF881D9A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" y="2435"/>
              <a:ext cx="4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7B493C76-D6B7-468C-5BD9-1122EA60D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99D84AEC-40E4-E64C-5AA9-5511A9A76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E5F890CF-E850-F753-CEF0-64BA20ABE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04D30467-4999-1E80-AEB0-C581337D4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9E0C2F18-8B17-A1FA-54F5-11E8D50AC7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3443"/>
              <a:ext cx="19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C4F32E0D-1848-A77F-7CBE-495936812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987"/>
              <a:ext cx="0" cy="54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582251F9-C332-78C7-F550-B623742CA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987"/>
              <a:ext cx="0" cy="54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4988CDEA-E30C-E349-788A-500036A25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795"/>
              <a:ext cx="53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0A54AB2D-2DAB-9013-291B-CDB4F54BF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795"/>
              <a:ext cx="0" cy="8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A3B9E601-C729-DE15-B29E-EE4D17673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683"/>
              <a:ext cx="0" cy="85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1350784A-904A-EA04-D2BE-FB7C99BBB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8" y="2691"/>
              <a:ext cx="0" cy="8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EA5DD95F-25BC-D1C0-25E5-DA736A590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6" y="2803"/>
              <a:ext cx="0" cy="88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8A9EB494-DC7D-A51F-BC5F-80F853933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2795"/>
              <a:ext cx="60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AA0A5063-2BD2-3B37-71D1-A74F7BD77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795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73845AC3-27C3-95F0-440E-919E9CB5B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2795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72E66AA2-5F22-633F-AB48-B919376A9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691"/>
              <a:ext cx="0" cy="1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5F5C66E9-5C30-B526-8210-70B7741DB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691"/>
              <a:ext cx="65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9C2DC85D-9B93-8190-561D-7CAA99CAC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795"/>
              <a:ext cx="6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C9A67B9F-39BF-A38C-ADE0-691A215B0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6" y="2691"/>
              <a:ext cx="0" cy="11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5DE6B500-E384-21D1-C6A9-47B244827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5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4E9D2EEB-6726-490A-1AB3-CDC1D5107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87"/>
              <a:ext cx="42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E30A22C9-06B8-52FE-8911-E8DC67B59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979"/>
              <a:ext cx="0" cy="57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9A0DF731-45BB-2A86-53DC-094EF0256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3544"/>
              <a:ext cx="66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4A76B0FF-C27D-19DB-7434-6D23B83DA8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6" y="2987"/>
              <a:ext cx="0" cy="56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2D773FA2-DCDF-65F6-5ABA-4B2DEB861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806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F0322ACC-A393-F5E2-B169-0F2C03C4A5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24" y="2987"/>
              <a:ext cx="41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B89D2D3D-6761-CEFF-25AC-E8E5BA508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3675"/>
              <a:ext cx="1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CF6CA58B-14A9-FA25-13A6-E6BBB031E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3307"/>
              <a:ext cx="0" cy="3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" name="Line 87">
              <a:extLst>
                <a:ext uri="{FF2B5EF4-FFF2-40B4-BE49-F238E27FC236}">
                  <a16:creationId xmlns:a16="http://schemas.microsoft.com/office/drawing/2014/main" id="{12DAF895-E038-1852-0B06-568243746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3459"/>
              <a:ext cx="31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CB8903AE-E54A-3446-D662-0D2F8CD0E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3331"/>
              <a:ext cx="0" cy="27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E6A1A3CC-15CB-2A22-3A8C-9D06E8827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3459"/>
              <a:ext cx="32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3" name="Oval 90">
              <a:extLst>
                <a:ext uri="{FF2B5EF4-FFF2-40B4-BE49-F238E27FC236}">
                  <a16:creationId xmlns:a16="http://schemas.microsoft.com/office/drawing/2014/main" id="{C101DA06-36D0-B84D-2C31-51FE20788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3355"/>
              <a:ext cx="208" cy="20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4" name="Line 91">
              <a:extLst>
                <a:ext uri="{FF2B5EF4-FFF2-40B4-BE49-F238E27FC236}">
                  <a16:creationId xmlns:a16="http://schemas.microsoft.com/office/drawing/2014/main" id="{413C5CFA-8029-8757-D8EE-99A59EAD1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2147"/>
              <a:ext cx="0" cy="3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5" name="Line 92">
              <a:extLst>
                <a:ext uri="{FF2B5EF4-FFF2-40B4-BE49-F238E27FC236}">
                  <a16:creationId xmlns:a16="http://schemas.microsoft.com/office/drawing/2014/main" id="{D5860EB3-E5DC-0137-EEAD-82B23B56D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31"/>
              <a:ext cx="0" cy="35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6" name="Line 93">
              <a:extLst>
                <a:ext uri="{FF2B5EF4-FFF2-40B4-BE49-F238E27FC236}">
                  <a16:creationId xmlns:a16="http://schemas.microsoft.com/office/drawing/2014/main" id="{09E4DBBF-FC7B-01A9-7F9A-18CF6F284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4" y="2107"/>
              <a:ext cx="0" cy="4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" name="Oval 94">
              <a:extLst>
                <a:ext uri="{FF2B5EF4-FFF2-40B4-BE49-F238E27FC236}">
                  <a16:creationId xmlns:a16="http://schemas.microsoft.com/office/drawing/2014/main" id="{0446BCD4-4986-4B24-4BFC-6C854B781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1051"/>
              <a:ext cx="648" cy="648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8" name="Oval 95">
              <a:extLst>
                <a:ext uri="{FF2B5EF4-FFF2-40B4-BE49-F238E27FC236}">
                  <a16:creationId xmlns:a16="http://schemas.microsoft.com/office/drawing/2014/main" id="{3155DEFB-BF6C-BD29-55B2-C2FA1840A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1226"/>
              <a:ext cx="315" cy="30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9" name="Line 96">
              <a:extLst>
                <a:ext uri="{FF2B5EF4-FFF2-40B4-BE49-F238E27FC236}">
                  <a16:creationId xmlns:a16="http://schemas.microsoft.com/office/drawing/2014/main" id="{B0CB0A7C-4C8C-4A09-985C-6089FA224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2" y="923"/>
              <a:ext cx="0" cy="151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0" name="Line 97">
              <a:extLst>
                <a:ext uri="{FF2B5EF4-FFF2-40B4-BE49-F238E27FC236}">
                  <a16:creationId xmlns:a16="http://schemas.microsoft.com/office/drawing/2014/main" id="{1CBE71C6-2252-AE87-FDDB-9911C6F10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0" y="1379"/>
              <a:ext cx="911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1" name="Line 98">
              <a:extLst>
                <a:ext uri="{FF2B5EF4-FFF2-40B4-BE49-F238E27FC236}">
                  <a16:creationId xmlns:a16="http://schemas.microsoft.com/office/drawing/2014/main" id="{690E20CA-FE72-F680-09D4-6EDD3F158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2" y="2601"/>
              <a:ext cx="0" cy="115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" name="Line 99">
              <a:extLst>
                <a:ext uri="{FF2B5EF4-FFF2-40B4-BE49-F238E27FC236}">
                  <a16:creationId xmlns:a16="http://schemas.microsoft.com/office/drawing/2014/main" id="{EFC0C2BF-6A10-379E-DC7B-F6312A998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3" y="1378"/>
              <a:ext cx="103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" name="Oval 100">
              <a:extLst>
                <a:ext uri="{FF2B5EF4-FFF2-40B4-BE49-F238E27FC236}">
                  <a16:creationId xmlns:a16="http://schemas.microsoft.com/office/drawing/2014/main" id="{21E091D4-894F-27AE-25A0-58C3E3700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355"/>
              <a:ext cx="208" cy="20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4" name="Line 101">
              <a:extLst>
                <a:ext uri="{FF2B5EF4-FFF2-40B4-BE49-F238E27FC236}">
                  <a16:creationId xmlns:a16="http://schemas.microsoft.com/office/drawing/2014/main" id="{E0A2552F-471D-C4E5-33B6-C4DFC5594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3541"/>
              <a:ext cx="0" cy="14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" name="Arc 102">
              <a:extLst>
                <a:ext uri="{FF2B5EF4-FFF2-40B4-BE49-F238E27FC236}">
                  <a16:creationId xmlns:a16="http://schemas.microsoft.com/office/drawing/2014/main" id="{2772BDE3-EB7F-82BE-5F3C-0F53A20EF8F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11" y="3444"/>
              <a:ext cx="223" cy="22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64"/>
                <a:gd name="T1" fmla="*/ 0 h 21600"/>
                <a:gd name="T2" fmla="*/ 21564 w 21564"/>
                <a:gd name="T3" fmla="*/ 20362 h 21600"/>
                <a:gd name="T4" fmla="*/ 0 w 2156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64" h="21600" fill="none" extrusionOk="0">
                  <a:moveTo>
                    <a:pt x="0" y="-1"/>
                  </a:moveTo>
                  <a:cubicBezTo>
                    <a:pt x="11448" y="-1"/>
                    <a:pt x="20908" y="8932"/>
                    <a:pt x="21564" y="20361"/>
                  </a:cubicBezTo>
                </a:path>
                <a:path w="21564" h="21600" stroke="0" extrusionOk="0">
                  <a:moveTo>
                    <a:pt x="0" y="-1"/>
                  </a:moveTo>
                  <a:cubicBezTo>
                    <a:pt x="11448" y="-1"/>
                    <a:pt x="20908" y="8932"/>
                    <a:pt x="21564" y="2036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6" name="Text Box 103">
            <a:extLst>
              <a:ext uri="{FF2B5EF4-FFF2-40B4-BE49-F238E27FC236}">
                <a16:creationId xmlns:a16="http://schemas.microsoft.com/office/drawing/2014/main" id="{0C489E5D-61B0-993F-6236-4DC9D9C1C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361" y="4259826"/>
            <a:ext cx="133592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画底板</a:t>
            </a:r>
          </a:p>
        </p:txBody>
      </p:sp>
      <p:sp>
        <p:nvSpPr>
          <p:cNvPr id="107" name="Text Box 104">
            <a:extLst>
              <a:ext uri="{FF2B5EF4-FFF2-40B4-BE49-F238E27FC236}">
                <a16:creationId xmlns:a16="http://schemas.microsoft.com/office/drawing/2014/main" id="{A52E5F85-8FB9-13AC-A9FE-30C68F308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361" y="4659876"/>
            <a:ext cx="133592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画套筒</a:t>
            </a:r>
            <a:endParaRPr lang="zh-CN" altLang="en-US" sz="3600" i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8" name="Text Box 105">
            <a:extLst>
              <a:ext uri="{FF2B5EF4-FFF2-40B4-BE49-F238E27FC236}">
                <a16:creationId xmlns:a16="http://schemas.microsoft.com/office/drawing/2014/main" id="{89C6CE0D-5159-03F4-965C-56A59B293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361" y="5040876"/>
            <a:ext cx="159240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画支撑板</a:t>
            </a:r>
          </a:p>
        </p:txBody>
      </p:sp>
      <p:sp>
        <p:nvSpPr>
          <p:cNvPr id="109" name="Text Box 106">
            <a:extLst>
              <a:ext uri="{FF2B5EF4-FFF2-40B4-BE49-F238E27FC236}">
                <a16:creationId xmlns:a16="http://schemas.microsoft.com/office/drawing/2014/main" id="{779A114E-8C6B-C582-258C-5756F0245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361" y="5445870"/>
            <a:ext cx="133592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画肋板</a:t>
            </a:r>
          </a:p>
        </p:txBody>
      </p:sp>
      <p:sp>
        <p:nvSpPr>
          <p:cNvPr id="110" name="Text Box 107">
            <a:extLst>
              <a:ext uri="{FF2B5EF4-FFF2-40B4-BE49-F238E27FC236}">
                <a16:creationId xmlns:a16="http://schemas.microsoft.com/office/drawing/2014/main" id="{BD2CB9A9-9E4D-B137-F842-C4AACF11D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573" y="1595240"/>
            <a:ext cx="2620962" cy="1017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从反映形体特征的视图开始画，三个视图对照画。</a:t>
            </a:r>
          </a:p>
        </p:txBody>
      </p:sp>
      <p:sp>
        <p:nvSpPr>
          <p:cNvPr id="111" name="Text Box 108">
            <a:extLst>
              <a:ext uri="{FF2B5EF4-FFF2-40B4-BE49-F238E27FC236}">
                <a16:creationId xmlns:a16="http://schemas.microsoft.com/office/drawing/2014/main" id="{53BF34B7-490D-3CFF-5A7C-0458DF6C0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4923" y="2938166"/>
            <a:ext cx="2659062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先整体，后局部。先定位置，后定形状。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8066368D-C3F3-C2C1-DB62-A82691DA2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50" y="3089224"/>
            <a:ext cx="1305863" cy="28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508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08D084-309C-6C62-C2B7-BE247AB9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9E09-17B3-2541-B0F0-E6F060182D75}" type="datetime1">
              <a:rPr lang="en-US" altLang="zh-CN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DC73B3-2574-AFBC-0487-8F8FE584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15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0FB68-B67C-8E31-D26B-74313E0D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76E9A2-E749-49C4-124F-E36EBCC83FE0}"/>
              </a:ext>
            </a:extLst>
          </p:cNvPr>
          <p:cNvSpPr txBox="1">
            <a:spLocks/>
          </p:cNvSpPr>
          <p:nvPr/>
        </p:nvSpPr>
        <p:spPr>
          <a:xfrm>
            <a:off x="628650" y="415421"/>
            <a:ext cx="5829300" cy="7269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组合体画图注意事项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71F9CD-1990-BBA3-3544-D9A04656151D}"/>
              </a:ext>
            </a:extLst>
          </p:cNvPr>
          <p:cNvSpPr txBox="1">
            <a:spLocks/>
          </p:cNvSpPr>
          <p:nvPr/>
        </p:nvSpPr>
        <p:spPr>
          <a:xfrm>
            <a:off x="628650" y="1321763"/>
            <a:ext cx="9198018" cy="485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画图时，常常不是画完一个视图后再画另一个视图，而是要几个视图配合起来画，以便找出和利用投影之间的关系。</a:t>
            </a: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各形体之间的位置要保持正确。</a:t>
            </a: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各形体之间的表面过渡关系要表示正确。</a:t>
            </a:r>
          </a:p>
        </p:txBody>
      </p:sp>
      <p:grpSp>
        <p:nvGrpSpPr>
          <p:cNvPr id="7" name="Group 23">
            <a:extLst>
              <a:ext uri="{FF2B5EF4-FFF2-40B4-BE49-F238E27FC236}">
                <a16:creationId xmlns:a16="http://schemas.microsoft.com/office/drawing/2014/main" id="{8D574762-313C-0731-7D4E-7A31F9DF507C}"/>
              </a:ext>
            </a:extLst>
          </p:cNvPr>
          <p:cNvGrpSpPr>
            <a:grpSpLocks/>
          </p:cNvGrpSpPr>
          <p:nvPr/>
        </p:nvGrpSpPr>
        <p:grpSpPr bwMode="auto">
          <a:xfrm>
            <a:off x="6611530" y="3076285"/>
            <a:ext cx="3503109" cy="3226368"/>
            <a:chOff x="812" y="923"/>
            <a:chExt cx="3076" cy="2833"/>
          </a:xfrm>
        </p:grpSpPr>
        <p:sp>
          <p:nvSpPr>
            <p:cNvPr id="8" name="Arc 24">
              <a:extLst>
                <a:ext uri="{FF2B5EF4-FFF2-40B4-BE49-F238E27FC236}">
                  <a16:creationId xmlns:a16="http://schemas.microsoft.com/office/drawing/2014/main" id="{C5C036AE-EEB6-CFBE-D5C1-DF64FB5647B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812" y="3455"/>
              <a:ext cx="235" cy="222"/>
            </a:xfrm>
            <a:custGeom>
              <a:avLst/>
              <a:gdLst>
                <a:gd name="G0" fmla="+- 186 0 0"/>
                <a:gd name="G1" fmla="+- 21600 0 0"/>
                <a:gd name="G2" fmla="+- 21600 0 0"/>
                <a:gd name="T0" fmla="*/ 0 w 21786"/>
                <a:gd name="T1" fmla="*/ 1 h 21600"/>
                <a:gd name="T2" fmla="*/ 21786 w 21786"/>
                <a:gd name="T3" fmla="*/ 21600 h 21600"/>
                <a:gd name="T4" fmla="*/ 186 w 2178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786" h="21600" fill="none" extrusionOk="0">
                  <a:moveTo>
                    <a:pt x="-1" y="0"/>
                  </a:moveTo>
                  <a:cubicBezTo>
                    <a:pt x="61" y="0"/>
                    <a:pt x="123" y="-1"/>
                    <a:pt x="186" y="-1"/>
                  </a:cubicBezTo>
                  <a:cubicBezTo>
                    <a:pt x="12115" y="-1"/>
                    <a:pt x="21786" y="9670"/>
                    <a:pt x="21786" y="21600"/>
                  </a:cubicBezTo>
                </a:path>
                <a:path w="21786" h="21600" stroke="0" extrusionOk="0">
                  <a:moveTo>
                    <a:pt x="-1" y="0"/>
                  </a:moveTo>
                  <a:cubicBezTo>
                    <a:pt x="61" y="0"/>
                    <a:pt x="123" y="-1"/>
                    <a:pt x="186" y="-1"/>
                  </a:cubicBezTo>
                  <a:cubicBezTo>
                    <a:pt x="12115" y="-1"/>
                    <a:pt x="21786" y="9670"/>
                    <a:pt x="21786" y="21600"/>
                  </a:cubicBezTo>
                  <a:lnTo>
                    <a:pt x="186" y="2160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FBFE4EB3-3251-22BF-CDEE-D5FE7994E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555"/>
              <a:ext cx="0" cy="1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26">
              <a:extLst>
                <a:ext uri="{FF2B5EF4-FFF2-40B4-BE49-F238E27FC236}">
                  <a16:creationId xmlns:a16="http://schemas.microsoft.com/office/drawing/2014/main" id="{FD89C8B0-AC36-DC1B-FEF6-EA636EFC0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987"/>
              <a:ext cx="17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3D1D895E-08B8-F93D-B1FE-26C59B470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987"/>
              <a:ext cx="1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28">
              <a:extLst>
                <a:ext uri="{FF2B5EF4-FFF2-40B4-BE49-F238E27FC236}">
                  <a16:creationId xmlns:a16="http://schemas.microsoft.com/office/drawing/2014/main" id="{F6B70D54-020B-3FD3-F373-056932514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211"/>
              <a:ext cx="85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29">
              <a:extLst>
                <a:ext uri="{FF2B5EF4-FFF2-40B4-BE49-F238E27FC236}">
                  <a16:creationId xmlns:a16="http://schemas.microsoft.com/office/drawing/2014/main" id="{00FA0B1B-0FD7-B313-4C4E-42FABD121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547"/>
              <a:ext cx="85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30">
              <a:extLst>
                <a:ext uri="{FF2B5EF4-FFF2-40B4-BE49-F238E27FC236}">
                  <a16:creationId xmlns:a16="http://schemas.microsoft.com/office/drawing/2014/main" id="{39A86E1B-6CF3-504E-9C2C-C5433BBDD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2347"/>
              <a:ext cx="88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31">
              <a:extLst>
                <a:ext uri="{FF2B5EF4-FFF2-40B4-BE49-F238E27FC236}">
                  <a16:creationId xmlns:a16="http://schemas.microsoft.com/office/drawing/2014/main" id="{5586FC69-EFC0-7CF5-A42A-6BBC814AE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32">
              <a:extLst>
                <a:ext uri="{FF2B5EF4-FFF2-40B4-BE49-F238E27FC236}">
                  <a16:creationId xmlns:a16="http://schemas.microsoft.com/office/drawing/2014/main" id="{E1C1BDA0-00A7-3791-B8D5-8E5F447DFA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33">
              <a:extLst>
                <a:ext uri="{FF2B5EF4-FFF2-40B4-BE49-F238E27FC236}">
                  <a16:creationId xmlns:a16="http://schemas.microsoft.com/office/drawing/2014/main" id="{07055C2F-8B71-AD83-8960-D9D44A3D9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051"/>
              <a:ext cx="0" cy="65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34">
              <a:extLst>
                <a:ext uri="{FF2B5EF4-FFF2-40B4-BE49-F238E27FC236}">
                  <a16:creationId xmlns:a16="http://schemas.microsoft.com/office/drawing/2014/main" id="{F2EB5D8E-A236-A0D1-797B-6B2F0829F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707"/>
              <a:ext cx="10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35">
              <a:extLst>
                <a:ext uri="{FF2B5EF4-FFF2-40B4-BE49-F238E27FC236}">
                  <a16:creationId xmlns:a16="http://schemas.microsoft.com/office/drawing/2014/main" id="{5FE9A9E4-C39E-37A1-E173-553DECC4E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1691"/>
              <a:ext cx="4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36">
              <a:extLst>
                <a:ext uri="{FF2B5EF4-FFF2-40B4-BE49-F238E27FC236}">
                  <a16:creationId xmlns:a16="http://schemas.microsoft.com/office/drawing/2014/main" id="{9B262087-BD63-FB7F-17C7-1E8D5AE0F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1707"/>
              <a:ext cx="11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37">
              <a:extLst>
                <a:ext uri="{FF2B5EF4-FFF2-40B4-BE49-F238E27FC236}">
                  <a16:creationId xmlns:a16="http://schemas.microsoft.com/office/drawing/2014/main" id="{F29A1A04-B0B3-5B32-DD88-37CC66440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9" y="1051"/>
              <a:ext cx="0" cy="64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38">
              <a:extLst>
                <a:ext uri="{FF2B5EF4-FFF2-40B4-BE49-F238E27FC236}">
                  <a16:creationId xmlns:a16="http://schemas.microsoft.com/office/drawing/2014/main" id="{D18C20DC-E50E-C9E3-8E07-FF5B6D3BC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1051"/>
              <a:ext cx="8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39">
              <a:extLst>
                <a:ext uri="{FF2B5EF4-FFF2-40B4-BE49-F238E27FC236}">
                  <a16:creationId xmlns:a16="http://schemas.microsoft.com/office/drawing/2014/main" id="{63A5BCF9-F11C-866D-1B68-0FAD0478F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1243"/>
              <a:ext cx="0" cy="1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Line 40">
              <a:extLst>
                <a:ext uri="{FF2B5EF4-FFF2-40B4-BE49-F238E27FC236}">
                  <a16:creationId xmlns:a16="http://schemas.microsoft.com/office/drawing/2014/main" id="{40059586-09CA-EF52-3E35-887A391E1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" y="1243"/>
              <a:ext cx="0" cy="92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Line 41">
              <a:extLst>
                <a:ext uri="{FF2B5EF4-FFF2-40B4-BE49-F238E27FC236}">
                  <a16:creationId xmlns:a16="http://schemas.microsoft.com/office/drawing/2014/main" id="{5902038B-7CD0-C071-14D1-C3BD6D054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2171"/>
              <a:ext cx="87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Line 42">
              <a:extLst>
                <a:ext uri="{FF2B5EF4-FFF2-40B4-BE49-F238E27FC236}">
                  <a16:creationId xmlns:a16="http://schemas.microsoft.com/office/drawing/2014/main" id="{06AD5C23-1808-AA39-6E6B-835FF75AE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2160"/>
              <a:ext cx="0" cy="28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Line 43">
              <a:extLst>
                <a:ext uri="{FF2B5EF4-FFF2-40B4-BE49-F238E27FC236}">
                  <a16:creationId xmlns:a16="http://schemas.microsoft.com/office/drawing/2014/main" id="{F9589134-D9E1-359D-7303-B70C17A3D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2435"/>
              <a:ext cx="88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Line 44">
              <a:extLst>
                <a:ext uri="{FF2B5EF4-FFF2-40B4-BE49-F238E27FC236}">
                  <a16:creationId xmlns:a16="http://schemas.microsoft.com/office/drawing/2014/main" id="{34CAE218-56CA-2A4A-8CB4-6700950F8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1691"/>
              <a:ext cx="0" cy="2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Line 45">
              <a:extLst>
                <a:ext uri="{FF2B5EF4-FFF2-40B4-BE49-F238E27FC236}">
                  <a16:creationId xmlns:a16="http://schemas.microsoft.com/office/drawing/2014/main" id="{3FD5DAD9-9DDD-9EB6-0497-26D09AFA2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1883"/>
              <a:ext cx="232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46">
              <a:extLst>
                <a:ext uri="{FF2B5EF4-FFF2-40B4-BE49-F238E27FC236}">
                  <a16:creationId xmlns:a16="http://schemas.microsoft.com/office/drawing/2014/main" id="{6F2B73CC-0FCC-4804-2CCA-E815AADF3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6" y="1227"/>
              <a:ext cx="429" cy="9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47">
              <a:extLst>
                <a:ext uri="{FF2B5EF4-FFF2-40B4-BE49-F238E27FC236}">
                  <a16:creationId xmlns:a16="http://schemas.microsoft.com/office/drawing/2014/main" id="{CD3BA6C4-2B8F-FCCD-40E7-E0D1029FA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11" y="1243"/>
              <a:ext cx="413" cy="9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Line 48">
              <a:extLst>
                <a:ext uri="{FF2B5EF4-FFF2-40B4-BE49-F238E27FC236}">
                  <a16:creationId xmlns:a16="http://schemas.microsoft.com/office/drawing/2014/main" id="{8BF9A753-6C6C-8323-E73C-539340FC7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683"/>
              <a:ext cx="0" cy="4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Line 49">
              <a:extLst>
                <a:ext uri="{FF2B5EF4-FFF2-40B4-BE49-F238E27FC236}">
                  <a16:creationId xmlns:a16="http://schemas.microsoft.com/office/drawing/2014/main" id="{E9F7D9F4-720D-486B-E342-DE07041C8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691"/>
              <a:ext cx="0" cy="48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Line 50">
              <a:extLst>
                <a:ext uri="{FF2B5EF4-FFF2-40B4-BE49-F238E27FC236}">
                  <a16:creationId xmlns:a16="http://schemas.microsoft.com/office/drawing/2014/main" id="{6CEB60B6-9784-EDF4-1896-2AA23BC3B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883"/>
              <a:ext cx="20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Line 51">
              <a:extLst>
                <a:ext uri="{FF2B5EF4-FFF2-40B4-BE49-F238E27FC236}">
                  <a16:creationId xmlns:a16="http://schemas.microsoft.com/office/drawing/2014/main" id="{BEB44042-434E-CF29-3695-7A35B09FD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171"/>
              <a:ext cx="182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52">
              <a:extLst>
                <a:ext uri="{FF2B5EF4-FFF2-40B4-BE49-F238E27FC236}">
                  <a16:creationId xmlns:a16="http://schemas.microsoft.com/office/drawing/2014/main" id="{A7675ED3-2D65-9255-2CDC-E436BF288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2171"/>
              <a:ext cx="0" cy="26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Line 53">
              <a:extLst>
                <a:ext uri="{FF2B5EF4-FFF2-40B4-BE49-F238E27FC236}">
                  <a16:creationId xmlns:a16="http://schemas.microsoft.com/office/drawing/2014/main" id="{AE64D31B-8D97-0934-38E3-BC9AED3C0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171"/>
              <a:ext cx="0" cy="2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54">
              <a:extLst>
                <a:ext uri="{FF2B5EF4-FFF2-40B4-BE49-F238E27FC236}">
                  <a16:creationId xmlns:a16="http://schemas.microsoft.com/office/drawing/2014/main" id="{BC7B0631-2D76-74FB-2463-CE73BD3B2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435"/>
              <a:ext cx="46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55">
              <a:extLst>
                <a:ext uri="{FF2B5EF4-FFF2-40B4-BE49-F238E27FC236}">
                  <a16:creationId xmlns:a16="http://schemas.microsoft.com/office/drawing/2014/main" id="{67646030-B4FE-2705-4CCD-5C47BC0B3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0" y="2336"/>
              <a:ext cx="0" cy="10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56">
              <a:extLst>
                <a:ext uri="{FF2B5EF4-FFF2-40B4-BE49-F238E27FC236}">
                  <a16:creationId xmlns:a16="http://schemas.microsoft.com/office/drawing/2014/main" id="{AC4C32D9-85A3-C1A0-D58E-8665F66CA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347"/>
              <a:ext cx="89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57">
              <a:extLst>
                <a:ext uri="{FF2B5EF4-FFF2-40B4-BE49-F238E27FC236}">
                  <a16:creationId xmlns:a16="http://schemas.microsoft.com/office/drawing/2014/main" id="{CB7925A5-14D1-22C9-61C2-14E1E53AA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6" y="2347"/>
              <a:ext cx="0" cy="9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Line 58">
              <a:extLst>
                <a:ext uri="{FF2B5EF4-FFF2-40B4-BE49-F238E27FC236}">
                  <a16:creationId xmlns:a16="http://schemas.microsoft.com/office/drawing/2014/main" id="{306B1683-6E71-5608-B0BE-19C958C90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" y="2435"/>
              <a:ext cx="4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Line 59">
              <a:extLst>
                <a:ext uri="{FF2B5EF4-FFF2-40B4-BE49-F238E27FC236}">
                  <a16:creationId xmlns:a16="http://schemas.microsoft.com/office/drawing/2014/main" id="{4B1FCDBE-BA0F-55D9-FF99-334589BE4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60">
              <a:extLst>
                <a:ext uri="{FF2B5EF4-FFF2-40B4-BE49-F238E27FC236}">
                  <a16:creationId xmlns:a16="http://schemas.microsoft.com/office/drawing/2014/main" id="{604DB169-19F9-6280-A9E7-EE09BB018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Line 61">
              <a:extLst>
                <a:ext uri="{FF2B5EF4-FFF2-40B4-BE49-F238E27FC236}">
                  <a16:creationId xmlns:a16="http://schemas.microsoft.com/office/drawing/2014/main" id="{98670605-2994-5724-07F3-3172C8B30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62">
              <a:extLst>
                <a:ext uri="{FF2B5EF4-FFF2-40B4-BE49-F238E27FC236}">
                  <a16:creationId xmlns:a16="http://schemas.microsoft.com/office/drawing/2014/main" id="{4C0093AF-F90F-9FDC-2619-0A582A62B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171"/>
              <a:ext cx="0" cy="2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63">
              <a:extLst>
                <a:ext uri="{FF2B5EF4-FFF2-40B4-BE49-F238E27FC236}">
                  <a16:creationId xmlns:a16="http://schemas.microsoft.com/office/drawing/2014/main" id="{DBF77CC2-1400-4A52-BBFC-7057DC23B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3443"/>
              <a:ext cx="19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64">
              <a:extLst>
                <a:ext uri="{FF2B5EF4-FFF2-40B4-BE49-F238E27FC236}">
                  <a16:creationId xmlns:a16="http://schemas.microsoft.com/office/drawing/2014/main" id="{DE318B8B-C4E0-39D5-5D6C-31BCCC43E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987"/>
              <a:ext cx="0" cy="54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65">
              <a:extLst>
                <a:ext uri="{FF2B5EF4-FFF2-40B4-BE49-F238E27FC236}">
                  <a16:creationId xmlns:a16="http://schemas.microsoft.com/office/drawing/2014/main" id="{765714A2-4331-F17E-4A5B-C0A9A4E8E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987"/>
              <a:ext cx="0" cy="54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66">
              <a:extLst>
                <a:ext uri="{FF2B5EF4-FFF2-40B4-BE49-F238E27FC236}">
                  <a16:creationId xmlns:a16="http://schemas.microsoft.com/office/drawing/2014/main" id="{2EA32AC2-F845-0C89-35BA-F36D01095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795"/>
              <a:ext cx="53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67">
              <a:extLst>
                <a:ext uri="{FF2B5EF4-FFF2-40B4-BE49-F238E27FC236}">
                  <a16:creationId xmlns:a16="http://schemas.microsoft.com/office/drawing/2014/main" id="{6E134A93-6919-D1F3-BCCE-51FA78BC9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795"/>
              <a:ext cx="0" cy="8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Line 68">
              <a:extLst>
                <a:ext uri="{FF2B5EF4-FFF2-40B4-BE49-F238E27FC236}">
                  <a16:creationId xmlns:a16="http://schemas.microsoft.com/office/drawing/2014/main" id="{BBA1FDCA-7432-C1C2-ED52-DEA739AF4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683"/>
              <a:ext cx="0" cy="85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69">
              <a:extLst>
                <a:ext uri="{FF2B5EF4-FFF2-40B4-BE49-F238E27FC236}">
                  <a16:creationId xmlns:a16="http://schemas.microsoft.com/office/drawing/2014/main" id="{E21B95AD-D3B9-F6AA-E029-328CF6B4C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8" y="2691"/>
              <a:ext cx="0" cy="86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Line 70">
              <a:extLst>
                <a:ext uri="{FF2B5EF4-FFF2-40B4-BE49-F238E27FC236}">
                  <a16:creationId xmlns:a16="http://schemas.microsoft.com/office/drawing/2014/main" id="{C0A074C3-0647-E78E-878A-A7A3883D5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6" y="2803"/>
              <a:ext cx="0" cy="88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" name="Line 71">
              <a:extLst>
                <a:ext uri="{FF2B5EF4-FFF2-40B4-BE49-F238E27FC236}">
                  <a16:creationId xmlns:a16="http://schemas.microsoft.com/office/drawing/2014/main" id="{64A15D3D-10CB-A697-7B36-5663845C10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2795"/>
              <a:ext cx="60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Line 72">
              <a:extLst>
                <a:ext uri="{FF2B5EF4-FFF2-40B4-BE49-F238E27FC236}">
                  <a16:creationId xmlns:a16="http://schemas.microsoft.com/office/drawing/2014/main" id="{ED46BB4C-589F-A873-D02A-79BDE110E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795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73">
              <a:extLst>
                <a:ext uri="{FF2B5EF4-FFF2-40B4-BE49-F238E27FC236}">
                  <a16:creationId xmlns:a16="http://schemas.microsoft.com/office/drawing/2014/main" id="{855A4946-B117-E6EE-FBE2-C401876C7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2795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" name="Line 74">
              <a:extLst>
                <a:ext uri="{FF2B5EF4-FFF2-40B4-BE49-F238E27FC236}">
                  <a16:creationId xmlns:a16="http://schemas.microsoft.com/office/drawing/2014/main" id="{7C14B2F6-72FF-8195-B64E-A66281A63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691"/>
              <a:ext cx="0" cy="1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9" name="Line 75">
              <a:extLst>
                <a:ext uri="{FF2B5EF4-FFF2-40B4-BE49-F238E27FC236}">
                  <a16:creationId xmlns:a16="http://schemas.microsoft.com/office/drawing/2014/main" id="{C02E80F3-E3E6-D83A-4D25-9EC4B2C2D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691"/>
              <a:ext cx="65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" name="Line 76">
              <a:extLst>
                <a:ext uri="{FF2B5EF4-FFF2-40B4-BE49-F238E27FC236}">
                  <a16:creationId xmlns:a16="http://schemas.microsoft.com/office/drawing/2014/main" id="{D1819590-D5C4-10BF-5353-F2232768C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795"/>
              <a:ext cx="6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" name="Line 77">
              <a:extLst>
                <a:ext uri="{FF2B5EF4-FFF2-40B4-BE49-F238E27FC236}">
                  <a16:creationId xmlns:a16="http://schemas.microsoft.com/office/drawing/2014/main" id="{0EE077E7-B9ED-41CF-E62E-9A9CFB457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6" y="2691"/>
              <a:ext cx="0" cy="11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78">
              <a:extLst>
                <a:ext uri="{FF2B5EF4-FFF2-40B4-BE49-F238E27FC236}">
                  <a16:creationId xmlns:a16="http://schemas.microsoft.com/office/drawing/2014/main" id="{8A1C2486-4BC8-4FD5-3F64-8C58728B1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5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Line 79">
              <a:extLst>
                <a:ext uri="{FF2B5EF4-FFF2-40B4-BE49-F238E27FC236}">
                  <a16:creationId xmlns:a16="http://schemas.microsoft.com/office/drawing/2014/main" id="{3D1E1465-55E7-906D-ECC9-89AEF599E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87"/>
              <a:ext cx="42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" name="Line 80">
              <a:extLst>
                <a:ext uri="{FF2B5EF4-FFF2-40B4-BE49-F238E27FC236}">
                  <a16:creationId xmlns:a16="http://schemas.microsoft.com/office/drawing/2014/main" id="{C201053A-6FE4-F249-91AF-CE9B682BD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979"/>
              <a:ext cx="0" cy="57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" name="Line 81">
              <a:extLst>
                <a:ext uri="{FF2B5EF4-FFF2-40B4-BE49-F238E27FC236}">
                  <a16:creationId xmlns:a16="http://schemas.microsoft.com/office/drawing/2014/main" id="{95918826-C81B-5233-6EF3-F84F91E6B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3544"/>
              <a:ext cx="66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" name="Line 82">
              <a:extLst>
                <a:ext uri="{FF2B5EF4-FFF2-40B4-BE49-F238E27FC236}">
                  <a16:creationId xmlns:a16="http://schemas.microsoft.com/office/drawing/2014/main" id="{4500328B-DB36-4946-619C-210A89BF4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6" y="2987"/>
              <a:ext cx="0" cy="56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Line 83">
              <a:extLst>
                <a:ext uri="{FF2B5EF4-FFF2-40B4-BE49-F238E27FC236}">
                  <a16:creationId xmlns:a16="http://schemas.microsoft.com/office/drawing/2014/main" id="{68AFEEDF-CEC2-5749-8692-7AC2CDB00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806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" name="Line 84">
              <a:extLst>
                <a:ext uri="{FF2B5EF4-FFF2-40B4-BE49-F238E27FC236}">
                  <a16:creationId xmlns:a16="http://schemas.microsoft.com/office/drawing/2014/main" id="{6C72A6B9-A6AB-F05A-28E6-8B5B232D8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24" y="2987"/>
              <a:ext cx="41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9" name="Line 85">
              <a:extLst>
                <a:ext uri="{FF2B5EF4-FFF2-40B4-BE49-F238E27FC236}">
                  <a16:creationId xmlns:a16="http://schemas.microsoft.com/office/drawing/2014/main" id="{43D58632-9F6B-D3C1-157A-2B5873A083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3675"/>
              <a:ext cx="1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Line 86">
              <a:extLst>
                <a:ext uri="{FF2B5EF4-FFF2-40B4-BE49-F238E27FC236}">
                  <a16:creationId xmlns:a16="http://schemas.microsoft.com/office/drawing/2014/main" id="{F2C84104-CEA2-C81C-3BD5-45A69A4A1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3307"/>
              <a:ext cx="0" cy="3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1" name="Line 87">
              <a:extLst>
                <a:ext uri="{FF2B5EF4-FFF2-40B4-BE49-F238E27FC236}">
                  <a16:creationId xmlns:a16="http://schemas.microsoft.com/office/drawing/2014/main" id="{A3594F34-4018-20F9-A649-A0863A3CD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3459"/>
              <a:ext cx="31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" name="Line 88">
              <a:extLst>
                <a:ext uri="{FF2B5EF4-FFF2-40B4-BE49-F238E27FC236}">
                  <a16:creationId xmlns:a16="http://schemas.microsoft.com/office/drawing/2014/main" id="{0D00DCDF-EFB6-3465-9CF9-8A3782DCC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3331"/>
              <a:ext cx="0" cy="27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3" name="Line 89">
              <a:extLst>
                <a:ext uri="{FF2B5EF4-FFF2-40B4-BE49-F238E27FC236}">
                  <a16:creationId xmlns:a16="http://schemas.microsoft.com/office/drawing/2014/main" id="{9BDBC4BA-5B44-02B2-C83C-107BBB6B4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3459"/>
              <a:ext cx="32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4" name="Oval 90">
              <a:extLst>
                <a:ext uri="{FF2B5EF4-FFF2-40B4-BE49-F238E27FC236}">
                  <a16:creationId xmlns:a16="http://schemas.microsoft.com/office/drawing/2014/main" id="{55B22B5E-1FC1-C0F5-DF35-79A8A735E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3355"/>
              <a:ext cx="208" cy="20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" name="Line 91">
              <a:extLst>
                <a:ext uri="{FF2B5EF4-FFF2-40B4-BE49-F238E27FC236}">
                  <a16:creationId xmlns:a16="http://schemas.microsoft.com/office/drawing/2014/main" id="{20F6ED44-376E-91AE-BF96-F718A5FB7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2147"/>
              <a:ext cx="0" cy="3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6" name="Line 92">
              <a:extLst>
                <a:ext uri="{FF2B5EF4-FFF2-40B4-BE49-F238E27FC236}">
                  <a16:creationId xmlns:a16="http://schemas.microsoft.com/office/drawing/2014/main" id="{2DCA016A-2D7D-5F0B-D651-57E4C98E1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31"/>
              <a:ext cx="0" cy="35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7" name="Line 93">
              <a:extLst>
                <a:ext uri="{FF2B5EF4-FFF2-40B4-BE49-F238E27FC236}">
                  <a16:creationId xmlns:a16="http://schemas.microsoft.com/office/drawing/2014/main" id="{00F48DD7-2FC8-0DB6-1666-6D792D986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4" y="2107"/>
              <a:ext cx="0" cy="4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8" name="Oval 94">
              <a:extLst>
                <a:ext uri="{FF2B5EF4-FFF2-40B4-BE49-F238E27FC236}">
                  <a16:creationId xmlns:a16="http://schemas.microsoft.com/office/drawing/2014/main" id="{860B7567-32F2-7DCE-9CB5-BAD17381F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1051"/>
              <a:ext cx="648" cy="648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9" name="Oval 95">
              <a:extLst>
                <a:ext uri="{FF2B5EF4-FFF2-40B4-BE49-F238E27FC236}">
                  <a16:creationId xmlns:a16="http://schemas.microsoft.com/office/drawing/2014/main" id="{E771F704-74F8-00A8-2F52-65AE7D975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1226"/>
              <a:ext cx="315" cy="30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0" name="Line 96">
              <a:extLst>
                <a:ext uri="{FF2B5EF4-FFF2-40B4-BE49-F238E27FC236}">
                  <a16:creationId xmlns:a16="http://schemas.microsoft.com/office/drawing/2014/main" id="{E83B8765-612A-33C7-7F68-BB5960B18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2" y="923"/>
              <a:ext cx="0" cy="151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1" name="Line 97">
              <a:extLst>
                <a:ext uri="{FF2B5EF4-FFF2-40B4-BE49-F238E27FC236}">
                  <a16:creationId xmlns:a16="http://schemas.microsoft.com/office/drawing/2014/main" id="{67C7DABC-7293-E050-687C-773533CA2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0" y="1379"/>
              <a:ext cx="911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2" name="Line 98">
              <a:extLst>
                <a:ext uri="{FF2B5EF4-FFF2-40B4-BE49-F238E27FC236}">
                  <a16:creationId xmlns:a16="http://schemas.microsoft.com/office/drawing/2014/main" id="{A0CA86F2-FE6F-FFFD-7D82-88ED67256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2" y="2601"/>
              <a:ext cx="0" cy="115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3" name="Line 99">
              <a:extLst>
                <a:ext uri="{FF2B5EF4-FFF2-40B4-BE49-F238E27FC236}">
                  <a16:creationId xmlns:a16="http://schemas.microsoft.com/office/drawing/2014/main" id="{A070CD6A-055E-340A-7C58-03FFBEB5E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3" y="1378"/>
              <a:ext cx="103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4" name="Oval 100">
              <a:extLst>
                <a:ext uri="{FF2B5EF4-FFF2-40B4-BE49-F238E27FC236}">
                  <a16:creationId xmlns:a16="http://schemas.microsoft.com/office/drawing/2014/main" id="{8786F746-55E4-1313-7724-784137919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355"/>
              <a:ext cx="208" cy="20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" name="Line 101">
              <a:extLst>
                <a:ext uri="{FF2B5EF4-FFF2-40B4-BE49-F238E27FC236}">
                  <a16:creationId xmlns:a16="http://schemas.microsoft.com/office/drawing/2014/main" id="{D7581787-A10E-5BC9-3A1B-5D72624A9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3541"/>
              <a:ext cx="0" cy="14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6" name="Arc 102">
              <a:extLst>
                <a:ext uri="{FF2B5EF4-FFF2-40B4-BE49-F238E27FC236}">
                  <a16:creationId xmlns:a16="http://schemas.microsoft.com/office/drawing/2014/main" id="{4E8FA7DE-D573-CAEA-2DBC-13852DE6B30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11" y="3444"/>
              <a:ext cx="223" cy="22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64"/>
                <a:gd name="T1" fmla="*/ 0 h 21600"/>
                <a:gd name="T2" fmla="*/ 21564 w 21564"/>
                <a:gd name="T3" fmla="*/ 20362 h 21600"/>
                <a:gd name="T4" fmla="*/ 0 w 2156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64" h="21600" fill="none" extrusionOk="0">
                  <a:moveTo>
                    <a:pt x="0" y="-1"/>
                  </a:moveTo>
                  <a:cubicBezTo>
                    <a:pt x="11448" y="-1"/>
                    <a:pt x="20908" y="8932"/>
                    <a:pt x="21564" y="20361"/>
                  </a:cubicBezTo>
                </a:path>
                <a:path w="21564" h="21600" stroke="0" extrusionOk="0">
                  <a:moveTo>
                    <a:pt x="0" y="-1"/>
                  </a:moveTo>
                  <a:cubicBezTo>
                    <a:pt x="11448" y="-1"/>
                    <a:pt x="20908" y="8932"/>
                    <a:pt x="21564" y="2036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pic>
        <p:nvPicPr>
          <p:cNvPr id="87" name="Picture 86">
            <a:extLst>
              <a:ext uri="{FF2B5EF4-FFF2-40B4-BE49-F238E27FC236}">
                <a16:creationId xmlns:a16="http://schemas.microsoft.com/office/drawing/2014/main" id="{13AA5370-3E03-FA0A-9DD0-F9B1E2B0B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205002" y="1484335"/>
            <a:ext cx="1472965" cy="2630294"/>
          </a:xfrm>
          <a:prstGeom prst="rect">
            <a:avLst/>
          </a:prstGeom>
        </p:spPr>
      </p:pic>
      <p:sp>
        <p:nvSpPr>
          <p:cNvPr id="90" name="Smiley Face 89">
            <a:extLst>
              <a:ext uri="{FF2B5EF4-FFF2-40B4-BE49-F238E27FC236}">
                <a16:creationId xmlns:a16="http://schemas.microsoft.com/office/drawing/2014/main" id="{F2C0CF3F-4E80-6E3D-ABE2-7E702F4A45C1}"/>
              </a:ext>
            </a:extLst>
          </p:cNvPr>
          <p:cNvSpPr/>
          <p:nvPr/>
        </p:nvSpPr>
        <p:spPr>
          <a:xfrm>
            <a:off x="11391117" y="5844496"/>
            <a:ext cx="344465" cy="344465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E0DC0BE4-CBE9-C35C-E853-C5F55B23A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568" y="3362211"/>
            <a:ext cx="3312090" cy="265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636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30820"/>
  <p:tag name="KSO_WM_SPECIAL_SOURCE" val="bdnull"/>
  <p:tag name="KSO_WM_TEMPLATE_THUMBS_INDEX" val="1、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PLACING_PICTURE_USER_VIEWPORT" val="{&quot;height&quot;:10411,&quot;width&quot;:12984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3*i*2"/>
  <p:tag name="KSO_WM_UNIT_LAYERLEVEL" val="1"/>
  <p:tag name="KSO_WM_TAG_VERSION" val="1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3*e*1"/>
  <p:tag name="KSO_WM_UNIT_LAYERLEVEL" val="1"/>
  <p:tag name="KSO_WM_TAG_VERSION" val="1.0"/>
  <p:tag name="KSO_WM_BEAUTIFY_FLAG" val="#wm#"/>
  <p:tag name="KSO_WM_UNIT_CONTENT_GROUP_TYPE" val="contentch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4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4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titlesty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_5*a*2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3"/>
  <p:tag name="KSO_WM_UNIT_ID" val="_5*a*3"/>
  <p:tag name="KSO_WM_UNIT_LAYERLEVEL" val="1"/>
  <p:tag name="KSO_WM_TAG_VERSION" val="1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1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0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 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SLIDE_BACKGROUND_TYPE" val="genera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2*a*1"/>
  <p:tag name="KSO_WM_UNIT_LAYERLEVEL" val="1"/>
  <p:tag name="KSO_WM_TAG_VERSION" val="1.0"/>
  <p:tag name="KSO_WM_BEAUTIFY_FLAG" val="#wm#"/>
  <p:tag name="KSO_WM_UNIT_CONTENT_GROUP_TYPE" val="titlestyle"/>
  <p:tag name="KSO_WM_SLIDE_BACKGROUND_TYPE" val="genera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820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82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50.8&quot;,&quot;top&quot;:&quot;87.4&quot;,&quot;width&quot;:&quot;541.3&quot;,&quot;height&quot;:&quot;310.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820_1*a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BRIGHTNESS" val="0.25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820_1*b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41"/>
  <p:tag name="KSO_WM_UNIT_TEXT_FILL_GRADIENT_DIRECTION" val="-2"/>
  <p:tag name="KSO_WM_UNIT_TEXT_FILL_TYPE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ing.potx" id="{77E09630-93FA-4073-96B7-E4A1C97AE4E9}" vid="{2BCD55EF-A901-4B71-8B57-2954839B2DF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Drawing</Template>
  <TotalTime>114</TotalTime>
  <Words>1975</Words>
  <Application>Microsoft Macintosh PowerPoint</Application>
  <PresentationFormat>Widescreen</PresentationFormat>
  <Paragraphs>376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DengXian</vt:lpstr>
      <vt:lpstr>仿宋_GB2312</vt:lpstr>
      <vt:lpstr>Microsoft YaHei</vt:lpstr>
      <vt:lpstr>黑体</vt:lpstr>
      <vt:lpstr>黑体</vt:lpstr>
      <vt:lpstr>Arial</vt:lpstr>
      <vt:lpstr>Calibri</vt:lpstr>
      <vt:lpstr>Cambria Math</vt:lpstr>
      <vt:lpstr>Times New Roman</vt:lpstr>
      <vt:lpstr>Wingdings</vt:lpstr>
      <vt:lpstr>Office Theme</vt:lpstr>
      <vt:lpstr>工程制图 第15讲</vt:lpstr>
      <vt:lpstr>作业#8</vt:lpstr>
      <vt:lpstr>热 身</vt:lpstr>
      <vt:lpstr>H.2 选择正确的第三视图 （注意分析形体被切后和形体组合后的交线的投影）</vt:lpstr>
      <vt:lpstr> H.3 选择正确的第三视图 （注意分析形体被切后和形体组合后的交线的投影）</vt:lpstr>
      <vt:lpstr>H.4 选择正确的第三视图 （注意分析形体被切后和形体组合后的交线的投影）</vt:lpstr>
      <vt:lpstr>例H.1 选择正确的第三视图 （注意分析形体被切后和形体组合后的交线的投影）</vt:lpstr>
      <vt:lpstr>例H.5 求作左视图</vt:lpstr>
      <vt:lpstr>例H.6 求作左视图（练习8分钟）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回转体与回转体的相贯线画法总结</vt:lpstr>
      <vt:lpstr>PowerPoint Presentation</vt:lpstr>
      <vt:lpstr>PowerPoint Presentation</vt:lpstr>
      <vt:lpstr>PowerPoint Presentation</vt:lpstr>
      <vt:lpstr>PowerPoint Presentation</vt:lpstr>
      <vt:lpstr>5.4 三体相交（P136）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5.5 组合体（P139）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5.5.2 复杂形体的画图方法（P142）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视觉与视图</dc:title>
  <dc:creator>Jun Chen</dc:creator>
  <cp:lastModifiedBy>陈军_工学院</cp:lastModifiedBy>
  <cp:revision>5</cp:revision>
  <dcterms:created xsi:type="dcterms:W3CDTF">2016-02-16T14:15:02Z</dcterms:created>
  <dcterms:modified xsi:type="dcterms:W3CDTF">2025-11-18T03:10:56Z</dcterms:modified>
</cp:coreProperties>
</file>